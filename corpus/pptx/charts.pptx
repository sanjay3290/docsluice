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  <p:sldId id="257" r:id="rIdSlide2"/>
    <p:sldId id="258" r:id="rIdSlide3"/>
  </p:sldIdLst>
  <p:sldSz cx="9144000" cy="6858000"/>
</p:presentation>
</file>

<file path=ppt/_rels/presentation.xml.rels><?xml version="1.0" encoding="UTF-8" standalone="yes"?><Relationships xmlns="http://schemas.openxmlformats.org/package/2006/relationships"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ssing_Workbook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ssing_Workbook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ssing_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lstStyle/>
          <a:p>
            <a:r>
              <a:rPr lang="en-US"/>
              <a:t>Samples per quarter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 site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25</c:v>
                </c:pt>
                <c:pt idx="3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 site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11</c:v>
                </c:pt>
                <c:pt idx="2">
                  <c:v>30</c:v>
                </c:pt>
                <c:pt idx="3">
                  <c:v>14</c:v>
                </c:pt>
              </c:numCache>
            </c:numRef>
          </c:val>
        </c:ser>
        <c:gapWidth val="150"/>
        <c:axId val="1001"/>
        <c:axId val="1002"/>
      </c:barChart>
      <c:catAx>
        <c:axId val="1001"/>
        <c:scaling>
          <c:orientation val="minMax"/>
        </c:scaling>
        <c:delete val="0"/>
        <c:axPos val="b"/>
        <c:crossAx val="1002"/>
      </c:catAx>
      <c:valAx>
        <c:axId val="1002"/>
        <c:scaling>
          <c:orientation val="minMax"/>
        </c:scaling>
        <c:delete val="0"/>
        <c:axPos val="l"/>
        <c:title>
          <c:tx>
            <c:rich>
              <a:bodyPr/>
              <a:p>
                <a:r>
                  <a:rPr lang="en-US"/>
                  <a:t>Samples</a:t>
                </a:r>
              </a:p>
            </c:rich>
          </c:tx>
        </c:title>
        <c:crossAx val="1001"/>
      </c:valAx>
    </c:plotArea>
    <c:legend>
      <c:legendPos val="r"/>
    </c:legend>
    <c:plotVisOnly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Salinity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31.2</c:v>
                </c:pt>
                <c:pt idx="1">
                  <c:v>30.8</c:v>
                </c:pt>
                <c:pt idx="2">
                  <c:v>29.5</c:v>
                </c:pt>
                <c:pt idx="3">
                  <c:v>28.9</c:v>
                </c:pt>
                <c:pt idx="4">
                  <c:v>30.1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Temperature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8.5</c:v>
                </c:pt>
                <c:pt idx="1">
                  <c:v>9.1</c:v>
                </c:pt>
                <c:pt idx="3">
                  <c:v>13.4</c:v>
                </c:pt>
                <c:pt idx="4">
                  <c:v>15.8</c:v>
                </c:pt>
              </c:numCache>
            </c:numRef>
          </c:val>
        </c:ser>
        <c:marker val="1"/>
        <c:axId val="1001"/>
        <c:axId val="1002"/>
      </c:lineChart>
      <c:catAx>
        <c:axId val="1001"/>
        <c:scaling>
          <c:orientation val="minMax"/>
        </c:scaling>
        <c:delete val="0"/>
        <c:axPos val="b"/>
        <c:crossAx val="1002"/>
      </c:catAx>
      <c:valAx>
        <c:axId val="1002"/>
        <c:scaling>
          <c:orientation val="minMax"/>
        </c:scaling>
        <c:delete val="0"/>
        <c:axPos val="l"/>
        <c:crossAx val="1001"/>
      </c:valAx>
    </c:plotArea>
    <c:plotVisOnly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lstStyle/>
          <a:p>
            <a:r>
              <a:rPr lang="en-US"/>
              <a:t>Sample types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Water</c:v>
                </c:pt>
                <c:pt idx="1">
                  <c:v>Sediment</c:v>
                </c:pt>
                <c:pt idx="2">
                  <c:v>Biota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</c:ser>
        <c:firstSliceAng val="0"/>
      </c:pieChart>
    </c:plotArea>
    <c:legend>
      <c:legendPos val="b"/>
    </c:legend>
    <c:plotVisOnly val="1"/>
  </c:chart>
  <c:externalData r:id="rId1">
    <c:autoUpdate val="0"/>
  </c:externalData>
</c:chartSpace>
</file>

<file path=ppt/slides/_rels/slide1.xml.rels><?xml version="1.0" encoding="UTF-8" standalone="yes"?><Relationships xmlns="http://schemas.openxmlformats.org/package/2006/relationships"><Relationship Id="rIdChart" Type="http://schemas.openxmlformats.org/officeDocument/2006/relationships/chart" Target="../charts/chart1.xml"/></Relationships>
</file>

<file path=ppt/slides/_rels/slide2.xml.rels><?xml version="1.0" encoding="UTF-8" standalone="yes"?><Relationships xmlns="http://schemas.openxmlformats.org/package/2006/relationships"><Relationship Id="rIdChart" Type="http://schemas.openxmlformats.org/officeDocument/2006/relationships/chart" Target="../charts/chart2.xml"/></Relationships>
</file>

<file path=ppt/slides/_rels/slide3.xml.rels><?xml version="1.0" encoding="UTF-8" standalone="yes"?><Relationships xmlns="http://schemas.openxmlformats.org/package/2006/relationships"><Relationship Id="rIdChart" Type="http://schemas.openxmlformats.org/officeDocument/2006/relationships/chart" Target="../charts/chart3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"/>
          <p:cNvSpPr/>
          <p:nvPr>
            <p:ph type="title"/>
          </p:nvPr>
        </p:nvSpPr>
        <p:spPr>
          <a:xfrm>
            <a:off x="500000" y="300000"/>
            <a:ext cx="8000000" cy="600000"/>
          </a:xfrm>
        </p:spPr>
        <p:txBody>
          <a:bodyPr/>
          <a:p>
            <a:r>
              <a:rPr lang="en-US"/>
              <a:t>Samples</a:t>
            </a:r>
          </a:p>
        </p:txBody>
      </p:sp>
      <p:sp>
        <p:nvSpPr>
          <p:cNvPr id="3" name="Shape"/>
          <p:cNvSpPr/>
          <p:nvPr/>
        </p:nvSpPr>
        <p:spPr>
          <a:xfrm>
            <a:off x="500000" y="5600000"/>
            <a:ext cx="8000000" cy="600000"/>
          </a:xfrm>
        </p:spPr>
        <p:txBody>
          <a:bodyPr/>
          <a:p>
            <a:r>
              <a:rPr lang="en-US"/>
              <a:t>Chart 1 of 3, synthetic data.</a:t>
            </a:r>
          </a:p>
        </p:txBody>
      </p:sp>
      <p:graphicFrame>
        <p:nvGraphicFramePr>
          <p:cNvPr id="4" name="Chart"/>
          <p:cNvGraphicFramePr/>
          <p:nvPr/>
        </p:nvGraphicFramePr>
        <p:xfrm>
          <a:off x="500000" y="1200000"/>
          <a:ext cx="8000000" cy="40000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Shape"/>
          <p:cNvSpPr/>
          <p:nvPr>
            <p:ph type="title"/>
          </p:nvPr>
        </p:nvSpPr>
        <p:spPr>
          <a:xfrm>
            <a:off x="500000" y="300000"/>
            <a:ext cx="8000000" cy="600000"/>
          </a:xfrm>
        </p:spPr>
        <p:txBody>
          <a:bodyPr/>
          <a:p>
            <a:r>
              <a:rPr lang="en-US"/>
              <a:t>Conditions</a:t>
            </a:r>
          </a:p>
        </p:txBody>
      </p:sp>
      <p:sp>
        <p:nvSpPr>
          <p:cNvPr id="6" name="Shape"/>
          <p:cNvSpPr/>
          <p:nvPr/>
        </p:nvSpPr>
        <p:spPr>
          <a:xfrm>
            <a:off x="500000" y="5600000"/>
            <a:ext cx="8000000" cy="600000"/>
          </a:xfrm>
        </p:spPr>
        <p:txBody>
          <a:bodyPr/>
          <a:p>
            <a:r>
              <a:rPr lang="en-US"/>
              <a:t>Chart 2 of 3, synthetic data.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="500000" y="1200000"/>
          <a:ext cx="8000000" cy="40000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Shape"/>
          <p:cNvSpPr/>
          <p:nvPr>
            <p:ph type="title"/>
          </p:nvPr>
        </p:nvSpPr>
        <p:spPr>
          <a:xfrm>
            <a:off x="500000" y="300000"/>
            <a:ext cx="8000000" cy="600000"/>
          </a:xfrm>
        </p:spPr>
        <p:txBody>
          <a:bodyPr/>
          <a:p>
            <a:r>
              <a:rPr lang="en-US"/>
              <a:t>Mix</a:t>
            </a:r>
          </a:p>
        </p:txBody>
      </p:sp>
      <p:sp>
        <p:nvSpPr>
          <p:cNvPr id="9" name="Shape"/>
          <p:cNvSpPr/>
          <p:nvPr/>
        </p:nvSpPr>
        <p:spPr>
          <a:xfrm>
            <a:off x="500000" y="5600000"/>
            <a:ext cx="8000000" cy="600000"/>
          </a:xfrm>
        </p:spPr>
        <p:txBody>
          <a:bodyPr/>
          <a:p>
            <a:r>
              <a:rPr lang="en-US"/>
              <a:t>Chart 3 of 3, synthetic data.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500000" y="1200000"/>
          <a:ext cx="8000000" cy="40000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</p:sld>
</file>