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254BC4C-D595-4AF8-8B44-01BA62102553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Speaker note: Introduce the synthetic shoreline survey.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DD7154-920A-42AE-A544-68C4CDC53ED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5FB980-966D-412A-BB86-B1221285CC5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9CECEF8-738A-49D9-A8E2-B1CB86401E72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/>
          <p:cNvSpPr txBox="1"/>
          <p:nvPr/>
        </p:nvSpPr>
        <p:spPr>
          <a:xfrm>
            <a:off x="914400" y="365760"/>
            <a:ext cx="822960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Shoreline Survey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shape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Synthetic slide content 1: Shoreline Survey.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"/>
          <p:cNvSpPr txBox="1"/>
          <p:nvPr/>
        </p:nvSpPr>
        <p:spPr>
          <a:xfrm>
            <a:off x="914400" y="365760"/>
            <a:ext cx="822960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Purpose and Scope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Synthetic slide content 2: Purpose and Scope.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"/>
          <p:cNvSpPr txBox="1"/>
          <p:nvPr/>
        </p:nvSpPr>
        <p:spPr>
          <a:xfrm>
            <a:off x="914400" y="365760"/>
            <a:ext cx="822960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Sites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shape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Synthetic slide content 3: Sites.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"/>
          <p:cNvSpPr txBox="1"/>
          <p:nvPr/>
        </p:nvSpPr>
        <p:spPr>
          <a:xfrm>
            <a:off x="914400" y="365760"/>
            <a:ext cx="822960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Sampling Groups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0" name="Sampling team group"/>
          <p:cNvGrpSpPr/>
          <p:nvPr/>
        </p:nvGrpSpPr>
        <p:grpSpPr>
          <a:xfrm>
            <a:off x="914400" y="1828800"/>
            <a:ext cx="6400800" cy="1828800"/>
            <a:chOff x="914400" y="1828800"/>
            <a:chExt cx="6400800" cy="1828800"/>
          </a:xfrm>
        </p:grpSpPr>
        <p:sp>
          <p:nvSpPr>
            <p:cNvPr id="21" name="shape"/>
            <p:cNvSpPr txBox="1"/>
            <p:nvPr/>
          </p:nvSpPr>
          <p:spPr>
            <a:xfrm>
              <a:off x="914400" y="1828800"/>
              <a:ext cx="5486400" cy="91440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txBody>
            <a:bodyPr lIns="90000" rIns="90000" tIns="45000" bIns="45000" anchor="t">
              <a:noAutofit/>
            </a:bodyPr>
            <a:p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Group member: North crew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" name="shape"/>
            <p:cNvSpPr txBox="1"/>
            <p:nvPr/>
          </p:nvSpPr>
          <p:spPr>
            <a:xfrm>
              <a:off x="1828800" y="2743200"/>
              <a:ext cx="5486400" cy="91440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txBody>
            <a:bodyPr lIns="90000" rIns="90000" tIns="45000" bIns="45000" anchor="t">
              <a:noAutofit/>
            </a:bodyPr>
            <a:p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Group member: South crew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"/>
          <p:cNvSpPr txBox="1"/>
          <p:nvPr/>
        </p:nvSpPr>
        <p:spPr>
          <a:xfrm>
            <a:off x="914400" y="365760"/>
            <a:ext cx="822960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Tools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shape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Synthetic slide content 5: Tools.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"/>
          <p:cNvSpPr txBox="1"/>
          <p:nvPr/>
        </p:nvSpPr>
        <p:spPr>
          <a:xfrm>
            <a:off x="914400" y="365760"/>
            <a:ext cx="822960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Daily Sequence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Synthetic slide content 6: Daily Sequence.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"/>
          <p:cNvSpPr txBox="1"/>
          <p:nvPr/>
        </p:nvSpPr>
        <p:spPr>
          <a:xfrm>
            <a:off x="914400" y="365760"/>
            <a:ext cx="822960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Observation Table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"/>
          <p:cNvSpPr txBox="1"/>
          <p:nvPr/>
        </p:nvSpPr>
        <p:spPr>
          <a:xfrm>
            <a:off x="914400" y="365760"/>
            <a:ext cx="822960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Quality Checks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Synthetic slide content 8: Quality Checks.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"/>
          <p:cNvSpPr txBox="1"/>
          <p:nvPr/>
        </p:nvSpPr>
        <p:spPr>
          <a:xfrm>
            <a:off x="914400" y="365760"/>
            <a:ext cx="822960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Data Stewardship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Synthetic slide content 9: Data Stewardship.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"/>
          <p:cNvSpPr txBox="1"/>
          <p:nvPr/>
        </p:nvSpPr>
        <p:spPr>
          <a:xfrm>
            <a:off x="914400" y="365760"/>
            <a:ext cx="822960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Hidden QA Slide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Synthetic slide content 10: Hidden QA Slide.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"/>
          <p:cNvSpPr txBox="1"/>
          <p:nvPr/>
        </p:nvSpPr>
        <p:spPr>
          <a:xfrm>
            <a:off x="914400" y="365760"/>
            <a:ext cx="822960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Findings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Synthetic slide content 11: Findings.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"/>
          <p:cNvSpPr txBox="1"/>
          <p:nvPr/>
        </p:nvSpPr>
        <p:spPr>
          <a:xfrm>
            <a:off x="914400" y="365760"/>
            <a:ext cx="822960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Next Steps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Synthetic slide content 12: Next Steps.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