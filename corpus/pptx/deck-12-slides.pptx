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60F1A92-1D61-44B3-8777-2F92FA52FB0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Speaker note: Introduce the synthetic shoreline survey.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A81AFD7-1A7E-4CA3-92C9-CE71553545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C37EE5-EB15-461D-B92B-564186B7CA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F588B9A-A756-4212-8C14-975D12AAA5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Shoreline Survey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1: Shoreline Survey.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Purpose and Scope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2: Purpose and Scope.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3: Sites.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 Groups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Sampling team group"/>
          <p:cNvGrpSpPr/>
          <p:nvPr/>
        </p:nvGrpSpPr>
        <p:grpSpPr>
          <a:xfrm>
            <a:off x="914400" y="1828800"/>
            <a:ext cx="6400800" cy="1828800"/>
            <a:chOff x="914400" y="1828800"/>
            <a:chExt cx="6400800" cy="1828800"/>
          </a:xfrm>
        </p:grpSpPr>
        <p:sp>
          <p:nvSpPr>
            <p:cNvPr id="23" name="shape"/>
            <p:cNvSpPr txBox="1"/>
            <p:nvPr/>
          </p:nvSpPr>
          <p:spPr>
            <a:xfrm>
              <a:off x="914400" y="1828800"/>
              <a:ext cx="5486400" cy="914400"/>
            </a:xfrm>
            <a:prstGeom prst="rect">
              <a:avLst/>
            </a:prstGeom>
            <a:solidFill>
              <a:schemeClr val="accent1"/>
            </a:solidFill>
            <a:ln w="38160">
              <a:solidFill>
                <a:schemeClr val="accent1">
                  <a:lumMod val="75000"/>
                  <a:lumOff val="0"/>
                </a:schemeClr>
              </a:solidFill>
              <a:round/>
            </a:ln>
          </p:spPr>
          <p:txBody>
            <a:bodyPr lIns="90000" tIns="45000" rIns="90000" bIns="45000" anchor="t">
              <a:spAutoFit/>
            </a:bodyPr>
            <a:p>
              <a:pPr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rPr>
                <a:t>Group member: North crew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" name="shape"/>
            <p:cNvSpPr txBox="1"/>
            <p:nvPr/>
          </p:nvSpPr>
          <p:spPr>
            <a:xfrm>
              <a:off x="1828800" y="2743200"/>
              <a:ext cx="5486400" cy="914400"/>
            </a:xfrm>
            <a:prstGeom prst="rect">
              <a:avLst/>
            </a:prstGeom>
            <a:solidFill>
              <a:schemeClr val="accent1"/>
            </a:solidFill>
            <a:ln w="38160">
              <a:solidFill>
                <a:schemeClr val="accent1">
                  <a:lumMod val="75000"/>
                  <a:lumOff val="0"/>
                </a:schemeClr>
              </a:solidFill>
              <a:round/>
            </a:ln>
          </p:spPr>
          <p:txBody>
            <a:bodyPr lIns="90000" tIns="45000" rIns="90000" bIns="45000" anchor="t">
              <a:spAutoFit/>
            </a:bodyPr>
            <a:p>
              <a:pPr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rPr>
                <a:t>Group member: South crew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Tools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5: Tools.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Daily Sequence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6: Daily Sequence.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 Table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Checks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8: Quality Checks.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Stewardship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9: Data Stewardship.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QA Slide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10: Hidden QA Slide.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Findings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11: Findings.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Steps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Synthetic slide content 12: Next Steps.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