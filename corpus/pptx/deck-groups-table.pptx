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2EEFE4-38E1-4EB7-8915-8B76182778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6D1FE1-AC41-44C5-9B63-5C59CC7865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F0B437E-8529-45E9-8028-261F8778F83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Grouped Sampling Plan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" name="Stations"/>
          <p:cNvGrpSpPr/>
          <p:nvPr/>
        </p:nvGrpSpPr>
        <p:grpSpPr>
          <a:xfrm>
            <a:off x="914400" y="1828800"/>
            <a:ext cx="6400800" cy="1828800"/>
            <a:chOff x="914400" y="1828800"/>
            <a:chExt cx="6400800" cy="1828800"/>
          </a:xfrm>
        </p:grpSpPr>
        <p:sp>
          <p:nvSpPr>
            <p:cNvPr id="9" name="shape"/>
            <p:cNvSpPr txBox="1"/>
            <p:nvPr/>
          </p:nvSpPr>
          <p:spPr>
            <a:xfrm>
              <a:off x="914400" y="1828800"/>
              <a:ext cx="5486400" cy="9144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Station group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" name="shape"/>
            <p:cNvSpPr txBox="1"/>
            <p:nvPr/>
          </p:nvSpPr>
          <p:spPr>
            <a:xfrm>
              <a:off x="1828800" y="2743200"/>
              <a:ext cx="5486400" cy="9144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North station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Measured Values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