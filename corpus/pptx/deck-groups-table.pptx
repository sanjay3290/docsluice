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84CE27-2E7E-4A4E-8685-53B5B9B703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CBD864-1FC9-4A68-912B-8A2BDD3B47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08DC7D-54AB-49C2-8ADB-C29B9FAB181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Grouped Sampling Plan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Stations"/>
          <p:cNvGrpSpPr/>
          <p:nvPr/>
        </p:nvGrpSpPr>
        <p:grpSpPr>
          <a:xfrm>
            <a:off x="914400" y="1828800"/>
            <a:ext cx="6400800" cy="1828800"/>
            <a:chOff x="914400" y="1828800"/>
            <a:chExt cx="6400800" cy="1828800"/>
          </a:xfrm>
        </p:grpSpPr>
        <p:sp>
          <p:nvSpPr>
            <p:cNvPr id="11" name="shape"/>
            <p:cNvSpPr txBox="1"/>
            <p:nvPr/>
          </p:nvSpPr>
          <p:spPr>
            <a:xfrm>
              <a:off x="914400" y="1828800"/>
              <a:ext cx="5486400" cy="914400"/>
            </a:xfrm>
            <a:prstGeom prst="rect">
              <a:avLst/>
            </a:prstGeom>
            <a:solidFill>
              <a:schemeClr val="accent1"/>
            </a:solidFill>
            <a:ln w="38160">
              <a:solidFill>
                <a:schemeClr val="accent1">
                  <a:lumMod val="75000"/>
                  <a:lumOff val="0"/>
                </a:schemeClr>
              </a:solidFill>
              <a:round/>
            </a:ln>
          </p:spPr>
          <p:txBody>
            <a:bodyPr lIns="90000" tIns="45000" rIns="90000" bIns="45000" anchor="t">
              <a:spAutoFit/>
            </a:bodyPr>
            <a:p>
              <a:pPr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rPr>
                <a:t>Station group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shape"/>
            <p:cNvSpPr txBox="1"/>
            <p:nvPr/>
          </p:nvSpPr>
          <p:spPr>
            <a:xfrm>
              <a:off x="1828800" y="2743200"/>
              <a:ext cx="5486400" cy="914400"/>
            </a:xfrm>
            <a:prstGeom prst="rect">
              <a:avLst/>
            </a:prstGeom>
            <a:solidFill>
              <a:schemeClr val="accent1"/>
            </a:solidFill>
            <a:ln w="38160">
              <a:solidFill>
                <a:schemeClr val="accent1">
                  <a:lumMod val="75000"/>
                  <a:lumOff val="0"/>
                </a:schemeClr>
              </a:solidFill>
              <a:round/>
            </a:ln>
          </p:spPr>
          <p:txBody>
            <a:bodyPr lIns="90000" tIns="45000" rIns="90000" bIns="45000" anchor="t">
              <a:spAutoFit/>
            </a:bodyPr>
            <a:p>
              <a:pPr/>
              <a:r>
                <a:rPr lang="en-US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rPr>
                <a:t>North station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Measured Values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LibreOfficeDev/26.8.0.0.alpha0$Linux_X86_64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