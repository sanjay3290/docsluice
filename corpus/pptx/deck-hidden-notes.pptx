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CB78FF4-291A-4426-871E-98B47210EB7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Speak to the quality checks.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D50646-A08D-4BAE-985D-326D088210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76317-82DB-4601-93AE-790C4A1DA6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DCD0AF-B429-4E19-9E13-EF385C65E36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Briefing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Hidden Appendix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Synthetic internal appendix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