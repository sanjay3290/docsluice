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BCF22CB-7DB3-4122-85ED-840D7B88EFF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Speak to the quality checks.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553CBD-41BD-4255-8A2B-55C41A4864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CC2399-11BA-4D2D-8812-9E59DCC98B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AF95D3D-2696-47A9-806B-9652FE43041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Briefing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Appendix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internal appendix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