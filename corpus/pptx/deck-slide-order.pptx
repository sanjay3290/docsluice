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A3EE092-392D-421B-83F2-52D5E61C9C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7FB590-426C-462A-8121-4ED8134555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E15143B-6A47-4DDB-B49F-301204F767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10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10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11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11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03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04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04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06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06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07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07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08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08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09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09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"/>
          <p:cNvSpPr txBox="1"/>
          <p:nvPr/>
        </p:nvSpPr>
        <p:spPr>
          <a:xfrm>
            <a:off x="914400" y="365760"/>
            <a:ext cx="8229600" cy="914400"/>
          </a:xfrm>
          <a:prstGeom prst="rect">
            <a:avLst/>
          </a:prstGeom>
          <a:noFill/>
          <a:ln w="38160">
            <a:noFill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12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"/>
          <p:cNvSpPr txBox="1"/>
          <p:nvPr/>
        </p:nvSpPr>
        <p:spPr>
          <a:xfrm>
            <a:off x="914400" y="1828800"/>
            <a:ext cx="5486400" cy="914400"/>
          </a:xfrm>
          <a:prstGeom prst="rect">
            <a:avLst/>
          </a:prstGeom>
          <a:solidFill>
            <a:schemeClr val="accent1"/>
          </a:solidFill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txBody>
          <a:bodyPr lIns="90000" tIns="45000" rIns="90000" bIns="45000" anchor="t">
            <a:spAutoFit/>
          </a:bodyPr>
          <a:p>
            <a:pPr/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Order marker 12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