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952142-E281-4C3C-A018-4B38756695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D9586D-2392-43F3-8A3C-4303C77D91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743393-D04D-47FB-835D-FFE602A83AC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10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11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11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04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08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09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09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"/>
          <p:cNvSpPr txBox="1"/>
          <p:nvPr/>
        </p:nvSpPr>
        <p:spPr>
          <a:xfrm>
            <a:off x="914400" y="365760"/>
            <a:ext cx="8229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Slide 12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Order marker 12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