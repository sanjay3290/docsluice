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2.xml" ContentType="application/vnd.ms-office.chart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style1.xml" ContentType="application/vnd.ms-office.chartstyle+xml"/>
  <Override PartName="/ppt/charts/colors3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Bar series</c:v>
                </c:pt>
              </c:strCache>
            </c:strRef>
          </c:tx>
          <c:spPr>
            <a:noFill/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Alpha</c:v>
                </c:pt>
                <c:pt idx="1">
                  <c:v/>
                </c:pt>
                <c:pt idx="2">
                  <c:v>Gamma</c:v>
                </c:pt>
              </c:strCache>
            </c:strRef>
          </c:cat>
          <c:val>
            <c:numRef>
              <c:f>0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</c:ser>
        <c:gapWidth val="150"/>
        <c:overlap val="0"/>
        <c:axId val="43212602"/>
        <c:axId val="47137089"/>
      </c:barChart>
      <c:catAx>
        <c:axId val="43212602"/>
        <c:scaling>
          <c:orientation val="minMax"/>
        </c:scaling>
        <c:delete val="0"/>
        <c:axPos val="b"/>
        <c:numFmt formatCode="[$-409]mm/dd/yyyy" sourceLinked="1"/>
        <c:majorTickMark val="cross"/>
        <c:minorTickMark val="cross"/>
        <c:tickLblPos val="nextTo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7137089"/>
        <c:crosses val="autoZero"/>
        <c:auto val="1"/>
        <c:lblAlgn val="ctr"/>
        <c:lblOffset val="100"/>
        <c:noMultiLvlLbl val="0"/>
      </c:catAx>
      <c:valAx>
        <c:axId val="47137089"/>
        <c:scaling>
          <c:orientation val="minMax"/>
        </c:scaling>
        <c:delete val="0"/>
        <c:axPos val="l"/>
        <c:numFmt formatCode="0" sourceLinked="1"/>
        <c:majorTickMark val="cross"/>
        <c:minorTickMark val="cross"/>
        <c:tickLblPos val="nextTo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321260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Line series</c:v>
                </c:pt>
              </c:strCache>
            </c:strRef>
          </c:tx>
          <c:spPr>
            <a:solidFill>
              <a:srgbClr val="99CCFF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Alpha</c:v>
                </c:pt>
                <c:pt idx="1">
                  <c:v/>
                </c:pt>
                <c:pt idx="2">
                  <c:v>Gamma</c:v>
                </c:pt>
              </c:strCache>
            </c:strRef>
          </c:cat>
          <c:val>
            <c:numRef>
              <c:f>0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57377426"/>
        <c:axId val="26023742"/>
      </c:lineChart>
      <c:catAx>
        <c:axId val="57377426"/>
        <c:scaling>
          <c:orientation val="minMax"/>
        </c:scaling>
        <c:delete val="0"/>
        <c:axPos val="b"/>
        <c:numFmt formatCode="[$-409]mm/dd/yyyy" sourceLinked="1"/>
        <c:majorTickMark val="cross"/>
        <c:minorTickMark val="cross"/>
        <c:tickLblPos val="nextTo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6023742"/>
        <c:crosses val="autoZero"/>
        <c:auto val="1"/>
        <c:lblAlgn val="ctr"/>
        <c:lblOffset val="100"/>
        <c:noMultiLvlLbl val="0"/>
      </c:catAx>
      <c:valAx>
        <c:axId val="26023742"/>
        <c:scaling>
          <c:orientation val="minMax"/>
        </c:scaling>
        <c:delete val="0"/>
        <c:axPos val="l"/>
        <c:numFmt formatCode="0" sourceLinked="1"/>
        <c:majorTickMark val="cross"/>
        <c:minorTickMark val="cross"/>
        <c:tickLblPos val="nextTo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737742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pieChart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Pie series</c:v>
                </c:pt>
              </c:strCache>
            </c:strRef>
          </c:tx>
          <c:spPr>
            <a:noFill/>
            <a:ln w="0">
              <a:noFill/>
            </a:ln>
          </c:spPr>
          <c:explosion val="0"/>
          <c:dPt>
            <c:idx val="0"/>
            <c:spPr>
              <a:noFill/>
              <a:ln w="0">
                <a:noFill/>
              </a:ln>
            </c:spPr>
          </c:dPt>
          <c:dPt>
            <c:idx val="1"/>
            <c:spPr>
              <a:noFill/>
              <a:ln w="0">
                <a:noFill/>
              </a:ln>
            </c:spPr>
          </c:dPt>
          <c:dPt>
            <c:idx val="2"/>
            <c:spPr>
              <a:noFill/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cat>
            <c:strRef>
              <c:f>categories</c:f>
              <c:strCache>
                <c:ptCount val="3"/>
                <c:pt idx="0">
                  <c:v>Alpha</c:v>
                </c:pt>
                <c:pt idx="1">
                  <c:v/>
                </c:pt>
                <c:pt idx="2">
                  <c:v>Gamma</c:v>
                </c:pt>
              </c:strCache>
            </c:strRef>
          </c:cat>
          <c:val>
            <c:numRef>
              <c:f>0</c:f>
              <c:numCache>
                <c:formatCode>0</c:formatCode>
                <c:ptCount val="3"/>
                <c:pt idx="0">
                  <c:v>10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3AD19C-CAAE-4EC8-8529-566AD2C98B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 body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note paragraph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Img"/>
          </p:nvPr>
        </p:nvSpPr>
        <p:spPr>
          <a:xfrm>
            <a:off x="0" y="0"/>
            <a:ext cx="99720" cy="4968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Must skip slide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 body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note paragraph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Img"/>
          </p:nvPr>
        </p:nvSpPr>
        <p:spPr>
          <a:xfrm>
            <a:off x="0" y="0"/>
            <a:ext cx="99720" cy="4968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Must skip slide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0040" y="237240"/>
            <a:ext cx="79995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0120" y="1000080"/>
            <a:ext cx="7499520" cy="299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0040" y="249840"/>
            <a:ext cx="7999560" cy="59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 title placeholder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0120" y="1000080"/>
            <a:ext cx="7499520" cy="29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 body placeholder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SmartArt and chart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" name="SmartArt"/>
          <p:cNvGrpSpPr/>
          <p:nvPr/>
        </p:nvGrpSpPr>
        <p:grpSpPr>
          <a:xfrm>
            <a:off x="0" y="0"/>
            <a:ext cx="360" cy="360"/>
            <a:chOff x="0" y="0"/>
            <a:chExt cx="360" cy="360"/>
          </a:xfrm>
        </p:grpSpPr>
        <p:sp>
          <p:nvSpPr>
            <p:cNvPr id="14" name="{510BC5A1-E315-44BC-88B4-13EE60470E49}"/>
            <p:cNvSpPr/>
            <p:nvPr/>
          </p:nvSpPr>
          <p:spPr>
            <a:xfrm>
              <a:off x="0" y="0"/>
              <a:ext cx="360" cy="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280" rIns="90000" bIns="-4428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5" name="bar chart"/>
          <p:cNvGraphicFramePr/>
          <p:nvPr/>
        </p:nvGraphicFramePr>
        <p:xfrm>
          <a:off x="0" y="36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line chart"/>
          <p:cNvGraphicFramePr/>
          <p:nvPr/>
        </p:nvGraphicFramePr>
        <p:xfrm>
          <a:off x="360" y="36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pie chart"/>
          <p:cNvGraphicFramePr/>
          <p:nvPr/>
        </p:nvGraphicFramePr>
        <p:xfrm>
          <a:off x="360" y="720"/>
          <a:ext cx="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9720" cy="49680"/>
          </a:xfrm>
          <a:prstGeom prst="rect">
            <a:avLst/>
          </a:prstGeom>
          <a:noFill/>
          <a:ln w="0">
            <a:noFill/>
          </a:ln>
        </p:spPr>
        <p:txBody>
          <a:bodyPr lIns="90000" tIns="4680" rIns="90000" bIns="468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Order and layout fixture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0120" y="1000080"/>
            <a:ext cx="7499520" cy="29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Inherited placeholder content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"/>
          <p:cNvSpPr/>
          <p:nvPr/>
        </p:nvSpPr>
        <p:spPr>
          <a:xfrm>
            <a:off x="100080" y="2998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Left column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"/>
          <p:cNvSpPr/>
          <p:nvPr/>
        </p:nvSpPr>
        <p:spPr>
          <a:xfrm>
            <a:off x="900000" y="2998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Right column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"/>
          <p:cNvSpPr/>
          <p:nvPr/>
        </p:nvSpPr>
        <p:spPr>
          <a:xfrm>
            <a:off x="900000" y="24984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row right before lower row left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"/>
          <p:cNvSpPr/>
          <p:nvPr/>
        </p:nvSpPr>
        <p:spPr>
          <a:xfrm>
            <a:off x="100080" y="27504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 row left after top row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"/>
          <p:cNvSpPr/>
          <p:nvPr/>
        </p:nvSpPr>
        <p:spPr>
          <a:xfrm>
            <a:off x="100080" y="60012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Tie document order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"/>
          <p:cNvSpPr/>
          <p:nvPr/>
        </p:nvSpPr>
        <p:spPr>
          <a:xfrm>
            <a:off x="100080" y="60012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Tie document order second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" name="Feature table"/>
          <p:cNvGraphicFramePr/>
          <p:nvPr/>
        </p:nvGraphicFramePr>
        <p:xfrm>
          <a:off x="0" y="600120"/>
          <a:ext cx="399600" cy="4024080"/>
        </p:xfrm>
        <a:graphic>
          <a:graphicData uri="http://schemas.openxmlformats.org/drawingml/2006/table">
            <a:tbl>
              <a:tblPr/>
              <a:tblGrid>
                <a:gridCol w="199800"/>
                <a:gridCol w="199800"/>
              </a:tblGrid>
              <a:tr h="9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Header 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Header 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Cell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Cell 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7" name="Group"/>
          <p:cNvGrpSpPr/>
          <p:nvPr/>
        </p:nvGrpSpPr>
        <p:grpSpPr>
          <a:xfrm>
            <a:off x="1100160" y="1350000"/>
            <a:ext cx="399600" cy="149760"/>
            <a:chOff x="1100160" y="1350000"/>
            <a:chExt cx="399600" cy="149760"/>
          </a:xfrm>
        </p:grpSpPr>
        <p:sp>
          <p:nvSpPr>
            <p:cNvPr id="28" name="Text"/>
            <p:cNvSpPr/>
            <p:nvPr/>
          </p:nvSpPr>
          <p:spPr>
            <a:xfrm>
              <a:off x="1100160" y="1350000"/>
              <a:ext cx="399600" cy="149760"/>
            </a:xfr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Transformed group child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3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"/>
          <p:cNvSpPr/>
          <p:nvPr/>
        </p:nvSpPr>
        <p:spPr>
          <a:xfrm>
            <a:off x="0" y="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is hidden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5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6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7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8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9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11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"/>
          <p:cNvSpPr/>
          <p:nvPr/>
        </p:nvSpPr>
        <p:spPr>
          <a:xfrm>
            <a:off x="100080" y="100080"/>
            <a:ext cx="99720" cy="49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12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