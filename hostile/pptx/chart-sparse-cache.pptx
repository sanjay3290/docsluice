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__proto__</a:t>
            </a:r>
          </a:p>
        </c:rich>
      </c:tx>
    </c:title>
    <c:plotArea>
      <c:barChart>
        <c:ser>
          <c:tx>
            <c:v>constructor</c:v>
          </c:tx>
          <c:cat>
            <c:strRef>
              <c:strCache>
                <c:ptCount val="999999"/>
                <c:pt idx="490000">
                  <c:v>k0</c:v>
                </c:pt>
                <c:pt idx="489951">
                  <c:v>k1</c:v>
                </c:pt>
                <c:pt idx="489902">
                  <c:v>k2</c:v>
                </c:pt>
                <c:pt idx="489853">
                  <c:v>k3</c:v>
                </c:pt>
                <c:pt idx="489804">
                  <c:v>k4</c:v>
                </c:pt>
                <c:pt idx="489755">
                  <c:v>k5</c:v>
                </c:pt>
                <c:pt idx="489706">
                  <c:v>k6</c:v>
                </c:pt>
                <c:pt idx="489657">
                  <c:v>k7</c:v>
                </c:pt>
                <c:pt idx="489608">
                  <c:v>k8</c:v>
                </c:pt>
                <c:pt idx="489559">
                  <c:v>k9</c:v>
                </c:pt>
                <c:pt idx="489510">
                  <c:v>k10</c:v>
                </c:pt>
                <c:pt idx="489461">
                  <c:v>k11</c:v>
                </c:pt>
                <c:pt idx="489412">
                  <c:v>k12</c:v>
                </c:pt>
                <c:pt idx="489363">
                  <c:v>k13</c:v>
                </c:pt>
                <c:pt idx="489314">
                  <c:v>k14</c:v>
                </c:pt>
                <c:pt idx="489265">
                  <c:v>k15</c:v>
                </c:pt>
                <c:pt idx="489216">
                  <c:v>k16</c:v>
                </c:pt>
                <c:pt idx="489167">
                  <c:v>k17</c:v>
                </c:pt>
                <c:pt idx="489118">
                  <c:v>k18</c:v>
                </c:pt>
                <c:pt idx="489069">
                  <c:v>k19</c:v>
                </c:pt>
                <c:pt idx="489020">
                  <c:v>k20</c:v>
                </c:pt>
                <c:pt idx="488971">
                  <c:v>k21</c:v>
                </c:pt>
                <c:pt idx="488922">
                  <c:v>k22</c:v>
                </c:pt>
                <c:pt idx="488873">
                  <c:v>k23</c:v>
                </c:pt>
                <c:pt idx="488824">
                  <c:v>k24</c:v>
                </c:pt>
                <c:pt idx="488775">
                  <c:v>k25</c:v>
                </c:pt>
                <c:pt idx="488726">
                  <c:v>k26</c:v>
                </c:pt>
                <c:pt idx="488677">
                  <c:v>k27</c:v>
                </c:pt>
                <c:pt idx="488628">
                  <c:v>k28</c:v>
                </c:pt>
                <c:pt idx="488579">
                  <c:v>k29</c:v>
                </c:pt>
                <c:pt idx="488530">
                  <c:v>k30</c:v>
                </c:pt>
                <c:pt idx="488481">
                  <c:v>k31</c:v>
                </c:pt>
                <c:pt idx="488432">
                  <c:v>k32</c:v>
                </c:pt>
                <c:pt idx="488383">
                  <c:v>k33</c:v>
                </c:pt>
                <c:pt idx="488334">
                  <c:v>k34</c:v>
                </c:pt>
                <c:pt idx="488285">
                  <c:v>k35</c:v>
                </c:pt>
                <c:pt idx="488236">
                  <c:v>k36</c:v>
                </c:pt>
                <c:pt idx="488187">
                  <c:v>k37</c:v>
                </c:pt>
                <c:pt idx="488138">
                  <c:v>k38</c:v>
                </c:pt>
                <c:pt idx="488089">
                  <c:v>k39</c:v>
                </c:pt>
                <c:pt idx="488040">
                  <c:v>k40</c:v>
                </c:pt>
                <c:pt idx="487991">
                  <c:v>k41</c:v>
                </c:pt>
                <c:pt idx="487942">
                  <c:v>k42</c:v>
                </c:pt>
                <c:pt idx="487893">
                  <c:v>k43</c:v>
                </c:pt>
                <c:pt idx="487844">
                  <c:v>k44</c:v>
                </c:pt>
                <c:pt idx="487795">
                  <c:v>k45</c:v>
                </c:pt>
                <c:pt idx="487746">
                  <c:v>k46</c:v>
                </c:pt>
                <c:pt idx="487697">
                  <c:v>k47</c:v>
                </c:pt>
                <c:pt idx="487648">
                  <c:v>k48</c:v>
                </c:pt>
                <c:pt idx="487599">
                  <c:v>k49</c:v>
                </c:pt>
                <c:pt idx="487550">
                  <c:v>k50</c:v>
                </c:pt>
                <c:pt idx="487501">
                  <c:v>k51</c:v>
                </c:pt>
                <c:pt idx="487452">
                  <c:v>k52</c:v>
                </c:pt>
                <c:pt idx="487403">
                  <c:v>k53</c:v>
                </c:pt>
                <c:pt idx="487354">
                  <c:v>k54</c:v>
                </c:pt>
                <c:pt idx="487305">
                  <c:v>k55</c:v>
                </c:pt>
                <c:pt idx="487256">
                  <c:v>k56</c:v>
                </c:pt>
                <c:pt idx="487207">
                  <c:v>k57</c:v>
                </c:pt>
                <c:pt idx="487158">
                  <c:v>k58</c:v>
                </c:pt>
                <c:pt idx="487109">
                  <c:v>k59</c:v>
                </c:pt>
                <c:pt idx="487060">
                  <c:v>k60</c:v>
                </c:pt>
                <c:pt idx="487011">
                  <c:v>k61</c:v>
                </c:pt>
                <c:pt idx="486962">
                  <c:v>k62</c:v>
                </c:pt>
                <c:pt idx="486913">
                  <c:v>k63</c:v>
                </c:pt>
                <c:pt idx="486864">
                  <c:v>k64</c:v>
                </c:pt>
                <c:pt idx="486815">
                  <c:v>k65</c:v>
                </c:pt>
                <c:pt idx="486766">
                  <c:v>k66</c:v>
                </c:pt>
                <c:pt idx="486717">
                  <c:v>k67</c:v>
                </c:pt>
                <c:pt idx="486668">
                  <c:v>k68</c:v>
                </c:pt>
                <c:pt idx="486619">
                  <c:v>k69</c:v>
                </c:pt>
                <c:pt idx="486570">
                  <c:v>k70</c:v>
                </c:pt>
                <c:pt idx="486521">
                  <c:v>k71</c:v>
                </c:pt>
                <c:pt idx="486472">
                  <c:v>k72</c:v>
                </c:pt>
                <c:pt idx="486423">
                  <c:v>k73</c:v>
                </c:pt>
                <c:pt idx="486374">
                  <c:v>k74</c:v>
                </c:pt>
                <c:pt idx="486325">
                  <c:v>k75</c:v>
                </c:pt>
                <c:pt idx="486276">
                  <c:v>k76</c:v>
                </c:pt>
                <c:pt idx="486227">
                  <c:v>k77</c:v>
                </c:pt>
                <c:pt idx="486178">
                  <c:v>k78</c:v>
                </c:pt>
                <c:pt idx="486129">
                  <c:v>k79</c:v>
                </c:pt>
                <c:pt idx="486080">
                  <c:v>k80</c:v>
                </c:pt>
                <c:pt idx="486031">
                  <c:v>k81</c:v>
                </c:pt>
                <c:pt idx="485982">
                  <c:v>k82</c:v>
                </c:pt>
                <c:pt idx="485933">
                  <c:v>k83</c:v>
                </c:pt>
                <c:pt idx="485884">
                  <c:v>k84</c:v>
                </c:pt>
                <c:pt idx="485835">
                  <c:v>k85</c:v>
                </c:pt>
                <c:pt idx="485786">
                  <c:v>k86</c:v>
                </c:pt>
                <c:pt idx="485737">
                  <c:v>k87</c:v>
                </c:pt>
                <c:pt idx="485688">
                  <c:v>k88</c:v>
                </c:pt>
                <c:pt idx="485639">
                  <c:v>k89</c:v>
                </c:pt>
                <c:pt idx="485590">
                  <c:v>k90</c:v>
                </c:pt>
                <c:pt idx="485541">
                  <c:v>k91</c:v>
                </c:pt>
                <c:pt idx="485492">
                  <c:v>k92</c:v>
                </c:pt>
                <c:pt idx="485443">
                  <c:v>k93</c:v>
                </c:pt>
                <c:pt idx="485394">
                  <c:v>k94</c:v>
                </c:pt>
                <c:pt idx="485345">
                  <c:v>k95</c:v>
                </c:pt>
                <c:pt idx="485296">
                  <c:v>k96</c:v>
                </c:pt>
                <c:pt idx="485247">
                  <c:v>k97</c:v>
                </c:pt>
                <c:pt idx="485198">
                  <c:v>k98</c:v>
                </c:pt>
                <c:pt idx="485149">
                  <c:v>k99</c:v>
                </c:pt>
                <c:pt idx="485100">
                  <c:v>k100</c:v>
                </c:pt>
                <c:pt idx="485051">
                  <c:v>k101</c:v>
                </c:pt>
                <c:pt idx="485002">
                  <c:v>k102</c:v>
                </c:pt>
                <c:pt idx="484953">
                  <c:v>k103</c:v>
                </c:pt>
                <c:pt idx="484904">
                  <c:v>k104</c:v>
                </c:pt>
                <c:pt idx="484855">
                  <c:v>k105</c:v>
                </c:pt>
                <c:pt idx="484806">
                  <c:v>k106</c:v>
                </c:pt>
                <c:pt idx="484757">
                  <c:v>k107</c:v>
                </c:pt>
                <c:pt idx="484708">
                  <c:v>k108</c:v>
                </c:pt>
                <c:pt idx="484659">
                  <c:v>k109</c:v>
                </c:pt>
                <c:pt idx="484610">
                  <c:v>k110</c:v>
                </c:pt>
                <c:pt idx="484561">
                  <c:v>k111</c:v>
                </c:pt>
                <c:pt idx="484512">
                  <c:v>k112</c:v>
                </c:pt>
                <c:pt idx="484463">
                  <c:v>k113</c:v>
                </c:pt>
                <c:pt idx="484414">
                  <c:v>k114</c:v>
                </c:pt>
                <c:pt idx="484365">
                  <c:v>k115</c:v>
                </c:pt>
                <c:pt idx="484316">
                  <c:v>k116</c:v>
                </c:pt>
                <c:pt idx="484267">
                  <c:v>k117</c:v>
                </c:pt>
                <c:pt idx="484218">
                  <c:v>k118</c:v>
                </c:pt>
                <c:pt idx="484169">
                  <c:v>k119</c:v>
                </c:pt>
                <c:pt idx="484120">
                  <c:v>k120</c:v>
                </c:pt>
                <c:pt idx="484071">
                  <c:v>k121</c:v>
                </c:pt>
                <c:pt idx="484022">
                  <c:v>k122</c:v>
                </c:pt>
                <c:pt idx="483973">
                  <c:v>k123</c:v>
                </c:pt>
                <c:pt idx="483924">
                  <c:v>k124</c:v>
                </c:pt>
                <c:pt idx="483875">
                  <c:v>k125</c:v>
                </c:pt>
                <c:pt idx="483826">
                  <c:v>k126</c:v>
                </c:pt>
                <c:pt idx="483777">
                  <c:v>k127</c:v>
                </c:pt>
                <c:pt idx="483728">
                  <c:v>k128</c:v>
                </c:pt>
                <c:pt idx="483679">
                  <c:v>k129</c:v>
                </c:pt>
                <c:pt idx="483630">
                  <c:v>k130</c:v>
                </c:pt>
                <c:pt idx="483581">
                  <c:v>k131</c:v>
                </c:pt>
                <c:pt idx="483532">
                  <c:v>k132</c:v>
                </c:pt>
                <c:pt idx="483483">
                  <c:v>k133</c:v>
                </c:pt>
                <c:pt idx="483434">
                  <c:v>k134</c:v>
                </c:pt>
                <c:pt idx="483385">
                  <c:v>k135</c:v>
                </c:pt>
                <c:pt idx="483336">
                  <c:v>k136</c:v>
                </c:pt>
                <c:pt idx="483287">
                  <c:v>k137</c:v>
                </c:pt>
                <c:pt idx="483238">
                  <c:v>k138</c:v>
                </c:pt>
                <c:pt idx="483189">
                  <c:v>k139</c:v>
                </c:pt>
                <c:pt idx="483140">
                  <c:v>k140</c:v>
                </c:pt>
                <c:pt idx="483091">
                  <c:v>k141</c:v>
                </c:pt>
                <c:pt idx="483042">
                  <c:v>k142</c:v>
                </c:pt>
                <c:pt idx="482993">
                  <c:v>k143</c:v>
                </c:pt>
                <c:pt idx="482944">
                  <c:v>k144</c:v>
                </c:pt>
                <c:pt idx="482895">
                  <c:v>k145</c:v>
                </c:pt>
                <c:pt idx="482846">
                  <c:v>k146</c:v>
                </c:pt>
                <c:pt idx="482797">
                  <c:v>k147</c:v>
                </c:pt>
                <c:pt idx="482748">
                  <c:v>k148</c:v>
                </c:pt>
                <c:pt idx="482699">
                  <c:v>k149</c:v>
                </c:pt>
                <c:pt idx="482650">
                  <c:v>k150</c:v>
                </c:pt>
                <c:pt idx="482601">
                  <c:v>k151</c:v>
                </c:pt>
                <c:pt idx="482552">
                  <c:v>k152</c:v>
                </c:pt>
                <c:pt idx="482503">
                  <c:v>k153</c:v>
                </c:pt>
                <c:pt idx="482454">
                  <c:v>k154</c:v>
                </c:pt>
                <c:pt idx="482405">
                  <c:v>k155</c:v>
                </c:pt>
                <c:pt idx="482356">
                  <c:v>k156</c:v>
                </c:pt>
                <c:pt idx="482307">
                  <c:v>k157</c:v>
                </c:pt>
                <c:pt idx="482258">
                  <c:v>k158</c:v>
                </c:pt>
                <c:pt idx="482209">
                  <c:v>k159</c:v>
                </c:pt>
                <c:pt idx="482160">
                  <c:v>k160</c:v>
                </c:pt>
                <c:pt idx="482111">
                  <c:v>k161</c:v>
                </c:pt>
                <c:pt idx="482062">
                  <c:v>k162</c:v>
                </c:pt>
                <c:pt idx="482013">
                  <c:v>k163</c:v>
                </c:pt>
                <c:pt idx="481964">
                  <c:v>k164</c:v>
                </c:pt>
                <c:pt idx="481915">
                  <c:v>k165</c:v>
                </c:pt>
                <c:pt idx="481866">
                  <c:v>k166</c:v>
                </c:pt>
                <c:pt idx="481817">
                  <c:v>k167</c:v>
                </c:pt>
                <c:pt idx="481768">
                  <c:v>k168</c:v>
                </c:pt>
                <c:pt idx="481719">
                  <c:v>k169</c:v>
                </c:pt>
                <c:pt idx="481670">
                  <c:v>k170</c:v>
                </c:pt>
                <c:pt idx="481621">
                  <c:v>k171</c:v>
                </c:pt>
                <c:pt idx="481572">
                  <c:v>k172</c:v>
                </c:pt>
                <c:pt idx="481523">
                  <c:v>k173</c:v>
                </c:pt>
                <c:pt idx="481474">
                  <c:v>k174</c:v>
                </c:pt>
                <c:pt idx="481425">
                  <c:v>k175</c:v>
                </c:pt>
                <c:pt idx="481376">
                  <c:v>k176</c:v>
                </c:pt>
                <c:pt idx="481327">
                  <c:v>k177</c:v>
                </c:pt>
                <c:pt idx="481278">
                  <c:v>k178</c:v>
                </c:pt>
                <c:pt idx="481229">
                  <c:v>k179</c:v>
                </c:pt>
                <c:pt idx="481180">
                  <c:v>k180</c:v>
                </c:pt>
                <c:pt idx="481131">
                  <c:v>k181</c:v>
                </c:pt>
                <c:pt idx="481082">
                  <c:v>k182</c:v>
                </c:pt>
                <c:pt idx="481033">
                  <c:v>k183</c:v>
                </c:pt>
                <c:pt idx="480984">
                  <c:v>k184</c:v>
                </c:pt>
                <c:pt idx="480935">
                  <c:v>k185</c:v>
                </c:pt>
                <c:pt idx="480886">
                  <c:v>k186</c:v>
                </c:pt>
                <c:pt idx="480837">
                  <c:v>k187</c:v>
                </c:pt>
                <c:pt idx="480788">
                  <c:v>k188</c:v>
                </c:pt>
                <c:pt idx="480739">
                  <c:v>k189</c:v>
                </c:pt>
                <c:pt idx="480690">
                  <c:v>k190</c:v>
                </c:pt>
                <c:pt idx="480641">
                  <c:v>k191</c:v>
                </c:pt>
                <c:pt idx="480592">
                  <c:v>k192</c:v>
                </c:pt>
                <c:pt idx="480543">
                  <c:v>k193</c:v>
                </c:pt>
                <c:pt idx="480494">
                  <c:v>k194</c:v>
                </c:pt>
                <c:pt idx="480445">
                  <c:v>k195</c:v>
                </c:pt>
                <c:pt idx="480396">
                  <c:v>k196</c:v>
                </c:pt>
                <c:pt idx="480347">
                  <c:v>k197</c:v>
                </c:pt>
                <c:pt idx="480298">
                  <c:v>k198</c:v>
                </c:pt>
                <c:pt idx="480249">
                  <c:v>k199</c:v>
                </c:pt>
                <c:pt idx="480200">
                  <c:v>k200</c:v>
                </c:pt>
                <c:pt idx="480151">
                  <c:v>k201</c:v>
                </c:pt>
                <c:pt idx="480102">
                  <c:v>k202</c:v>
                </c:pt>
                <c:pt idx="480053">
                  <c:v>k203</c:v>
                </c:pt>
                <c:pt idx="480004">
                  <c:v>k204</c:v>
                </c:pt>
                <c:pt idx="479955">
                  <c:v>k205</c:v>
                </c:pt>
                <c:pt idx="479906">
                  <c:v>k206</c:v>
                </c:pt>
                <c:pt idx="479857">
                  <c:v>k207</c:v>
                </c:pt>
                <c:pt idx="479808">
                  <c:v>k208</c:v>
                </c:pt>
                <c:pt idx="479759">
                  <c:v>k209</c:v>
                </c:pt>
                <c:pt idx="479710">
                  <c:v>k210</c:v>
                </c:pt>
                <c:pt idx="479661">
                  <c:v>k211</c:v>
                </c:pt>
                <c:pt idx="479612">
                  <c:v>k212</c:v>
                </c:pt>
                <c:pt idx="479563">
                  <c:v>k213</c:v>
                </c:pt>
                <c:pt idx="479514">
                  <c:v>k214</c:v>
                </c:pt>
                <c:pt idx="479465">
                  <c:v>k215</c:v>
                </c:pt>
                <c:pt idx="479416">
                  <c:v>k216</c:v>
                </c:pt>
                <c:pt idx="479367">
                  <c:v>k217</c:v>
                </c:pt>
                <c:pt idx="479318">
                  <c:v>k218</c:v>
                </c:pt>
                <c:pt idx="479269">
                  <c:v>k219</c:v>
                </c:pt>
                <c:pt idx="479220">
                  <c:v>k220</c:v>
                </c:pt>
                <c:pt idx="479171">
                  <c:v>k221</c:v>
                </c:pt>
                <c:pt idx="479122">
                  <c:v>k222</c:v>
                </c:pt>
                <c:pt idx="479073">
                  <c:v>k223</c:v>
                </c:pt>
                <c:pt idx="479024">
                  <c:v>k224</c:v>
                </c:pt>
                <c:pt idx="478975">
                  <c:v>k225</c:v>
                </c:pt>
                <c:pt idx="478926">
                  <c:v>k226</c:v>
                </c:pt>
                <c:pt idx="478877">
                  <c:v>k227</c:v>
                </c:pt>
                <c:pt idx="478828">
                  <c:v>k228</c:v>
                </c:pt>
                <c:pt idx="478779">
                  <c:v>k229</c:v>
                </c:pt>
                <c:pt idx="478730">
                  <c:v>k230</c:v>
                </c:pt>
                <c:pt idx="478681">
                  <c:v>k231</c:v>
                </c:pt>
                <c:pt idx="478632">
                  <c:v>k232</c:v>
                </c:pt>
                <c:pt idx="478583">
                  <c:v>k233</c:v>
                </c:pt>
                <c:pt idx="478534">
                  <c:v>k234</c:v>
                </c:pt>
                <c:pt idx="478485">
                  <c:v>k235</c:v>
                </c:pt>
                <c:pt idx="478436">
                  <c:v>k236</c:v>
                </c:pt>
                <c:pt idx="478387">
                  <c:v>k237</c:v>
                </c:pt>
                <c:pt idx="478338">
                  <c:v>k238</c:v>
                </c:pt>
                <c:pt idx="478289">
                  <c:v>k239</c:v>
                </c:pt>
                <c:pt idx="478240">
                  <c:v>k240</c:v>
                </c:pt>
                <c:pt idx="478191">
                  <c:v>k241</c:v>
                </c:pt>
                <c:pt idx="478142">
                  <c:v>k242</c:v>
                </c:pt>
                <c:pt idx="478093">
                  <c:v>k243</c:v>
                </c:pt>
                <c:pt idx="478044">
                  <c:v>k244</c:v>
                </c:pt>
                <c:pt idx="477995">
                  <c:v>k245</c:v>
                </c:pt>
                <c:pt idx="477946">
                  <c:v>k246</c:v>
                </c:pt>
                <c:pt idx="477897">
                  <c:v>k247</c:v>
                </c:pt>
                <c:pt idx="477848">
                  <c:v>k248</c:v>
                </c:pt>
                <c:pt idx="477799">
                  <c:v>k249</c:v>
                </c:pt>
                <c:pt idx="477750">
                  <c:v>k250</c:v>
                </c:pt>
                <c:pt idx="477701">
                  <c:v>k251</c:v>
                </c:pt>
                <c:pt idx="477652">
                  <c:v>k252</c:v>
                </c:pt>
                <c:pt idx="477603">
                  <c:v>k253</c:v>
                </c:pt>
                <c:pt idx="477554">
                  <c:v>k254</c:v>
                </c:pt>
                <c:pt idx="477505">
                  <c:v>k255</c:v>
                </c:pt>
                <c:pt idx="477456">
                  <c:v>k256</c:v>
                </c:pt>
                <c:pt idx="477407">
                  <c:v>k257</c:v>
                </c:pt>
                <c:pt idx="477358">
                  <c:v>k258</c:v>
                </c:pt>
                <c:pt idx="477309">
                  <c:v>k259</c:v>
                </c:pt>
                <c:pt idx="477260">
                  <c:v>k260</c:v>
                </c:pt>
                <c:pt idx="477211">
                  <c:v>k261</c:v>
                </c:pt>
                <c:pt idx="477162">
                  <c:v>k262</c:v>
                </c:pt>
                <c:pt idx="477113">
                  <c:v>k263</c:v>
                </c:pt>
                <c:pt idx="477064">
                  <c:v>k264</c:v>
                </c:pt>
                <c:pt idx="477015">
                  <c:v>k265</c:v>
                </c:pt>
                <c:pt idx="476966">
                  <c:v>k266</c:v>
                </c:pt>
                <c:pt idx="476917">
                  <c:v>k267</c:v>
                </c:pt>
                <c:pt idx="476868">
                  <c:v>k268</c:v>
                </c:pt>
                <c:pt idx="476819">
                  <c:v>k269</c:v>
                </c:pt>
                <c:pt idx="476770">
                  <c:v>k270</c:v>
                </c:pt>
                <c:pt idx="476721">
                  <c:v>k271</c:v>
                </c:pt>
                <c:pt idx="476672">
                  <c:v>k272</c:v>
                </c:pt>
                <c:pt idx="476623">
                  <c:v>k273</c:v>
                </c:pt>
                <c:pt idx="476574">
                  <c:v>k274</c:v>
                </c:pt>
                <c:pt idx="476525">
                  <c:v>k275</c:v>
                </c:pt>
                <c:pt idx="476476">
                  <c:v>k276</c:v>
                </c:pt>
                <c:pt idx="476427">
                  <c:v>k277</c:v>
                </c:pt>
                <c:pt idx="476378">
                  <c:v>k278</c:v>
                </c:pt>
                <c:pt idx="476329">
                  <c:v>k279</c:v>
                </c:pt>
                <c:pt idx="476280">
                  <c:v>k280</c:v>
                </c:pt>
                <c:pt idx="476231">
                  <c:v>k281</c:v>
                </c:pt>
                <c:pt idx="476182">
                  <c:v>k282</c:v>
                </c:pt>
                <c:pt idx="476133">
                  <c:v>k283</c:v>
                </c:pt>
                <c:pt idx="476084">
                  <c:v>k284</c:v>
                </c:pt>
                <c:pt idx="476035">
                  <c:v>k285</c:v>
                </c:pt>
                <c:pt idx="475986">
                  <c:v>k286</c:v>
                </c:pt>
                <c:pt idx="475937">
                  <c:v>k287</c:v>
                </c:pt>
                <c:pt idx="475888">
                  <c:v>k288</c:v>
                </c:pt>
                <c:pt idx="475839">
                  <c:v>k289</c:v>
                </c:pt>
                <c:pt idx="475790">
                  <c:v>k290</c:v>
                </c:pt>
                <c:pt idx="475741">
                  <c:v>k291</c:v>
                </c:pt>
                <c:pt idx="475692">
                  <c:v>k292</c:v>
                </c:pt>
                <c:pt idx="475643">
                  <c:v>k293</c:v>
                </c:pt>
                <c:pt idx="475594">
                  <c:v>k294</c:v>
                </c:pt>
                <c:pt idx="475545">
                  <c:v>k295</c:v>
                </c:pt>
                <c:pt idx="475496">
                  <c:v>k296</c:v>
                </c:pt>
                <c:pt idx="475447">
                  <c:v>k297</c:v>
                </c:pt>
                <c:pt idx="475398">
                  <c:v>k298</c:v>
                </c:pt>
                <c:pt idx="475349">
                  <c:v>k299</c:v>
                </c:pt>
                <c:pt idx="475300">
                  <c:v>k300</c:v>
                </c:pt>
                <c:pt idx="475251">
                  <c:v>k301</c:v>
                </c:pt>
                <c:pt idx="475202">
                  <c:v>k302</c:v>
                </c:pt>
                <c:pt idx="475153">
                  <c:v>k303</c:v>
                </c:pt>
                <c:pt idx="475104">
                  <c:v>k304</c:v>
                </c:pt>
                <c:pt idx="475055">
                  <c:v>k305</c:v>
                </c:pt>
                <c:pt idx="475006">
                  <c:v>k306</c:v>
                </c:pt>
                <c:pt idx="474957">
                  <c:v>k307</c:v>
                </c:pt>
                <c:pt idx="474908">
                  <c:v>k308</c:v>
                </c:pt>
                <c:pt idx="474859">
                  <c:v>k309</c:v>
                </c:pt>
                <c:pt idx="474810">
                  <c:v>k310</c:v>
                </c:pt>
                <c:pt idx="474761">
                  <c:v>k311</c:v>
                </c:pt>
                <c:pt idx="474712">
                  <c:v>k312</c:v>
                </c:pt>
                <c:pt idx="474663">
                  <c:v>k313</c:v>
                </c:pt>
                <c:pt idx="474614">
                  <c:v>k314</c:v>
                </c:pt>
                <c:pt idx="474565">
                  <c:v>k315</c:v>
                </c:pt>
                <c:pt idx="474516">
                  <c:v>k316</c:v>
                </c:pt>
                <c:pt idx="474467">
                  <c:v>k317</c:v>
                </c:pt>
                <c:pt idx="474418">
                  <c:v>k318</c:v>
                </c:pt>
                <c:pt idx="474369">
                  <c:v>k319</c:v>
                </c:pt>
                <c:pt idx="474320">
                  <c:v>k320</c:v>
                </c:pt>
                <c:pt idx="474271">
                  <c:v>k321</c:v>
                </c:pt>
                <c:pt idx="474222">
                  <c:v>k322</c:v>
                </c:pt>
                <c:pt idx="474173">
                  <c:v>k323</c:v>
                </c:pt>
                <c:pt idx="474124">
                  <c:v>k324</c:v>
                </c:pt>
                <c:pt idx="474075">
                  <c:v>k325</c:v>
                </c:pt>
                <c:pt idx="474026">
                  <c:v>k326</c:v>
                </c:pt>
                <c:pt idx="473977">
                  <c:v>k327</c:v>
                </c:pt>
                <c:pt idx="473928">
                  <c:v>k328</c:v>
                </c:pt>
                <c:pt idx="473879">
                  <c:v>k329</c:v>
                </c:pt>
                <c:pt idx="473830">
                  <c:v>k330</c:v>
                </c:pt>
                <c:pt idx="473781">
                  <c:v>k331</c:v>
                </c:pt>
                <c:pt idx="473732">
                  <c:v>k332</c:v>
                </c:pt>
                <c:pt idx="473683">
                  <c:v>k333</c:v>
                </c:pt>
                <c:pt idx="473634">
                  <c:v>k334</c:v>
                </c:pt>
                <c:pt idx="473585">
                  <c:v>k335</c:v>
                </c:pt>
                <c:pt idx="473536">
                  <c:v>k336</c:v>
                </c:pt>
                <c:pt idx="473487">
                  <c:v>k337</c:v>
                </c:pt>
                <c:pt idx="473438">
                  <c:v>k338</c:v>
                </c:pt>
                <c:pt idx="473389">
                  <c:v>k339</c:v>
                </c:pt>
                <c:pt idx="473340">
                  <c:v>k340</c:v>
                </c:pt>
                <c:pt idx="473291">
                  <c:v>k341</c:v>
                </c:pt>
                <c:pt idx="473242">
                  <c:v>k342</c:v>
                </c:pt>
                <c:pt idx="473193">
                  <c:v>k343</c:v>
                </c:pt>
                <c:pt idx="473144">
                  <c:v>k344</c:v>
                </c:pt>
                <c:pt idx="473095">
                  <c:v>k345</c:v>
                </c:pt>
                <c:pt idx="473046">
                  <c:v>k346</c:v>
                </c:pt>
                <c:pt idx="472997">
                  <c:v>k347</c:v>
                </c:pt>
                <c:pt idx="472948">
                  <c:v>k348</c:v>
                </c:pt>
                <c:pt idx="472899">
                  <c:v>k349</c:v>
                </c:pt>
                <c:pt idx="472850">
                  <c:v>k350</c:v>
                </c:pt>
                <c:pt idx="472801">
                  <c:v>k351</c:v>
                </c:pt>
                <c:pt idx="472752">
                  <c:v>k352</c:v>
                </c:pt>
                <c:pt idx="472703">
                  <c:v>k353</c:v>
                </c:pt>
                <c:pt idx="472654">
                  <c:v>k354</c:v>
                </c:pt>
                <c:pt idx="472605">
                  <c:v>k355</c:v>
                </c:pt>
                <c:pt idx="472556">
                  <c:v>k356</c:v>
                </c:pt>
                <c:pt idx="472507">
                  <c:v>k357</c:v>
                </c:pt>
                <c:pt idx="472458">
                  <c:v>k358</c:v>
                </c:pt>
                <c:pt idx="472409">
                  <c:v>k359</c:v>
                </c:pt>
                <c:pt idx="472360">
                  <c:v>k360</c:v>
                </c:pt>
                <c:pt idx="472311">
                  <c:v>k361</c:v>
                </c:pt>
                <c:pt idx="472262">
                  <c:v>k362</c:v>
                </c:pt>
                <c:pt idx="472213">
                  <c:v>k363</c:v>
                </c:pt>
                <c:pt idx="472164">
                  <c:v>k364</c:v>
                </c:pt>
                <c:pt idx="472115">
                  <c:v>k365</c:v>
                </c:pt>
                <c:pt idx="472066">
                  <c:v>k366</c:v>
                </c:pt>
                <c:pt idx="472017">
                  <c:v>k367</c:v>
                </c:pt>
                <c:pt idx="471968">
                  <c:v>k368</c:v>
                </c:pt>
                <c:pt idx="471919">
                  <c:v>k369</c:v>
                </c:pt>
                <c:pt idx="471870">
                  <c:v>k370</c:v>
                </c:pt>
                <c:pt idx="471821">
                  <c:v>k371</c:v>
                </c:pt>
                <c:pt idx="471772">
                  <c:v>k372</c:v>
                </c:pt>
                <c:pt idx="471723">
                  <c:v>k373</c:v>
                </c:pt>
                <c:pt idx="471674">
                  <c:v>k374</c:v>
                </c:pt>
                <c:pt idx="471625">
                  <c:v>k375</c:v>
                </c:pt>
                <c:pt idx="471576">
                  <c:v>k376</c:v>
                </c:pt>
                <c:pt idx="471527">
                  <c:v>k377</c:v>
                </c:pt>
                <c:pt idx="471478">
                  <c:v>k378</c:v>
                </c:pt>
                <c:pt idx="471429">
                  <c:v>k379</c:v>
                </c:pt>
                <c:pt idx="471380">
                  <c:v>k380</c:v>
                </c:pt>
                <c:pt idx="471331">
                  <c:v>k381</c:v>
                </c:pt>
                <c:pt idx="471282">
                  <c:v>k382</c:v>
                </c:pt>
                <c:pt idx="471233">
                  <c:v>k383</c:v>
                </c:pt>
                <c:pt idx="471184">
                  <c:v>k384</c:v>
                </c:pt>
                <c:pt idx="471135">
                  <c:v>k385</c:v>
                </c:pt>
                <c:pt idx="471086">
                  <c:v>k386</c:v>
                </c:pt>
                <c:pt idx="471037">
                  <c:v>k387</c:v>
                </c:pt>
                <c:pt idx="470988">
                  <c:v>k388</c:v>
                </c:pt>
                <c:pt idx="470939">
                  <c:v>k389</c:v>
                </c:pt>
                <c:pt idx="470890">
                  <c:v>k390</c:v>
                </c:pt>
                <c:pt idx="470841">
                  <c:v>k391</c:v>
                </c:pt>
                <c:pt idx="470792">
                  <c:v>k392</c:v>
                </c:pt>
                <c:pt idx="470743">
                  <c:v>k393</c:v>
                </c:pt>
                <c:pt idx="470694">
                  <c:v>k394</c:v>
                </c:pt>
                <c:pt idx="470645">
                  <c:v>k395</c:v>
                </c:pt>
                <c:pt idx="470596">
                  <c:v>k396</c:v>
                </c:pt>
                <c:pt idx="470547">
                  <c:v>k397</c:v>
                </c:pt>
                <c:pt idx="470498">
                  <c:v>k398</c:v>
                </c:pt>
                <c:pt idx="470449">
                  <c:v>k399</c:v>
                </c:pt>
                <c:pt idx="470400">
                  <c:v>k400</c:v>
                </c:pt>
                <c:pt idx="470351">
                  <c:v>k401</c:v>
                </c:pt>
                <c:pt idx="470302">
                  <c:v>k402</c:v>
                </c:pt>
                <c:pt idx="470253">
                  <c:v>k403</c:v>
                </c:pt>
                <c:pt idx="470204">
                  <c:v>k404</c:v>
                </c:pt>
                <c:pt idx="470155">
                  <c:v>k405</c:v>
                </c:pt>
                <c:pt idx="470106">
                  <c:v>k406</c:v>
                </c:pt>
                <c:pt idx="470057">
                  <c:v>k407</c:v>
                </c:pt>
                <c:pt idx="470008">
                  <c:v>k408</c:v>
                </c:pt>
                <c:pt idx="469959">
                  <c:v>k409</c:v>
                </c:pt>
                <c:pt idx="469910">
                  <c:v>k410</c:v>
                </c:pt>
                <c:pt idx="469861">
                  <c:v>k411</c:v>
                </c:pt>
                <c:pt idx="469812">
                  <c:v>k412</c:v>
                </c:pt>
                <c:pt idx="469763">
                  <c:v>k413</c:v>
                </c:pt>
                <c:pt idx="469714">
                  <c:v>k414</c:v>
                </c:pt>
                <c:pt idx="469665">
                  <c:v>k415</c:v>
                </c:pt>
                <c:pt idx="469616">
                  <c:v>k416</c:v>
                </c:pt>
                <c:pt idx="469567">
                  <c:v>k417</c:v>
                </c:pt>
                <c:pt idx="469518">
                  <c:v>k418</c:v>
                </c:pt>
                <c:pt idx="469469">
                  <c:v>k419</c:v>
                </c:pt>
                <c:pt idx="469420">
                  <c:v>k420</c:v>
                </c:pt>
                <c:pt idx="469371">
                  <c:v>k421</c:v>
                </c:pt>
                <c:pt idx="469322">
                  <c:v>k422</c:v>
                </c:pt>
                <c:pt idx="469273">
                  <c:v>k423</c:v>
                </c:pt>
                <c:pt idx="469224">
                  <c:v>k424</c:v>
                </c:pt>
                <c:pt idx="469175">
                  <c:v>k425</c:v>
                </c:pt>
                <c:pt idx="469126">
                  <c:v>k426</c:v>
                </c:pt>
                <c:pt idx="469077">
                  <c:v>k427</c:v>
                </c:pt>
                <c:pt idx="469028">
                  <c:v>k428</c:v>
                </c:pt>
                <c:pt idx="468979">
                  <c:v>k429</c:v>
                </c:pt>
                <c:pt idx="468930">
                  <c:v>k430</c:v>
                </c:pt>
                <c:pt idx="468881">
                  <c:v>k431</c:v>
                </c:pt>
                <c:pt idx="468832">
                  <c:v>k432</c:v>
                </c:pt>
                <c:pt idx="468783">
                  <c:v>k433</c:v>
                </c:pt>
                <c:pt idx="468734">
                  <c:v>k434</c:v>
                </c:pt>
                <c:pt idx="468685">
                  <c:v>k435</c:v>
                </c:pt>
                <c:pt idx="468636">
                  <c:v>k436</c:v>
                </c:pt>
                <c:pt idx="468587">
                  <c:v>k437</c:v>
                </c:pt>
                <c:pt idx="468538">
                  <c:v>k438</c:v>
                </c:pt>
                <c:pt idx="468489">
                  <c:v>k439</c:v>
                </c:pt>
                <c:pt idx="468440">
                  <c:v>k440</c:v>
                </c:pt>
                <c:pt idx="468391">
                  <c:v>k441</c:v>
                </c:pt>
                <c:pt idx="468342">
                  <c:v>k442</c:v>
                </c:pt>
                <c:pt idx="468293">
                  <c:v>k443</c:v>
                </c:pt>
                <c:pt idx="468244">
                  <c:v>k444</c:v>
                </c:pt>
                <c:pt idx="468195">
                  <c:v>k445</c:v>
                </c:pt>
                <c:pt idx="468146">
                  <c:v>k446</c:v>
                </c:pt>
                <c:pt idx="468097">
                  <c:v>k447</c:v>
                </c:pt>
                <c:pt idx="468048">
                  <c:v>k448</c:v>
                </c:pt>
                <c:pt idx="467999">
                  <c:v>k449</c:v>
                </c:pt>
                <c:pt idx="467950">
                  <c:v>k450</c:v>
                </c:pt>
                <c:pt idx="467901">
                  <c:v>k451</c:v>
                </c:pt>
                <c:pt idx="467852">
                  <c:v>k452</c:v>
                </c:pt>
                <c:pt idx="467803">
                  <c:v>k453</c:v>
                </c:pt>
                <c:pt idx="467754">
                  <c:v>k454</c:v>
                </c:pt>
                <c:pt idx="467705">
                  <c:v>k455</c:v>
                </c:pt>
                <c:pt idx="467656">
                  <c:v>k456</c:v>
                </c:pt>
                <c:pt idx="467607">
                  <c:v>k457</c:v>
                </c:pt>
                <c:pt idx="467558">
                  <c:v>k458</c:v>
                </c:pt>
                <c:pt idx="467509">
                  <c:v>k459</c:v>
                </c:pt>
                <c:pt idx="467460">
                  <c:v>k460</c:v>
                </c:pt>
                <c:pt idx="467411">
                  <c:v>k461</c:v>
                </c:pt>
                <c:pt idx="467362">
                  <c:v>k462</c:v>
                </c:pt>
                <c:pt idx="467313">
                  <c:v>k463</c:v>
                </c:pt>
                <c:pt idx="467264">
                  <c:v>k464</c:v>
                </c:pt>
                <c:pt idx="467215">
                  <c:v>k465</c:v>
                </c:pt>
                <c:pt idx="467166">
                  <c:v>k466</c:v>
                </c:pt>
                <c:pt idx="467117">
                  <c:v>k467</c:v>
                </c:pt>
                <c:pt idx="467068">
                  <c:v>k468</c:v>
                </c:pt>
                <c:pt idx="467019">
                  <c:v>k469</c:v>
                </c:pt>
                <c:pt idx="466970">
                  <c:v>k470</c:v>
                </c:pt>
                <c:pt idx="466921">
                  <c:v>k471</c:v>
                </c:pt>
                <c:pt idx="466872">
                  <c:v>k472</c:v>
                </c:pt>
                <c:pt idx="466823">
                  <c:v>k473</c:v>
                </c:pt>
                <c:pt idx="466774">
                  <c:v>k474</c:v>
                </c:pt>
                <c:pt idx="466725">
                  <c:v>k475</c:v>
                </c:pt>
                <c:pt idx="466676">
                  <c:v>k476</c:v>
                </c:pt>
                <c:pt idx="466627">
                  <c:v>k477</c:v>
                </c:pt>
                <c:pt idx="466578">
                  <c:v>k478</c:v>
                </c:pt>
                <c:pt idx="466529">
                  <c:v>k479</c:v>
                </c:pt>
                <c:pt idx="466480">
                  <c:v>k480</c:v>
                </c:pt>
                <c:pt idx="466431">
                  <c:v>k481</c:v>
                </c:pt>
                <c:pt idx="466382">
                  <c:v>k482</c:v>
                </c:pt>
                <c:pt idx="466333">
                  <c:v>k483</c:v>
                </c:pt>
                <c:pt idx="466284">
                  <c:v>k484</c:v>
                </c:pt>
                <c:pt idx="466235">
                  <c:v>k485</c:v>
                </c:pt>
                <c:pt idx="466186">
                  <c:v>k486</c:v>
                </c:pt>
                <c:pt idx="466137">
                  <c:v>k487</c:v>
                </c:pt>
                <c:pt idx="466088">
                  <c:v>k488</c:v>
                </c:pt>
                <c:pt idx="466039">
                  <c:v>k489</c:v>
                </c:pt>
                <c:pt idx="465990">
                  <c:v>k490</c:v>
                </c:pt>
                <c:pt idx="465941">
                  <c:v>k491</c:v>
                </c:pt>
                <c:pt idx="465892">
                  <c:v>k492</c:v>
                </c:pt>
                <c:pt idx="465843">
                  <c:v>k493</c:v>
                </c:pt>
                <c:pt idx="465794">
                  <c:v>k494</c:v>
                </c:pt>
                <c:pt idx="465745">
                  <c:v>k495</c:v>
                </c:pt>
                <c:pt idx="465696">
                  <c:v>k496</c:v>
                </c:pt>
                <c:pt idx="465647">
                  <c:v>k497</c:v>
                </c:pt>
                <c:pt idx="465598">
                  <c:v>k498</c:v>
                </c:pt>
                <c:pt idx="465549">
                  <c:v>k499</c:v>
                </c:pt>
                <c:pt idx="465500">
                  <c:v>k500</c:v>
                </c:pt>
                <c:pt idx="465451">
                  <c:v>k501</c:v>
                </c:pt>
                <c:pt idx="465402">
                  <c:v>k502</c:v>
                </c:pt>
                <c:pt idx="465353">
                  <c:v>k503</c:v>
                </c:pt>
                <c:pt idx="465304">
                  <c:v>k504</c:v>
                </c:pt>
                <c:pt idx="465255">
                  <c:v>k505</c:v>
                </c:pt>
                <c:pt idx="465206">
                  <c:v>k506</c:v>
                </c:pt>
                <c:pt idx="465157">
                  <c:v>k507</c:v>
                </c:pt>
                <c:pt idx="465108">
                  <c:v>k508</c:v>
                </c:pt>
                <c:pt idx="465059">
                  <c:v>k509</c:v>
                </c:pt>
                <c:pt idx="465010">
                  <c:v>k510</c:v>
                </c:pt>
                <c:pt idx="464961">
                  <c:v>k511</c:v>
                </c:pt>
                <c:pt idx="464912">
                  <c:v>k512</c:v>
                </c:pt>
                <c:pt idx="464863">
                  <c:v>k513</c:v>
                </c:pt>
                <c:pt idx="464814">
                  <c:v>k514</c:v>
                </c:pt>
                <c:pt idx="464765">
                  <c:v>k515</c:v>
                </c:pt>
                <c:pt idx="464716">
                  <c:v>k516</c:v>
                </c:pt>
                <c:pt idx="464667">
                  <c:v>k517</c:v>
                </c:pt>
                <c:pt idx="464618">
                  <c:v>k518</c:v>
                </c:pt>
                <c:pt idx="464569">
                  <c:v>k519</c:v>
                </c:pt>
                <c:pt idx="464520">
                  <c:v>k520</c:v>
                </c:pt>
                <c:pt idx="464471">
                  <c:v>k521</c:v>
                </c:pt>
                <c:pt idx="464422">
                  <c:v>k522</c:v>
                </c:pt>
                <c:pt idx="464373">
                  <c:v>k523</c:v>
                </c:pt>
                <c:pt idx="464324">
                  <c:v>k524</c:v>
                </c:pt>
                <c:pt idx="464275">
                  <c:v>k525</c:v>
                </c:pt>
                <c:pt idx="464226">
                  <c:v>k526</c:v>
                </c:pt>
                <c:pt idx="464177">
                  <c:v>k527</c:v>
                </c:pt>
                <c:pt idx="464128">
                  <c:v>k528</c:v>
                </c:pt>
                <c:pt idx="464079">
                  <c:v>k529</c:v>
                </c:pt>
                <c:pt idx="464030">
                  <c:v>k530</c:v>
                </c:pt>
                <c:pt idx="463981">
                  <c:v>k531</c:v>
                </c:pt>
                <c:pt idx="463932">
                  <c:v>k532</c:v>
                </c:pt>
                <c:pt idx="463883">
                  <c:v>k533</c:v>
                </c:pt>
                <c:pt idx="463834">
                  <c:v>k534</c:v>
                </c:pt>
                <c:pt idx="463785">
                  <c:v>k535</c:v>
                </c:pt>
                <c:pt idx="463736">
                  <c:v>k536</c:v>
                </c:pt>
                <c:pt idx="463687">
                  <c:v>k537</c:v>
                </c:pt>
                <c:pt idx="463638">
                  <c:v>k538</c:v>
                </c:pt>
                <c:pt idx="463589">
                  <c:v>k539</c:v>
                </c:pt>
                <c:pt idx="463540">
                  <c:v>k540</c:v>
                </c:pt>
                <c:pt idx="463491">
                  <c:v>k541</c:v>
                </c:pt>
                <c:pt idx="463442">
                  <c:v>k542</c:v>
                </c:pt>
                <c:pt idx="463393">
                  <c:v>k543</c:v>
                </c:pt>
                <c:pt idx="463344">
                  <c:v>k544</c:v>
                </c:pt>
                <c:pt idx="463295">
                  <c:v>k545</c:v>
                </c:pt>
                <c:pt idx="463246">
                  <c:v>k546</c:v>
                </c:pt>
                <c:pt idx="463197">
                  <c:v>k547</c:v>
                </c:pt>
                <c:pt idx="463148">
                  <c:v>k548</c:v>
                </c:pt>
                <c:pt idx="463099">
                  <c:v>k549</c:v>
                </c:pt>
                <c:pt idx="463050">
                  <c:v>k550</c:v>
                </c:pt>
                <c:pt idx="463001">
                  <c:v>k551</c:v>
                </c:pt>
                <c:pt idx="462952">
                  <c:v>k552</c:v>
                </c:pt>
                <c:pt idx="462903">
                  <c:v>k553</c:v>
                </c:pt>
                <c:pt idx="462854">
                  <c:v>k554</c:v>
                </c:pt>
                <c:pt idx="462805">
                  <c:v>k555</c:v>
                </c:pt>
                <c:pt idx="462756">
                  <c:v>k556</c:v>
                </c:pt>
                <c:pt idx="462707">
                  <c:v>k557</c:v>
                </c:pt>
                <c:pt idx="462658">
                  <c:v>k558</c:v>
                </c:pt>
                <c:pt idx="462609">
                  <c:v>k559</c:v>
                </c:pt>
                <c:pt idx="462560">
                  <c:v>k560</c:v>
                </c:pt>
                <c:pt idx="462511">
                  <c:v>k561</c:v>
                </c:pt>
                <c:pt idx="462462">
                  <c:v>k562</c:v>
                </c:pt>
                <c:pt idx="462413">
                  <c:v>k563</c:v>
                </c:pt>
                <c:pt idx="462364">
                  <c:v>k564</c:v>
                </c:pt>
                <c:pt idx="462315">
                  <c:v>k565</c:v>
                </c:pt>
                <c:pt idx="462266">
                  <c:v>k566</c:v>
                </c:pt>
                <c:pt idx="462217">
                  <c:v>k567</c:v>
                </c:pt>
                <c:pt idx="462168">
                  <c:v>k568</c:v>
                </c:pt>
                <c:pt idx="462119">
                  <c:v>k569</c:v>
                </c:pt>
                <c:pt idx="462070">
                  <c:v>k570</c:v>
                </c:pt>
                <c:pt idx="462021">
                  <c:v>k571</c:v>
                </c:pt>
                <c:pt idx="461972">
                  <c:v>k572</c:v>
                </c:pt>
                <c:pt idx="461923">
                  <c:v>k573</c:v>
                </c:pt>
                <c:pt idx="461874">
                  <c:v>k574</c:v>
                </c:pt>
                <c:pt idx="461825">
                  <c:v>k575</c:v>
                </c:pt>
                <c:pt idx="461776">
                  <c:v>k576</c:v>
                </c:pt>
                <c:pt idx="461727">
                  <c:v>k577</c:v>
                </c:pt>
                <c:pt idx="461678">
                  <c:v>k578</c:v>
                </c:pt>
                <c:pt idx="461629">
                  <c:v>k579</c:v>
                </c:pt>
                <c:pt idx="461580">
                  <c:v>k580</c:v>
                </c:pt>
                <c:pt idx="461531">
                  <c:v>k581</c:v>
                </c:pt>
                <c:pt idx="461482">
                  <c:v>k582</c:v>
                </c:pt>
                <c:pt idx="461433">
                  <c:v>k583</c:v>
                </c:pt>
                <c:pt idx="461384">
                  <c:v>k584</c:v>
                </c:pt>
                <c:pt idx="461335">
                  <c:v>k585</c:v>
                </c:pt>
                <c:pt idx="461286">
                  <c:v>k586</c:v>
                </c:pt>
                <c:pt idx="461237">
                  <c:v>k587</c:v>
                </c:pt>
                <c:pt idx="461188">
                  <c:v>k588</c:v>
                </c:pt>
                <c:pt idx="461139">
                  <c:v>k589</c:v>
                </c:pt>
                <c:pt idx="461090">
                  <c:v>k590</c:v>
                </c:pt>
                <c:pt idx="461041">
                  <c:v>k591</c:v>
                </c:pt>
                <c:pt idx="460992">
                  <c:v>k592</c:v>
                </c:pt>
                <c:pt idx="460943">
                  <c:v>k593</c:v>
                </c:pt>
                <c:pt idx="460894">
                  <c:v>k594</c:v>
                </c:pt>
                <c:pt idx="460845">
                  <c:v>k595</c:v>
                </c:pt>
                <c:pt idx="460796">
                  <c:v>k596</c:v>
                </c:pt>
                <c:pt idx="460747">
                  <c:v>k597</c:v>
                </c:pt>
                <c:pt idx="460698">
                  <c:v>k598</c:v>
                </c:pt>
                <c:pt idx="460649">
                  <c:v>k599</c:v>
                </c:pt>
                <c:pt idx="460600">
                  <c:v>k600</c:v>
                </c:pt>
                <c:pt idx="460551">
                  <c:v>k601</c:v>
                </c:pt>
                <c:pt idx="460502">
                  <c:v>k602</c:v>
                </c:pt>
                <c:pt idx="460453">
                  <c:v>k603</c:v>
                </c:pt>
                <c:pt idx="460404">
                  <c:v>k604</c:v>
                </c:pt>
                <c:pt idx="460355">
                  <c:v>k605</c:v>
                </c:pt>
                <c:pt idx="460306">
                  <c:v>k606</c:v>
                </c:pt>
                <c:pt idx="460257">
                  <c:v>k607</c:v>
                </c:pt>
                <c:pt idx="460208">
                  <c:v>k608</c:v>
                </c:pt>
                <c:pt idx="460159">
                  <c:v>k609</c:v>
                </c:pt>
                <c:pt idx="460110">
                  <c:v>k610</c:v>
                </c:pt>
                <c:pt idx="460061">
                  <c:v>k611</c:v>
                </c:pt>
                <c:pt idx="460012">
                  <c:v>k612</c:v>
                </c:pt>
                <c:pt idx="459963">
                  <c:v>k613</c:v>
                </c:pt>
                <c:pt idx="459914">
                  <c:v>k614</c:v>
                </c:pt>
                <c:pt idx="459865">
                  <c:v>k615</c:v>
                </c:pt>
                <c:pt idx="459816">
                  <c:v>k616</c:v>
                </c:pt>
                <c:pt idx="459767">
                  <c:v>k617</c:v>
                </c:pt>
                <c:pt idx="459718">
                  <c:v>k618</c:v>
                </c:pt>
                <c:pt idx="459669">
                  <c:v>k619</c:v>
                </c:pt>
                <c:pt idx="459620">
                  <c:v>k620</c:v>
                </c:pt>
                <c:pt idx="459571">
                  <c:v>k621</c:v>
                </c:pt>
                <c:pt idx="459522">
                  <c:v>k622</c:v>
                </c:pt>
                <c:pt idx="459473">
                  <c:v>k623</c:v>
                </c:pt>
                <c:pt idx="459424">
                  <c:v>k624</c:v>
                </c:pt>
                <c:pt idx="459375">
                  <c:v>k625</c:v>
                </c:pt>
                <c:pt idx="459326">
                  <c:v>k626</c:v>
                </c:pt>
                <c:pt idx="459277">
                  <c:v>k627</c:v>
                </c:pt>
                <c:pt idx="459228">
                  <c:v>k628</c:v>
                </c:pt>
                <c:pt idx="459179">
                  <c:v>k629</c:v>
                </c:pt>
                <c:pt idx="459130">
                  <c:v>k630</c:v>
                </c:pt>
                <c:pt idx="459081">
                  <c:v>k631</c:v>
                </c:pt>
                <c:pt idx="459032">
                  <c:v>k632</c:v>
                </c:pt>
                <c:pt idx="458983">
                  <c:v>k633</c:v>
                </c:pt>
                <c:pt idx="458934">
                  <c:v>k634</c:v>
                </c:pt>
                <c:pt idx="458885">
                  <c:v>k635</c:v>
                </c:pt>
                <c:pt idx="458836">
                  <c:v>k636</c:v>
                </c:pt>
                <c:pt idx="458787">
                  <c:v>k637</c:v>
                </c:pt>
                <c:pt idx="458738">
                  <c:v>k638</c:v>
                </c:pt>
                <c:pt idx="458689">
                  <c:v>k639</c:v>
                </c:pt>
                <c:pt idx="458640">
                  <c:v>k640</c:v>
                </c:pt>
                <c:pt idx="458591">
                  <c:v>k641</c:v>
                </c:pt>
                <c:pt idx="458542">
                  <c:v>k642</c:v>
                </c:pt>
                <c:pt idx="458493">
                  <c:v>k643</c:v>
                </c:pt>
                <c:pt idx="458444">
                  <c:v>k644</c:v>
                </c:pt>
                <c:pt idx="458395">
                  <c:v>k645</c:v>
                </c:pt>
                <c:pt idx="458346">
                  <c:v>k646</c:v>
                </c:pt>
                <c:pt idx="458297">
                  <c:v>k647</c:v>
                </c:pt>
                <c:pt idx="458248">
                  <c:v>k648</c:v>
                </c:pt>
                <c:pt idx="458199">
                  <c:v>k649</c:v>
                </c:pt>
                <c:pt idx="458150">
                  <c:v>k650</c:v>
                </c:pt>
                <c:pt idx="458101">
                  <c:v>k651</c:v>
                </c:pt>
                <c:pt idx="458052">
                  <c:v>k652</c:v>
                </c:pt>
                <c:pt idx="458003">
                  <c:v>k653</c:v>
                </c:pt>
                <c:pt idx="457954">
                  <c:v>k654</c:v>
                </c:pt>
                <c:pt idx="457905">
                  <c:v>k655</c:v>
                </c:pt>
                <c:pt idx="457856">
                  <c:v>k656</c:v>
                </c:pt>
                <c:pt idx="457807">
                  <c:v>k657</c:v>
                </c:pt>
                <c:pt idx="457758">
                  <c:v>k658</c:v>
                </c:pt>
                <c:pt idx="457709">
                  <c:v>k659</c:v>
                </c:pt>
                <c:pt idx="457660">
                  <c:v>k660</c:v>
                </c:pt>
                <c:pt idx="457611">
                  <c:v>k661</c:v>
                </c:pt>
                <c:pt idx="457562">
                  <c:v>k662</c:v>
                </c:pt>
                <c:pt idx="457513">
                  <c:v>k663</c:v>
                </c:pt>
                <c:pt idx="457464">
                  <c:v>k664</c:v>
                </c:pt>
                <c:pt idx="457415">
                  <c:v>k665</c:v>
                </c:pt>
                <c:pt idx="457366">
                  <c:v>k666</c:v>
                </c:pt>
                <c:pt idx="457317">
                  <c:v>k667</c:v>
                </c:pt>
                <c:pt idx="457268">
                  <c:v>k668</c:v>
                </c:pt>
                <c:pt idx="457219">
                  <c:v>k669</c:v>
                </c:pt>
                <c:pt idx="457170">
                  <c:v>k670</c:v>
                </c:pt>
                <c:pt idx="457121">
                  <c:v>k671</c:v>
                </c:pt>
                <c:pt idx="457072">
                  <c:v>k672</c:v>
                </c:pt>
                <c:pt idx="457023">
                  <c:v>k673</c:v>
                </c:pt>
                <c:pt idx="456974">
                  <c:v>k674</c:v>
                </c:pt>
                <c:pt idx="456925">
                  <c:v>k675</c:v>
                </c:pt>
                <c:pt idx="456876">
                  <c:v>k676</c:v>
                </c:pt>
                <c:pt idx="456827">
                  <c:v>k677</c:v>
                </c:pt>
                <c:pt idx="456778">
                  <c:v>k678</c:v>
                </c:pt>
                <c:pt idx="456729">
                  <c:v>k679</c:v>
                </c:pt>
                <c:pt idx="456680">
                  <c:v>k680</c:v>
                </c:pt>
                <c:pt idx="456631">
                  <c:v>k681</c:v>
                </c:pt>
                <c:pt idx="456582">
                  <c:v>k682</c:v>
                </c:pt>
                <c:pt idx="456533">
                  <c:v>k683</c:v>
                </c:pt>
                <c:pt idx="456484">
                  <c:v>k684</c:v>
                </c:pt>
                <c:pt idx="456435">
                  <c:v>k685</c:v>
                </c:pt>
                <c:pt idx="456386">
                  <c:v>k686</c:v>
                </c:pt>
                <c:pt idx="456337">
                  <c:v>k687</c:v>
                </c:pt>
                <c:pt idx="456288">
                  <c:v>k688</c:v>
                </c:pt>
                <c:pt idx="456239">
                  <c:v>k689</c:v>
                </c:pt>
                <c:pt idx="456190">
                  <c:v>k690</c:v>
                </c:pt>
                <c:pt idx="456141">
                  <c:v>k691</c:v>
                </c:pt>
                <c:pt idx="456092">
                  <c:v>k692</c:v>
                </c:pt>
                <c:pt idx="456043">
                  <c:v>k693</c:v>
                </c:pt>
                <c:pt idx="455994">
                  <c:v>k694</c:v>
                </c:pt>
                <c:pt idx="455945">
                  <c:v>k695</c:v>
                </c:pt>
                <c:pt idx="455896">
                  <c:v>k696</c:v>
                </c:pt>
                <c:pt idx="455847">
                  <c:v>k697</c:v>
                </c:pt>
                <c:pt idx="455798">
                  <c:v>k698</c:v>
                </c:pt>
                <c:pt idx="455749">
                  <c:v>k699</c:v>
                </c:pt>
                <c:pt idx="455700">
                  <c:v>k700</c:v>
                </c:pt>
                <c:pt idx="455651">
                  <c:v>k701</c:v>
                </c:pt>
                <c:pt idx="455602">
                  <c:v>k702</c:v>
                </c:pt>
                <c:pt idx="455553">
                  <c:v>k703</c:v>
                </c:pt>
                <c:pt idx="455504">
                  <c:v>k704</c:v>
                </c:pt>
                <c:pt idx="455455">
                  <c:v>k705</c:v>
                </c:pt>
                <c:pt idx="455406">
                  <c:v>k706</c:v>
                </c:pt>
                <c:pt idx="455357">
                  <c:v>k707</c:v>
                </c:pt>
                <c:pt idx="455308">
                  <c:v>k708</c:v>
                </c:pt>
                <c:pt idx="455259">
                  <c:v>k709</c:v>
                </c:pt>
                <c:pt idx="455210">
                  <c:v>k710</c:v>
                </c:pt>
                <c:pt idx="455161">
                  <c:v>k711</c:v>
                </c:pt>
                <c:pt idx="455112">
                  <c:v>k712</c:v>
                </c:pt>
                <c:pt idx="455063">
                  <c:v>k713</c:v>
                </c:pt>
                <c:pt idx="455014">
                  <c:v>k714</c:v>
                </c:pt>
                <c:pt idx="454965">
                  <c:v>k715</c:v>
                </c:pt>
                <c:pt idx="454916">
                  <c:v>k716</c:v>
                </c:pt>
                <c:pt idx="454867">
                  <c:v>k717</c:v>
                </c:pt>
                <c:pt idx="454818">
                  <c:v>k718</c:v>
                </c:pt>
                <c:pt idx="454769">
                  <c:v>k719</c:v>
                </c:pt>
                <c:pt idx="454720">
                  <c:v>k720</c:v>
                </c:pt>
                <c:pt idx="454671">
                  <c:v>k721</c:v>
                </c:pt>
                <c:pt idx="454622">
                  <c:v>k722</c:v>
                </c:pt>
                <c:pt idx="454573">
                  <c:v>k723</c:v>
                </c:pt>
                <c:pt idx="454524">
                  <c:v>k724</c:v>
                </c:pt>
                <c:pt idx="454475">
                  <c:v>k725</c:v>
                </c:pt>
                <c:pt idx="454426">
                  <c:v>k726</c:v>
                </c:pt>
                <c:pt idx="454377">
                  <c:v>k727</c:v>
                </c:pt>
                <c:pt idx="454328">
                  <c:v>k728</c:v>
                </c:pt>
                <c:pt idx="454279">
                  <c:v>k729</c:v>
                </c:pt>
                <c:pt idx="454230">
                  <c:v>k730</c:v>
                </c:pt>
                <c:pt idx="454181">
                  <c:v>k731</c:v>
                </c:pt>
                <c:pt idx="454132">
                  <c:v>k732</c:v>
                </c:pt>
                <c:pt idx="454083">
                  <c:v>k733</c:v>
                </c:pt>
                <c:pt idx="454034">
                  <c:v>k734</c:v>
                </c:pt>
                <c:pt idx="453985">
                  <c:v>k735</c:v>
                </c:pt>
                <c:pt idx="453936">
                  <c:v>k736</c:v>
                </c:pt>
                <c:pt idx="453887">
                  <c:v>k737</c:v>
                </c:pt>
                <c:pt idx="453838">
                  <c:v>k738</c:v>
                </c:pt>
                <c:pt idx="453789">
                  <c:v>k739</c:v>
                </c:pt>
                <c:pt idx="453740">
                  <c:v>k740</c:v>
                </c:pt>
                <c:pt idx="453691">
                  <c:v>k741</c:v>
                </c:pt>
                <c:pt idx="453642">
                  <c:v>k742</c:v>
                </c:pt>
                <c:pt idx="453593">
                  <c:v>k743</c:v>
                </c:pt>
                <c:pt idx="453544">
                  <c:v>k744</c:v>
                </c:pt>
                <c:pt idx="453495">
                  <c:v>k745</c:v>
                </c:pt>
                <c:pt idx="453446">
                  <c:v>k746</c:v>
                </c:pt>
                <c:pt idx="453397">
                  <c:v>k747</c:v>
                </c:pt>
                <c:pt idx="453348">
                  <c:v>k748</c:v>
                </c:pt>
                <c:pt idx="453299">
                  <c:v>k749</c:v>
                </c:pt>
                <c:pt idx="453250">
                  <c:v>k750</c:v>
                </c:pt>
                <c:pt idx="453201">
                  <c:v>k751</c:v>
                </c:pt>
                <c:pt idx="453152">
                  <c:v>k752</c:v>
                </c:pt>
                <c:pt idx="453103">
                  <c:v>k753</c:v>
                </c:pt>
                <c:pt idx="453054">
                  <c:v>k754</c:v>
                </c:pt>
                <c:pt idx="453005">
                  <c:v>k755</c:v>
                </c:pt>
                <c:pt idx="452956">
                  <c:v>k756</c:v>
                </c:pt>
                <c:pt idx="452907">
                  <c:v>k757</c:v>
                </c:pt>
                <c:pt idx="452858">
                  <c:v>k758</c:v>
                </c:pt>
                <c:pt idx="452809">
                  <c:v>k759</c:v>
                </c:pt>
                <c:pt idx="452760">
                  <c:v>k760</c:v>
                </c:pt>
                <c:pt idx="452711">
                  <c:v>k761</c:v>
                </c:pt>
                <c:pt idx="452662">
                  <c:v>k762</c:v>
                </c:pt>
                <c:pt idx="452613">
                  <c:v>k763</c:v>
                </c:pt>
                <c:pt idx="452564">
                  <c:v>k764</c:v>
                </c:pt>
                <c:pt idx="452515">
                  <c:v>k765</c:v>
                </c:pt>
                <c:pt idx="452466">
                  <c:v>k766</c:v>
                </c:pt>
                <c:pt idx="452417">
                  <c:v>k767</c:v>
                </c:pt>
                <c:pt idx="452368">
                  <c:v>k768</c:v>
                </c:pt>
                <c:pt idx="452319">
                  <c:v>k769</c:v>
                </c:pt>
                <c:pt idx="452270">
                  <c:v>k770</c:v>
                </c:pt>
                <c:pt idx="452221">
                  <c:v>k771</c:v>
                </c:pt>
                <c:pt idx="452172">
                  <c:v>k772</c:v>
                </c:pt>
                <c:pt idx="452123">
                  <c:v>k773</c:v>
                </c:pt>
                <c:pt idx="452074">
                  <c:v>k774</c:v>
                </c:pt>
                <c:pt idx="452025">
                  <c:v>k775</c:v>
                </c:pt>
                <c:pt idx="451976">
                  <c:v>k776</c:v>
                </c:pt>
                <c:pt idx="451927">
                  <c:v>k777</c:v>
                </c:pt>
                <c:pt idx="451878">
                  <c:v>k778</c:v>
                </c:pt>
                <c:pt idx="451829">
                  <c:v>k779</c:v>
                </c:pt>
                <c:pt idx="451780">
                  <c:v>k780</c:v>
                </c:pt>
                <c:pt idx="451731">
                  <c:v>k781</c:v>
                </c:pt>
                <c:pt idx="451682">
                  <c:v>k782</c:v>
                </c:pt>
                <c:pt idx="451633">
                  <c:v>k783</c:v>
                </c:pt>
                <c:pt idx="451584">
                  <c:v>k784</c:v>
                </c:pt>
                <c:pt idx="451535">
                  <c:v>k785</c:v>
                </c:pt>
                <c:pt idx="451486">
                  <c:v>k786</c:v>
                </c:pt>
                <c:pt idx="451437">
                  <c:v>k787</c:v>
                </c:pt>
                <c:pt idx="451388">
                  <c:v>k788</c:v>
                </c:pt>
                <c:pt idx="451339">
                  <c:v>k789</c:v>
                </c:pt>
                <c:pt idx="451290">
                  <c:v>k790</c:v>
                </c:pt>
                <c:pt idx="451241">
                  <c:v>k791</c:v>
                </c:pt>
                <c:pt idx="451192">
                  <c:v>k792</c:v>
                </c:pt>
                <c:pt idx="451143">
                  <c:v>k793</c:v>
                </c:pt>
                <c:pt idx="451094">
                  <c:v>k794</c:v>
                </c:pt>
                <c:pt idx="451045">
                  <c:v>k795</c:v>
                </c:pt>
                <c:pt idx="450996">
                  <c:v>k796</c:v>
                </c:pt>
                <c:pt idx="450947">
                  <c:v>k797</c:v>
                </c:pt>
                <c:pt idx="450898">
                  <c:v>k798</c:v>
                </c:pt>
                <c:pt idx="450849">
                  <c:v>k799</c:v>
                </c:pt>
                <c:pt idx="450800">
                  <c:v>k800</c:v>
                </c:pt>
                <c:pt idx="450751">
                  <c:v>k801</c:v>
                </c:pt>
                <c:pt idx="450702">
                  <c:v>k802</c:v>
                </c:pt>
                <c:pt idx="450653">
                  <c:v>k803</c:v>
                </c:pt>
                <c:pt idx="450604">
                  <c:v>k804</c:v>
                </c:pt>
                <c:pt idx="450555">
                  <c:v>k805</c:v>
                </c:pt>
                <c:pt idx="450506">
                  <c:v>k806</c:v>
                </c:pt>
                <c:pt idx="450457">
                  <c:v>k807</c:v>
                </c:pt>
                <c:pt idx="450408">
                  <c:v>k808</c:v>
                </c:pt>
                <c:pt idx="450359">
                  <c:v>k809</c:v>
                </c:pt>
                <c:pt idx="450310">
                  <c:v>k810</c:v>
                </c:pt>
                <c:pt idx="450261">
                  <c:v>k811</c:v>
                </c:pt>
                <c:pt idx="450212">
                  <c:v>k812</c:v>
                </c:pt>
                <c:pt idx="450163">
                  <c:v>k813</c:v>
                </c:pt>
                <c:pt idx="450114">
                  <c:v>k814</c:v>
                </c:pt>
                <c:pt idx="450065">
                  <c:v>k815</c:v>
                </c:pt>
                <c:pt idx="450016">
                  <c:v>k816</c:v>
                </c:pt>
                <c:pt idx="449967">
                  <c:v>k817</c:v>
                </c:pt>
                <c:pt idx="449918">
                  <c:v>k818</c:v>
                </c:pt>
                <c:pt idx="449869">
                  <c:v>k819</c:v>
                </c:pt>
                <c:pt idx="449820">
                  <c:v>k820</c:v>
                </c:pt>
                <c:pt idx="449771">
                  <c:v>k821</c:v>
                </c:pt>
                <c:pt idx="449722">
                  <c:v>k822</c:v>
                </c:pt>
                <c:pt idx="449673">
                  <c:v>k823</c:v>
                </c:pt>
                <c:pt idx="449624">
                  <c:v>k824</c:v>
                </c:pt>
                <c:pt idx="449575">
                  <c:v>k825</c:v>
                </c:pt>
                <c:pt idx="449526">
                  <c:v>k826</c:v>
                </c:pt>
                <c:pt idx="449477">
                  <c:v>k827</c:v>
                </c:pt>
                <c:pt idx="449428">
                  <c:v>k828</c:v>
                </c:pt>
                <c:pt idx="449379">
                  <c:v>k829</c:v>
                </c:pt>
                <c:pt idx="449330">
                  <c:v>k830</c:v>
                </c:pt>
                <c:pt idx="449281">
                  <c:v>k831</c:v>
                </c:pt>
                <c:pt idx="449232">
                  <c:v>k832</c:v>
                </c:pt>
                <c:pt idx="449183">
                  <c:v>k833</c:v>
                </c:pt>
                <c:pt idx="449134">
                  <c:v>k834</c:v>
                </c:pt>
                <c:pt idx="449085">
                  <c:v>k835</c:v>
                </c:pt>
                <c:pt idx="449036">
                  <c:v>k836</c:v>
                </c:pt>
                <c:pt idx="448987">
                  <c:v>k837</c:v>
                </c:pt>
                <c:pt idx="448938">
                  <c:v>k838</c:v>
                </c:pt>
                <c:pt idx="448889">
                  <c:v>k839</c:v>
                </c:pt>
                <c:pt idx="448840">
                  <c:v>k840</c:v>
                </c:pt>
                <c:pt idx="448791">
                  <c:v>k841</c:v>
                </c:pt>
                <c:pt idx="448742">
                  <c:v>k842</c:v>
                </c:pt>
                <c:pt idx="448693">
                  <c:v>k843</c:v>
                </c:pt>
                <c:pt idx="448644">
                  <c:v>k844</c:v>
                </c:pt>
                <c:pt idx="448595">
                  <c:v>k845</c:v>
                </c:pt>
                <c:pt idx="448546">
                  <c:v>k846</c:v>
                </c:pt>
                <c:pt idx="448497">
                  <c:v>k847</c:v>
                </c:pt>
                <c:pt idx="448448">
                  <c:v>k848</c:v>
                </c:pt>
                <c:pt idx="448399">
                  <c:v>k849</c:v>
                </c:pt>
                <c:pt idx="448350">
                  <c:v>k850</c:v>
                </c:pt>
                <c:pt idx="448301">
                  <c:v>k851</c:v>
                </c:pt>
                <c:pt idx="448252">
                  <c:v>k852</c:v>
                </c:pt>
                <c:pt idx="448203">
                  <c:v>k853</c:v>
                </c:pt>
                <c:pt idx="448154">
                  <c:v>k854</c:v>
                </c:pt>
                <c:pt idx="448105">
                  <c:v>k855</c:v>
                </c:pt>
                <c:pt idx="448056">
                  <c:v>k856</c:v>
                </c:pt>
                <c:pt idx="448007">
                  <c:v>k857</c:v>
                </c:pt>
                <c:pt idx="447958">
                  <c:v>k858</c:v>
                </c:pt>
                <c:pt idx="447909">
                  <c:v>k859</c:v>
                </c:pt>
                <c:pt idx="447860">
                  <c:v>k860</c:v>
                </c:pt>
                <c:pt idx="447811">
                  <c:v>k861</c:v>
                </c:pt>
                <c:pt idx="447762">
                  <c:v>k862</c:v>
                </c:pt>
                <c:pt idx="447713">
                  <c:v>k863</c:v>
                </c:pt>
                <c:pt idx="447664">
                  <c:v>k864</c:v>
                </c:pt>
                <c:pt idx="447615">
                  <c:v>k865</c:v>
                </c:pt>
                <c:pt idx="447566">
                  <c:v>k866</c:v>
                </c:pt>
                <c:pt idx="447517">
                  <c:v>k867</c:v>
                </c:pt>
                <c:pt idx="447468">
                  <c:v>k868</c:v>
                </c:pt>
                <c:pt idx="447419">
                  <c:v>k869</c:v>
                </c:pt>
                <c:pt idx="447370">
                  <c:v>k870</c:v>
                </c:pt>
                <c:pt idx="447321">
                  <c:v>k871</c:v>
                </c:pt>
                <c:pt idx="447272">
                  <c:v>k872</c:v>
                </c:pt>
                <c:pt idx="447223">
                  <c:v>k873</c:v>
                </c:pt>
                <c:pt idx="447174">
                  <c:v>k874</c:v>
                </c:pt>
                <c:pt idx="447125">
                  <c:v>k875</c:v>
                </c:pt>
                <c:pt idx="447076">
                  <c:v>k876</c:v>
                </c:pt>
                <c:pt idx="447027">
                  <c:v>k877</c:v>
                </c:pt>
                <c:pt idx="446978">
                  <c:v>k878</c:v>
                </c:pt>
                <c:pt idx="446929">
                  <c:v>k879</c:v>
                </c:pt>
                <c:pt idx="446880">
                  <c:v>k880</c:v>
                </c:pt>
                <c:pt idx="446831">
                  <c:v>k881</c:v>
                </c:pt>
                <c:pt idx="446782">
                  <c:v>k882</c:v>
                </c:pt>
                <c:pt idx="446733">
                  <c:v>k883</c:v>
                </c:pt>
                <c:pt idx="446684">
                  <c:v>k884</c:v>
                </c:pt>
                <c:pt idx="446635">
                  <c:v>k885</c:v>
                </c:pt>
                <c:pt idx="446586">
                  <c:v>k886</c:v>
                </c:pt>
                <c:pt idx="446537">
                  <c:v>k887</c:v>
                </c:pt>
                <c:pt idx="446488">
                  <c:v>k888</c:v>
                </c:pt>
                <c:pt idx="446439">
                  <c:v>k889</c:v>
                </c:pt>
                <c:pt idx="446390">
                  <c:v>k890</c:v>
                </c:pt>
                <c:pt idx="446341">
                  <c:v>k891</c:v>
                </c:pt>
                <c:pt idx="446292">
                  <c:v>k892</c:v>
                </c:pt>
                <c:pt idx="446243">
                  <c:v>k893</c:v>
                </c:pt>
                <c:pt idx="446194">
                  <c:v>k894</c:v>
                </c:pt>
                <c:pt idx="446145">
                  <c:v>k895</c:v>
                </c:pt>
                <c:pt idx="446096">
                  <c:v>k896</c:v>
                </c:pt>
                <c:pt idx="446047">
                  <c:v>k897</c:v>
                </c:pt>
                <c:pt idx="445998">
                  <c:v>k898</c:v>
                </c:pt>
                <c:pt idx="445949">
                  <c:v>k899</c:v>
                </c:pt>
                <c:pt idx="445900">
                  <c:v>k900</c:v>
                </c:pt>
                <c:pt idx="445851">
                  <c:v>k901</c:v>
                </c:pt>
                <c:pt idx="445802">
                  <c:v>k902</c:v>
                </c:pt>
                <c:pt idx="445753">
                  <c:v>k903</c:v>
                </c:pt>
                <c:pt idx="445704">
                  <c:v>k904</c:v>
                </c:pt>
                <c:pt idx="445655">
                  <c:v>k905</c:v>
                </c:pt>
                <c:pt idx="445606">
                  <c:v>k906</c:v>
                </c:pt>
                <c:pt idx="445557">
                  <c:v>k907</c:v>
                </c:pt>
                <c:pt idx="445508">
                  <c:v>k908</c:v>
                </c:pt>
                <c:pt idx="445459">
                  <c:v>k909</c:v>
                </c:pt>
                <c:pt idx="445410">
                  <c:v>k910</c:v>
                </c:pt>
                <c:pt idx="445361">
                  <c:v>k911</c:v>
                </c:pt>
                <c:pt idx="445312">
                  <c:v>k912</c:v>
                </c:pt>
                <c:pt idx="445263">
                  <c:v>k913</c:v>
                </c:pt>
                <c:pt idx="445214">
                  <c:v>k914</c:v>
                </c:pt>
                <c:pt idx="445165">
                  <c:v>k915</c:v>
                </c:pt>
                <c:pt idx="445116">
                  <c:v>k916</c:v>
                </c:pt>
                <c:pt idx="445067">
                  <c:v>k917</c:v>
                </c:pt>
                <c:pt idx="445018">
                  <c:v>k918</c:v>
                </c:pt>
                <c:pt idx="444969">
                  <c:v>k919</c:v>
                </c:pt>
                <c:pt idx="444920">
                  <c:v>k920</c:v>
                </c:pt>
                <c:pt idx="444871">
                  <c:v>k921</c:v>
                </c:pt>
                <c:pt idx="444822">
                  <c:v>k922</c:v>
                </c:pt>
                <c:pt idx="444773">
                  <c:v>k923</c:v>
                </c:pt>
                <c:pt idx="444724">
                  <c:v>k924</c:v>
                </c:pt>
                <c:pt idx="444675">
                  <c:v>k925</c:v>
                </c:pt>
                <c:pt idx="444626">
                  <c:v>k926</c:v>
                </c:pt>
                <c:pt idx="444577">
                  <c:v>k927</c:v>
                </c:pt>
                <c:pt idx="444528">
                  <c:v>k928</c:v>
                </c:pt>
                <c:pt idx="444479">
                  <c:v>k929</c:v>
                </c:pt>
                <c:pt idx="444430">
                  <c:v>k930</c:v>
                </c:pt>
                <c:pt idx="444381">
                  <c:v>k931</c:v>
                </c:pt>
                <c:pt idx="444332">
                  <c:v>k932</c:v>
                </c:pt>
                <c:pt idx="444283">
                  <c:v>k933</c:v>
                </c:pt>
                <c:pt idx="444234">
                  <c:v>k934</c:v>
                </c:pt>
                <c:pt idx="444185">
                  <c:v>k935</c:v>
                </c:pt>
                <c:pt idx="444136">
                  <c:v>k936</c:v>
                </c:pt>
                <c:pt idx="444087">
                  <c:v>k937</c:v>
                </c:pt>
                <c:pt idx="444038">
                  <c:v>k938</c:v>
                </c:pt>
                <c:pt idx="443989">
                  <c:v>k939</c:v>
                </c:pt>
                <c:pt idx="443940">
                  <c:v>k940</c:v>
                </c:pt>
                <c:pt idx="443891">
                  <c:v>k941</c:v>
                </c:pt>
                <c:pt idx="443842">
                  <c:v>k942</c:v>
                </c:pt>
                <c:pt idx="443793">
                  <c:v>k943</c:v>
                </c:pt>
                <c:pt idx="443744">
                  <c:v>k944</c:v>
                </c:pt>
                <c:pt idx="443695">
                  <c:v>k945</c:v>
                </c:pt>
                <c:pt idx="443646">
                  <c:v>k946</c:v>
                </c:pt>
                <c:pt idx="443597">
                  <c:v>k947</c:v>
                </c:pt>
                <c:pt idx="443548">
                  <c:v>k948</c:v>
                </c:pt>
                <c:pt idx="443499">
                  <c:v>k949</c:v>
                </c:pt>
                <c:pt idx="443450">
                  <c:v>k950</c:v>
                </c:pt>
                <c:pt idx="443401">
                  <c:v>k951</c:v>
                </c:pt>
                <c:pt idx="443352">
                  <c:v>k952</c:v>
                </c:pt>
                <c:pt idx="443303">
                  <c:v>k953</c:v>
                </c:pt>
                <c:pt idx="443254">
                  <c:v>k954</c:v>
                </c:pt>
                <c:pt idx="443205">
                  <c:v>k955</c:v>
                </c:pt>
                <c:pt idx="443156">
                  <c:v>k956</c:v>
                </c:pt>
                <c:pt idx="443107">
                  <c:v>k957</c:v>
                </c:pt>
                <c:pt idx="443058">
                  <c:v>k958</c:v>
                </c:pt>
                <c:pt idx="443009">
                  <c:v>k959</c:v>
                </c:pt>
                <c:pt idx="442960">
                  <c:v>k960</c:v>
                </c:pt>
                <c:pt idx="442911">
                  <c:v>k961</c:v>
                </c:pt>
                <c:pt idx="442862">
                  <c:v>k962</c:v>
                </c:pt>
                <c:pt idx="442813">
                  <c:v>k963</c:v>
                </c:pt>
                <c:pt idx="442764">
                  <c:v>k964</c:v>
                </c:pt>
                <c:pt idx="442715">
                  <c:v>k965</c:v>
                </c:pt>
                <c:pt idx="442666">
                  <c:v>k966</c:v>
                </c:pt>
                <c:pt idx="442617">
                  <c:v>k967</c:v>
                </c:pt>
                <c:pt idx="442568">
                  <c:v>k968</c:v>
                </c:pt>
                <c:pt idx="442519">
                  <c:v>k969</c:v>
                </c:pt>
                <c:pt idx="442470">
                  <c:v>k970</c:v>
                </c:pt>
                <c:pt idx="442421">
                  <c:v>k971</c:v>
                </c:pt>
                <c:pt idx="442372">
                  <c:v>k972</c:v>
                </c:pt>
                <c:pt idx="442323">
                  <c:v>k973</c:v>
                </c:pt>
                <c:pt idx="442274">
                  <c:v>k974</c:v>
                </c:pt>
                <c:pt idx="442225">
                  <c:v>k975</c:v>
                </c:pt>
                <c:pt idx="442176">
                  <c:v>k976</c:v>
                </c:pt>
                <c:pt idx="442127">
                  <c:v>k977</c:v>
                </c:pt>
                <c:pt idx="442078">
                  <c:v>k978</c:v>
                </c:pt>
                <c:pt idx="442029">
                  <c:v>k979</c:v>
                </c:pt>
                <c:pt idx="441980">
                  <c:v>k980</c:v>
                </c:pt>
                <c:pt idx="441931">
                  <c:v>k981</c:v>
                </c:pt>
                <c:pt idx="441882">
                  <c:v>k982</c:v>
                </c:pt>
                <c:pt idx="441833">
                  <c:v>k983</c:v>
                </c:pt>
                <c:pt idx="441784">
                  <c:v>k984</c:v>
                </c:pt>
                <c:pt idx="441735">
                  <c:v>k985</c:v>
                </c:pt>
                <c:pt idx="441686">
                  <c:v>k986</c:v>
                </c:pt>
                <c:pt idx="441637">
                  <c:v>k987</c:v>
                </c:pt>
                <c:pt idx="441588">
                  <c:v>k988</c:v>
                </c:pt>
                <c:pt idx="441539">
                  <c:v>k989</c:v>
                </c:pt>
                <c:pt idx="441490">
                  <c:v>k990</c:v>
                </c:pt>
                <c:pt idx="441441">
                  <c:v>k991</c:v>
                </c:pt>
                <c:pt idx="441392">
                  <c:v>k992</c:v>
                </c:pt>
                <c:pt idx="441343">
                  <c:v>k993</c:v>
                </c:pt>
                <c:pt idx="441294">
                  <c:v>k994</c:v>
                </c:pt>
                <c:pt idx="441245">
                  <c:v>k995</c:v>
                </c:pt>
                <c:pt idx="441196">
                  <c:v>k996</c:v>
                </c:pt>
                <c:pt idx="441147">
                  <c:v>k997</c:v>
                </c:pt>
                <c:pt idx="441098">
                  <c:v>k998</c:v>
                </c:pt>
                <c:pt idx="441049">
                  <c:v>k999</c:v>
                </c:pt>
                <c:pt idx="441000">
                  <c:v>k1000</c:v>
                </c:pt>
                <c:pt idx="440951">
                  <c:v>k1001</c:v>
                </c:pt>
                <c:pt idx="440902">
                  <c:v>k1002</c:v>
                </c:pt>
                <c:pt idx="440853">
                  <c:v>k1003</c:v>
                </c:pt>
                <c:pt idx="440804">
                  <c:v>k1004</c:v>
                </c:pt>
                <c:pt idx="440755">
                  <c:v>k1005</c:v>
                </c:pt>
                <c:pt idx="440706">
                  <c:v>k1006</c:v>
                </c:pt>
                <c:pt idx="440657">
                  <c:v>k1007</c:v>
                </c:pt>
                <c:pt idx="440608">
                  <c:v>k1008</c:v>
                </c:pt>
                <c:pt idx="440559">
                  <c:v>k1009</c:v>
                </c:pt>
                <c:pt idx="440510">
                  <c:v>k1010</c:v>
                </c:pt>
                <c:pt idx="440461">
                  <c:v>k1011</c:v>
                </c:pt>
                <c:pt idx="440412">
                  <c:v>k1012</c:v>
                </c:pt>
                <c:pt idx="440363">
                  <c:v>k1013</c:v>
                </c:pt>
                <c:pt idx="440314">
                  <c:v>k1014</c:v>
                </c:pt>
                <c:pt idx="440265">
                  <c:v>k1015</c:v>
                </c:pt>
                <c:pt idx="440216">
                  <c:v>k1016</c:v>
                </c:pt>
                <c:pt idx="440167">
                  <c:v>k1017</c:v>
                </c:pt>
                <c:pt idx="440118">
                  <c:v>k1018</c:v>
                </c:pt>
                <c:pt idx="440069">
                  <c:v>k1019</c:v>
                </c:pt>
                <c:pt idx="440020">
                  <c:v>k1020</c:v>
                </c:pt>
                <c:pt idx="439971">
                  <c:v>k1021</c:v>
                </c:pt>
                <c:pt idx="439922">
                  <c:v>k1022</c:v>
                </c:pt>
                <c:pt idx="439873">
                  <c:v>k1023</c:v>
                </c:pt>
                <c:pt idx="439824">
                  <c:v>k1024</c:v>
                </c:pt>
                <c:pt idx="439775">
                  <c:v>k1025</c:v>
                </c:pt>
                <c:pt idx="439726">
                  <c:v>k1026</c:v>
                </c:pt>
                <c:pt idx="439677">
                  <c:v>k1027</c:v>
                </c:pt>
                <c:pt idx="439628">
                  <c:v>k1028</c:v>
                </c:pt>
                <c:pt idx="439579">
                  <c:v>k1029</c:v>
                </c:pt>
                <c:pt idx="439530">
                  <c:v>k1030</c:v>
                </c:pt>
                <c:pt idx="439481">
                  <c:v>k1031</c:v>
                </c:pt>
                <c:pt idx="439432">
                  <c:v>k1032</c:v>
                </c:pt>
                <c:pt idx="439383">
                  <c:v>k1033</c:v>
                </c:pt>
                <c:pt idx="439334">
                  <c:v>k1034</c:v>
                </c:pt>
                <c:pt idx="439285">
                  <c:v>k1035</c:v>
                </c:pt>
                <c:pt idx="439236">
                  <c:v>k1036</c:v>
                </c:pt>
                <c:pt idx="439187">
                  <c:v>k1037</c:v>
                </c:pt>
                <c:pt idx="439138">
                  <c:v>k1038</c:v>
                </c:pt>
                <c:pt idx="439089">
                  <c:v>k1039</c:v>
                </c:pt>
                <c:pt idx="439040">
                  <c:v>k1040</c:v>
                </c:pt>
                <c:pt idx="438991">
                  <c:v>k1041</c:v>
                </c:pt>
                <c:pt idx="438942">
                  <c:v>k1042</c:v>
                </c:pt>
                <c:pt idx="438893">
                  <c:v>k1043</c:v>
                </c:pt>
                <c:pt idx="438844">
                  <c:v>k1044</c:v>
                </c:pt>
                <c:pt idx="438795">
                  <c:v>k1045</c:v>
                </c:pt>
                <c:pt idx="438746">
                  <c:v>k1046</c:v>
                </c:pt>
                <c:pt idx="438697">
                  <c:v>k1047</c:v>
                </c:pt>
                <c:pt idx="438648">
                  <c:v>k1048</c:v>
                </c:pt>
                <c:pt idx="438599">
                  <c:v>k1049</c:v>
                </c:pt>
                <c:pt idx="438550">
                  <c:v>k1050</c:v>
                </c:pt>
                <c:pt idx="438501">
                  <c:v>k1051</c:v>
                </c:pt>
                <c:pt idx="438452">
                  <c:v>k1052</c:v>
                </c:pt>
                <c:pt idx="438403">
                  <c:v>k1053</c:v>
                </c:pt>
                <c:pt idx="438354">
                  <c:v>k1054</c:v>
                </c:pt>
                <c:pt idx="438305">
                  <c:v>k1055</c:v>
                </c:pt>
                <c:pt idx="438256">
                  <c:v>k1056</c:v>
                </c:pt>
                <c:pt idx="438207">
                  <c:v>k1057</c:v>
                </c:pt>
                <c:pt idx="438158">
                  <c:v>k1058</c:v>
                </c:pt>
                <c:pt idx="438109">
                  <c:v>k1059</c:v>
                </c:pt>
                <c:pt idx="438060">
                  <c:v>k1060</c:v>
                </c:pt>
                <c:pt idx="438011">
                  <c:v>k1061</c:v>
                </c:pt>
                <c:pt idx="437962">
                  <c:v>k1062</c:v>
                </c:pt>
                <c:pt idx="437913">
                  <c:v>k1063</c:v>
                </c:pt>
                <c:pt idx="437864">
                  <c:v>k1064</c:v>
                </c:pt>
                <c:pt idx="437815">
                  <c:v>k1065</c:v>
                </c:pt>
                <c:pt idx="437766">
                  <c:v>k1066</c:v>
                </c:pt>
                <c:pt idx="437717">
                  <c:v>k1067</c:v>
                </c:pt>
                <c:pt idx="437668">
                  <c:v>k1068</c:v>
                </c:pt>
                <c:pt idx="437619">
                  <c:v>k1069</c:v>
                </c:pt>
                <c:pt idx="437570">
                  <c:v>k1070</c:v>
                </c:pt>
                <c:pt idx="437521">
                  <c:v>k1071</c:v>
                </c:pt>
                <c:pt idx="437472">
                  <c:v>k1072</c:v>
                </c:pt>
                <c:pt idx="437423">
                  <c:v>k1073</c:v>
                </c:pt>
                <c:pt idx="437374">
                  <c:v>k1074</c:v>
                </c:pt>
                <c:pt idx="437325">
                  <c:v>k1075</c:v>
                </c:pt>
                <c:pt idx="437276">
                  <c:v>k1076</c:v>
                </c:pt>
                <c:pt idx="437227">
                  <c:v>k1077</c:v>
                </c:pt>
                <c:pt idx="437178">
                  <c:v>k1078</c:v>
                </c:pt>
                <c:pt idx="437129">
                  <c:v>k1079</c:v>
                </c:pt>
                <c:pt idx="437080">
                  <c:v>k1080</c:v>
                </c:pt>
                <c:pt idx="437031">
                  <c:v>k1081</c:v>
                </c:pt>
                <c:pt idx="436982">
                  <c:v>k1082</c:v>
                </c:pt>
                <c:pt idx="436933">
                  <c:v>k1083</c:v>
                </c:pt>
                <c:pt idx="436884">
                  <c:v>k1084</c:v>
                </c:pt>
                <c:pt idx="436835">
                  <c:v>k1085</c:v>
                </c:pt>
                <c:pt idx="436786">
                  <c:v>k1086</c:v>
                </c:pt>
                <c:pt idx="436737">
                  <c:v>k1087</c:v>
                </c:pt>
                <c:pt idx="436688">
                  <c:v>k1088</c:v>
                </c:pt>
                <c:pt idx="436639">
                  <c:v>k1089</c:v>
                </c:pt>
                <c:pt idx="436590">
                  <c:v>k1090</c:v>
                </c:pt>
                <c:pt idx="436541">
                  <c:v>k1091</c:v>
                </c:pt>
                <c:pt idx="436492">
                  <c:v>k1092</c:v>
                </c:pt>
                <c:pt idx="436443">
                  <c:v>k1093</c:v>
                </c:pt>
                <c:pt idx="436394">
                  <c:v>k1094</c:v>
                </c:pt>
                <c:pt idx="436345">
                  <c:v>k1095</c:v>
                </c:pt>
                <c:pt idx="436296">
                  <c:v>k1096</c:v>
                </c:pt>
                <c:pt idx="436247">
                  <c:v>k1097</c:v>
                </c:pt>
                <c:pt idx="436198">
                  <c:v>k1098</c:v>
                </c:pt>
                <c:pt idx="436149">
                  <c:v>k1099</c:v>
                </c:pt>
                <c:pt idx="436100">
                  <c:v>k1100</c:v>
                </c:pt>
                <c:pt idx="436051">
                  <c:v>k1101</c:v>
                </c:pt>
                <c:pt idx="436002">
                  <c:v>k1102</c:v>
                </c:pt>
                <c:pt idx="435953">
                  <c:v>k1103</c:v>
                </c:pt>
                <c:pt idx="435904">
                  <c:v>k1104</c:v>
                </c:pt>
                <c:pt idx="435855">
                  <c:v>k1105</c:v>
                </c:pt>
                <c:pt idx="435806">
                  <c:v>k1106</c:v>
                </c:pt>
                <c:pt idx="435757">
                  <c:v>k1107</c:v>
                </c:pt>
                <c:pt idx="435708">
                  <c:v>k1108</c:v>
                </c:pt>
                <c:pt idx="435659">
                  <c:v>k1109</c:v>
                </c:pt>
                <c:pt idx="435610">
                  <c:v>k1110</c:v>
                </c:pt>
                <c:pt idx="435561">
                  <c:v>k1111</c:v>
                </c:pt>
                <c:pt idx="435512">
                  <c:v>k1112</c:v>
                </c:pt>
                <c:pt idx="435463">
                  <c:v>k1113</c:v>
                </c:pt>
                <c:pt idx="435414">
                  <c:v>k1114</c:v>
                </c:pt>
                <c:pt idx="435365">
                  <c:v>k1115</c:v>
                </c:pt>
                <c:pt idx="435316">
                  <c:v>k1116</c:v>
                </c:pt>
                <c:pt idx="435267">
                  <c:v>k1117</c:v>
                </c:pt>
                <c:pt idx="435218">
                  <c:v>k1118</c:v>
                </c:pt>
                <c:pt idx="435169">
                  <c:v>k1119</c:v>
                </c:pt>
                <c:pt idx="435120">
                  <c:v>k1120</c:v>
                </c:pt>
                <c:pt idx="435071">
                  <c:v>k1121</c:v>
                </c:pt>
                <c:pt idx="435022">
                  <c:v>k1122</c:v>
                </c:pt>
                <c:pt idx="434973">
                  <c:v>k1123</c:v>
                </c:pt>
                <c:pt idx="434924">
                  <c:v>k1124</c:v>
                </c:pt>
                <c:pt idx="434875">
                  <c:v>k1125</c:v>
                </c:pt>
                <c:pt idx="434826">
                  <c:v>k1126</c:v>
                </c:pt>
                <c:pt idx="434777">
                  <c:v>k1127</c:v>
                </c:pt>
                <c:pt idx="434728">
                  <c:v>k1128</c:v>
                </c:pt>
                <c:pt idx="434679">
                  <c:v>k1129</c:v>
                </c:pt>
                <c:pt idx="434630">
                  <c:v>k1130</c:v>
                </c:pt>
                <c:pt idx="434581">
                  <c:v>k1131</c:v>
                </c:pt>
                <c:pt idx="434532">
                  <c:v>k1132</c:v>
                </c:pt>
                <c:pt idx="434483">
                  <c:v>k1133</c:v>
                </c:pt>
                <c:pt idx="434434">
                  <c:v>k1134</c:v>
                </c:pt>
                <c:pt idx="434385">
                  <c:v>k1135</c:v>
                </c:pt>
                <c:pt idx="434336">
                  <c:v>k1136</c:v>
                </c:pt>
                <c:pt idx="434287">
                  <c:v>k1137</c:v>
                </c:pt>
                <c:pt idx="434238">
                  <c:v>k1138</c:v>
                </c:pt>
                <c:pt idx="434189">
                  <c:v>k1139</c:v>
                </c:pt>
                <c:pt idx="434140">
                  <c:v>k1140</c:v>
                </c:pt>
                <c:pt idx="434091">
                  <c:v>k1141</c:v>
                </c:pt>
                <c:pt idx="434042">
                  <c:v>k1142</c:v>
                </c:pt>
                <c:pt idx="433993">
                  <c:v>k1143</c:v>
                </c:pt>
                <c:pt idx="433944">
                  <c:v>k1144</c:v>
                </c:pt>
                <c:pt idx="433895">
                  <c:v>k1145</c:v>
                </c:pt>
                <c:pt idx="433846">
                  <c:v>k1146</c:v>
                </c:pt>
                <c:pt idx="433797">
                  <c:v>k1147</c:v>
                </c:pt>
                <c:pt idx="433748">
                  <c:v>k1148</c:v>
                </c:pt>
                <c:pt idx="433699">
                  <c:v>k1149</c:v>
                </c:pt>
                <c:pt idx="433650">
                  <c:v>k1150</c:v>
                </c:pt>
                <c:pt idx="433601">
                  <c:v>k1151</c:v>
                </c:pt>
                <c:pt idx="433552">
                  <c:v>k1152</c:v>
                </c:pt>
                <c:pt idx="433503">
                  <c:v>k1153</c:v>
                </c:pt>
                <c:pt idx="433454">
                  <c:v>k1154</c:v>
                </c:pt>
                <c:pt idx="433405">
                  <c:v>k1155</c:v>
                </c:pt>
                <c:pt idx="433356">
                  <c:v>k1156</c:v>
                </c:pt>
                <c:pt idx="433307">
                  <c:v>k1157</c:v>
                </c:pt>
                <c:pt idx="433258">
                  <c:v>k1158</c:v>
                </c:pt>
                <c:pt idx="433209">
                  <c:v>k1159</c:v>
                </c:pt>
                <c:pt idx="433160">
                  <c:v>k1160</c:v>
                </c:pt>
                <c:pt idx="433111">
                  <c:v>k1161</c:v>
                </c:pt>
                <c:pt idx="433062">
                  <c:v>k1162</c:v>
                </c:pt>
                <c:pt idx="433013">
                  <c:v>k1163</c:v>
                </c:pt>
                <c:pt idx="432964">
                  <c:v>k1164</c:v>
                </c:pt>
                <c:pt idx="432915">
                  <c:v>k1165</c:v>
                </c:pt>
                <c:pt idx="432866">
                  <c:v>k1166</c:v>
                </c:pt>
                <c:pt idx="432817">
                  <c:v>k1167</c:v>
                </c:pt>
                <c:pt idx="432768">
                  <c:v>k1168</c:v>
                </c:pt>
                <c:pt idx="432719">
                  <c:v>k1169</c:v>
                </c:pt>
                <c:pt idx="432670">
                  <c:v>k1170</c:v>
                </c:pt>
                <c:pt idx="432621">
                  <c:v>k1171</c:v>
                </c:pt>
                <c:pt idx="432572">
                  <c:v>k1172</c:v>
                </c:pt>
                <c:pt idx="432523">
                  <c:v>k1173</c:v>
                </c:pt>
                <c:pt idx="432474">
                  <c:v>k1174</c:v>
                </c:pt>
                <c:pt idx="432425">
                  <c:v>k1175</c:v>
                </c:pt>
                <c:pt idx="432376">
                  <c:v>k1176</c:v>
                </c:pt>
                <c:pt idx="432327">
                  <c:v>k1177</c:v>
                </c:pt>
                <c:pt idx="432278">
                  <c:v>k1178</c:v>
                </c:pt>
                <c:pt idx="432229">
                  <c:v>k1179</c:v>
                </c:pt>
                <c:pt idx="432180">
                  <c:v>k1180</c:v>
                </c:pt>
                <c:pt idx="432131">
                  <c:v>k1181</c:v>
                </c:pt>
                <c:pt idx="432082">
                  <c:v>k1182</c:v>
                </c:pt>
                <c:pt idx="432033">
                  <c:v>k1183</c:v>
                </c:pt>
                <c:pt idx="431984">
                  <c:v>k1184</c:v>
                </c:pt>
                <c:pt idx="431935">
                  <c:v>k1185</c:v>
                </c:pt>
                <c:pt idx="431886">
                  <c:v>k1186</c:v>
                </c:pt>
                <c:pt idx="431837">
                  <c:v>k1187</c:v>
                </c:pt>
                <c:pt idx="431788">
                  <c:v>k1188</c:v>
                </c:pt>
                <c:pt idx="431739">
                  <c:v>k1189</c:v>
                </c:pt>
                <c:pt idx="431690">
                  <c:v>k1190</c:v>
                </c:pt>
                <c:pt idx="431641">
                  <c:v>k1191</c:v>
                </c:pt>
                <c:pt idx="431592">
                  <c:v>k1192</c:v>
                </c:pt>
                <c:pt idx="431543">
                  <c:v>k1193</c:v>
                </c:pt>
                <c:pt idx="431494">
                  <c:v>k1194</c:v>
                </c:pt>
                <c:pt idx="431445">
                  <c:v>k1195</c:v>
                </c:pt>
                <c:pt idx="431396">
                  <c:v>k1196</c:v>
                </c:pt>
                <c:pt idx="431347">
                  <c:v>k1197</c:v>
                </c:pt>
                <c:pt idx="431298">
                  <c:v>k1198</c:v>
                </c:pt>
                <c:pt idx="431249">
                  <c:v>k1199</c:v>
                </c:pt>
                <c:pt idx="431200">
                  <c:v>k1200</c:v>
                </c:pt>
                <c:pt idx="431151">
                  <c:v>k1201</c:v>
                </c:pt>
                <c:pt idx="431102">
                  <c:v>k1202</c:v>
                </c:pt>
                <c:pt idx="431053">
                  <c:v>k1203</c:v>
                </c:pt>
                <c:pt idx="431004">
                  <c:v>k1204</c:v>
                </c:pt>
                <c:pt idx="430955">
                  <c:v>k1205</c:v>
                </c:pt>
                <c:pt idx="430906">
                  <c:v>k1206</c:v>
                </c:pt>
                <c:pt idx="430857">
                  <c:v>k1207</c:v>
                </c:pt>
                <c:pt idx="430808">
                  <c:v>k1208</c:v>
                </c:pt>
                <c:pt idx="430759">
                  <c:v>k1209</c:v>
                </c:pt>
                <c:pt idx="430710">
                  <c:v>k1210</c:v>
                </c:pt>
                <c:pt idx="430661">
                  <c:v>k1211</c:v>
                </c:pt>
                <c:pt idx="430612">
                  <c:v>k1212</c:v>
                </c:pt>
                <c:pt idx="430563">
                  <c:v>k1213</c:v>
                </c:pt>
                <c:pt idx="430514">
                  <c:v>k1214</c:v>
                </c:pt>
                <c:pt idx="430465">
                  <c:v>k1215</c:v>
                </c:pt>
                <c:pt idx="430416">
                  <c:v>k1216</c:v>
                </c:pt>
                <c:pt idx="430367">
                  <c:v>k1217</c:v>
                </c:pt>
                <c:pt idx="430318">
                  <c:v>k1218</c:v>
                </c:pt>
                <c:pt idx="430269">
                  <c:v>k1219</c:v>
                </c:pt>
                <c:pt idx="430220">
                  <c:v>k1220</c:v>
                </c:pt>
                <c:pt idx="430171">
                  <c:v>k1221</c:v>
                </c:pt>
                <c:pt idx="430122">
                  <c:v>k1222</c:v>
                </c:pt>
                <c:pt idx="430073">
                  <c:v>k1223</c:v>
                </c:pt>
                <c:pt idx="430024">
                  <c:v>k1224</c:v>
                </c:pt>
                <c:pt idx="429975">
                  <c:v>k1225</c:v>
                </c:pt>
                <c:pt idx="429926">
                  <c:v>k1226</c:v>
                </c:pt>
                <c:pt idx="429877">
                  <c:v>k1227</c:v>
                </c:pt>
                <c:pt idx="429828">
                  <c:v>k1228</c:v>
                </c:pt>
                <c:pt idx="429779">
                  <c:v>k1229</c:v>
                </c:pt>
                <c:pt idx="429730">
                  <c:v>k1230</c:v>
                </c:pt>
                <c:pt idx="429681">
                  <c:v>k1231</c:v>
                </c:pt>
                <c:pt idx="429632">
                  <c:v>k1232</c:v>
                </c:pt>
                <c:pt idx="429583">
                  <c:v>k1233</c:v>
                </c:pt>
                <c:pt idx="429534">
                  <c:v>k1234</c:v>
                </c:pt>
                <c:pt idx="429485">
                  <c:v>k1235</c:v>
                </c:pt>
                <c:pt idx="429436">
                  <c:v>k1236</c:v>
                </c:pt>
                <c:pt idx="429387">
                  <c:v>k1237</c:v>
                </c:pt>
                <c:pt idx="429338">
                  <c:v>k1238</c:v>
                </c:pt>
                <c:pt idx="429289">
                  <c:v>k1239</c:v>
                </c:pt>
                <c:pt idx="429240">
                  <c:v>k1240</c:v>
                </c:pt>
                <c:pt idx="429191">
                  <c:v>k1241</c:v>
                </c:pt>
                <c:pt idx="429142">
                  <c:v>k1242</c:v>
                </c:pt>
                <c:pt idx="429093">
                  <c:v>k1243</c:v>
                </c:pt>
                <c:pt idx="429044">
                  <c:v>k1244</c:v>
                </c:pt>
                <c:pt idx="428995">
                  <c:v>k1245</c:v>
                </c:pt>
                <c:pt idx="428946">
                  <c:v>k1246</c:v>
                </c:pt>
                <c:pt idx="428897">
                  <c:v>k1247</c:v>
                </c:pt>
                <c:pt idx="428848">
                  <c:v>k1248</c:v>
                </c:pt>
                <c:pt idx="428799">
                  <c:v>k1249</c:v>
                </c:pt>
                <c:pt idx="428750">
                  <c:v>k1250</c:v>
                </c:pt>
                <c:pt idx="428701">
                  <c:v>k1251</c:v>
                </c:pt>
                <c:pt idx="428652">
                  <c:v>k1252</c:v>
                </c:pt>
                <c:pt idx="428603">
                  <c:v>k1253</c:v>
                </c:pt>
                <c:pt idx="428554">
                  <c:v>k1254</c:v>
                </c:pt>
                <c:pt idx="428505">
                  <c:v>k1255</c:v>
                </c:pt>
                <c:pt idx="428456">
                  <c:v>k1256</c:v>
                </c:pt>
                <c:pt idx="428407">
                  <c:v>k1257</c:v>
                </c:pt>
                <c:pt idx="428358">
                  <c:v>k1258</c:v>
                </c:pt>
                <c:pt idx="428309">
                  <c:v>k1259</c:v>
                </c:pt>
                <c:pt idx="428260">
                  <c:v>k1260</c:v>
                </c:pt>
                <c:pt idx="428211">
                  <c:v>k1261</c:v>
                </c:pt>
                <c:pt idx="428162">
                  <c:v>k1262</c:v>
                </c:pt>
                <c:pt idx="428113">
                  <c:v>k1263</c:v>
                </c:pt>
                <c:pt idx="428064">
                  <c:v>k1264</c:v>
                </c:pt>
                <c:pt idx="428015">
                  <c:v>k1265</c:v>
                </c:pt>
                <c:pt idx="427966">
                  <c:v>k1266</c:v>
                </c:pt>
                <c:pt idx="427917">
                  <c:v>k1267</c:v>
                </c:pt>
                <c:pt idx="427868">
                  <c:v>k1268</c:v>
                </c:pt>
                <c:pt idx="427819">
                  <c:v>k1269</c:v>
                </c:pt>
                <c:pt idx="427770">
                  <c:v>k1270</c:v>
                </c:pt>
                <c:pt idx="427721">
                  <c:v>k1271</c:v>
                </c:pt>
                <c:pt idx="427672">
                  <c:v>k1272</c:v>
                </c:pt>
                <c:pt idx="427623">
                  <c:v>k1273</c:v>
                </c:pt>
                <c:pt idx="427574">
                  <c:v>k1274</c:v>
                </c:pt>
                <c:pt idx="427525">
                  <c:v>k1275</c:v>
                </c:pt>
                <c:pt idx="427476">
                  <c:v>k1276</c:v>
                </c:pt>
                <c:pt idx="427427">
                  <c:v>k1277</c:v>
                </c:pt>
                <c:pt idx="427378">
                  <c:v>k1278</c:v>
                </c:pt>
                <c:pt idx="427329">
                  <c:v>k1279</c:v>
                </c:pt>
                <c:pt idx="427280">
                  <c:v>k1280</c:v>
                </c:pt>
                <c:pt idx="427231">
                  <c:v>k1281</c:v>
                </c:pt>
                <c:pt idx="427182">
                  <c:v>k1282</c:v>
                </c:pt>
                <c:pt idx="427133">
                  <c:v>k1283</c:v>
                </c:pt>
                <c:pt idx="427084">
                  <c:v>k1284</c:v>
                </c:pt>
                <c:pt idx="427035">
                  <c:v>k1285</c:v>
                </c:pt>
                <c:pt idx="426986">
                  <c:v>k1286</c:v>
                </c:pt>
                <c:pt idx="426937">
                  <c:v>k1287</c:v>
                </c:pt>
                <c:pt idx="426888">
                  <c:v>k1288</c:v>
                </c:pt>
                <c:pt idx="426839">
                  <c:v>k1289</c:v>
                </c:pt>
                <c:pt idx="426790">
                  <c:v>k1290</c:v>
                </c:pt>
                <c:pt idx="426741">
                  <c:v>k1291</c:v>
                </c:pt>
                <c:pt idx="426692">
                  <c:v>k1292</c:v>
                </c:pt>
                <c:pt idx="426643">
                  <c:v>k1293</c:v>
                </c:pt>
                <c:pt idx="426594">
                  <c:v>k1294</c:v>
                </c:pt>
                <c:pt idx="426545">
                  <c:v>k1295</c:v>
                </c:pt>
                <c:pt idx="426496">
                  <c:v>k1296</c:v>
                </c:pt>
                <c:pt idx="426447">
                  <c:v>k1297</c:v>
                </c:pt>
                <c:pt idx="426398">
                  <c:v>k1298</c:v>
                </c:pt>
                <c:pt idx="426349">
                  <c:v>k1299</c:v>
                </c:pt>
                <c:pt idx="426300">
                  <c:v>k1300</c:v>
                </c:pt>
                <c:pt idx="426251">
                  <c:v>k1301</c:v>
                </c:pt>
                <c:pt idx="426202">
                  <c:v>k1302</c:v>
                </c:pt>
                <c:pt idx="426153">
                  <c:v>k1303</c:v>
                </c:pt>
                <c:pt idx="426104">
                  <c:v>k1304</c:v>
                </c:pt>
                <c:pt idx="426055">
                  <c:v>k1305</c:v>
                </c:pt>
                <c:pt idx="426006">
                  <c:v>k1306</c:v>
                </c:pt>
                <c:pt idx="425957">
                  <c:v>k1307</c:v>
                </c:pt>
                <c:pt idx="425908">
                  <c:v>k1308</c:v>
                </c:pt>
                <c:pt idx="425859">
                  <c:v>k1309</c:v>
                </c:pt>
                <c:pt idx="425810">
                  <c:v>k1310</c:v>
                </c:pt>
                <c:pt idx="425761">
                  <c:v>k1311</c:v>
                </c:pt>
                <c:pt idx="425712">
                  <c:v>k1312</c:v>
                </c:pt>
                <c:pt idx="425663">
                  <c:v>k1313</c:v>
                </c:pt>
                <c:pt idx="425614">
                  <c:v>k1314</c:v>
                </c:pt>
                <c:pt idx="425565">
                  <c:v>k1315</c:v>
                </c:pt>
                <c:pt idx="425516">
                  <c:v>k1316</c:v>
                </c:pt>
                <c:pt idx="425467">
                  <c:v>k1317</c:v>
                </c:pt>
                <c:pt idx="425418">
                  <c:v>k1318</c:v>
                </c:pt>
                <c:pt idx="425369">
                  <c:v>k1319</c:v>
                </c:pt>
                <c:pt idx="425320">
                  <c:v>k1320</c:v>
                </c:pt>
                <c:pt idx="425271">
                  <c:v>k1321</c:v>
                </c:pt>
                <c:pt idx="425222">
                  <c:v>k1322</c:v>
                </c:pt>
                <c:pt idx="425173">
                  <c:v>k1323</c:v>
                </c:pt>
                <c:pt idx="425124">
                  <c:v>k1324</c:v>
                </c:pt>
                <c:pt idx="425075">
                  <c:v>k1325</c:v>
                </c:pt>
                <c:pt idx="425026">
                  <c:v>k1326</c:v>
                </c:pt>
                <c:pt idx="424977">
                  <c:v>k1327</c:v>
                </c:pt>
                <c:pt idx="424928">
                  <c:v>k1328</c:v>
                </c:pt>
                <c:pt idx="424879">
                  <c:v>k1329</c:v>
                </c:pt>
                <c:pt idx="424830">
                  <c:v>k1330</c:v>
                </c:pt>
                <c:pt idx="424781">
                  <c:v>k1331</c:v>
                </c:pt>
                <c:pt idx="424732">
                  <c:v>k1332</c:v>
                </c:pt>
                <c:pt idx="424683">
                  <c:v>k1333</c:v>
                </c:pt>
                <c:pt idx="424634">
                  <c:v>k1334</c:v>
                </c:pt>
                <c:pt idx="424585">
                  <c:v>k1335</c:v>
                </c:pt>
                <c:pt idx="424536">
                  <c:v>k1336</c:v>
                </c:pt>
                <c:pt idx="424487">
                  <c:v>k1337</c:v>
                </c:pt>
                <c:pt idx="424438">
                  <c:v>k1338</c:v>
                </c:pt>
                <c:pt idx="424389">
                  <c:v>k1339</c:v>
                </c:pt>
                <c:pt idx="424340">
                  <c:v>k1340</c:v>
                </c:pt>
                <c:pt idx="424291">
                  <c:v>k1341</c:v>
                </c:pt>
                <c:pt idx="424242">
                  <c:v>k1342</c:v>
                </c:pt>
                <c:pt idx="424193">
                  <c:v>k1343</c:v>
                </c:pt>
                <c:pt idx="424144">
                  <c:v>k1344</c:v>
                </c:pt>
                <c:pt idx="424095">
                  <c:v>k1345</c:v>
                </c:pt>
                <c:pt idx="424046">
                  <c:v>k1346</c:v>
                </c:pt>
                <c:pt idx="423997">
                  <c:v>k1347</c:v>
                </c:pt>
                <c:pt idx="423948">
                  <c:v>k1348</c:v>
                </c:pt>
                <c:pt idx="423899">
                  <c:v>k1349</c:v>
                </c:pt>
                <c:pt idx="423850">
                  <c:v>k1350</c:v>
                </c:pt>
                <c:pt idx="423801">
                  <c:v>k1351</c:v>
                </c:pt>
                <c:pt idx="423752">
                  <c:v>k1352</c:v>
                </c:pt>
                <c:pt idx="423703">
                  <c:v>k1353</c:v>
                </c:pt>
                <c:pt idx="423654">
                  <c:v>k1354</c:v>
                </c:pt>
                <c:pt idx="423605">
                  <c:v>k1355</c:v>
                </c:pt>
                <c:pt idx="423556">
                  <c:v>k1356</c:v>
                </c:pt>
                <c:pt idx="423507">
                  <c:v>k1357</c:v>
                </c:pt>
                <c:pt idx="423458">
                  <c:v>k1358</c:v>
                </c:pt>
                <c:pt idx="423409">
                  <c:v>k1359</c:v>
                </c:pt>
                <c:pt idx="423360">
                  <c:v>k1360</c:v>
                </c:pt>
                <c:pt idx="423311">
                  <c:v>k1361</c:v>
                </c:pt>
                <c:pt idx="423262">
                  <c:v>k1362</c:v>
                </c:pt>
                <c:pt idx="423213">
                  <c:v>k1363</c:v>
                </c:pt>
                <c:pt idx="423164">
                  <c:v>k1364</c:v>
                </c:pt>
                <c:pt idx="423115">
                  <c:v>k1365</c:v>
                </c:pt>
                <c:pt idx="423066">
                  <c:v>k1366</c:v>
                </c:pt>
                <c:pt idx="423017">
                  <c:v>k1367</c:v>
                </c:pt>
                <c:pt idx="422968">
                  <c:v>k1368</c:v>
                </c:pt>
                <c:pt idx="422919">
                  <c:v>k1369</c:v>
                </c:pt>
                <c:pt idx="422870">
                  <c:v>k1370</c:v>
                </c:pt>
                <c:pt idx="422821">
                  <c:v>k1371</c:v>
                </c:pt>
                <c:pt idx="422772">
                  <c:v>k1372</c:v>
                </c:pt>
                <c:pt idx="422723">
                  <c:v>k1373</c:v>
                </c:pt>
                <c:pt idx="422674">
                  <c:v>k1374</c:v>
                </c:pt>
                <c:pt idx="422625">
                  <c:v>k1375</c:v>
                </c:pt>
                <c:pt idx="422576">
                  <c:v>k1376</c:v>
                </c:pt>
                <c:pt idx="422527">
                  <c:v>k1377</c:v>
                </c:pt>
                <c:pt idx="422478">
                  <c:v>k1378</c:v>
                </c:pt>
                <c:pt idx="422429">
                  <c:v>k1379</c:v>
                </c:pt>
                <c:pt idx="422380">
                  <c:v>k1380</c:v>
                </c:pt>
                <c:pt idx="422331">
                  <c:v>k1381</c:v>
                </c:pt>
                <c:pt idx="422282">
                  <c:v>k1382</c:v>
                </c:pt>
                <c:pt idx="422233">
                  <c:v>k1383</c:v>
                </c:pt>
                <c:pt idx="422184">
                  <c:v>k1384</c:v>
                </c:pt>
                <c:pt idx="422135">
                  <c:v>k1385</c:v>
                </c:pt>
                <c:pt idx="422086">
                  <c:v>k1386</c:v>
                </c:pt>
                <c:pt idx="422037">
                  <c:v>k1387</c:v>
                </c:pt>
                <c:pt idx="421988">
                  <c:v>k1388</c:v>
                </c:pt>
                <c:pt idx="421939">
                  <c:v>k1389</c:v>
                </c:pt>
                <c:pt idx="421890">
                  <c:v>k1390</c:v>
                </c:pt>
                <c:pt idx="421841">
                  <c:v>k1391</c:v>
                </c:pt>
                <c:pt idx="421792">
                  <c:v>k1392</c:v>
                </c:pt>
                <c:pt idx="421743">
                  <c:v>k1393</c:v>
                </c:pt>
                <c:pt idx="421694">
                  <c:v>k1394</c:v>
                </c:pt>
                <c:pt idx="421645">
                  <c:v>k1395</c:v>
                </c:pt>
                <c:pt idx="421596">
                  <c:v>k1396</c:v>
                </c:pt>
                <c:pt idx="421547">
                  <c:v>k1397</c:v>
                </c:pt>
                <c:pt idx="421498">
                  <c:v>k1398</c:v>
                </c:pt>
                <c:pt idx="421449">
                  <c:v>k1399</c:v>
                </c:pt>
                <c:pt idx="421400">
                  <c:v>k1400</c:v>
                </c:pt>
                <c:pt idx="421351">
                  <c:v>k1401</c:v>
                </c:pt>
                <c:pt idx="421302">
                  <c:v>k1402</c:v>
                </c:pt>
                <c:pt idx="421253">
                  <c:v>k1403</c:v>
                </c:pt>
                <c:pt idx="421204">
                  <c:v>k1404</c:v>
                </c:pt>
                <c:pt idx="421155">
                  <c:v>k1405</c:v>
                </c:pt>
                <c:pt idx="421106">
                  <c:v>k1406</c:v>
                </c:pt>
                <c:pt idx="421057">
                  <c:v>k1407</c:v>
                </c:pt>
                <c:pt idx="421008">
                  <c:v>k1408</c:v>
                </c:pt>
                <c:pt idx="420959">
                  <c:v>k1409</c:v>
                </c:pt>
                <c:pt idx="420910">
                  <c:v>k1410</c:v>
                </c:pt>
                <c:pt idx="420861">
                  <c:v>k1411</c:v>
                </c:pt>
                <c:pt idx="420812">
                  <c:v>k1412</c:v>
                </c:pt>
                <c:pt idx="420763">
                  <c:v>k1413</c:v>
                </c:pt>
                <c:pt idx="420714">
                  <c:v>k1414</c:v>
                </c:pt>
                <c:pt idx="420665">
                  <c:v>k1415</c:v>
                </c:pt>
                <c:pt idx="420616">
                  <c:v>k1416</c:v>
                </c:pt>
                <c:pt idx="420567">
                  <c:v>k1417</c:v>
                </c:pt>
                <c:pt idx="420518">
                  <c:v>k1418</c:v>
                </c:pt>
                <c:pt idx="420469">
                  <c:v>k1419</c:v>
                </c:pt>
                <c:pt idx="420420">
                  <c:v>k1420</c:v>
                </c:pt>
                <c:pt idx="420371">
                  <c:v>k1421</c:v>
                </c:pt>
                <c:pt idx="420322">
                  <c:v>k1422</c:v>
                </c:pt>
                <c:pt idx="420273">
                  <c:v>k1423</c:v>
                </c:pt>
                <c:pt idx="420224">
                  <c:v>k1424</c:v>
                </c:pt>
                <c:pt idx="420175">
                  <c:v>k1425</c:v>
                </c:pt>
                <c:pt idx="420126">
                  <c:v>k1426</c:v>
                </c:pt>
                <c:pt idx="420077">
                  <c:v>k1427</c:v>
                </c:pt>
                <c:pt idx="420028">
                  <c:v>k1428</c:v>
                </c:pt>
                <c:pt idx="419979">
                  <c:v>k1429</c:v>
                </c:pt>
                <c:pt idx="419930">
                  <c:v>k1430</c:v>
                </c:pt>
                <c:pt idx="419881">
                  <c:v>k1431</c:v>
                </c:pt>
                <c:pt idx="419832">
                  <c:v>k1432</c:v>
                </c:pt>
                <c:pt idx="419783">
                  <c:v>k1433</c:v>
                </c:pt>
                <c:pt idx="419734">
                  <c:v>k1434</c:v>
                </c:pt>
                <c:pt idx="419685">
                  <c:v>k1435</c:v>
                </c:pt>
                <c:pt idx="419636">
                  <c:v>k1436</c:v>
                </c:pt>
                <c:pt idx="419587">
                  <c:v>k1437</c:v>
                </c:pt>
                <c:pt idx="419538">
                  <c:v>k1438</c:v>
                </c:pt>
                <c:pt idx="419489">
                  <c:v>k1439</c:v>
                </c:pt>
                <c:pt idx="419440">
                  <c:v>k1440</c:v>
                </c:pt>
                <c:pt idx="419391">
                  <c:v>k1441</c:v>
                </c:pt>
                <c:pt idx="419342">
                  <c:v>k1442</c:v>
                </c:pt>
                <c:pt idx="419293">
                  <c:v>k1443</c:v>
                </c:pt>
                <c:pt idx="419244">
                  <c:v>k1444</c:v>
                </c:pt>
                <c:pt idx="419195">
                  <c:v>k1445</c:v>
                </c:pt>
                <c:pt idx="419146">
                  <c:v>k1446</c:v>
                </c:pt>
                <c:pt idx="419097">
                  <c:v>k1447</c:v>
                </c:pt>
                <c:pt idx="419048">
                  <c:v>k1448</c:v>
                </c:pt>
                <c:pt idx="418999">
                  <c:v>k1449</c:v>
                </c:pt>
                <c:pt idx="418950">
                  <c:v>k1450</c:v>
                </c:pt>
                <c:pt idx="418901">
                  <c:v>k1451</c:v>
                </c:pt>
                <c:pt idx="418852">
                  <c:v>k1452</c:v>
                </c:pt>
                <c:pt idx="418803">
                  <c:v>k1453</c:v>
                </c:pt>
                <c:pt idx="418754">
                  <c:v>k1454</c:v>
                </c:pt>
                <c:pt idx="418705">
                  <c:v>k1455</c:v>
                </c:pt>
                <c:pt idx="418656">
                  <c:v>k1456</c:v>
                </c:pt>
                <c:pt idx="418607">
                  <c:v>k1457</c:v>
                </c:pt>
                <c:pt idx="418558">
                  <c:v>k1458</c:v>
                </c:pt>
                <c:pt idx="418509">
                  <c:v>k1459</c:v>
                </c:pt>
                <c:pt idx="418460">
                  <c:v>k1460</c:v>
                </c:pt>
                <c:pt idx="418411">
                  <c:v>k1461</c:v>
                </c:pt>
                <c:pt idx="418362">
                  <c:v>k1462</c:v>
                </c:pt>
                <c:pt idx="418313">
                  <c:v>k1463</c:v>
                </c:pt>
                <c:pt idx="418264">
                  <c:v>k1464</c:v>
                </c:pt>
                <c:pt idx="418215">
                  <c:v>k1465</c:v>
                </c:pt>
                <c:pt idx="418166">
                  <c:v>k1466</c:v>
                </c:pt>
                <c:pt idx="418117">
                  <c:v>k1467</c:v>
                </c:pt>
                <c:pt idx="418068">
                  <c:v>k1468</c:v>
                </c:pt>
                <c:pt idx="418019">
                  <c:v>k1469</c:v>
                </c:pt>
                <c:pt idx="417970">
                  <c:v>k1470</c:v>
                </c:pt>
                <c:pt idx="417921">
                  <c:v>k1471</c:v>
                </c:pt>
                <c:pt idx="417872">
                  <c:v>k1472</c:v>
                </c:pt>
                <c:pt idx="417823">
                  <c:v>k1473</c:v>
                </c:pt>
                <c:pt idx="417774">
                  <c:v>k1474</c:v>
                </c:pt>
                <c:pt idx="417725">
                  <c:v>k1475</c:v>
                </c:pt>
                <c:pt idx="417676">
                  <c:v>k1476</c:v>
                </c:pt>
                <c:pt idx="417627">
                  <c:v>k1477</c:v>
                </c:pt>
                <c:pt idx="417578">
                  <c:v>k1478</c:v>
                </c:pt>
                <c:pt idx="417529">
                  <c:v>k1479</c:v>
                </c:pt>
                <c:pt idx="417480">
                  <c:v>k1480</c:v>
                </c:pt>
                <c:pt idx="417431">
                  <c:v>k1481</c:v>
                </c:pt>
                <c:pt idx="417382">
                  <c:v>k1482</c:v>
                </c:pt>
                <c:pt idx="417333">
                  <c:v>k1483</c:v>
                </c:pt>
                <c:pt idx="417284">
                  <c:v>k1484</c:v>
                </c:pt>
                <c:pt idx="417235">
                  <c:v>k1485</c:v>
                </c:pt>
                <c:pt idx="417186">
                  <c:v>k1486</c:v>
                </c:pt>
                <c:pt idx="417137">
                  <c:v>k1487</c:v>
                </c:pt>
                <c:pt idx="417088">
                  <c:v>k1488</c:v>
                </c:pt>
                <c:pt idx="417039">
                  <c:v>k1489</c:v>
                </c:pt>
                <c:pt idx="416990">
                  <c:v>k1490</c:v>
                </c:pt>
                <c:pt idx="416941">
                  <c:v>k1491</c:v>
                </c:pt>
                <c:pt idx="416892">
                  <c:v>k1492</c:v>
                </c:pt>
                <c:pt idx="416843">
                  <c:v>k1493</c:v>
                </c:pt>
                <c:pt idx="416794">
                  <c:v>k1494</c:v>
                </c:pt>
                <c:pt idx="416745">
                  <c:v>k1495</c:v>
                </c:pt>
                <c:pt idx="416696">
                  <c:v>k1496</c:v>
                </c:pt>
                <c:pt idx="416647">
                  <c:v>k1497</c:v>
                </c:pt>
                <c:pt idx="416598">
                  <c:v>k1498</c:v>
                </c:pt>
                <c:pt idx="416549">
                  <c:v>k1499</c:v>
                </c:pt>
                <c:pt idx="416500">
                  <c:v>k1500</c:v>
                </c:pt>
                <c:pt idx="416451">
                  <c:v>k1501</c:v>
                </c:pt>
                <c:pt idx="416402">
                  <c:v>k1502</c:v>
                </c:pt>
                <c:pt idx="416353">
                  <c:v>k1503</c:v>
                </c:pt>
                <c:pt idx="416304">
                  <c:v>k1504</c:v>
                </c:pt>
                <c:pt idx="416255">
                  <c:v>k1505</c:v>
                </c:pt>
                <c:pt idx="416206">
                  <c:v>k1506</c:v>
                </c:pt>
                <c:pt idx="416157">
                  <c:v>k1507</c:v>
                </c:pt>
                <c:pt idx="416108">
                  <c:v>k1508</c:v>
                </c:pt>
                <c:pt idx="416059">
                  <c:v>k1509</c:v>
                </c:pt>
                <c:pt idx="416010">
                  <c:v>k1510</c:v>
                </c:pt>
                <c:pt idx="415961">
                  <c:v>k1511</c:v>
                </c:pt>
                <c:pt idx="415912">
                  <c:v>k1512</c:v>
                </c:pt>
                <c:pt idx="415863">
                  <c:v>k1513</c:v>
                </c:pt>
                <c:pt idx="415814">
                  <c:v>k1514</c:v>
                </c:pt>
                <c:pt idx="415765">
                  <c:v>k1515</c:v>
                </c:pt>
                <c:pt idx="415716">
                  <c:v>k1516</c:v>
                </c:pt>
                <c:pt idx="415667">
                  <c:v>k1517</c:v>
                </c:pt>
                <c:pt idx="415618">
                  <c:v>k1518</c:v>
                </c:pt>
                <c:pt idx="415569">
                  <c:v>k1519</c:v>
                </c:pt>
                <c:pt idx="415520">
                  <c:v>k1520</c:v>
                </c:pt>
                <c:pt idx="415471">
                  <c:v>k1521</c:v>
                </c:pt>
                <c:pt idx="415422">
                  <c:v>k1522</c:v>
                </c:pt>
                <c:pt idx="415373">
                  <c:v>k1523</c:v>
                </c:pt>
                <c:pt idx="415324">
                  <c:v>k1524</c:v>
                </c:pt>
                <c:pt idx="415275">
                  <c:v>k1525</c:v>
                </c:pt>
                <c:pt idx="415226">
                  <c:v>k1526</c:v>
                </c:pt>
                <c:pt idx="415177">
                  <c:v>k1527</c:v>
                </c:pt>
                <c:pt idx="415128">
                  <c:v>k1528</c:v>
                </c:pt>
                <c:pt idx="415079">
                  <c:v>k1529</c:v>
                </c:pt>
                <c:pt idx="415030">
                  <c:v>k1530</c:v>
                </c:pt>
                <c:pt idx="414981">
                  <c:v>k1531</c:v>
                </c:pt>
                <c:pt idx="414932">
                  <c:v>k1532</c:v>
                </c:pt>
                <c:pt idx="414883">
                  <c:v>k1533</c:v>
                </c:pt>
                <c:pt idx="414834">
                  <c:v>k1534</c:v>
                </c:pt>
                <c:pt idx="414785">
                  <c:v>k1535</c:v>
                </c:pt>
                <c:pt idx="414736">
                  <c:v>k1536</c:v>
                </c:pt>
                <c:pt idx="414687">
                  <c:v>k1537</c:v>
                </c:pt>
                <c:pt idx="414638">
                  <c:v>k1538</c:v>
                </c:pt>
                <c:pt idx="414589">
                  <c:v>k1539</c:v>
                </c:pt>
                <c:pt idx="414540">
                  <c:v>k1540</c:v>
                </c:pt>
                <c:pt idx="414491">
                  <c:v>k1541</c:v>
                </c:pt>
                <c:pt idx="414442">
                  <c:v>k1542</c:v>
                </c:pt>
                <c:pt idx="414393">
                  <c:v>k1543</c:v>
                </c:pt>
                <c:pt idx="414344">
                  <c:v>k1544</c:v>
                </c:pt>
                <c:pt idx="414295">
                  <c:v>k1545</c:v>
                </c:pt>
                <c:pt idx="414246">
                  <c:v>k1546</c:v>
                </c:pt>
                <c:pt idx="414197">
                  <c:v>k1547</c:v>
                </c:pt>
                <c:pt idx="414148">
                  <c:v>k1548</c:v>
                </c:pt>
                <c:pt idx="414099">
                  <c:v>k1549</c:v>
                </c:pt>
                <c:pt idx="414050">
                  <c:v>k1550</c:v>
                </c:pt>
                <c:pt idx="414001">
                  <c:v>k1551</c:v>
                </c:pt>
                <c:pt idx="413952">
                  <c:v>k1552</c:v>
                </c:pt>
                <c:pt idx="413903">
                  <c:v>k1553</c:v>
                </c:pt>
                <c:pt idx="413854">
                  <c:v>k1554</c:v>
                </c:pt>
                <c:pt idx="413805">
                  <c:v>k1555</c:v>
                </c:pt>
                <c:pt idx="413756">
                  <c:v>k1556</c:v>
                </c:pt>
                <c:pt idx="413707">
                  <c:v>k1557</c:v>
                </c:pt>
                <c:pt idx="413658">
                  <c:v>k1558</c:v>
                </c:pt>
                <c:pt idx="413609">
                  <c:v>k1559</c:v>
                </c:pt>
                <c:pt idx="413560">
                  <c:v>k1560</c:v>
                </c:pt>
                <c:pt idx="413511">
                  <c:v>k1561</c:v>
                </c:pt>
                <c:pt idx="413462">
                  <c:v>k1562</c:v>
                </c:pt>
                <c:pt idx="413413">
                  <c:v>k1563</c:v>
                </c:pt>
                <c:pt idx="413364">
                  <c:v>k1564</c:v>
                </c:pt>
                <c:pt idx="413315">
                  <c:v>k1565</c:v>
                </c:pt>
                <c:pt idx="413266">
                  <c:v>k1566</c:v>
                </c:pt>
                <c:pt idx="413217">
                  <c:v>k1567</c:v>
                </c:pt>
                <c:pt idx="413168">
                  <c:v>k1568</c:v>
                </c:pt>
                <c:pt idx="413119">
                  <c:v>k1569</c:v>
                </c:pt>
                <c:pt idx="413070">
                  <c:v>k1570</c:v>
                </c:pt>
                <c:pt idx="413021">
                  <c:v>k1571</c:v>
                </c:pt>
                <c:pt idx="412972">
                  <c:v>k1572</c:v>
                </c:pt>
                <c:pt idx="412923">
                  <c:v>k1573</c:v>
                </c:pt>
                <c:pt idx="412874">
                  <c:v>k1574</c:v>
                </c:pt>
                <c:pt idx="412825">
                  <c:v>k1575</c:v>
                </c:pt>
                <c:pt idx="412776">
                  <c:v>k1576</c:v>
                </c:pt>
                <c:pt idx="412727">
                  <c:v>k1577</c:v>
                </c:pt>
                <c:pt idx="412678">
                  <c:v>k1578</c:v>
                </c:pt>
                <c:pt idx="412629">
                  <c:v>k1579</c:v>
                </c:pt>
                <c:pt idx="412580">
                  <c:v>k1580</c:v>
                </c:pt>
                <c:pt idx="412531">
                  <c:v>k1581</c:v>
                </c:pt>
                <c:pt idx="412482">
                  <c:v>k1582</c:v>
                </c:pt>
                <c:pt idx="412433">
                  <c:v>k1583</c:v>
                </c:pt>
                <c:pt idx="412384">
                  <c:v>k1584</c:v>
                </c:pt>
                <c:pt idx="412335">
                  <c:v>k1585</c:v>
                </c:pt>
                <c:pt idx="412286">
                  <c:v>k1586</c:v>
                </c:pt>
                <c:pt idx="412237">
                  <c:v>k1587</c:v>
                </c:pt>
                <c:pt idx="412188">
                  <c:v>k1588</c:v>
                </c:pt>
                <c:pt idx="412139">
                  <c:v>k1589</c:v>
                </c:pt>
                <c:pt idx="412090">
                  <c:v>k1590</c:v>
                </c:pt>
                <c:pt idx="412041">
                  <c:v>k1591</c:v>
                </c:pt>
                <c:pt idx="411992">
                  <c:v>k1592</c:v>
                </c:pt>
                <c:pt idx="411943">
                  <c:v>k1593</c:v>
                </c:pt>
                <c:pt idx="411894">
                  <c:v>k1594</c:v>
                </c:pt>
                <c:pt idx="411845">
                  <c:v>k1595</c:v>
                </c:pt>
                <c:pt idx="411796">
                  <c:v>k1596</c:v>
                </c:pt>
                <c:pt idx="411747">
                  <c:v>k1597</c:v>
                </c:pt>
                <c:pt idx="411698">
                  <c:v>k1598</c:v>
                </c:pt>
                <c:pt idx="411649">
                  <c:v>k1599</c:v>
                </c:pt>
                <c:pt idx="411600">
                  <c:v>k1600</c:v>
                </c:pt>
                <c:pt idx="411551">
                  <c:v>k1601</c:v>
                </c:pt>
                <c:pt idx="411502">
                  <c:v>k1602</c:v>
                </c:pt>
                <c:pt idx="411453">
                  <c:v>k1603</c:v>
                </c:pt>
                <c:pt idx="411404">
                  <c:v>k1604</c:v>
                </c:pt>
                <c:pt idx="411355">
                  <c:v>k1605</c:v>
                </c:pt>
                <c:pt idx="411306">
                  <c:v>k1606</c:v>
                </c:pt>
                <c:pt idx="411257">
                  <c:v>k1607</c:v>
                </c:pt>
                <c:pt idx="411208">
                  <c:v>k1608</c:v>
                </c:pt>
                <c:pt idx="411159">
                  <c:v>k1609</c:v>
                </c:pt>
                <c:pt idx="411110">
                  <c:v>k1610</c:v>
                </c:pt>
                <c:pt idx="411061">
                  <c:v>k1611</c:v>
                </c:pt>
                <c:pt idx="411012">
                  <c:v>k1612</c:v>
                </c:pt>
                <c:pt idx="410963">
                  <c:v>k1613</c:v>
                </c:pt>
                <c:pt idx="410914">
                  <c:v>k1614</c:v>
                </c:pt>
                <c:pt idx="410865">
                  <c:v>k1615</c:v>
                </c:pt>
                <c:pt idx="410816">
                  <c:v>k1616</c:v>
                </c:pt>
                <c:pt idx="410767">
                  <c:v>k1617</c:v>
                </c:pt>
                <c:pt idx="410718">
                  <c:v>k1618</c:v>
                </c:pt>
                <c:pt idx="410669">
                  <c:v>k1619</c:v>
                </c:pt>
                <c:pt idx="410620">
                  <c:v>k1620</c:v>
                </c:pt>
                <c:pt idx="410571">
                  <c:v>k1621</c:v>
                </c:pt>
                <c:pt idx="410522">
                  <c:v>k1622</c:v>
                </c:pt>
                <c:pt idx="410473">
                  <c:v>k1623</c:v>
                </c:pt>
                <c:pt idx="410424">
                  <c:v>k1624</c:v>
                </c:pt>
                <c:pt idx="410375">
                  <c:v>k1625</c:v>
                </c:pt>
                <c:pt idx="410326">
                  <c:v>k1626</c:v>
                </c:pt>
                <c:pt idx="410277">
                  <c:v>k1627</c:v>
                </c:pt>
                <c:pt idx="410228">
                  <c:v>k1628</c:v>
                </c:pt>
                <c:pt idx="410179">
                  <c:v>k1629</c:v>
                </c:pt>
                <c:pt idx="410130">
                  <c:v>k1630</c:v>
                </c:pt>
                <c:pt idx="410081">
                  <c:v>k1631</c:v>
                </c:pt>
                <c:pt idx="410032">
                  <c:v>k1632</c:v>
                </c:pt>
                <c:pt idx="409983">
                  <c:v>k1633</c:v>
                </c:pt>
                <c:pt idx="409934">
                  <c:v>k1634</c:v>
                </c:pt>
                <c:pt idx="409885">
                  <c:v>k1635</c:v>
                </c:pt>
                <c:pt idx="409836">
                  <c:v>k1636</c:v>
                </c:pt>
                <c:pt idx="409787">
                  <c:v>k1637</c:v>
                </c:pt>
                <c:pt idx="409738">
                  <c:v>k1638</c:v>
                </c:pt>
                <c:pt idx="409689">
                  <c:v>k1639</c:v>
                </c:pt>
                <c:pt idx="409640">
                  <c:v>k1640</c:v>
                </c:pt>
                <c:pt idx="409591">
                  <c:v>k1641</c:v>
                </c:pt>
                <c:pt idx="409542">
                  <c:v>k1642</c:v>
                </c:pt>
                <c:pt idx="409493">
                  <c:v>k1643</c:v>
                </c:pt>
                <c:pt idx="409444">
                  <c:v>k1644</c:v>
                </c:pt>
                <c:pt idx="409395">
                  <c:v>k1645</c:v>
                </c:pt>
                <c:pt idx="409346">
                  <c:v>k1646</c:v>
                </c:pt>
                <c:pt idx="409297">
                  <c:v>k1647</c:v>
                </c:pt>
                <c:pt idx="409248">
                  <c:v>k1648</c:v>
                </c:pt>
                <c:pt idx="409199">
                  <c:v>k1649</c:v>
                </c:pt>
                <c:pt idx="409150">
                  <c:v>k1650</c:v>
                </c:pt>
                <c:pt idx="409101">
                  <c:v>k1651</c:v>
                </c:pt>
                <c:pt idx="409052">
                  <c:v>k1652</c:v>
                </c:pt>
                <c:pt idx="409003">
                  <c:v>k1653</c:v>
                </c:pt>
                <c:pt idx="408954">
                  <c:v>k1654</c:v>
                </c:pt>
                <c:pt idx="408905">
                  <c:v>k1655</c:v>
                </c:pt>
                <c:pt idx="408856">
                  <c:v>k1656</c:v>
                </c:pt>
                <c:pt idx="408807">
                  <c:v>k1657</c:v>
                </c:pt>
                <c:pt idx="408758">
                  <c:v>k1658</c:v>
                </c:pt>
                <c:pt idx="408709">
                  <c:v>k1659</c:v>
                </c:pt>
                <c:pt idx="408660">
                  <c:v>k1660</c:v>
                </c:pt>
                <c:pt idx="408611">
                  <c:v>k1661</c:v>
                </c:pt>
                <c:pt idx="408562">
                  <c:v>k1662</c:v>
                </c:pt>
                <c:pt idx="408513">
                  <c:v>k1663</c:v>
                </c:pt>
                <c:pt idx="408464">
                  <c:v>k1664</c:v>
                </c:pt>
                <c:pt idx="408415">
                  <c:v>k1665</c:v>
                </c:pt>
                <c:pt idx="408366">
                  <c:v>k1666</c:v>
                </c:pt>
                <c:pt idx="408317">
                  <c:v>k1667</c:v>
                </c:pt>
                <c:pt idx="408268">
                  <c:v>k1668</c:v>
                </c:pt>
                <c:pt idx="408219">
                  <c:v>k1669</c:v>
                </c:pt>
                <c:pt idx="408170">
                  <c:v>k1670</c:v>
                </c:pt>
                <c:pt idx="408121">
                  <c:v>k1671</c:v>
                </c:pt>
                <c:pt idx="408072">
                  <c:v>k1672</c:v>
                </c:pt>
                <c:pt idx="408023">
                  <c:v>k1673</c:v>
                </c:pt>
                <c:pt idx="407974">
                  <c:v>k1674</c:v>
                </c:pt>
                <c:pt idx="407925">
                  <c:v>k1675</c:v>
                </c:pt>
                <c:pt idx="407876">
                  <c:v>k1676</c:v>
                </c:pt>
                <c:pt idx="407827">
                  <c:v>k1677</c:v>
                </c:pt>
                <c:pt idx="407778">
                  <c:v>k1678</c:v>
                </c:pt>
                <c:pt idx="407729">
                  <c:v>k1679</c:v>
                </c:pt>
                <c:pt idx="407680">
                  <c:v>k1680</c:v>
                </c:pt>
                <c:pt idx="407631">
                  <c:v>k1681</c:v>
                </c:pt>
                <c:pt idx="407582">
                  <c:v>k1682</c:v>
                </c:pt>
                <c:pt idx="407533">
                  <c:v>k1683</c:v>
                </c:pt>
                <c:pt idx="407484">
                  <c:v>k1684</c:v>
                </c:pt>
                <c:pt idx="407435">
                  <c:v>k1685</c:v>
                </c:pt>
                <c:pt idx="407386">
                  <c:v>k1686</c:v>
                </c:pt>
                <c:pt idx="407337">
                  <c:v>k1687</c:v>
                </c:pt>
                <c:pt idx="407288">
                  <c:v>k1688</c:v>
                </c:pt>
                <c:pt idx="407239">
                  <c:v>k1689</c:v>
                </c:pt>
                <c:pt idx="407190">
                  <c:v>k1690</c:v>
                </c:pt>
                <c:pt idx="407141">
                  <c:v>k1691</c:v>
                </c:pt>
                <c:pt idx="407092">
                  <c:v>k1692</c:v>
                </c:pt>
                <c:pt idx="407043">
                  <c:v>k1693</c:v>
                </c:pt>
                <c:pt idx="406994">
                  <c:v>k1694</c:v>
                </c:pt>
                <c:pt idx="406945">
                  <c:v>k1695</c:v>
                </c:pt>
                <c:pt idx="406896">
                  <c:v>k1696</c:v>
                </c:pt>
                <c:pt idx="406847">
                  <c:v>k1697</c:v>
                </c:pt>
                <c:pt idx="406798">
                  <c:v>k1698</c:v>
                </c:pt>
                <c:pt idx="406749">
                  <c:v>k1699</c:v>
                </c:pt>
                <c:pt idx="406700">
                  <c:v>k1700</c:v>
                </c:pt>
                <c:pt idx="406651">
                  <c:v>k1701</c:v>
                </c:pt>
                <c:pt idx="406602">
                  <c:v>k1702</c:v>
                </c:pt>
                <c:pt idx="406553">
                  <c:v>k1703</c:v>
                </c:pt>
                <c:pt idx="406504">
                  <c:v>k1704</c:v>
                </c:pt>
                <c:pt idx="406455">
                  <c:v>k1705</c:v>
                </c:pt>
                <c:pt idx="406406">
                  <c:v>k1706</c:v>
                </c:pt>
                <c:pt idx="406357">
                  <c:v>k1707</c:v>
                </c:pt>
                <c:pt idx="406308">
                  <c:v>k1708</c:v>
                </c:pt>
                <c:pt idx="406259">
                  <c:v>k1709</c:v>
                </c:pt>
                <c:pt idx="406210">
                  <c:v>k1710</c:v>
                </c:pt>
                <c:pt idx="406161">
                  <c:v>k1711</c:v>
                </c:pt>
                <c:pt idx="406112">
                  <c:v>k1712</c:v>
                </c:pt>
                <c:pt idx="406063">
                  <c:v>k1713</c:v>
                </c:pt>
                <c:pt idx="406014">
                  <c:v>k1714</c:v>
                </c:pt>
                <c:pt idx="405965">
                  <c:v>k1715</c:v>
                </c:pt>
                <c:pt idx="405916">
                  <c:v>k1716</c:v>
                </c:pt>
                <c:pt idx="405867">
                  <c:v>k1717</c:v>
                </c:pt>
                <c:pt idx="405818">
                  <c:v>k1718</c:v>
                </c:pt>
                <c:pt idx="405769">
                  <c:v>k1719</c:v>
                </c:pt>
                <c:pt idx="405720">
                  <c:v>k1720</c:v>
                </c:pt>
                <c:pt idx="405671">
                  <c:v>k1721</c:v>
                </c:pt>
                <c:pt idx="405622">
                  <c:v>k1722</c:v>
                </c:pt>
                <c:pt idx="405573">
                  <c:v>k1723</c:v>
                </c:pt>
                <c:pt idx="405524">
                  <c:v>k1724</c:v>
                </c:pt>
                <c:pt idx="405475">
                  <c:v>k1725</c:v>
                </c:pt>
                <c:pt idx="405426">
                  <c:v>k1726</c:v>
                </c:pt>
                <c:pt idx="405377">
                  <c:v>k1727</c:v>
                </c:pt>
                <c:pt idx="405328">
                  <c:v>k1728</c:v>
                </c:pt>
                <c:pt idx="405279">
                  <c:v>k1729</c:v>
                </c:pt>
                <c:pt idx="405230">
                  <c:v>k1730</c:v>
                </c:pt>
                <c:pt idx="405181">
                  <c:v>k1731</c:v>
                </c:pt>
                <c:pt idx="405132">
                  <c:v>k1732</c:v>
                </c:pt>
                <c:pt idx="405083">
                  <c:v>k1733</c:v>
                </c:pt>
                <c:pt idx="405034">
                  <c:v>k1734</c:v>
                </c:pt>
                <c:pt idx="404985">
                  <c:v>k1735</c:v>
                </c:pt>
                <c:pt idx="404936">
                  <c:v>k1736</c:v>
                </c:pt>
                <c:pt idx="404887">
                  <c:v>k1737</c:v>
                </c:pt>
                <c:pt idx="404838">
                  <c:v>k1738</c:v>
                </c:pt>
                <c:pt idx="404789">
                  <c:v>k1739</c:v>
                </c:pt>
                <c:pt idx="404740">
                  <c:v>k1740</c:v>
                </c:pt>
                <c:pt idx="404691">
                  <c:v>k1741</c:v>
                </c:pt>
                <c:pt idx="404642">
                  <c:v>k1742</c:v>
                </c:pt>
                <c:pt idx="404593">
                  <c:v>k1743</c:v>
                </c:pt>
                <c:pt idx="404544">
                  <c:v>k1744</c:v>
                </c:pt>
                <c:pt idx="404495">
                  <c:v>k1745</c:v>
                </c:pt>
                <c:pt idx="404446">
                  <c:v>k1746</c:v>
                </c:pt>
                <c:pt idx="404397">
                  <c:v>k1747</c:v>
                </c:pt>
                <c:pt idx="404348">
                  <c:v>k1748</c:v>
                </c:pt>
                <c:pt idx="404299">
                  <c:v>k1749</c:v>
                </c:pt>
                <c:pt idx="404250">
                  <c:v>k1750</c:v>
                </c:pt>
                <c:pt idx="404201">
                  <c:v>k1751</c:v>
                </c:pt>
                <c:pt idx="404152">
                  <c:v>k1752</c:v>
                </c:pt>
                <c:pt idx="404103">
                  <c:v>k1753</c:v>
                </c:pt>
                <c:pt idx="404054">
                  <c:v>k1754</c:v>
                </c:pt>
                <c:pt idx="404005">
                  <c:v>k1755</c:v>
                </c:pt>
                <c:pt idx="403956">
                  <c:v>k1756</c:v>
                </c:pt>
                <c:pt idx="403907">
                  <c:v>k1757</c:v>
                </c:pt>
                <c:pt idx="403858">
                  <c:v>k1758</c:v>
                </c:pt>
                <c:pt idx="403809">
                  <c:v>k1759</c:v>
                </c:pt>
                <c:pt idx="403760">
                  <c:v>k1760</c:v>
                </c:pt>
                <c:pt idx="403711">
                  <c:v>k1761</c:v>
                </c:pt>
                <c:pt idx="403662">
                  <c:v>k1762</c:v>
                </c:pt>
                <c:pt idx="403613">
                  <c:v>k1763</c:v>
                </c:pt>
                <c:pt idx="403564">
                  <c:v>k1764</c:v>
                </c:pt>
                <c:pt idx="403515">
                  <c:v>k1765</c:v>
                </c:pt>
                <c:pt idx="403466">
                  <c:v>k1766</c:v>
                </c:pt>
                <c:pt idx="403417">
                  <c:v>k1767</c:v>
                </c:pt>
                <c:pt idx="403368">
                  <c:v>k1768</c:v>
                </c:pt>
                <c:pt idx="403319">
                  <c:v>k1769</c:v>
                </c:pt>
                <c:pt idx="403270">
                  <c:v>k1770</c:v>
                </c:pt>
                <c:pt idx="403221">
                  <c:v>k1771</c:v>
                </c:pt>
                <c:pt idx="403172">
                  <c:v>k1772</c:v>
                </c:pt>
                <c:pt idx="403123">
                  <c:v>k1773</c:v>
                </c:pt>
                <c:pt idx="403074">
                  <c:v>k1774</c:v>
                </c:pt>
                <c:pt idx="403025">
                  <c:v>k1775</c:v>
                </c:pt>
                <c:pt idx="402976">
                  <c:v>k1776</c:v>
                </c:pt>
                <c:pt idx="402927">
                  <c:v>k1777</c:v>
                </c:pt>
                <c:pt idx="402878">
                  <c:v>k1778</c:v>
                </c:pt>
                <c:pt idx="402829">
                  <c:v>k1779</c:v>
                </c:pt>
                <c:pt idx="402780">
                  <c:v>k1780</c:v>
                </c:pt>
                <c:pt idx="402731">
                  <c:v>k1781</c:v>
                </c:pt>
                <c:pt idx="402682">
                  <c:v>k1782</c:v>
                </c:pt>
                <c:pt idx="402633">
                  <c:v>k1783</c:v>
                </c:pt>
                <c:pt idx="402584">
                  <c:v>k1784</c:v>
                </c:pt>
                <c:pt idx="402535">
                  <c:v>k1785</c:v>
                </c:pt>
                <c:pt idx="402486">
                  <c:v>k1786</c:v>
                </c:pt>
                <c:pt idx="402437">
                  <c:v>k1787</c:v>
                </c:pt>
                <c:pt idx="402388">
                  <c:v>k1788</c:v>
                </c:pt>
                <c:pt idx="402339">
                  <c:v>k1789</c:v>
                </c:pt>
                <c:pt idx="402290">
                  <c:v>k1790</c:v>
                </c:pt>
                <c:pt idx="402241">
                  <c:v>k1791</c:v>
                </c:pt>
                <c:pt idx="402192">
                  <c:v>k1792</c:v>
                </c:pt>
                <c:pt idx="402143">
                  <c:v>k1793</c:v>
                </c:pt>
                <c:pt idx="402094">
                  <c:v>k1794</c:v>
                </c:pt>
                <c:pt idx="402045">
                  <c:v>k1795</c:v>
                </c:pt>
                <c:pt idx="401996">
                  <c:v>k1796</c:v>
                </c:pt>
                <c:pt idx="401947">
                  <c:v>k1797</c:v>
                </c:pt>
                <c:pt idx="401898">
                  <c:v>k1798</c:v>
                </c:pt>
                <c:pt idx="401849">
                  <c:v>k1799</c:v>
                </c:pt>
                <c:pt idx="401800">
                  <c:v>k1800</c:v>
                </c:pt>
                <c:pt idx="401751">
                  <c:v>k1801</c:v>
                </c:pt>
                <c:pt idx="401702">
                  <c:v>k1802</c:v>
                </c:pt>
                <c:pt idx="401653">
                  <c:v>k1803</c:v>
                </c:pt>
                <c:pt idx="401604">
                  <c:v>k1804</c:v>
                </c:pt>
                <c:pt idx="401555">
                  <c:v>k1805</c:v>
                </c:pt>
                <c:pt idx="401506">
                  <c:v>k1806</c:v>
                </c:pt>
                <c:pt idx="401457">
                  <c:v>k1807</c:v>
                </c:pt>
                <c:pt idx="401408">
                  <c:v>k1808</c:v>
                </c:pt>
                <c:pt idx="401359">
                  <c:v>k1809</c:v>
                </c:pt>
                <c:pt idx="401310">
                  <c:v>k1810</c:v>
                </c:pt>
                <c:pt idx="401261">
                  <c:v>k1811</c:v>
                </c:pt>
                <c:pt idx="401212">
                  <c:v>k1812</c:v>
                </c:pt>
                <c:pt idx="401163">
                  <c:v>k1813</c:v>
                </c:pt>
                <c:pt idx="401114">
                  <c:v>k1814</c:v>
                </c:pt>
                <c:pt idx="401065">
                  <c:v>k1815</c:v>
                </c:pt>
                <c:pt idx="401016">
                  <c:v>k1816</c:v>
                </c:pt>
                <c:pt idx="400967">
                  <c:v>k1817</c:v>
                </c:pt>
                <c:pt idx="400918">
                  <c:v>k1818</c:v>
                </c:pt>
                <c:pt idx="400869">
                  <c:v>k1819</c:v>
                </c:pt>
                <c:pt idx="400820">
                  <c:v>k1820</c:v>
                </c:pt>
                <c:pt idx="400771">
                  <c:v>k1821</c:v>
                </c:pt>
                <c:pt idx="400722">
                  <c:v>k1822</c:v>
                </c:pt>
                <c:pt idx="400673">
                  <c:v>k1823</c:v>
                </c:pt>
                <c:pt idx="400624">
                  <c:v>k1824</c:v>
                </c:pt>
                <c:pt idx="400575">
                  <c:v>k1825</c:v>
                </c:pt>
                <c:pt idx="400526">
                  <c:v>k1826</c:v>
                </c:pt>
                <c:pt idx="400477">
                  <c:v>k1827</c:v>
                </c:pt>
                <c:pt idx="400428">
                  <c:v>k1828</c:v>
                </c:pt>
                <c:pt idx="400379">
                  <c:v>k1829</c:v>
                </c:pt>
                <c:pt idx="400330">
                  <c:v>k1830</c:v>
                </c:pt>
                <c:pt idx="400281">
                  <c:v>k1831</c:v>
                </c:pt>
                <c:pt idx="400232">
                  <c:v>k1832</c:v>
                </c:pt>
                <c:pt idx="400183">
                  <c:v>k1833</c:v>
                </c:pt>
                <c:pt idx="400134">
                  <c:v>k1834</c:v>
                </c:pt>
                <c:pt idx="400085">
                  <c:v>k1835</c:v>
                </c:pt>
                <c:pt idx="400036">
                  <c:v>k1836</c:v>
                </c:pt>
                <c:pt idx="399987">
                  <c:v>k1837</c:v>
                </c:pt>
                <c:pt idx="399938">
                  <c:v>k1838</c:v>
                </c:pt>
                <c:pt idx="399889">
                  <c:v>k1839</c:v>
                </c:pt>
                <c:pt idx="399840">
                  <c:v>k1840</c:v>
                </c:pt>
                <c:pt idx="399791">
                  <c:v>k1841</c:v>
                </c:pt>
                <c:pt idx="399742">
                  <c:v>k1842</c:v>
                </c:pt>
                <c:pt idx="399693">
                  <c:v>k1843</c:v>
                </c:pt>
                <c:pt idx="399644">
                  <c:v>k1844</c:v>
                </c:pt>
                <c:pt idx="399595">
                  <c:v>k1845</c:v>
                </c:pt>
                <c:pt idx="399546">
                  <c:v>k1846</c:v>
                </c:pt>
                <c:pt idx="399497">
                  <c:v>k1847</c:v>
                </c:pt>
                <c:pt idx="399448">
                  <c:v>k1848</c:v>
                </c:pt>
                <c:pt idx="399399">
                  <c:v>k1849</c:v>
                </c:pt>
                <c:pt idx="399350">
                  <c:v>k1850</c:v>
                </c:pt>
                <c:pt idx="399301">
                  <c:v>k1851</c:v>
                </c:pt>
                <c:pt idx="399252">
                  <c:v>k1852</c:v>
                </c:pt>
                <c:pt idx="399203">
                  <c:v>k1853</c:v>
                </c:pt>
                <c:pt idx="399154">
                  <c:v>k1854</c:v>
                </c:pt>
                <c:pt idx="399105">
                  <c:v>k1855</c:v>
                </c:pt>
                <c:pt idx="399056">
                  <c:v>k1856</c:v>
                </c:pt>
                <c:pt idx="399007">
                  <c:v>k1857</c:v>
                </c:pt>
                <c:pt idx="398958">
                  <c:v>k1858</c:v>
                </c:pt>
                <c:pt idx="398909">
                  <c:v>k1859</c:v>
                </c:pt>
                <c:pt idx="398860">
                  <c:v>k1860</c:v>
                </c:pt>
                <c:pt idx="398811">
                  <c:v>k1861</c:v>
                </c:pt>
                <c:pt idx="398762">
                  <c:v>k1862</c:v>
                </c:pt>
                <c:pt idx="398713">
                  <c:v>k1863</c:v>
                </c:pt>
                <c:pt idx="398664">
                  <c:v>k1864</c:v>
                </c:pt>
                <c:pt idx="398615">
                  <c:v>k1865</c:v>
                </c:pt>
                <c:pt idx="398566">
                  <c:v>k1866</c:v>
                </c:pt>
                <c:pt idx="398517">
                  <c:v>k1867</c:v>
                </c:pt>
                <c:pt idx="398468">
                  <c:v>k1868</c:v>
                </c:pt>
                <c:pt idx="398419">
                  <c:v>k1869</c:v>
                </c:pt>
                <c:pt idx="398370">
                  <c:v>k1870</c:v>
                </c:pt>
                <c:pt idx="398321">
                  <c:v>k1871</c:v>
                </c:pt>
                <c:pt idx="398272">
                  <c:v>k1872</c:v>
                </c:pt>
                <c:pt idx="398223">
                  <c:v>k1873</c:v>
                </c:pt>
                <c:pt idx="398174">
                  <c:v>k1874</c:v>
                </c:pt>
                <c:pt idx="398125">
                  <c:v>k1875</c:v>
                </c:pt>
                <c:pt idx="398076">
                  <c:v>k1876</c:v>
                </c:pt>
                <c:pt idx="398027">
                  <c:v>k1877</c:v>
                </c:pt>
                <c:pt idx="397978">
                  <c:v>k1878</c:v>
                </c:pt>
                <c:pt idx="397929">
                  <c:v>k1879</c:v>
                </c:pt>
                <c:pt idx="397880">
                  <c:v>k1880</c:v>
                </c:pt>
                <c:pt idx="397831">
                  <c:v>k1881</c:v>
                </c:pt>
                <c:pt idx="397782">
                  <c:v>k1882</c:v>
                </c:pt>
                <c:pt idx="397733">
                  <c:v>k1883</c:v>
                </c:pt>
                <c:pt idx="397684">
                  <c:v>k1884</c:v>
                </c:pt>
                <c:pt idx="397635">
                  <c:v>k1885</c:v>
                </c:pt>
                <c:pt idx="397586">
                  <c:v>k1886</c:v>
                </c:pt>
                <c:pt idx="397537">
                  <c:v>k1887</c:v>
                </c:pt>
                <c:pt idx="397488">
                  <c:v>k1888</c:v>
                </c:pt>
                <c:pt idx="397439">
                  <c:v>k1889</c:v>
                </c:pt>
                <c:pt idx="397390">
                  <c:v>k1890</c:v>
                </c:pt>
                <c:pt idx="397341">
                  <c:v>k1891</c:v>
                </c:pt>
                <c:pt idx="397292">
                  <c:v>k1892</c:v>
                </c:pt>
                <c:pt idx="397243">
                  <c:v>k1893</c:v>
                </c:pt>
                <c:pt idx="397194">
                  <c:v>k1894</c:v>
                </c:pt>
                <c:pt idx="397145">
                  <c:v>k1895</c:v>
                </c:pt>
                <c:pt idx="397096">
                  <c:v>k1896</c:v>
                </c:pt>
                <c:pt idx="397047">
                  <c:v>k1897</c:v>
                </c:pt>
                <c:pt idx="396998">
                  <c:v>k1898</c:v>
                </c:pt>
                <c:pt idx="396949">
                  <c:v>k1899</c:v>
                </c:pt>
                <c:pt idx="396900">
                  <c:v>k1900</c:v>
                </c:pt>
                <c:pt idx="396851">
                  <c:v>k1901</c:v>
                </c:pt>
                <c:pt idx="396802">
                  <c:v>k1902</c:v>
                </c:pt>
                <c:pt idx="396753">
                  <c:v>k1903</c:v>
                </c:pt>
                <c:pt idx="396704">
                  <c:v>k1904</c:v>
                </c:pt>
                <c:pt idx="396655">
                  <c:v>k1905</c:v>
                </c:pt>
                <c:pt idx="396606">
                  <c:v>k1906</c:v>
                </c:pt>
                <c:pt idx="396557">
                  <c:v>k1907</c:v>
                </c:pt>
                <c:pt idx="396508">
                  <c:v>k1908</c:v>
                </c:pt>
                <c:pt idx="396459">
                  <c:v>k1909</c:v>
                </c:pt>
                <c:pt idx="396410">
                  <c:v>k1910</c:v>
                </c:pt>
                <c:pt idx="396361">
                  <c:v>k1911</c:v>
                </c:pt>
                <c:pt idx="396312">
                  <c:v>k1912</c:v>
                </c:pt>
                <c:pt idx="396263">
                  <c:v>k1913</c:v>
                </c:pt>
                <c:pt idx="396214">
                  <c:v>k1914</c:v>
                </c:pt>
                <c:pt idx="396165">
                  <c:v>k1915</c:v>
                </c:pt>
                <c:pt idx="396116">
                  <c:v>k1916</c:v>
                </c:pt>
                <c:pt idx="396067">
                  <c:v>k1917</c:v>
                </c:pt>
                <c:pt idx="396018">
                  <c:v>k1918</c:v>
                </c:pt>
                <c:pt idx="395969">
                  <c:v>k1919</c:v>
                </c:pt>
                <c:pt idx="395920">
                  <c:v>k1920</c:v>
                </c:pt>
                <c:pt idx="395871">
                  <c:v>k1921</c:v>
                </c:pt>
                <c:pt idx="395822">
                  <c:v>k1922</c:v>
                </c:pt>
                <c:pt idx="395773">
                  <c:v>k1923</c:v>
                </c:pt>
                <c:pt idx="395724">
                  <c:v>k1924</c:v>
                </c:pt>
                <c:pt idx="395675">
                  <c:v>k1925</c:v>
                </c:pt>
                <c:pt idx="395626">
                  <c:v>k1926</c:v>
                </c:pt>
                <c:pt idx="395577">
                  <c:v>k1927</c:v>
                </c:pt>
                <c:pt idx="395528">
                  <c:v>k1928</c:v>
                </c:pt>
                <c:pt idx="395479">
                  <c:v>k1929</c:v>
                </c:pt>
                <c:pt idx="395430">
                  <c:v>k1930</c:v>
                </c:pt>
                <c:pt idx="395381">
                  <c:v>k1931</c:v>
                </c:pt>
                <c:pt idx="395332">
                  <c:v>k1932</c:v>
                </c:pt>
                <c:pt idx="395283">
                  <c:v>k1933</c:v>
                </c:pt>
                <c:pt idx="395234">
                  <c:v>k1934</c:v>
                </c:pt>
                <c:pt idx="395185">
                  <c:v>k1935</c:v>
                </c:pt>
                <c:pt idx="395136">
                  <c:v>k1936</c:v>
                </c:pt>
                <c:pt idx="395087">
                  <c:v>k1937</c:v>
                </c:pt>
                <c:pt idx="395038">
                  <c:v>k1938</c:v>
                </c:pt>
                <c:pt idx="394989">
                  <c:v>k1939</c:v>
                </c:pt>
                <c:pt idx="394940">
                  <c:v>k1940</c:v>
                </c:pt>
                <c:pt idx="394891">
                  <c:v>k1941</c:v>
                </c:pt>
                <c:pt idx="394842">
                  <c:v>k1942</c:v>
                </c:pt>
                <c:pt idx="394793">
                  <c:v>k1943</c:v>
                </c:pt>
                <c:pt idx="394744">
                  <c:v>k1944</c:v>
                </c:pt>
                <c:pt idx="394695">
                  <c:v>k1945</c:v>
                </c:pt>
                <c:pt idx="394646">
                  <c:v>k1946</c:v>
                </c:pt>
                <c:pt idx="394597">
                  <c:v>k1947</c:v>
                </c:pt>
                <c:pt idx="394548">
                  <c:v>k1948</c:v>
                </c:pt>
                <c:pt idx="394499">
                  <c:v>k1949</c:v>
                </c:pt>
                <c:pt idx="394450">
                  <c:v>k1950</c:v>
                </c:pt>
                <c:pt idx="394401">
                  <c:v>k1951</c:v>
                </c:pt>
                <c:pt idx="394352">
                  <c:v>k1952</c:v>
                </c:pt>
                <c:pt idx="394303">
                  <c:v>k1953</c:v>
                </c:pt>
                <c:pt idx="394254">
                  <c:v>k1954</c:v>
                </c:pt>
                <c:pt idx="394205">
                  <c:v>k1955</c:v>
                </c:pt>
                <c:pt idx="394156">
                  <c:v>k1956</c:v>
                </c:pt>
                <c:pt idx="394107">
                  <c:v>k1957</c:v>
                </c:pt>
                <c:pt idx="394058">
                  <c:v>k1958</c:v>
                </c:pt>
                <c:pt idx="394009">
                  <c:v>k1959</c:v>
                </c:pt>
                <c:pt idx="393960">
                  <c:v>k1960</c:v>
                </c:pt>
                <c:pt idx="393911">
                  <c:v>k1961</c:v>
                </c:pt>
                <c:pt idx="393862">
                  <c:v>k1962</c:v>
                </c:pt>
                <c:pt idx="393813">
                  <c:v>k1963</c:v>
                </c:pt>
                <c:pt idx="393764">
                  <c:v>k1964</c:v>
                </c:pt>
                <c:pt idx="393715">
                  <c:v>k1965</c:v>
                </c:pt>
                <c:pt idx="393666">
                  <c:v>k1966</c:v>
                </c:pt>
                <c:pt idx="393617">
                  <c:v>k1967</c:v>
                </c:pt>
                <c:pt idx="393568">
                  <c:v>k1968</c:v>
                </c:pt>
                <c:pt idx="393519">
                  <c:v>k1969</c:v>
                </c:pt>
                <c:pt idx="393470">
                  <c:v>k1970</c:v>
                </c:pt>
                <c:pt idx="393421">
                  <c:v>k1971</c:v>
                </c:pt>
                <c:pt idx="393372">
                  <c:v>k1972</c:v>
                </c:pt>
                <c:pt idx="393323">
                  <c:v>k1973</c:v>
                </c:pt>
                <c:pt idx="393274">
                  <c:v>k1974</c:v>
                </c:pt>
                <c:pt idx="393225">
                  <c:v>k1975</c:v>
                </c:pt>
                <c:pt idx="393176">
                  <c:v>k1976</c:v>
                </c:pt>
                <c:pt idx="393127">
                  <c:v>k1977</c:v>
                </c:pt>
                <c:pt idx="393078">
                  <c:v>k1978</c:v>
                </c:pt>
                <c:pt idx="393029">
                  <c:v>k1979</c:v>
                </c:pt>
                <c:pt idx="392980">
                  <c:v>k1980</c:v>
                </c:pt>
                <c:pt idx="392931">
                  <c:v>k1981</c:v>
                </c:pt>
                <c:pt idx="392882">
                  <c:v>k1982</c:v>
                </c:pt>
                <c:pt idx="392833">
                  <c:v>k1983</c:v>
                </c:pt>
                <c:pt idx="392784">
                  <c:v>k1984</c:v>
                </c:pt>
                <c:pt idx="392735">
                  <c:v>k1985</c:v>
                </c:pt>
                <c:pt idx="392686">
                  <c:v>k1986</c:v>
                </c:pt>
                <c:pt idx="392637">
                  <c:v>k1987</c:v>
                </c:pt>
                <c:pt idx="392588">
                  <c:v>k1988</c:v>
                </c:pt>
                <c:pt idx="392539">
                  <c:v>k1989</c:v>
                </c:pt>
                <c:pt idx="392490">
                  <c:v>k1990</c:v>
                </c:pt>
                <c:pt idx="392441">
                  <c:v>k1991</c:v>
                </c:pt>
                <c:pt idx="392392">
                  <c:v>k1992</c:v>
                </c:pt>
                <c:pt idx="392343">
                  <c:v>k1993</c:v>
                </c:pt>
                <c:pt idx="392294">
                  <c:v>k1994</c:v>
                </c:pt>
                <c:pt idx="392245">
                  <c:v>k1995</c:v>
                </c:pt>
                <c:pt idx="392196">
                  <c:v>k1996</c:v>
                </c:pt>
                <c:pt idx="392147">
                  <c:v>k1997</c:v>
                </c:pt>
                <c:pt idx="392098">
                  <c:v>k1998</c:v>
                </c:pt>
                <c:pt idx="392049">
                  <c:v>k1999</c:v>
                </c:pt>
                <c:pt idx="392000">
                  <c:v>k2000</c:v>
                </c:pt>
                <c:pt idx="391951">
                  <c:v>k2001</c:v>
                </c:pt>
                <c:pt idx="391902">
                  <c:v>k2002</c:v>
                </c:pt>
                <c:pt idx="391853">
                  <c:v>k2003</c:v>
                </c:pt>
                <c:pt idx="391804">
                  <c:v>k2004</c:v>
                </c:pt>
                <c:pt idx="391755">
                  <c:v>k2005</c:v>
                </c:pt>
                <c:pt idx="391706">
                  <c:v>k2006</c:v>
                </c:pt>
                <c:pt idx="391657">
                  <c:v>k2007</c:v>
                </c:pt>
                <c:pt idx="391608">
                  <c:v>k2008</c:v>
                </c:pt>
                <c:pt idx="391559">
                  <c:v>k2009</c:v>
                </c:pt>
                <c:pt idx="391510">
                  <c:v>k2010</c:v>
                </c:pt>
                <c:pt idx="391461">
                  <c:v>k2011</c:v>
                </c:pt>
                <c:pt idx="391412">
                  <c:v>k2012</c:v>
                </c:pt>
                <c:pt idx="391363">
                  <c:v>k2013</c:v>
                </c:pt>
                <c:pt idx="391314">
                  <c:v>k2014</c:v>
                </c:pt>
                <c:pt idx="391265">
                  <c:v>k2015</c:v>
                </c:pt>
                <c:pt idx="391216">
                  <c:v>k2016</c:v>
                </c:pt>
                <c:pt idx="391167">
                  <c:v>k2017</c:v>
                </c:pt>
                <c:pt idx="391118">
                  <c:v>k2018</c:v>
                </c:pt>
                <c:pt idx="391069">
                  <c:v>k2019</c:v>
                </c:pt>
                <c:pt idx="391020">
                  <c:v>k2020</c:v>
                </c:pt>
                <c:pt idx="390971">
                  <c:v>k2021</c:v>
                </c:pt>
                <c:pt idx="390922">
                  <c:v>k2022</c:v>
                </c:pt>
                <c:pt idx="390873">
                  <c:v>k2023</c:v>
                </c:pt>
                <c:pt idx="390824">
                  <c:v>k2024</c:v>
                </c:pt>
                <c:pt idx="390775">
                  <c:v>k2025</c:v>
                </c:pt>
                <c:pt idx="390726">
                  <c:v>k2026</c:v>
                </c:pt>
                <c:pt idx="390677">
                  <c:v>k2027</c:v>
                </c:pt>
                <c:pt idx="390628">
                  <c:v>k2028</c:v>
                </c:pt>
                <c:pt idx="390579">
                  <c:v>k2029</c:v>
                </c:pt>
                <c:pt idx="390530">
                  <c:v>k2030</c:v>
                </c:pt>
                <c:pt idx="390481">
                  <c:v>k2031</c:v>
                </c:pt>
                <c:pt idx="390432">
                  <c:v>k2032</c:v>
                </c:pt>
                <c:pt idx="390383">
                  <c:v>k2033</c:v>
                </c:pt>
                <c:pt idx="390334">
                  <c:v>k2034</c:v>
                </c:pt>
                <c:pt idx="390285">
                  <c:v>k2035</c:v>
                </c:pt>
                <c:pt idx="390236">
                  <c:v>k2036</c:v>
                </c:pt>
                <c:pt idx="390187">
                  <c:v>k2037</c:v>
                </c:pt>
                <c:pt idx="390138">
                  <c:v>k2038</c:v>
                </c:pt>
                <c:pt idx="390089">
                  <c:v>k2039</c:v>
                </c:pt>
                <c:pt idx="390040">
                  <c:v>k2040</c:v>
                </c:pt>
                <c:pt idx="389991">
                  <c:v>k2041</c:v>
                </c:pt>
                <c:pt idx="389942">
                  <c:v>k2042</c:v>
                </c:pt>
                <c:pt idx="389893">
                  <c:v>k2043</c:v>
                </c:pt>
                <c:pt idx="389844">
                  <c:v>k2044</c:v>
                </c:pt>
                <c:pt idx="389795">
                  <c:v>k2045</c:v>
                </c:pt>
                <c:pt idx="389746">
                  <c:v>k2046</c:v>
                </c:pt>
                <c:pt idx="389697">
                  <c:v>k2047</c:v>
                </c:pt>
                <c:pt idx="389648">
                  <c:v>k2048</c:v>
                </c:pt>
                <c:pt idx="389599">
                  <c:v>k2049</c:v>
                </c:pt>
                <c:pt idx="389550">
                  <c:v>k2050</c:v>
                </c:pt>
                <c:pt idx="389501">
                  <c:v>k2051</c:v>
                </c:pt>
                <c:pt idx="389452">
                  <c:v>k2052</c:v>
                </c:pt>
                <c:pt idx="389403">
                  <c:v>k2053</c:v>
                </c:pt>
                <c:pt idx="389354">
                  <c:v>k2054</c:v>
                </c:pt>
                <c:pt idx="389305">
                  <c:v>k2055</c:v>
                </c:pt>
                <c:pt idx="389256">
                  <c:v>k2056</c:v>
                </c:pt>
                <c:pt idx="389207">
                  <c:v>k2057</c:v>
                </c:pt>
                <c:pt idx="389158">
                  <c:v>k2058</c:v>
                </c:pt>
                <c:pt idx="389109">
                  <c:v>k2059</c:v>
                </c:pt>
                <c:pt idx="389060">
                  <c:v>k2060</c:v>
                </c:pt>
                <c:pt idx="389011">
                  <c:v>k2061</c:v>
                </c:pt>
                <c:pt idx="388962">
                  <c:v>k2062</c:v>
                </c:pt>
                <c:pt idx="388913">
                  <c:v>k2063</c:v>
                </c:pt>
                <c:pt idx="388864">
                  <c:v>k2064</c:v>
                </c:pt>
                <c:pt idx="388815">
                  <c:v>k2065</c:v>
                </c:pt>
                <c:pt idx="388766">
                  <c:v>k2066</c:v>
                </c:pt>
                <c:pt idx="388717">
                  <c:v>k2067</c:v>
                </c:pt>
                <c:pt idx="388668">
                  <c:v>k2068</c:v>
                </c:pt>
                <c:pt idx="388619">
                  <c:v>k2069</c:v>
                </c:pt>
                <c:pt idx="388570">
                  <c:v>k2070</c:v>
                </c:pt>
                <c:pt idx="388521">
                  <c:v>k2071</c:v>
                </c:pt>
                <c:pt idx="388472">
                  <c:v>k2072</c:v>
                </c:pt>
                <c:pt idx="388423">
                  <c:v>k2073</c:v>
                </c:pt>
                <c:pt idx="388374">
                  <c:v>k2074</c:v>
                </c:pt>
                <c:pt idx="388325">
                  <c:v>k2075</c:v>
                </c:pt>
                <c:pt idx="388276">
                  <c:v>k2076</c:v>
                </c:pt>
                <c:pt idx="388227">
                  <c:v>k2077</c:v>
                </c:pt>
                <c:pt idx="388178">
                  <c:v>k2078</c:v>
                </c:pt>
                <c:pt idx="388129">
                  <c:v>k2079</c:v>
                </c:pt>
                <c:pt idx="388080">
                  <c:v>k2080</c:v>
                </c:pt>
                <c:pt idx="388031">
                  <c:v>k2081</c:v>
                </c:pt>
                <c:pt idx="387982">
                  <c:v>k2082</c:v>
                </c:pt>
                <c:pt idx="387933">
                  <c:v>k2083</c:v>
                </c:pt>
                <c:pt idx="387884">
                  <c:v>k2084</c:v>
                </c:pt>
                <c:pt idx="387835">
                  <c:v>k2085</c:v>
                </c:pt>
                <c:pt idx="387786">
                  <c:v>k2086</c:v>
                </c:pt>
                <c:pt idx="387737">
                  <c:v>k2087</c:v>
                </c:pt>
                <c:pt idx="387688">
                  <c:v>k2088</c:v>
                </c:pt>
                <c:pt idx="387639">
                  <c:v>k2089</c:v>
                </c:pt>
                <c:pt idx="387590">
                  <c:v>k2090</c:v>
                </c:pt>
                <c:pt idx="387541">
                  <c:v>k2091</c:v>
                </c:pt>
                <c:pt idx="387492">
                  <c:v>k2092</c:v>
                </c:pt>
                <c:pt idx="387443">
                  <c:v>k2093</c:v>
                </c:pt>
                <c:pt idx="387394">
                  <c:v>k2094</c:v>
                </c:pt>
                <c:pt idx="387345">
                  <c:v>k2095</c:v>
                </c:pt>
                <c:pt idx="387296">
                  <c:v>k2096</c:v>
                </c:pt>
                <c:pt idx="387247">
                  <c:v>k2097</c:v>
                </c:pt>
                <c:pt idx="387198">
                  <c:v>k2098</c:v>
                </c:pt>
                <c:pt idx="387149">
                  <c:v>k2099</c:v>
                </c:pt>
                <c:pt idx="387100">
                  <c:v>k2100</c:v>
                </c:pt>
                <c:pt idx="387051">
                  <c:v>k2101</c:v>
                </c:pt>
                <c:pt idx="387002">
                  <c:v>k2102</c:v>
                </c:pt>
                <c:pt idx="386953">
                  <c:v>k2103</c:v>
                </c:pt>
                <c:pt idx="386904">
                  <c:v>k2104</c:v>
                </c:pt>
                <c:pt idx="386855">
                  <c:v>k2105</c:v>
                </c:pt>
                <c:pt idx="386806">
                  <c:v>k2106</c:v>
                </c:pt>
                <c:pt idx="386757">
                  <c:v>k2107</c:v>
                </c:pt>
                <c:pt idx="386708">
                  <c:v>k2108</c:v>
                </c:pt>
                <c:pt idx="386659">
                  <c:v>k2109</c:v>
                </c:pt>
                <c:pt idx="386610">
                  <c:v>k2110</c:v>
                </c:pt>
                <c:pt idx="386561">
                  <c:v>k2111</c:v>
                </c:pt>
                <c:pt idx="386512">
                  <c:v>k2112</c:v>
                </c:pt>
                <c:pt idx="386463">
                  <c:v>k2113</c:v>
                </c:pt>
                <c:pt idx="386414">
                  <c:v>k2114</c:v>
                </c:pt>
                <c:pt idx="386365">
                  <c:v>k2115</c:v>
                </c:pt>
                <c:pt idx="386316">
                  <c:v>k2116</c:v>
                </c:pt>
                <c:pt idx="386267">
                  <c:v>k2117</c:v>
                </c:pt>
                <c:pt idx="386218">
                  <c:v>k2118</c:v>
                </c:pt>
                <c:pt idx="386169">
                  <c:v>k2119</c:v>
                </c:pt>
                <c:pt idx="386120">
                  <c:v>k2120</c:v>
                </c:pt>
                <c:pt idx="386071">
                  <c:v>k2121</c:v>
                </c:pt>
                <c:pt idx="386022">
                  <c:v>k2122</c:v>
                </c:pt>
                <c:pt idx="385973">
                  <c:v>k2123</c:v>
                </c:pt>
                <c:pt idx="385924">
                  <c:v>k2124</c:v>
                </c:pt>
                <c:pt idx="385875">
                  <c:v>k2125</c:v>
                </c:pt>
                <c:pt idx="385826">
                  <c:v>k2126</c:v>
                </c:pt>
                <c:pt idx="385777">
                  <c:v>k2127</c:v>
                </c:pt>
                <c:pt idx="385728">
                  <c:v>k2128</c:v>
                </c:pt>
                <c:pt idx="385679">
                  <c:v>k2129</c:v>
                </c:pt>
                <c:pt idx="385630">
                  <c:v>k2130</c:v>
                </c:pt>
                <c:pt idx="385581">
                  <c:v>k2131</c:v>
                </c:pt>
                <c:pt idx="385532">
                  <c:v>k2132</c:v>
                </c:pt>
                <c:pt idx="385483">
                  <c:v>k2133</c:v>
                </c:pt>
                <c:pt idx="385434">
                  <c:v>k2134</c:v>
                </c:pt>
                <c:pt idx="385385">
                  <c:v>k2135</c:v>
                </c:pt>
                <c:pt idx="385336">
                  <c:v>k2136</c:v>
                </c:pt>
                <c:pt idx="385287">
                  <c:v>k2137</c:v>
                </c:pt>
                <c:pt idx="385238">
                  <c:v>k2138</c:v>
                </c:pt>
                <c:pt idx="385189">
                  <c:v>k2139</c:v>
                </c:pt>
                <c:pt idx="385140">
                  <c:v>k2140</c:v>
                </c:pt>
                <c:pt idx="385091">
                  <c:v>k2141</c:v>
                </c:pt>
                <c:pt idx="385042">
                  <c:v>k2142</c:v>
                </c:pt>
                <c:pt idx="384993">
                  <c:v>k2143</c:v>
                </c:pt>
                <c:pt idx="384944">
                  <c:v>k2144</c:v>
                </c:pt>
                <c:pt idx="384895">
                  <c:v>k2145</c:v>
                </c:pt>
                <c:pt idx="384846">
                  <c:v>k2146</c:v>
                </c:pt>
                <c:pt idx="384797">
                  <c:v>k2147</c:v>
                </c:pt>
                <c:pt idx="384748">
                  <c:v>k2148</c:v>
                </c:pt>
                <c:pt idx="384699">
                  <c:v>k2149</c:v>
                </c:pt>
                <c:pt idx="384650">
                  <c:v>k2150</c:v>
                </c:pt>
                <c:pt idx="384601">
                  <c:v>k2151</c:v>
                </c:pt>
                <c:pt idx="384552">
                  <c:v>k2152</c:v>
                </c:pt>
                <c:pt idx="384503">
                  <c:v>k2153</c:v>
                </c:pt>
                <c:pt idx="384454">
                  <c:v>k2154</c:v>
                </c:pt>
                <c:pt idx="384405">
                  <c:v>k2155</c:v>
                </c:pt>
                <c:pt idx="384356">
                  <c:v>k2156</c:v>
                </c:pt>
                <c:pt idx="384307">
                  <c:v>k2157</c:v>
                </c:pt>
                <c:pt idx="384258">
                  <c:v>k2158</c:v>
                </c:pt>
                <c:pt idx="384209">
                  <c:v>k2159</c:v>
                </c:pt>
                <c:pt idx="384160">
                  <c:v>k2160</c:v>
                </c:pt>
                <c:pt idx="384111">
                  <c:v>k2161</c:v>
                </c:pt>
                <c:pt idx="384062">
                  <c:v>k2162</c:v>
                </c:pt>
                <c:pt idx="384013">
                  <c:v>k2163</c:v>
                </c:pt>
                <c:pt idx="383964">
                  <c:v>k2164</c:v>
                </c:pt>
                <c:pt idx="383915">
                  <c:v>k2165</c:v>
                </c:pt>
                <c:pt idx="383866">
                  <c:v>k2166</c:v>
                </c:pt>
                <c:pt idx="383817">
                  <c:v>k2167</c:v>
                </c:pt>
                <c:pt idx="383768">
                  <c:v>k2168</c:v>
                </c:pt>
                <c:pt idx="383719">
                  <c:v>k2169</c:v>
                </c:pt>
                <c:pt idx="383670">
                  <c:v>k2170</c:v>
                </c:pt>
                <c:pt idx="383621">
                  <c:v>k2171</c:v>
                </c:pt>
                <c:pt idx="383572">
                  <c:v>k2172</c:v>
                </c:pt>
                <c:pt idx="383523">
                  <c:v>k2173</c:v>
                </c:pt>
                <c:pt idx="383474">
                  <c:v>k2174</c:v>
                </c:pt>
                <c:pt idx="383425">
                  <c:v>k2175</c:v>
                </c:pt>
                <c:pt idx="383376">
                  <c:v>k2176</c:v>
                </c:pt>
                <c:pt idx="383327">
                  <c:v>k2177</c:v>
                </c:pt>
                <c:pt idx="383278">
                  <c:v>k2178</c:v>
                </c:pt>
                <c:pt idx="383229">
                  <c:v>k2179</c:v>
                </c:pt>
                <c:pt idx="383180">
                  <c:v>k2180</c:v>
                </c:pt>
                <c:pt idx="383131">
                  <c:v>k2181</c:v>
                </c:pt>
                <c:pt idx="383082">
                  <c:v>k2182</c:v>
                </c:pt>
                <c:pt idx="383033">
                  <c:v>k2183</c:v>
                </c:pt>
                <c:pt idx="382984">
                  <c:v>k2184</c:v>
                </c:pt>
                <c:pt idx="382935">
                  <c:v>k2185</c:v>
                </c:pt>
                <c:pt idx="382886">
                  <c:v>k2186</c:v>
                </c:pt>
                <c:pt idx="382837">
                  <c:v>k2187</c:v>
                </c:pt>
                <c:pt idx="382788">
                  <c:v>k2188</c:v>
                </c:pt>
                <c:pt idx="382739">
                  <c:v>k2189</c:v>
                </c:pt>
                <c:pt idx="382690">
                  <c:v>k2190</c:v>
                </c:pt>
                <c:pt idx="382641">
                  <c:v>k2191</c:v>
                </c:pt>
                <c:pt idx="382592">
                  <c:v>k2192</c:v>
                </c:pt>
                <c:pt idx="382543">
                  <c:v>k2193</c:v>
                </c:pt>
                <c:pt idx="382494">
                  <c:v>k2194</c:v>
                </c:pt>
                <c:pt idx="382445">
                  <c:v>k2195</c:v>
                </c:pt>
                <c:pt idx="382396">
                  <c:v>k2196</c:v>
                </c:pt>
                <c:pt idx="382347">
                  <c:v>k2197</c:v>
                </c:pt>
                <c:pt idx="382298">
                  <c:v>k2198</c:v>
                </c:pt>
                <c:pt idx="382249">
                  <c:v>k2199</c:v>
                </c:pt>
                <c:pt idx="382200">
                  <c:v>k2200</c:v>
                </c:pt>
                <c:pt idx="382151">
                  <c:v>k2201</c:v>
                </c:pt>
                <c:pt idx="382102">
                  <c:v>k2202</c:v>
                </c:pt>
                <c:pt idx="382053">
                  <c:v>k2203</c:v>
                </c:pt>
                <c:pt idx="382004">
                  <c:v>k2204</c:v>
                </c:pt>
                <c:pt idx="381955">
                  <c:v>k2205</c:v>
                </c:pt>
                <c:pt idx="381906">
                  <c:v>k2206</c:v>
                </c:pt>
                <c:pt idx="381857">
                  <c:v>k2207</c:v>
                </c:pt>
                <c:pt idx="381808">
                  <c:v>k2208</c:v>
                </c:pt>
                <c:pt idx="381759">
                  <c:v>k2209</c:v>
                </c:pt>
                <c:pt idx="381710">
                  <c:v>k2210</c:v>
                </c:pt>
                <c:pt idx="381661">
                  <c:v>k2211</c:v>
                </c:pt>
                <c:pt idx="381612">
                  <c:v>k2212</c:v>
                </c:pt>
                <c:pt idx="381563">
                  <c:v>k2213</c:v>
                </c:pt>
                <c:pt idx="381514">
                  <c:v>k2214</c:v>
                </c:pt>
                <c:pt idx="381465">
                  <c:v>k2215</c:v>
                </c:pt>
                <c:pt idx="381416">
                  <c:v>k2216</c:v>
                </c:pt>
                <c:pt idx="381367">
                  <c:v>k2217</c:v>
                </c:pt>
                <c:pt idx="381318">
                  <c:v>k2218</c:v>
                </c:pt>
                <c:pt idx="381269">
                  <c:v>k2219</c:v>
                </c:pt>
                <c:pt idx="381220">
                  <c:v>k2220</c:v>
                </c:pt>
                <c:pt idx="381171">
                  <c:v>k2221</c:v>
                </c:pt>
                <c:pt idx="381122">
                  <c:v>k2222</c:v>
                </c:pt>
                <c:pt idx="381073">
                  <c:v>k2223</c:v>
                </c:pt>
                <c:pt idx="381024">
                  <c:v>k2224</c:v>
                </c:pt>
                <c:pt idx="380975">
                  <c:v>k2225</c:v>
                </c:pt>
                <c:pt idx="380926">
                  <c:v>k2226</c:v>
                </c:pt>
                <c:pt idx="380877">
                  <c:v>k2227</c:v>
                </c:pt>
                <c:pt idx="380828">
                  <c:v>k2228</c:v>
                </c:pt>
                <c:pt idx="380779">
                  <c:v>k2229</c:v>
                </c:pt>
                <c:pt idx="380730">
                  <c:v>k2230</c:v>
                </c:pt>
                <c:pt idx="380681">
                  <c:v>k2231</c:v>
                </c:pt>
                <c:pt idx="380632">
                  <c:v>k2232</c:v>
                </c:pt>
                <c:pt idx="380583">
                  <c:v>k2233</c:v>
                </c:pt>
                <c:pt idx="380534">
                  <c:v>k2234</c:v>
                </c:pt>
                <c:pt idx="380485">
                  <c:v>k2235</c:v>
                </c:pt>
                <c:pt idx="380436">
                  <c:v>k2236</c:v>
                </c:pt>
                <c:pt idx="380387">
                  <c:v>k2237</c:v>
                </c:pt>
                <c:pt idx="380338">
                  <c:v>k2238</c:v>
                </c:pt>
                <c:pt idx="380289">
                  <c:v>k2239</c:v>
                </c:pt>
                <c:pt idx="380240">
                  <c:v>k2240</c:v>
                </c:pt>
                <c:pt idx="380191">
                  <c:v>k2241</c:v>
                </c:pt>
                <c:pt idx="380142">
                  <c:v>k2242</c:v>
                </c:pt>
                <c:pt idx="380093">
                  <c:v>k2243</c:v>
                </c:pt>
                <c:pt idx="380044">
                  <c:v>k2244</c:v>
                </c:pt>
                <c:pt idx="379995">
                  <c:v>k2245</c:v>
                </c:pt>
                <c:pt idx="379946">
                  <c:v>k2246</c:v>
                </c:pt>
                <c:pt idx="379897">
                  <c:v>k2247</c:v>
                </c:pt>
                <c:pt idx="379848">
                  <c:v>k2248</c:v>
                </c:pt>
                <c:pt idx="379799">
                  <c:v>k2249</c:v>
                </c:pt>
                <c:pt idx="379750">
                  <c:v>k2250</c:v>
                </c:pt>
                <c:pt idx="379701">
                  <c:v>k2251</c:v>
                </c:pt>
                <c:pt idx="379652">
                  <c:v>k2252</c:v>
                </c:pt>
                <c:pt idx="379603">
                  <c:v>k2253</c:v>
                </c:pt>
                <c:pt idx="379554">
                  <c:v>k2254</c:v>
                </c:pt>
                <c:pt idx="379505">
                  <c:v>k2255</c:v>
                </c:pt>
                <c:pt idx="379456">
                  <c:v>k2256</c:v>
                </c:pt>
                <c:pt idx="379407">
                  <c:v>k2257</c:v>
                </c:pt>
                <c:pt idx="379358">
                  <c:v>k2258</c:v>
                </c:pt>
                <c:pt idx="379309">
                  <c:v>k2259</c:v>
                </c:pt>
                <c:pt idx="379260">
                  <c:v>k2260</c:v>
                </c:pt>
                <c:pt idx="379211">
                  <c:v>k2261</c:v>
                </c:pt>
                <c:pt idx="379162">
                  <c:v>k2262</c:v>
                </c:pt>
                <c:pt idx="379113">
                  <c:v>k2263</c:v>
                </c:pt>
                <c:pt idx="379064">
                  <c:v>k2264</c:v>
                </c:pt>
                <c:pt idx="379015">
                  <c:v>k2265</c:v>
                </c:pt>
                <c:pt idx="378966">
                  <c:v>k2266</c:v>
                </c:pt>
                <c:pt idx="378917">
                  <c:v>k2267</c:v>
                </c:pt>
                <c:pt idx="378868">
                  <c:v>k2268</c:v>
                </c:pt>
                <c:pt idx="378819">
                  <c:v>k2269</c:v>
                </c:pt>
                <c:pt idx="378770">
                  <c:v>k2270</c:v>
                </c:pt>
                <c:pt idx="378721">
                  <c:v>k2271</c:v>
                </c:pt>
                <c:pt idx="378672">
                  <c:v>k2272</c:v>
                </c:pt>
                <c:pt idx="378623">
                  <c:v>k2273</c:v>
                </c:pt>
                <c:pt idx="378574">
                  <c:v>k2274</c:v>
                </c:pt>
                <c:pt idx="378525">
                  <c:v>k2275</c:v>
                </c:pt>
                <c:pt idx="378476">
                  <c:v>k2276</c:v>
                </c:pt>
                <c:pt idx="378427">
                  <c:v>k2277</c:v>
                </c:pt>
                <c:pt idx="378378">
                  <c:v>k2278</c:v>
                </c:pt>
                <c:pt idx="378329">
                  <c:v>k2279</c:v>
                </c:pt>
                <c:pt idx="378280">
                  <c:v>k2280</c:v>
                </c:pt>
                <c:pt idx="378231">
                  <c:v>k2281</c:v>
                </c:pt>
                <c:pt idx="378182">
                  <c:v>k2282</c:v>
                </c:pt>
                <c:pt idx="378133">
                  <c:v>k2283</c:v>
                </c:pt>
                <c:pt idx="378084">
                  <c:v>k2284</c:v>
                </c:pt>
                <c:pt idx="378035">
                  <c:v>k2285</c:v>
                </c:pt>
                <c:pt idx="377986">
                  <c:v>k2286</c:v>
                </c:pt>
                <c:pt idx="377937">
                  <c:v>k2287</c:v>
                </c:pt>
                <c:pt idx="377888">
                  <c:v>k2288</c:v>
                </c:pt>
                <c:pt idx="377839">
                  <c:v>k2289</c:v>
                </c:pt>
                <c:pt idx="377790">
                  <c:v>k2290</c:v>
                </c:pt>
                <c:pt idx="377741">
                  <c:v>k2291</c:v>
                </c:pt>
                <c:pt idx="377692">
                  <c:v>k2292</c:v>
                </c:pt>
                <c:pt idx="377643">
                  <c:v>k2293</c:v>
                </c:pt>
                <c:pt idx="377594">
                  <c:v>k2294</c:v>
                </c:pt>
                <c:pt idx="377545">
                  <c:v>k2295</c:v>
                </c:pt>
                <c:pt idx="377496">
                  <c:v>k2296</c:v>
                </c:pt>
                <c:pt idx="377447">
                  <c:v>k2297</c:v>
                </c:pt>
                <c:pt idx="377398">
                  <c:v>k2298</c:v>
                </c:pt>
                <c:pt idx="377349">
                  <c:v>k2299</c:v>
                </c:pt>
                <c:pt idx="377300">
                  <c:v>k2300</c:v>
                </c:pt>
                <c:pt idx="377251">
                  <c:v>k2301</c:v>
                </c:pt>
                <c:pt idx="377202">
                  <c:v>k2302</c:v>
                </c:pt>
                <c:pt idx="377153">
                  <c:v>k2303</c:v>
                </c:pt>
                <c:pt idx="377104">
                  <c:v>k2304</c:v>
                </c:pt>
                <c:pt idx="377055">
                  <c:v>k2305</c:v>
                </c:pt>
                <c:pt idx="377006">
                  <c:v>k2306</c:v>
                </c:pt>
                <c:pt idx="376957">
                  <c:v>k2307</c:v>
                </c:pt>
                <c:pt idx="376908">
                  <c:v>k2308</c:v>
                </c:pt>
                <c:pt idx="376859">
                  <c:v>k2309</c:v>
                </c:pt>
                <c:pt idx="376810">
                  <c:v>k2310</c:v>
                </c:pt>
                <c:pt idx="376761">
                  <c:v>k2311</c:v>
                </c:pt>
                <c:pt idx="376712">
                  <c:v>k2312</c:v>
                </c:pt>
                <c:pt idx="376663">
                  <c:v>k2313</c:v>
                </c:pt>
                <c:pt idx="376614">
                  <c:v>k2314</c:v>
                </c:pt>
                <c:pt idx="376565">
                  <c:v>k2315</c:v>
                </c:pt>
                <c:pt idx="376516">
                  <c:v>k2316</c:v>
                </c:pt>
                <c:pt idx="376467">
                  <c:v>k2317</c:v>
                </c:pt>
                <c:pt idx="376418">
                  <c:v>k2318</c:v>
                </c:pt>
                <c:pt idx="376369">
                  <c:v>k2319</c:v>
                </c:pt>
                <c:pt idx="376320">
                  <c:v>k2320</c:v>
                </c:pt>
                <c:pt idx="376271">
                  <c:v>k2321</c:v>
                </c:pt>
                <c:pt idx="376222">
                  <c:v>k2322</c:v>
                </c:pt>
                <c:pt idx="376173">
                  <c:v>k2323</c:v>
                </c:pt>
                <c:pt idx="376124">
                  <c:v>k2324</c:v>
                </c:pt>
                <c:pt idx="376075">
                  <c:v>k2325</c:v>
                </c:pt>
                <c:pt idx="376026">
                  <c:v>k2326</c:v>
                </c:pt>
                <c:pt idx="375977">
                  <c:v>k2327</c:v>
                </c:pt>
                <c:pt idx="375928">
                  <c:v>k2328</c:v>
                </c:pt>
                <c:pt idx="375879">
                  <c:v>k2329</c:v>
                </c:pt>
                <c:pt idx="375830">
                  <c:v>k2330</c:v>
                </c:pt>
                <c:pt idx="375781">
                  <c:v>k2331</c:v>
                </c:pt>
                <c:pt idx="375732">
                  <c:v>k2332</c:v>
                </c:pt>
                <c:pt idx="375683">
                  <c:v>k2333</c:v>
                </c:pt>
                <c:pt idx="375634">
                  <c:v>k2334</c:v>
                </c:pt>
                <c:pt idx="375585">
                  <c:v>k2335</c:v>
                </c:pt>
                <c:pt idx="375536">
                  <c:v>k2336</c:v>
                </c:pt>
                <c:pt idx="375487">
                  <c:v>k2337</c:v>
                </c:pt>
                <c:pt idx="375438">
                  <c:v>k2338</c:v>
                </c:pt>
                <c:pt idx="375389">
                  <c:v>k2339</c:v>
                </c:pt>
                <c:pt idx="375340">
                  <c:v>k2340</c:v>
                </c:pt>
                <c:pt idx="375291">
                  <c:v>k2341</c:v>
                </c:pt>
                <c:pt idx="375242">
                  <c:v>k2342</c:v>
                </c:pt>
                <c:pt idx="375193">
                  <c:v>k2343</c:v>
                </c:pt>
                <c:pt idx="375144">
                  <c:v>k2344</c:v>
                </c:pt>
                <c:pt idx="375095">
                  <c:v>k2345</c:v>
                </c:pt>
                <c:pt idx="375046">
                  <c:v>k2346</c:v>
                </c:pt>
                <c:pt idx="374997">
                  <c:v>k2347</c:v>
                </c:pt>
                <c:pt idx="374948">
                  <c:v>k2348</c:v>
                </c:pt>
                <c:pt idx="374899">
                  <c:v>k2349</c:v>
                </c:pt>
                <c:pt idx="374850">
                  <c:v>k2350</c:v>
                </c:pt>
                <c:pt idx="374801">
                  <c:v>k2351</c:v>
                </c:pt>
                <c:pt idx="374752">
                  <c:v>k2352</c:v>
                </c:pt>
                <c:pt idx="374703">
                  <c:v>k2353</c:v>
                </c:pt>
                <c:pt idx="374654">
                  <c:v>k2354</c:v>
                </c:pt>
                <c:pt idx="374605">
                  <c:v>k2355</c:v>
                </c:pt>
                <c:pt idx="374556">
                  <c:v>k2356</c:v>
                </c:pt>
                <c:pt idx="374507">
                  <c:v>k2357</c:v>
                </c:pt>
                <c:pt idx="374458">
                  <c:v>k2358</c:v>
                </c:pt>
                <c:pt idx="374409">
                  <c:v>k2359</c:v>
                </c:pt>
                <c:pt idx="374360">
                  <c:v>k2360</c:v>
                </c:pt>
                <c:pt idx="374311">
                  <c:v>k2361</c:v>
                </c:pt>
                <c:pt idx="374262">
                  <c:v>k2362</c:v>
                </c:pt>
                <c:pt idx="374213">
                  <c:v>k2363</c:v>
                </c:pt>
                <c:pt idx="374164">
                  <c:v>k2364</c:v>
                </c:pt>
                <c:pt idx="374115">
                  <c:v>k2365</c:v>
                </c:pt>
                <c:pt idx="374066">
                  <c:v>k2366</c:v>
                </c:pt>
                <c:pt idx="374017">
                  <c:v>k2367</c:v>
                </c:pt>
                <c:pt idx="373968">
                  <c:v>k2368</c:v>
                </c:pt>
                <c:pt idx="373919">
                  <c:v>k2369</c:v>
                </c:pt>
                <c:pt idx="373870">
                  <c:v>k2370</c:v>
                </c:pt>
                <c:pt idx="373821">
                  <c:v>k2371</c:v>
                </c:pt>
                <c:pt idx="373772">
                  <c:v>k2372</c:v>
                </c:pt>
                <c:pt idx="373723">
                  <c:v>k2373</c:v>
                </c:pt>
                <c:pt idx="373674">
                  <c:v>k2374</c:v>
                </c:pt>
                <c:pt idx="373625">
                  <c:v>k2375</c:v>
                </c:pt>
                <c:pt idx="373576">
                  <c:v>k2376</c:v>
                </c:pt>
                <c:pt idx="373527">
                  <c:v>k2377</c:v>
                </c:pt>
                <c:pt idx="373478">
                  <c:v>k2378</c:v>
                </c:pt>
                <c:pt idx="373429">
                  <c:v>k2379</c:v>
                </c:pt>
                <c:pt idx="373380">
                  <c:v>k2380</c:v>
                </c:pt>
                <c:pt idx="373331">
                  <c:v>k2381</c:v>
                </c:pt>
                <c:pt idx="373282">
                  <c:v>k2382</c:v>
                </c:pt>
                <c:pt idx="373233">
                  <c:v>k2383</c:v>
                </c:pt>
                <c:pt idx="373184">
                  <c:v>k2384</c:v>
                </c:pt>
                <c:pt idx="373135">
                  <c:v>k2385</c:v>
                </c:pt>
                <c:pt idx="373086">
                  <c:v>k2386</c:v>
                </c:pt>
                <c:pt idx="373037">
                  <c:v>k2387</c:v>
                </c:pt>
                <c:pt idx="372988">
                  <c:v>k2388</c:v>
                </c:pt>
                <c:pt idx="372939">
                  <c:v>k2389</c:v>
                </c:pt>
                <c:pt idx="372890">
                  <c:v>k2390</c:v>
                </c:pt>
                <c:pt idx="372841">
                  <c:v>k2391</c:v>
                </c:pt>
                <c:pt idx="372792">
                  <c:v>k2392</c:v>
                </c:pt>
                <c:pt idx="372743">
                  <c:v>k2393</c:v>
                </c:pt>
                <c:pt idx="372694">
                  <c:v>k2394</c:v>
                </c:pt>
                <c:pt idx="372645">
                  <c:v>k2395</c:v>
                </c:pt>
                <c:pt idx="372596">
                  <c:v>k2396</c:v>
                </c:pt>
                <c:pt idx="372547">
                  <c:v>k2397</c:v>
                </c:pt>
                <c:pt idx="372498">
                  <c:v>k2398</c:v>
                </c:pt>
                <c:pt idx="372449">
                  <c:v>k2399</c:v>
                </c:pt>
                <c:pt idx="372400">
                  <c:v>k2400</c:v>
                </c:pt>
                <c:pt idx="372351">
                  <c:v>k2401</c:v>
                </c:pt>
                <c:pt idx="372302">
                  <c:v>k2402</c:v>
                </c:pt>
                <c:pt idx="372253">
                  <c:v>k2403</c:v>
                </c:pt>
                <c:pt idx="372204">
                  <c:v>k2404</c:v>
                </c:pt>
                <c:pt idx="372155">
                  <c:v>k2405</c:v>
                </c:pt>
                <c:pt idx="372106">
                  <c:v>k2406</c:v>
                </c:pt>
                <c:pt idx="372057">
                  <c:v>k2407</c:v>
                </c:pt>
                <c:pt idx="372008">
                  <c:v>k2408</c:v>
                </c:pt>
                <c:pt idx="371959">
                  <c:v>k2409</c:v>
                </c:pt>
                <c:pt idx="371910">
                  <c:v>k2410</c:v>
                </c:pt>
                <c:pt idx="371861">
                  <c:v>k2411</c:v>
                </c:pt>
                <c:pt idx="371812">
                  <c:v>k2412</c:v>
                </c:pt>
                <c:pt idx="371763">
                  <c:v>k2413</c:v>
                </c:pt>
                <c:pt idx="371714">
                  <c:v>k2414</c:v>
                </c:pt>
                <c:pt idx="371665">
                  <c:v>k2415</c:v>
                </c:pt>
                <c:pt idx="371616">
                  <c:v>k2416</c:v>
                </c:pt>
                <c:pt idx="371567">
                  <c:v>k2417</c:v>
                </c:pt>
                <c:pt idx="371518">
                  <c:v>k2418</c:v>
                </c:pt>
                <c:pt idx="371469">
                  <c:v>k2419</c:v>
                </c:pt>
                <c:pt idx="371420">
                  <c:v>k2420</c:v>
                </c:pt>
                <c:pt idx="371371">
                  <c:v>k2421</c:v>
                </c:pt>
                <c:pt idx="371322">
                  <c:v>k2422</c:v>
                </c:pt>
                <c:pt idx="371273">
                  <c:v>k2423</c:v>
                </c:pt>
                <c:pt idx="371224">
                  <c:v>k2424</c:v>
                </c:pt>
                <c:pt idx="371175">
                  <c:v>k2425</c:v>
                </c:pt>
                <c:pt idx="371126">
                  <c:v>k2426</c:v>
                </c:pt>
                <c:pt idx="371077">
                  <c:v>k2427</c:v>
                </c:pt>
                <c:pt idx="371028">
                  <c:v>k2428</c:v>
                </c:pt>
                <c:pt idx="370979">
                  <c:v>k2429</c:v>
                </c:pt>
                <c:pt idx="370930">
                  <c:v>k2430</c:v>
                </c:pt>
                <c:pt idx="370881">
                  <c:v>k2431</c:v>
                </c:pt>
                <c:pt idx="370832">
                  <c:v>k2432</c:v>
                </c:pt>
                <c:pt idx="370783">
                  <c:v>k2433</c:v>
                </c:pt>
                <c:pt idx="370734">
                  <c:v>k2434</c:v>
                </c:pt>
                <c:pt idx="370685">
                  <c:v>k2435</c:v>
                </c:pt>
                <c:pt idx="370636">
                  <c:v>k2436</c:v>
                </c:pt>
                <c:pt idx="370587">
                  <c:v>k2437</c:v>
                </c:pt>
                <c:pt idx="370538">
                  <c:v>k2438</c:v>
                </c:pt>
                <c:pt idx="370489">
                  <c:v>k2439</c:v>
                </c:pt>
                <c:pt idx="370440">
                  <c:v>k2440</c:v>
                </c:pt>
                <c:pt idx="370391">
                  <c:v>k2441</c:v>
                </c:pt>
                <c:pt idx="370342">
                  <c:v>k2442</c:v>
                </c:pt>
                <c:pt idx="370293">
                  <c:v>k2443</c:v>
                </c:pt>
                <c:pt idx="370244">
                  <c:v>k2444</c:v>
                </c:pt>
                <c:pt idx="370195">
                  <c:v>k2445</c:v>
                </c:pt>
                <c:pt idx="370146">
                  <c:v>k2446</c:v>
                </c:pt>
                <c:pt idx="370097">
                  <c:v>k2447</c:v>
                </c:pt>
                <c:pt idx="370048">
                  <c:v>k2448</c:v>
                </c:pt>
                <c:pt idx="369999">
                  <c:v>k2449</c:v>
                </c:pt>
                <c:pt idx="369950">
                  <c:v>k2450</c:v>
                </c:pt>
                <c:pt idx="369901">
                  <c:v>k2451</c:v>
                </c:pt>
                <c:pt idx="369852">
                  <c:v>k2452</c:v>
                </c:pt>
                <c:pt idx="369803">
                  <c:v>k2453</c:v>
                </c:pt>
                <c:pt idx="369754">
                  <c:v>k2454</c:v>
                </c:pt>
                <c:pt idx="369705">
                  <c:v>k2455</c:v>
                </c:pt>
                <c:pt idx="369656">
                  <c:v>k2456</c:v>
                </c:pt>
                <c:pt idx="369607">
                  <c:v>k2457</c:v>
                </c:pt>
                <c:pt idx="369558">
                  <c:v>k2458</c:v>
                </c:pt>
                <c:pt idx="369509">
                  <c:v>k2459</c:v>
                </c:pt>
                <c:pt idx="369460">
                  <c:v>k2460</c:v>
                </c:pt>
                <c:pt idx="369411">
                  <c:v>k2461</c:v>
                </c:pt>
                <c:pt idx="369362">
                  <c:v>k2462</c:v>
                </c:pt>
                <c:pt idx="369313">
                  <c:v>k2463</c:v>
                </c:pt>
                <c:pt idx="369264">
                  <c:v>k2464</c:v>
                </c:pt>
                <c:pt idx="369215">
                  <c:v>k2465</c:v>
                </c:pt>
                <c:pt idx="369166">
                  <c:v>k2466</c:v>
                </c:pt>
                <c:pt idx="369117">
                  <c:v>k2467</c:v>
                </c:pt>
                <c:pt idx="369068">
                  <c:v>k2468</c:v>
                </c:pt>
                <c:pt idx="369019">
                  <c:v>k2469</c:v>
                </c:pt>
                <c:pt idx="368970">
                  <c:v>k2470</c:v>
                </c:pt>
                <c:pt idx="368921">
                  <c:v>k2471</c:v>
                </c:pt>
                <c:pt idx="368872">
                  <c:v>k2472</c:v>
                </c:pt>
                <c:pt idx="368823">
                  <c:v>k2473</c:v>
                </c:pt>
                <c:pt idx="368774">
                  <c:v>k2474</c:v>
                </c:pt>
                <c:pt idx="368725">
                  <c:v>k2475</c:v>
                </c:pt>
                <c:pt idx="368676">
                  <c:v>k2476</c:v>
                </c:pt>
                <c:pt idx="368627">
                  <c:v>k2477</c:v>
                </c:pt>
                <c:pt idx="368578">
                  <c:v>k2478</c:v>
                </c:pt>
                <c:pt idx="368529">
                  <c:v>k2479</c:v>
                </c:pt>
                <c:pt idx="368480">
                  <c:v>k2480</c:v>
                </c:pt>
                <c:pt idx="368431">
                  <c:v>k2481</c:v>
                </c:pt>
                <c:pt idx="368382">
                  <c:v>k2482</c:v>
                </c:pt>
                <c:pt idx="368333">
                  <c:v>k2483</c:v>
                </c:pt>
                <c:pt idx="368284">
                  <c:v>k2484</c:v>
                </c:pt>
                <c:pt idx="368235">
                  <c:v>k2485</c:v>
                </c:pt>
                <c:pt idx="368186">
                  <c:v>k2486</c:v>
                </c:pt>
                <c:pt idx="368137">
                  <c:v>k2487</c:v>
                </c:pt>
                <c:pt idx="368088">
                  <c:v>k2488</c:v>
                </c:pt>
                <c:pt idx="368039">
                  <c:v>k2489</c:v>
                </c:pt>
                <c:pt idx="367990">
                  <c:v>k2490</c:v>
                </c:pt>
                <c:pt idx="367941">
                  <c:v>k2491</c:v>
                </c:pt>
                <c:pt idx="367892">
                  <c:v>k2492</c:v>
                </c:pt>
                <c:pt idx="367843">
                  <c:v>k2493</c:v>
                </c:pt>
                <c:pt idx="367794">
                  <c:v>k2494</c:v>
                </c:pt>
                <c:pt idx="367745">
                  <c:v>k2495</c:v>
                </c:pt>
                <c:pt idx="367696">
                  <c:v>k2496</c:v>
                </c:pt>
                <c:pt idx="367647">
                  <c:v>k2497</c:v>
                </c:pt>
                <c:pt idx="367598">
                  <c:v>k2498</c:v>
                </c:pt>
                <c:pt idx="367549">
                  <c:v>k2499</c:v>
                </c:pt>
                <c:pt idx="367500">
                  <c:v>k2500</c:v>
                </c:pt>
                <c:pt idx="367451">
                  <c:v>k2501</c:v>
                </c:pt>
                <c:pt idx="367402">
                  <c:v>k2502</c:v>
                </c:pt>
                <c:pt idx="367353">
                  <c:v>k2503</c:v>
                </c:pt>
                <c:pt idx="367304">
                  <c:v>k2504</c:v>
                </c:pt>
                <c:pt idx="367255">
                  <c:v>k2505</c:v>
                </c:pt>
                <c:pt idx="367206">
                  <c:v>k2506</c:v>
                </c:pt>
                <c:pt idx="367157">
                  <c:v>k2507</c:v>
                </c:pt>
                <c:pt idx="367108">
                  <c:v>k2508</c:v>
                </c:pt>
                <c:pt idx="367059">
                  <c:v>k2509</c:v>
                </c:pt>
                <c:pt idx="367010">
                  <c:v>k2510</c:v>
                </c:pt>
                <c:pt idx="366961">
                  <c:v>k2511</c:v>
                </c:pt>
                <c:pt idx="366912">
                  <c:v>k2512</c:v>
                </c:pt>
                <c:pt idx="366863">
                  <c:v>k2513</c:v>
                </c:pt>
                <c:pt idx="366814">
                  <c:v>k2514</c:v>
                </c:pt>
                <c:pt idx="366765">
                  <c:v>k2515</c:v>
                </c:pt>
                <c:pt idx="366716">
                  <c:v>k2516</c:v>
                </c:pt>
                <c:pt idx="366667">
                  <c:v>k2517</c:v>
                </c:pt>
                <c:pt idx="366618">
                  <c:v>k2518</c:v>
                </c:pt>
                <c:pt idx="366569">
                  <c:v>k2519</c:v>
                </c:pt>
                <c:pt idx="366520">
                  <c:v>k2520</c:v>
                </c:pt>
                <c:pt idx="366471">
                  <c:v>k2521</c:v>
                </c:pt>
                <c:pt idx="366422">
                  <c:v>k2522</c:v>
                </c:pt>
                <c:pt idx="366373">
                  <c:v>k2523</c:v>
                </c:pt>
                <c:pt idx="366324">
                  <c:v>k2524</c:v>
                </c:pt>
                <c:pt idx="366275">
                  <c:v>k2525</c:v>
                </c:pt>
                <c:pt idx="366226">
                  <c:v>k2526</c:v>
                </c:pt>
                <c:pt idx="366177">
                  <c:v>k2527</c:v>
                </c:pt>
                <c:pt idx="366128">
                  <c:v>k2528</c:v>
                </c:pt>
                <c:pt idx="366079">
                  <c:v>k2529</c:v>
                </c:pt>
                <c:pt idx="366030">
                  <c:v>k2530</c:v>
                </c:pt>
                <c:pt idx="365981">
                  <c:v>k2531</c:v>
                </c:pt>
                <c:pt idx="365932">
                  <c:v>k2532</c:v>
                </c:pt>
                <c:pt idx="365883">
                  <c:v>k2533</c:v>
                </c:pt>
                <c:pt idx="365834">
                  <c:v>k2534</c:v>
                </c:pt>
                <c:pt idx="365785">
                  <c:v>k2535</c:v>
                </c:pt>
                <c:pt idx="365736">
                  <c:v>k2536</c:v>
                </c:pt>
                <c:pt idx="365687">
                  <c:v>k2537</c:v>
                </c:pt>
                <c:pt idx="365638">
                  <c:v>k2538</c:v>
                </c:pt>
                <c:pt idx="365589">
                  <c:v>k2539</c:v>
                </c:pt>
                <c:pt idx="365540">
                  <c:v>k2540</c:v>
                </c:pt>
                <c:pt idx="365491">
                  <c:v>k2541</c:v>
                </c:pt>
                <c:pt idx="365442">
                  <c:v>k2542</c:v>
                </c:pt>
                <c:pt idx="365393">
                  <c:v>k2543</c:v>
                </c:pt>
                <c:pt idx="365344">
                  <c:v>k2544</c:v>
                </c:pt>
                <c:pt idx="365295">
                  <c:v>k2545</c:v>
                </c:pt>
                <c:pt idx="365246">
                  <c:v>k2546</c:v>
                </c:pt>
                <c:pt idx="365197">
                  <c:v>k2547</c:v>
                </c:pt>
                <c:pt idx="365148">
                  <c:v>k2548</c:v>
                </c:pt>
                <c:pt idx="365099">
                  <c:v>k2549</c:v>
                </c:pt>
                <c:pt idx="365050">
                  <c:v>k2550</c:v>
                </c:pt>
                <c:pt idx="365001">
                  <c:v>k2551</c:v>
                </c:pt>
                <c:pt idx="364952">
                  <c:v>k2552</c:v>
                </c:pt>
                <c:pt idx="364903">
                  <c:v>k2553</c:v>
                </c:pt>
                <c:pt idx="364854">
                  <c:v>k2554</c:v>
                </c:pt>
                <c:pt idx="364805">
                  <c:v>k2555</c:v>
                </c:pt>
                <c:pt idx="364756">
                  <c:v>k2556</c:v>
                </c:pt>
                <c:pt idx="364707">
                  <c:v>k2557</c:v>
                </c:pt>
                <c:pt idx="364658">
                  <c:v>k2558</c:v>
                </c:pt>
                <c:pt idx="364609">
                  <c:v>k2559</c:v>
                </c:pt>
                <c:pt idx="364560">
                  <c:v>k2560</c:v>
                </c:pt>
                <c:pt idx="364511">
                  <c:v>k2561</c:v>
                </c:pt>
                <c:pt idx="364462">
                  <c:v>k2562</c:v>
                </c:pt>
                <c:pt idx="364413">
                  <c:v>k2563</c:v>
                </c:pt>
                <c:pt idx="364364">
                  <c:v>k2564</c:v>
                </c:pt>
                <c:pt idx="364315">
                  <c:v>k2565</c:v>
                </c:pt>
                <c:pt idx="364266">
                  <c:v>k2566</c:v>
                </c:pt>
                <c:pt idx="364217">
                  <c:v>k2567</c:v>
                </c:pt>
                <c:pt idx="364168">
                  <c:v>k2568</c:v>
                </c:pt>
                <c:pt idx="364119">
                  <c:v>k2569</c:v>
                </c:pt>
                <c:pt idx="364070">
                  <c:v>k2570</c:v>
                </c:pt>
                <c:pt idx="364021">
                  <c:v>k2571</c:v>
                </c:pt>
                <c:pt idx="363972">
                  <c:v>k2572</c:v>
                </c:pt>
                <c:pt idx="363923">
                  <c:v>k2573</c:v>
                </c:pt>
                <c:pt idx="363874">
                  <c:v>k2574</c:v>
                </c:pt>
                <c:pt idx="363825">
                  <c:v>k2575</c:v>
                </c:pt>
                <c:pt idx="363776">
                  <c:v>k2576</c:v>
                </c:pt>
                <c:pt idx="363727">
                  <c:v>k2577</c:v>
                </c:pt>
                <c:pt idx="363678">
                  <c:v>k2578</c:v>
                </c:pt>
                <c:pt idx="363629">
                  <c:v>k2579</c:v>
                </c:pt>
                <c:pt idx="363580">
                  <c:v>k2580</c:v>
                </c:pt>
                <c:pt idx="363531">
                  <c:v>k2581</c:v>
                </c:pt>
                <c:pt idx="363482">
                  <c:v>k2582</c:v>
                </c:pt>
                <c:pt idx="363433">
                  <c:v>k2583</c:v>
                </c:pt>
                <c:pt idx="363384">
                  <c:v>k2584</c:v>
                </c:pt>
                <c:pt idx="363335">
                  <c:v>k2585</c:v>
                </c:pt>
                <c:pt idx="363286">
                  <c:v>k2586</c:v>
                </c:pt>
                <c:pt idx="363237">
                  <c:v>k2587</c:v>
                </c:pt>
                <c:pt idx="363188">
                  <c:v>k2588</c:v>
                </c:pt>
                <c:pt idx="363139">
                  <c:v>k2589</c:v>
                </c:pt>
                <c:pt idx="363090">
                  <c:v>k2590</c:v>
                </c:pt>
                <c:pt idx="363041">
                  <c:v>k2591</c:v>
                </c:pt>
                <c:pt idx="362992">
                  <c:v>k2592</c:v>
                </c:pt>
                <c:pt idx="362943">
                  <c:v>k2593</c:v>
                </c:pt>
                <c:pt idx="362894">
                  <c:v>k2594</c:v>
                </c:pt>
                <c:pt idx="362845">
                  <c:v>k2595</c:v>
                </c:pt>
                <c:pt idx="362796">
                  <c:v>k2596</c:v>
                </c:pt>
                <c:pt idx="362747">
                  <c:v>k2597</c:v>
                </c:pt>
                <c:pt idx="362698">
                  <c:v>k2598</c:v>
                </c:pt>
                <c:pt idx="362649">
                  <c:v>k2599</c:v>
                </c:pt>
                <c:pt idx="362600">
                  <c:v>k2600</c:v>
                </c:pt>
                <c:pt idx="362551">
                  <c:v>k2601</c:v>
                </c:pt>
                <c:pt idx="362502">
                  <c:v>k2602</c:v>
                </c:pt>
                <c:pt idx="362453">
                  <c:v>k2603</c:v>
                </c:pt>
                <c:pt idx="362404">
                  <c:v>k2604</c:v>
                </c:pt>
                <c:pt idx="362355">
                  <c:v>k2605</c:v>
                </c:pt>
                <c:pt idx="362306">
                  <c:v>k2606</c:v>
                </c:pt>
                <c:pt idx="362257">
                  <c:v>k2607</c:v>
                </c:pt>
                <c:pt idx="362208">
                  <c:v>k2608</c:v>
                </c:pt>
                <c:pt idx="362159">
                  <c:v>k2609</c:v>
                </c:pt>
                <c:pt idx="362110">
                  <c:v>k2610</c:v>
                </c:pt>
                <c:pt idx="362061">
                  <c:v>k2611</c:v>
                </c:pt>
                <c:pt idx="362012">
                  <c:v>k2612</c:v>
                </c:pt>
                <c:pt idx="361963">
                  <c:v>k2613</c:v>
                </c:pt>
                <c:pt idx="361914">
                  <c:v>k2614</c:v>
                </c:pt>
                <c:pt idx="361865">
                  <c:v>k2615</c:v>
                </c:pt>
                <c:pt idx="361816">
                  <c:v>k2616</c:v>
                </c:pt>
                <c:pt idx="361767">
                  <c:v>k2617</c:v>
                </c:pt>
                <c:pt idx="361718">
                  <c:v>k2618</c:v>
                </c:pt>
                <c:pt idx="361669">
                  <c:v>k2619</c:v>
                </c:pt>
                <c:pt idx="361620">
                  <c:v>k2620</c:v>
                </c:pt>
                <c:pt idx="361571">
                  <c:v>k2621</c:v>
                </c:pt>
                <c:pt idx="361522">
                  <c:v>k2622</c:v>
                </c:pt>
                <c:pt idx="361473">
                  <c:v>k2623</c:v>
                </c:pt>
                <c:pt idx="361424">
                  <c:v>k2624</c:v>
                </c:pt>
                <c:pt idx="361375">
                  <c:v>k2625</c:v>
                </c:pt>
                <c:pt idx="361326">
                  <c:v>k2626</c:v>
                </c:pt>
                <c:pt idx="361277">
                  <c:v>k2627</c:v>
                </c:pt>
                <c:pt idx="361228">
                  <c:v>k2628</c:v>
                </c:pt>
                <c:pt idx="361179">
                  <c:v>k2629</c:v>
                </c:pt>
                <c:pt idx="361130">
                  <c:v>k2630</c:v>
                </c:pt>
                <c:pt idx="361081">
                  <c:v>k2631</c:v>
                </c:pt>
                <c:pt idx="361032">
                  <c:v>k2632</c:v>
                </c:pt>
                <c:pt idx="360983">
                  <c:v>k2633</c:v>
                </c:pt>
                <c:pt idx="360934">
                  <c:v>k2634</c:v>
                </c:pt>
                <c:pt idx="360885">
                  <c:v>k2635</c:v>
                </c:pt>
                <c:pt idx="360836">
                  <c:v>k2636</c:v>
                </c:pt>
                <c:pt idx="360787">
                  <c:v>k2637</c:v>
                </c:pt>
                <c:pt idx="360738">
                  <c:v>k2638</c:v>
                </c:pt>
                <c:pt idx="360689">
                  <c:v>k2639</c:v>
                </c:pt>
                <c:pt idx="360640">
                  <c:v>k2640</c:v>
                </c:pt>
                <c:pt idx="360591">
                  <c:v>k2641</c:v>
                </c:pt>
                <c:pt idx="360542">
                  <c:v>k2642</c:v>
                </c:pt>
                <c:pt idx="360493">
                  <c:v>k2643</c:v>
                </c:pt>
                <c:pt idx="360444">
                  <c:v>k2644</c:v>
                </c:pt>
                <c:pt idx="360395">
                  <c:v>k2645</c:v>
                </c:pt>
                <c:pt idx="360346">
                  <c:v>k2646</c:v>
                </c:pt>
                <c:pt idx="360297">
                  <c:v>k2647</c:v>
                </c:pt>
                <c:pt idx="360248">
                  <c:v>k2648</c:v>
                </c:pt>
                <c:pt idx="360199">
                  <c:v>k2649</c:v>
                </c:pt>
                <c:pt idx="360150">
                  <c:v>k2650</c:v>
                </c:pt>
                <c:pt idx="360101">
                  <c:v>k2651</c:v>
                </c:pt>
                <c:pt idx="360052">
                  <c:v>k2652</c:v>
                </c:pt>
                <c:pt idx="360003">
                  <c:v>k2653</c:v>
                </c:pt>
                <c:pt idx="359954">
                  <c:v>k2654</c:v>
                </c:pt>
                <c:pt idx="359905">
                  <c:v>k2655</c:v>
                </c:pt>
                <c:pt idx="359856">
                  <c:v>k2656</c:v>
                </c:pt>
                <c:pt idx="359807">
                  <c:v>k2657</c:v>
                </c:pt>
                <c:pt idx="359758">
                  <c:v>k2658</c:v>
                </c:pt>
                <c:pt idx="359709">
                  <c:v>k2659</c:v>
                </c:pt>
                <c:pt idx="359660">
                  <c:v>k2660</c:v>
                </c:pt>
                <c:pt idx="359611">
                  <c:v>k2661</c:v>
                </c:pt>
                <c:pt idx="359562">
                  <c:v>k2662</c:v>
                </c:pt>
                <c:pt idx="359513">
                  <c:v>k2663</c:v>
                </c:pt>
                <c:pt idx="359464">
                  <c:v>k2664</c:v>
                </c:pt>
                <c:pt idx="359415">
                  <c:v>k2665</c:v>
                </c:pt>
                <c:pt idx="359366">
                  <c:v>k2666</c:v>
                </c:pt>
                <c:pt idx="359317">
                  <c:v>k2667</c:v>
                </c:pt>
                <c:pt idx="359268">
                  <c:v>k2668</c:v>
                </c:pt>
                <c:pt idx="359219">
                  <c:v>k2669</c:v>
                </c:pt>
                <c:pt idx="359170">
                  <c:v>k2670</c:v>
                </c:pt>
                <c:pt idx="359121">
                  <c:v>k2671</c:v>
                </c:pt>
                <c:pt idx="359072">
                  <c:v>k2672</c:v>
                </c:pt>
                <c:pt idx="359023">
                  <c:v>k2673</c:v>
                </c:pt>
                <c:pt idx="358974">
                  <c:v>k2674</c:v>
                </c:pt>
                <c:pt idx="358925">
                  <c:v>k2675</c:v>
                </c:pt>
                <c:pt idx="358876">
                  <c:v>k2676</c:v>
                </c:pt>
                <c:pt idx="358827">
                  <c:v>k2677</c:v>
                </c:pt>
                <c:pt idx="358778">
                  <c:v>k2678</c:v>
                </c:pt>
                <c:pt idx="358729">
                  <c:v>k2679</c:v>
                </c:pt>
                <c:pt idx="358680">
                  <c:v>k2680</c:v>
                </c:pt>
                <c:pt idx="358631">
                  <c:v>k2681</c:v>
                </c:pt>
                <c:pt idx="358582">
                  <c:v>k2682</c:v>
                </c:pt>
                <c:pt idx="358533">
                  <c:v>k2683</c:v>
                </c:pt>
                <c:pt idx="358484">
                  <c:v>k2684</c:v>
                </c:pt>
                <c:pt idx="358435">
                  <c:v>k2685</c:v>
                </c:pt>
                <c:pt idx="358386">
                  <c:v>k2686</c:v>
                </c:pt>
                <c:pt idx="358337">
                  <c:v>k2687</c:v>
                </c:pt>
                <c:pt idx="358288">
                  <c:v>k2688</c:v>
                </c:pt>
                <c:pt idx="358239">
                  <c:v>k2689</c:v>
                </c:pt>
                <c:pt idx="358190">
                  <c:v>k2690</c:v>
                </c:pt>
                <c:pt idx="358141">
                  <c:v>k2691</c:v>
                </c:pt>
                <c:pt idx="358092">
                  <c:v>k2692</c:v>
                </c:pt>
                <c:pt idx="358043">
                  <c:v>k2693</c:v>
                </c:pt>
                <c:pt idx="357994">
                  <c:v>k2694</c:v>
                </c:pt>
                <c:pt idx="357945">
                  <c:v>k2695</c:v>
                </c:pt>
                <c:pt idx="357896">
                  <c:v>k2696</c:v>
                </c:pt>
                <c:pt idx="357847">
                  <c:v>k2697</c:v>
                </c:pt>
                <c:pt idx="357798">
                  <c:v>k2698</c:v>
                </c:pt>
                <c:pt idx="357749">
                  <c:v>k2699</c:v>
                </c:pt>
                <c:pt idx="357700">
                  <c:v>k2700</c:v>
                </c:pt>
                <c:pt idx="357651">
                  <c:v>k2701</c:v>
                </c:pt>
                <c:pt idx="357602">
                  <c:v>k2702</c:v>
                </c:pt>
                <c:pt idx="357553">
                  <c:v>k2703</c:v>
                </c:pt>
                <c:pt idx="357504">
                  <c:v>k2704</c:v>
                </c:pt>
                <c:pt idx="357455">
                  <c:v>k2705</c:v>
                </c:pt>
                <c:pt idx="357406">
                  <c:v>k2706</c:v>
                </c:pt>
                <c:pt idx="357357">
                  <c:v>k2707</c:v>
                </c:pt>
                <c:pt idx="357308">
                  <c:v>k2708</c:v>
                </c:pt>
                <c:pt idx="357259">
                  <c:v>k2709</c:v>
                </c:pt>
                <c:pt idx="357210">
                  <c:v>k2710</c:v>
                </c:pt>
                <c:pt idx="357161">
                  <c:v>k2711</c:v>
                </c:pt>
                <c:pt idx="357112">
                  <c:v>k2712</c:v>
                </c:pt>
                <c:pt idx="357063">
                  <c:v>k2713</c:v>
                </c:pt>
                <c:pt idx="357014">
                  <c:v>k2714</c:v>
                </c:pt>
                <c:pt idx="356965">
                  <c:v>k2715</c:v>
                </c:pt>
                <c:pt idx="356916">
                  <c:v>k2716</c:v>
                </c:pt>
                <c:pt idx="356867">
                  <c:v>k2717</c:v>
                </c:pt>
                <c:pt idx="356818">
                  <c:v>k2718</c:v>
                </c:pt>
                <c:pt idx="356769">
                  <c:v>k2719</c:v>
                </c:pt>
                <c:pt idx="356720">
                  <c:v>k2720</c:v>
                </c:pt>
                <c:pt idx="356671">
                  <c:v>k2721</c:v>
                </c:pt>
                <c:pt idx="356622">
                  <c:v>k2722</c:v>
                </c:pt>
                <c:pt idx="356573">
                  <c:v>k2723</c:v>
                </c:pt>
                <c:pt idx="356524">
                  <c:v>k2724</c:v>
                </c:pt>
                <c:pt idx="356475">
                  <c:v>k2725</c:v>
                </c:pt>
                <c:pt idx="356426">
                  <c:v>k2726</c:v>
                </c:pt>
                <c:pt idx="356377">
                  <c:v>k2727</c:v>
                </c:pt>
                <c:pt idx="356328">
                  <c:v>k2728</c:v>
                </c:pt>
                <c:pt idx="356279">
                  <c:v>k2729</c:v>
                </c:pt>
                <c:pt idx="356230">
                  <c:v>k2730</c:v>
                </c:pt>
                <c:pt idx="356181">
                  <c:v>k2731</c:v>
                </c:pt>
                <c:pt idx="356132">
                  <c:v>k2732</c:v>
                </c:pt>
                <c:pt idx="356083">
                  <c:v>k2733</c:v>
                </c:pt>
                <c:pt idx="356034">
                  <c:v>k2734</c:v>
                </c:pt>
                <c:pt idx="355985">
                  <c:v>k2735</c:v>
                </c:pt>
                <c:pt idx="355936">
                  <c:v>k2736</c:v>
                </c:pt>
                <c:pt idx="355887">
                  <c:v>k2737</c:v>
                </c:pt>
                <c:pt idx="355838">
                  <c:v>k2738</c:v>
                </c:pt>
                <c:pt idx="355789">
                  <c:v>k2739</c:v>
                </c:pt>
                <c:pt idx="355740">
                  <c:v>k2740</c:v>
                </c:pt>
                <c:pt idx="355691">
                  <c:v>k2741</c:v>
                </c:pt>
                <c:pt idx="355642">
                  <c:v>k2742</c:v>
                </c:pt>
                <c:pt idx="355593">
                  <c:v>k2743</c:v>
                </c:pt>
                <c:pt idx="355544">
                  <c:v>k2744</c:v>
                </c:pt>
                <c:pt idx="355495">
                  <c:v>k2745</c:v>
                </c:pt>
                <c:pt idx="355446">
                  <c:v>k2746</c:v>
                </c:pt>
                <c:pt idx="355397">
                  <c:v>k2747</c:v>
                </c:pt>
                <c:pt idx="355348">
                  <c:v>k2748</c:v>
                </c:pt>
                <c:pt idx="355299">
                  <c:v>k2749</c:v>
                </c:pt>
                <c:pt idx="355250">
                  <c:v>k2750</c:v>
                </c:pt>
                <c:pt idx="355201">
                  <c:v>k2751</c:v>
                </c:pt>
                <c:pt idx="355152">
                  <c:v>k2752</c:v>
                </c:pt>
                <c:pt idx="355103">
                  <c:v>k2753</c:v>
                </c:pt>
                <c:pt idx="355054">
                  <c:v>k2754</c:v>
                </c:pt>
                <c:pt idx="355005">
                  <c:v>k2755</c:v>
                </c:pt>
                <c:pt idx="354956">
                  <c:v>k2756</c:v>
                </c:pt>
                <c:pt idx="354907">
                  <c:v>k2757</c:v>
                </c:pt>
                <c:pt idx="354858">
                  <c:v>k2758</c:v>
                </c:pt>
                <c:pt idx="354809">
                  <c:v>k2759</c:v>
                </c:pt>
                <c:pt idx="354760">
                  <c:v>k2760</c:v>
                </c:pt>
                <c:pt idx="354711">
                  <c:v>k2761</c:v>
                </c:pt>
                <c:pt idx="354662">
                  <c:v>k2762</c:v>
                </c:pt>
                <c:pt idx="354613">
                  <c:v>k2763</c:v>
                </c:pt>
                <c:pt idx="354564">
                  <c:v>k2764</c:v>
                </c:pt>
                <c:pt idx="354515">
                  <c:v>k2765</c:v>
                </c:pt>
                <c:pt idx="354466">
                  <c:v>k2766</c:v>
                </c:pt>
                <c:pt idx="354417">
                  <c:v>k2767</c:v>
                </c:pt>
                <c:pt idx="354368">
                  <c:v>k2768</c:v>
                </c:pt>
                <c:pt idx="354319">
                  <c:v>k2769</c:v>
                </c:pt>
                <c:pt idx="354270">
                  <c:v>k2770</c:v>
                </c:pt>
                <c:pt idx="354221">
                  <c:v>k2771</c:v>
                </c:pt>
                <c:pt idx="354172">
                  <c:v>k2772</c:v>
                </c:pt>
                <c:pt idx="354123">
                  <c:v>k2773</c:v>
                </c:pt>
                <c:pt idx="354074">
                  <c:v>k2774</c:v>
                </c:pt>
                <c:pt idx="354025">
                  <c:v>k2775</c:v>
                </c:pt>
                <c:pt idx="353976">
                  <c:v>k2776</c:v>
                </c:pt>
                <c:pt idx="353927">
                  <c:v>k2777</c:v>
                </c:pt>
                <c:pt idx="353878">
                  <c:v>k2778</c:v>
                </c:pt>
                <c:pt idx="353829">
                  <c:v>k2779</c:v>
                </c:pt>
                <c:pt idx="353780">
                  <c:v>k2780</c:v>
                </c:pt>
                <c:pt idx="353731">
                  <c:v>k2781</c:v>
                </c:pt>
                <c:pt idx="353682">
                  <c:v>k2782</c:v>
                </c:pt>
                <c:pt idx="353633">
                  <c:v>k2783</c:v>
                </c:pt>
                <c:pt idx="353584">
                  <c:v>k2784</c:v>
                </c:pt>
                <c:pt idx="353535">
                  <c:v>k2785</c:v>
                </c:pt>
                <c:pt idx="353486">
                  <c:v>k2786</c:v>
                </c:pt>
                <c:pt idx="353437">
                  <c:v>k2787</c:v>
                </c:pt>
                <c:pt idx="353388">
                  <c:v>k2788</c:v>
                </c:pt>
                <c:pt idx="353339">
                  <c:v>k2789</c:v>
                </c:pt>
                <c:pt idx="353290">
                  <c:v>k2790</c:v>
                </c:pt>
                <c:pt idx="353241">
                  <c:v>k2791</c:v>
                </c:pt>
                <c:pt idx="353192">
                  <c:v>k2792</c:v>
                </c:pt>
                <c:pt idx="353143">
                  <c:v>k2793</c:v>
                </c:pt>
                <c:pt idx="353094">
                  <c:v>k2794</c:v>
                </c:pt>
                <c:pt idx="353045">
                  <c:v>k2795</c:v>
                </c:pt>
                <c:pt idx="352996">
                  <c:v>k2796</c:v>
                </c:pt>
                <c:pt idx="352947">
                  <c:v>k2797</c:v>
                </c:pt>
                <c:pt idx="352898">
                  <c:v>k2798</c:v>
                </c:pt>
                <c:pt idx="352849">
                  <c:v>k2799</c:v>
                </c:pt>
                <c:pt idx="352800">
                  <c:v>k2800</c:v>
                </c:pt>
                <c:pt idx="352751">
                  <c:v>k2801</c:v>
                </c:pt>
                <c:pt idx="352702">
                  <c:v>k2802</c:v>
                </c:pt>
                <c:pt idx="352653">
                  <c:v>k2803</c:v>
                </c:pt>
                <c:pt idx="352604">
                  <c:v>k2804</c:v>
                </c:pt>
                <c:pt idx="352555">
                  <c:v>k2805</c:v>
                </c:pt>
                <c:pt idx="352506">
                  <c:v>k2806</c:v>
                </c:pt>
                <c:pt idx="352457">
                  <c:v>k2807</c:v>
                </c:pt>
                <c:pt idx="352408">
                  <c:v>k2808</c:v>
                </c:pt>
                <c:pt idx="352359">
                  <c:v>k2809</c:v>
                </c:pt>
                <c:pt idx="352310">
                  <c:v>k2810</c:v>
                </c:pt>
                <c:pt idx="352261">
                  <c:v>k2811</c:v>
                </c:pt>
                <c:pt idx="352212">
                  <c:v>k2812</c:v>
                </c:pt>
                <c:pt idx="352163">
                  <c:v>k2813</c:v>
                </c:pt>
                <c:pt idx="352114">
                  <c:v>k2814</c:v>
                </c:pt>
                <c:pt idx="352065">
                  <c:v>k2815</c:v>
                </c:pt>
                <c:pt idx="352016">
                  <c:v>k2816</c:v>
                </c:pt>
                <c:pt idx="351967">
                  <c:v>k2817</c:v>
                </c:pt>
                <c:pt idx="351918">
                  <c:v>k2818</c:v>
                </c:pt>
                <c:pt idx="351869">
                  <c:v>k2819</c:v>
                </c:pt>
                <c:pt idx="351820">
                  <c:v>k2820</c:v>
                </c:pt>
                <c:pt idx="351771">
                  <c:v>k2821</c:v>
                </c:pt>
                <c:pt idx="351722">
                  <c:v>k2822</c:v>
                </c:pt>
                <c:pt idx="351673">
                  <c:v>k2823</c:v>
                </c:pt>
                <c:pt idx="351624">
                  <c:v>k2824</c:v>
                </c:pt>
                <c:pt idx="351575">
                  <c:v>k2825</c:v>
                </c:pt>
                <c:pt idx="351526">
                  <c:v>k2826</c:v>
                </c:pt>
                <c:pt idx="351477">
                  <c:v>k2827</c:v>
                </c:pt>
                <c:pt idx="351428">
                  <c:v>k2828</c:v>
                </c:pt>
                <c:pt idx="351379">
                  <c:v>k2829</c:v>
                </c:pt>
                <c:pt idx="351330">
                  <c:v>k2830</c:v>
                </c:pt>
                <c:pt idx="351281">
                  <c:v>k2831</c:v>
                </c:pt>
                <c:pt idx="351232">
                  <c:v>k2832</c:v>
                </c:pt>
                <c:pt idx="351183">
                  <c:v>k2833</c:v>
                </c:pt>
                <c:pt idx="351134">
                  <c:v>k2834</c:v>
                </c:pt>
                <c:pt idx="351085">
                  <c:v>k2835</c:v>
                </c:pt>
                <c:pt idx="351036">
                  <c:v>k2836</c:v>
                </c:pt>
                <c:pt idx="350987">
                  <c:v>k2837</c:v>
                </c:pt>
                <c:pt idx="350938">
                  <c:v>k2838</c:v>
                </c:pt>
                <c:pt idx="350889">
                  <c:v>k2839</c:v>
                </c:pt>
                <c:pt idx="350840">
                  <c:v>k2840</c:v>
                </c:pt>
                <c:pt idx="350791">
                  <c:v>k2841</c:v>
                </c:pt>
                <c:pt idx="350742">
                  <c:v>k2842</c:v>
                </c:pt>
                <c:pt idx="350693">
                  <c:v>k2843</c:v>
                </c:pt>
                <c:pt idx="350644">
                  <c:v>k2844</c:v>
                </c:pt>
                <c:pt idx="350595">
                  <c:v>k2845</c:v>
                </c:pt>
                <c:pt idx="350546">
                  <c:v>k2846</c:v>
                </c:pt>
                <c:pt idx="350497">
                  <c:v>k2847</c:v>
                </c:pt>
                <c:pt idx="350448">
                  <c:v>k2848</c:v>
                </c:pt>
                <c:pt idx="350399">
                  <c:v>k2849</c:v>
                </c:pt>
                <c:pt idx="350350">
                  <c:v>k2850</c:v>
                </c:pt>
                <c:pt idx="350301">
                  <c:v>k2851</c:v>
                </c:pt>
                <c:pt idx="350252">
                  <c:v>k2852</c:v>
                </c:pt>
                <c:pt idx="350203">
                  <c:v>k2853</c:v>
                </c:pt>
                <c:pt idx="350154">
                  <c:v>k2854</c:v>
                </c:pt>
                <c:pt idx="350105">
                  <c:v>k2855</c:v>
                </c:pt>
                <c:pt idx="350056">
                  <c:v>k2856</c:v>
                </c:pt>
                <c:pt idx="350007">
                  <c:v>k2857</c:v>
                </c:pt>
                <c:pt idx="349958">
                  <c:v>k2858</c:v>
                </c:pt>
                <c:pt idx="349909">
                  <c:v>k2859</c:v>
                </c:pt>
                <c:pt idx="349860">
                  <c:v>k2860</c:v>
                </c:pt>
                <c:pt idx="349811">
                  <c:v>k2861</c:v>
                </c:pt>
                <c:pt idx="349762">
                  <c:v>k2862</c:v>
                </c:pt>
                <c:pt idx="349713">
                  <c:v>k2863</c:v>
                </c:pt>
                <c:pt idx="349664">
                  <c:v>k2864</c:v>
                </c:pt>
                <c:pt idx="349615">
                  <c:v>k2865</c:v>
                </c:pt>
                <c:pt idx="349566">
                  <c:v>k2866</c:v>
                </c:pt>
                <c:pt idx="349517">
                  <c:v>k2867</c:v>
                </c:pt>
                <c:pt idx="349468">
                  <c:v>k2868</c:v>
                </c:pt>
                <c:pt idx="349419">
                  <c:v>k2869</c:v>
                </c:pt>
                <c:pt idx="349370">
                  <c:v>k2870</c:v>
                </c:pt>
                <c:pt idx="349321">
                  <c:v>k2871</c:v>
                </c:pt>
                <c:pt idx="349272">
                  <c:v>k2872</c:v>
                </c:pt>
                <c:pt idx="349223">
                  <c:v>k2873</c:v>
                </c:pt>
                <c:pt idx="349174">
                  <c:v>k2874</c:v>
                </c:pt>
                <c:pt idx="349125">
                  <c:v>k2875</c:v>
                </c:pt>
                <c:pt idx="349076">
                  <c:v>k2876</c:v>
                </c:pt>
                <c:pt idx="349027">
                  <c:v>k2877</c:v>
                </c:pt>
                <c:pt idx="348978">
                  <c:v>k2878</c:v>
                </c:pt>
                <c:pt idx="348929">
                  <c:v>k2879</c:v>
                </c:pt>
                <c:pt idx="348880">
                  <c:v>k2880</c:v>
                </c:pt>
                <c:pt idx="348831">
                  <c:v>k2881</c:v>
                </c:pt>
                <c:pt idx="348782">
                  <c:v>k2882</c:v>
                </c:pt>
                <c:pt idx="348733">
                  <c:v>k2883</c:v>
                </c:pt>
                <c:pt idx="348684">
                  <c:v>k2884</c:v>
                </c:pt>
                <c:pt idx="348635">
                  <c:v>k2885</c:v>
                </c:pt>
                <c:pt idx="348586">
                  <c:v>k2886</c:v>
                </c:pt>
                <c:pt idx="348537">
                  <c:v>k2887</c:v>
                </c:pt>
                <c:pt idx="348488">
                  <c:v>k2888</c:v>
                </c:pt>
                <c:pt idx="348439">
                  <c:v>k2889</c:v>
                </c:pt>
                <c:pt idx="348390">
                  <c:v>k2890</c:v>
                </c:pt>
                <c:pt idx="348341">
                  <c:v>k2891</c:v>
                </c:pt>
                <c:pt idx="348292">
                  <c:v>k2892</c:v>
                </c:pt>
                <c:pt idx="348243">
                  <c:v>k2893</c:v>
                </c:pt>
                <c:pt idx="348194">
                  <c:v>k2894</c:v>
                </c:pt>
                <c:pt idx="348145">
                  <c:v>k2895</c:v>
                </c:pt>
                <c:pt idx="348096">
                  <c:v>k2896</c:v>
                </c:pt>
                <c:pt idx="348047">
                  <c:v>k2897</c:v>
                </c:pt>
                <c:pt idx="347998">
                  <c:v>k2898</c:v>
                </c:pt>
                <c:pt idx="347949">
                  <c:v>k2899</c:v>
                </c:pt>
                <c:pt idx="347900">
                  <c:v>k2900</c:v>
                </c:pt>
                <c:pt idx="347851">
                  <c:v>k2901</c:v>
                </c:pt>
                <c:pt idx="347802">
                  <c:v>k2902</c:v>
                </c:pt>
                <c:pt idx="347753">
                  <c:v>k2903</c:v>
                </c:pt>
                <c:pt idx="347704">
                  <c:v>k2904</c:v>
                </c:pt>
                <c:pt idx="347655">
                  <c:v>k2905</c:v>
                </c:pt>
                <c:pt idx="347606">
                  <c:v>k2906</c:v>
                </c:pt>
                <c:pt idx="347557">
                  <c:v>k2907</c:v>
                </c:pt>
                <c:pt idx="347508">
                  <c:v>k2908</c:v>
                </c:pt>
                <c:pt idx="347459">
                  <c:v>k2909</c:v>
                </c:pt>
                <c:pt idx="347410">
                  <c:v>k2910</c:v>
                </c:pt>
                <c:pt idx="347361">
                  <c:v>k2911</c:v>
                </c:pt>
                <c:pt idx="347312">
                  <c:v>k2912</c:v>
                </c:pt>
                <c:pt idx="347263">
                  <c:v>k2913</c:v>
                </c:pt>
                <c:pt idx="347214">
                  <c:v>k2914</c:v>
                </c:pt>
                <c:pt idx="347165">
                  <c:v>k2915</c:v>
                </c:pt>
                <c:pt idx="347116">
                  <c:v>k2916</c:v>
                </c:pt>
                <c:pt idx="347067">
                  <c:v>k2917</c:v>
                </c:pt>
                <c:pt idx="347018">
                  <c:v>k2918</c:v>
                </c:pt>
                <c:pt idx="346969">
                  <c:v>k2919</c:v>
                </c:pt>
                <c:pt idx="346920">
                  <c:v>k2920</c:v>
                </c:pt>
                <c:pt idx="346871">
                  <c:v>k2921</c:v>
                </c:pt>
                <c:pt idx="346822">
                  <c:v>k2922</c:v>
                </c:pt>
                <c:pt idx="346773">
                  <c:v>k2923</c:v>
                </c:pt>
                <c:pt idx="346724">
                  <c:v>k2924</c:v>
                </c:pt>
                <c:pt idx="346675">
                  <c:v>k2925</c:v>
                </c:pt>
                <c:pt idx="346626">
                  <c:v>k2926</c:v>
                </c:pt>
                <c:pt idx="346577">
                  <c:v>k2927</c:v>
                </c:pt>
                <c:pt idx="346528">
                  <c:v>k2928</c:v>
                </c:pt>
                <c:pt idx="346479">
                  <c:v>k2929</c:v>
                </c:pt>
                <c:pt idx="346430">
                  <c:v>k2930</c:v>
                </c:pt>
                <c:pt idx="346381">
                  <c:v>k2931</c:v>
                </c:pt>
                <c:pt idx="346332">
                  <c:v>k2932</c:v>
                </c:pt>
                <c:pt idx="346283">
                  <c:v>k2933</c:v>
                </c:pt>
                <c:pt idx="346234">
                  <c:v>k2934</c:v>
                </c:pt>
                <c:pt idx="346185">
                  <c:v>k2935</c:v>
                </c:pt>
                <c:pt idx="346136">
                  <c:v>k2936</c:v>
                </c:pt>
                <c:pt idx="346087">
                  <c:v>k2937</c:v>
                </c:pt>
                <c:pt idx="346038">
                  <c:v>k2938</c:v>
                </c:pt>
                <c:pt idx="345989">
                  <c:v>k2939</c:v>
                </c:pt>
                <c:pt idx="345940">
                  <c:v>k2940</c:v>
                </c:pt>
                <c:pt idx="345891">
                  <c:v>k2941</c:v>
                </c:pt>
                <c:pt idx="345842">
                  <c:v>k2942</c:v>
                </c:pt>
                <c:pt idx="345793">
                  <c:v>k2943</c:v>
                </c:pt>
                <c:pt idx="345744">
                  <c:v>k2944</c:v>
                </c:pt>
                <c:pt idx="345695">
                  <c:v>k2945</c:v>
                </c:pt>
                <c:pt idx="345646">
                  <c:v>k2946</c:v>
                </c:pt>
                <c:pt idx="345597">
                  <c:v>k2947</c:v>
                </c:pt>
                <c:pt idx="345548">
                  <c:v>k2948</c:v>
                </c:pt>
                <c:pt idx="345499">
                  <c:v>k2949</c:v>
                </c:pt>
                <c:pt idx="345450">
                  <c:v>k2950</c:v>
                </c:pt>
                <c:pt idx="345401">
                  <c:v>k2951</c:v>
                </c:pt>
                <c:pt idx="345352">
                  <c:v>k2952</c:v>
                </c:pt>
                <c:pt idx="345303">
                  <c:v>k2953</c:v>
                </c:pt>
                <c:pt idx="345254">
                  <c:v>k2954</c:v>
                </c:pt>
                <c:pt idx="345205">
                  <c:v>k2955</c:v>
                </c:pt>
                <c:pt idx="345156">
                  <c:v>k2956</c:v>
                </c:pt>
                <c:pt idx="345107">
                  <c:v>k2957</c:v>
                </c:pt>
                <c:pt idx="345058">
                  <c:v>k2958</c:v>
                </c:pt>
                <c:pt idx="345009">
                  <c:v>k2959</c:v>
                </c:pt>
                <c:pt idx="344960">
                  <c:v>k2960</c:v>
                </c:pt>
                <c:pt idx="344911">
                  <c:v>k2961</c:v>
                </c:pt>
                <c:pt idx="344862">
                  <c:v>k2962</c:v>
                </c:pt>
                <c:pt idx="344813">
                  <c:v>k2963</c:v>
                </c:pt>
                <c:pt idx="344764">
                  <c:v>k2964</c:v>
                </c:pt>
                <c:pt idx="344715">
                  <c:v>k2965</c:v>
                </c:pt>
                <c:pt idx="344666">
                  <c:v>k2966</c:v>
                </c:pt>
                <c:pt idx="344617">
                  <c:v>k2967</c:v>
                </c:pt>
                <c:pt idx="344568">
                  <c:v>k2968</c:v>
                </c:pt>
                <c:pt idx="344519">
                  <c:v>k2969</c:v>
                </c:pt>
                <c:pt idx="344470">
                  <c:v>k2970</c:v>
                </c:pt>
                <c:pt idx="344421">
                  <c:v>k2971</c:v>
                </c:pt>
                <c:pt idx="344372">
                  <c:v>k2972</c:v>
                </c:pt>
                <c:pt idx="344323">
                  <c:v>k2973</c:v>
                </c:pt>
                <c:pt idx="344274">
                  <c:v>k2974</c:v>
                </c:pt>
                <c:pt idx="344225">
                  <c:v>k2975</c:v>
                </c:pt>
                <c:pt idx="344176">
                  <c:v>k2976</c:v>
                </c:pt>
                <c:pt idx="344127">
                  <c:v>k2977</c:v>
                </c:pt>
                <c:pt idx="344078">
                  <c:v>k2978</c:v>
                </c:pt>
                <c:pt idx="344029">
                  <c:v>k2979</c:v>
                </c:pt>
                <c:pt idx="343980">
                  <c:v>k2980</c:v>
                </c:pt>
                <c:pt idx="343931">
                  <c:v>k2981</c:v>
                </c:pt>
                <c:pt idx="343882">
                  <c:v>k2982</c:v>
                </c:pt>
                <c:pt idx="343833">
                  <c:v>k2983</c:v>
                </c:pt>
                <c:pt idx="343784">
                  <c:v>k2984</c:v>
                </c:pt>
                <c:pt idx="343735">
                  <c:v>k2985</c:v>
                </c:pt>
                <c:pt idx="343686">
                  <c:v>k2986</c:v>
                </c:pt>
                <c:pt idx="343637">
                  <c:v>k2987</c:v>
                </c:pt>
                <c:pt idx="343588">
                  <c:v>k2988</c:v>
                </c:pt>
                <c:pt idx="343539">
                  <c:v>k2989</c:v>
                </c:pt>
                <c:pt idx="343490">
                  <c:v>k2990</c:v>
                </c:pt>
                <c:pt idx="343441">
                  <c:v>k2991</c:v>
                </c:pt>
                <c:pt idx="343392">
                  <c:v>k2992</c:v>
                </c:pt>
                <c:pt idx="343343">
                  <c:v>k2993</c:v>
                </c:pt>
                <c:pt idx="343294">
                  <c:v>k2994</c:v>
                </c:pt>
                <c:pt idx="343245">
                  <c:v>k2995</c:v>
                </c:pt>
                <c:pt idx="343196">
                  <c:v>k2996</c:v>
                </c:pt>
                <c:pt idx="343147">
                  <c:v>k2997</c:v>
                </c:pt>
                <c:pt idx="343098">
                  <c:v>k2998</c:v>
                </c:pt>
                <c:pt idx="343049">
                  <c:v>k2999</c:v>
                </c:pt>
                <c:pt idx="343000">
                  <c:v>k3000</c:v>
                </c:pt>
                <c:pt idx="342951">
                  <c:v>k3001</c:v>
                </c:pt>
                <c:pt idx="342902">
                  <c:v>k3002</c:v>
                </c:pt>
                <c:pt idx="342853">
                  <c:v>k3003</c:v>
                </c:pt>
                <c:pt idx="342804">
                  <c:v>k3004</c:v>
                </c:pt>
                <c:pt idx="342755">
                  <c:v>k3005</c:v>
                </c:pt>
                <c:pt idx="342706">
                  <c:v>k3006</c:v>
                </c:pt>
                <c:pt idx="342657">
                  <c:v>k3007</c:v>
                </c:pt>
                <c:pt idx="342608">
                  <c:v>k3008</c:v>
                </c:pt>
                <c:pt idx="342559">
                  <c:v>k3009</c:v>
                </c:pt>
                <c:pt idx="342510">
                  <c:v>k3010</c:v>
                </c:pt>
                <c:pt idx="342461">
                  <c:v>k3011</c:v>
                </c:pt>
                <c:pt idx="342412">
                  <c:v>k3012</c:v>
                </c:pt>
                <c:pt idx="342363">
                  <c:v>k3013</c:v>
                </c:pt>
                <c:pt idx="342314">
                  <c:v>k3014</c:v>
                </c:pt>
                <c:pt idx="342265">
                  <c:v>k3015</c:v>
                </c:pt>
                <c:pt idx="342216">
                  <c:v>k3016</c:v>
                </c:pt>
                <c:pt idx="342167">
                  <c:v>k3017</c:v>
                </c:pt>
                <c:pt idx="342118">
                  <c:v>k3018</c:v>
                </c:pt>
                <c:pt idx="342069">
                  <c:v>k3019</c:v>
                </c:pt>
                <c:pt idx="342020">
                  <c:v>k3020</c:v>
                </c:pt>
                <c:pt idx="341971">
                  <c:v>k3021</c:v>
                </c:pt>
                <c:pt idx="341922">
                  <c:v>k3022</c:v>
                </c:pt>
                <c:pt idx="341873">
                  <c:v>k3023</c:v>
                </c:pt>
                <c:pt idx="341824">
                  <c:v>k3024</c:v>
                </c:pt>
                <c:pt idx="341775">
                  <c:v>k3025</c:v>
                </c:pt>
                <c:pt idx="341726">
                  <c:v>k3026</c:v>
                </c:pt>
                <c:pt idx="341677">
                  <c:v>k3027</c:v>
                </c:pt>
                <c:pt idx="341628">
                  <c:v>k3028</c:v>
                </c:pt>
                <c:pt idx="341579">
                  <c:v>k3029</c:v>
                </c:pt>
                <c:pt idx="341530">
                  <c:v>k3030</c:v>
                </c:pt>
                <c:pt idx="341481">
                  <c:v>k3031</c:v>
                </c:pt>
                <c:pt idx="341432">
                  <c:v>k3032</c:v>
                </c:pt>
                <c:pt idx="341383">
                  <c:v>k3033</c:v>
                </c:pt>
                <c:pt idx="341334">
                  <c:v>k3034</c:v>
                </c:pt>
                <c:pt idx="341285">
                  <c:v>k3035</c:v>
                </c:pt>
                <c:pt idx="341236">
                  <c:v>k3036</c:v>
                </c:pt>
                <c:pt idx="341187">
                  <c:v>k3037</c:v>
                </c:pt>
                <c:pt idx="341138">
                  <c:v>k3038</c:v>
                </c:pt>
                <c:pt idx="341089">
                  <c:v>k3039</c:v>
                </c:pt>
                <c:pt idx="341040">
                  <c:v>k3040</c:v>
                </c:pt>
                <c:pt idx="340991">
                  <c:v>k3041</c:v>
                </c:pt>
                <c:pt idx="340942">
                  <c:v>k3042</c:v>
                </c:pt>
                <c:pt idx="340893">
                  <c:v>k3043</c:v>
                </c:pt>
                <c:pt idx="340844">
                  <c:v>k3044</c:v>
                </c:pt>
                <c:pt idx="340795">
                  <c:v>k3045</c:v>
                </c:pt>
                <c:pt idx="340746">
                  <c:v>k3046</c:v>
                </c:pt>
                <c:pt idx="340697">
                  <c:v>k3047</c:v>
                </c:pt>
                <c:pt idx="340648">
                  <c:v>k3048</c:v>
                </c:pt>
                <c:pt idx="340599">
                  <c:v>k3049</c:v>
                </c:pt>
                <c:pt idx="340550">
                  <c:v>k3050</c:v>
                </c:pt>
                <c:pt idx="340501">
                  <c:v>k3051</c:v>
                </c:pt>
                <c:pt idx="340452">
                  <c:v>k3052</c:v>
                </c:pt>
                <c:pt idx="340403">
                  <c:v>k3053</c:v>
                </c:pt>
                <c:pt idx="340354">
                  <c:v>k3054</c:v>
                </c:pt>
                <c:pt idx="340305">
                  <c:v>k3055</c:v>
                </c:pt>
                <c:pt idx="340256">
                  <c:v>k3056</c:v>
                </c:pt>
                <c:pt idx="340207">
                  <c:v>k3057</c:v>
                </c:pt>
                <c:pt idx="340158">
                  <c:v>k3058</c:v>
                </c:pt>
                <c:pt idx="340109">
                  <c:v>k3059</c:v>
                </c:pt>
                <c:pt idx="340060">
                  <c:v>k3060</c:v>
                </c:pt>
                <c:pt idx="340011">
                  <c:v>k3061</c:v>
                </c:pt>
                <c:pt idx="339962">
                  <c:v>k3062</c:v>
                </c:pt>
                <c:pt idx="339913">
                  <c:v>k3063</c:v>
                </c:pt>
                <c:pt idx="339864">
                  <c:v>k3064</c:v>
                </c:pt>
                <c:pt idx="339815">
                  <c:v>k3065</c:v>
                </c:pt>
                <c:pt idx="339766">
                  <c:v>k3066</c:v>
                </c:pt>
                <c:pt idx="339717">
                  <c:v>k3067</c:v>
                </c:pt>
                <c:pt idx="339668">
                  <c:v>k3068</c:v>
                </c:pt>
                <c:pt idx="339619">
                  <c:v>k3069</c:v>
                </c:pt>
                <c:pt idx="339570">
                  <c:v>k3070</c:v>
                </c:pt>
                <c:pt idx="339521">
                  <c:v>k3071</c:v>
                </c:pt>
                <c:pt idx="339472">
                  <c:v>k3072</c:v>
                </c:pt>
                <c:pt idx="339423">
                  <c:v>k3073</c:v>
                </c:pt>
                <c:pt idx="339374">
                  <c:v>k3074</c:v>
                </c:pt>
                <c:pt idx="339325">
                  <c:v>k3075</c:v>
                </c:pt>
                <c:pt idx="339276">
                  <c:v>k3076</c:v>
                </c:pt>
                <c:pt idx="339227">
                  <c:v>k3077</c:v>
                </c:pt>
                <c:pt idx="339178">
                  <c:v>k3078</c:v>
                </c:pt>
                <c:pt idx="339129">
                  <c:v>k3079</c:v>
                </c:pt>
                <c:pt idx="339080">
                  <c:v>k3080</c:v>
                </c:pt>
                <c:pt idx="339031">
                  <c:v>k3081</c:v>
                </c:pt>
                <c:pt idx="338982">
                  <c:v>k3082</c:v>
                </c:pt>
                <c:pt idx="338933">
                  <c:v>k3083</c:v>
                </c:pt>
                <c:pt idx="338884">
                  <c:v>k3084</c:v>
                </c:pt>
                <c:pt idx="338835">
                  <c:v>k3085</c:v>
                </c:pt>
                <c:pt idx="338786">
                  <c:v>k3086</c:v>
                </c:pt>
                <c:pt idx="338737">
                  <c:v>k3087</c:v>
                </c:pt>
                <c:pt idx="338688">
                  <c:v>k3088</c:v>
                </c:pt>
                <c:pt idx="338639">
                  <c:v>k3089</c:v>
                </c:pt>
                <c:pt idx="338590">
                  <c:v>k3090</c:v>
                </c:pt>
                <c:pt idx="338541">
                  <c:v>k3091</c:v>
                </c:pt>
                <c:pt idx="338492">
                  <c:v>k3092</c:v>
                </c:pt>
                <c:pt idx="338443">
                  <c:v>k3093</c:v>
                </c:pt>
                <c:pt idx="338394">
                  <c:v>k3094</c:v>
                </c:pt>
                <c:pt idx="338345">
                  <c:v>k3095</c:v>
                </c:pt>
                <c:pt idx="338296">
                  <c:v>k3096</c:v>
                </c:pt>
                <c:pt idx="338247">
                  <c:v>k3097</c:v>
                </c:pt>
                <c:pt idx="338198">
                  <c:v>k3098</c:v>
                </c:pt>
                <c:pt idx="338149">
                  <c:v>k3099</c:v>
                </c:pt>
                <c:pt idx="338100">
                  <c:v>k3100</c:v>
                </c:pt>
                <c:pt idx="338051">
                  <c:v>k3101</c:v>
                </c:pt>
                <c:pt idx="338002">
                  <c:v>k3102</c:v>
                </c:pt>
                <c:pt idx="337953">
                  <c:v>k3103</c:v>
                </c:pt>
                <c:pt idx="337904">
                  <c:v>k3104</c:v>
                </c:pt>
                <c:pt idx="337855">
                  <c:v>k3105</c:v>
                </c:pt>
                <c:pt idx="337806">
                  <c:v>k3106</c:v>
                </c:pt>
                <c:pt idx="337757">
                  <c:v>k3107</c:v>
                </c:pt>
                <c:pt idx="337708">
                  <c:v>k3108</c:v>
                </c:pt>
                <c:pt idx="337659">
                  <c:v>k3109</c:v>
                </c:pt>
                <c:pt idx="337610">
                  <c:v>k3110</c:v>
                </c:pt>
                <c:pt idx="337561">
                  <c:v>k3111</c:v>
                </c:pt>
                <c:pt idx="337512">
                  <c:v>k3112</c:v>
                </c:pt>
                <c:pt idx="337463">
                  <c:v>k3113</c:v>
                </c:pt>
                <c:pt idx="337414">
                  <c:v>k3114</c:v>
                </c:pt>
                <c:pt idx="337365">
                  <c:v>k3115</c:v>
                </c:pt>
                <c:pt idx="337316">
                  <c:v>k3116</c:v>
                </c:pt>
                <c:pt idx="337267">
                  <c:v>k3117</c:v>
                </c:pt>
                <c:pt idx="337218">
                  <c:v>k3118</c:v>
                </c:pt>
                <c:pt idx="337169">
                  <c:v>k3119</c:v>
                </c:pt>
                <c:pt idx="337120">
                  <c:v>k3120</c:v>
                </c:pt>
                <c:pt idx="337071">
                  <c:v>k3121</c:v>
                </c:pt>
                <c:pt idx="337022">
                  <c:v>k3122</c:v>
                </c:pt>
                <c:pt idx="336973">
                  <c:v>k3123</c:v>
                </c:pt>
                <c:pt idx="336924">
                  <c:v>k3124</c:v>
                </c:pt>
                <c:pt idx="336875">
                  <c:v>k3125</c:v>
                </c:pt>
                <c:pt idx="336826">
                  <c:v>k3126</c:v>
                </c:pt>
                <c:pt idx="336777">
                  <c:v>k3127</c:v>
                </c:pt>
                <c:pt idx="336728">
                  <c:v>k3128</c:v>
                </c:pt>
                <c:pt idx="336679">
                  <c:v>k3129</c:v>
                </c:pt>
                <c:pt idx="336630">
                  <c:v>k3130</c:v>
                </c:pt>
                <c:pt idx="336581">
                  <c:v>k3131</c:v>
                </c:pt>
                <c:pt idx="336532">
                  <c:v>k3132</c:v>
                </c:pt>
                <c:pt idx="336483">
                  <c:v>k3133</c:v>
                </c:pt>
                <c:pt idx="336434">
                  <c:v>k3134</c:v>
                </c:pt>
                <c:pt idx="336385">
                  <c:v>k3135</c:v>
                </c:pt>
                <c:pt idx="336336">
                  <c:v>k3136</c:v>
                </c:pt>
                <c:pt idx="336287">
                  <c:v>k3137</c:v>
                </c:pt>
                <c:pt idx="336238">
                  <c:v>k3138</c:v>
                </c:pt>
                <c:pt idx="336189">
                  <c:v>k3139</c:v>
                </c:pt>
                <c:pt idx="336140">
                  <c:v>k3140</c:v>
                </c:pt>
                <c:pt idx="336091">
                  <c:v>k3141</c:v>
                </c:pt>
                <c:pt idx="336042">
                  <c:v>k3142</c:v>
                </c:pt>
                <c:pt idx="335993">
                  <c:v>k3143</c:v>
                </c:pt>
                <c:pt idx="335944">
                  <c:v>k3144</c:v>
                </c:pt>
                <c:pt idx="335895">
                  <c:v>k3145</c:v>
                </c:pt>
                <c:pt idx="335846">
                  <c:v>k3146</c:v>
                </c:pt>
                <c:pt idx="335797">
                  <c:v>k3147</c:v>
                </c:pt>
                <c:pt idx="335748">
                  <c:v>k3148</c:v>
                </c:pt>
                <c:pt idx="335699">
                  <c:v>k3149</c:v>
                </c:pt>
                <c:pt idx="335650">
                  <c:v>k3150</c:v>
                </c:pt>
                <c:pt idx="335601">
                  <c:v>k3151</c:v>
                </c:pt>
                <c:pt idx="335552">
                  <c:v>k3152</c:v>
                </c:pt>
                <c:pt idx="335503">
                  <c:v>k3153</c:v>
                </c:pt>
                <c:pt idx="335454">
                  <c:v>k3154</c:v>
                </c:pt>
                <c:pt idx="335405">
                  <c:v>k3155</c:v>
                </c:pt>
                <c:pt idx="335356">
                  <c:v>k3156</c:v>
                </c:pt>
                <c:pt idx="335307">
                  <c:v>k3157</c:v>
                </c:pt>
                <c:pt idx="335258">
                  <c:v>k3158</c:v>
                </c:pt>
                <c:pt idx="335209">
                  <c:v>k3159</c:v>
                </c:pt>
                <c:pt idx="335160">
                  <c:v>k3160</c:v>
                </c:pt>
                <c:pt idx="335111">
                  <c:v>k3161</c:v>
                </c:pt>
                <c:pt idx="335062">
                  <c:v>k3162</c:v>
                </c:pt>
                <c:pt idx="335013">
                  <c:v>k3163</c:v>
                </c:pt>
                <c:pt idx="334964">
                  <c:v>k3164</c:v>
                </c:pt>
                <c:pt idx="334915">
                  <c:v>k3165</c:v>
                </c:pt>
                <c:pt idx="334866">
                  <c:v>k3166</c:v>
                </c:pt>
                <c:pt idx="334817">
                  <c:v>k3167</c:v>
                </c:pt>
                <c:pt idx="334768">
                  <c:v>k3168</c:v>
                </c:pt>
                <c:pt idx="334719">
                  <c:v>k3169</c:v>
                </c:pt>
                <c:pt idx="334670">
                  <c:v>k3170</c:v>
                </c:pt>
                <c:pt idx="334621">
                  <c:v>k3171</c:v>
                </c:pt>
                <c:pt idx="334572">
                  <c:v>k3172</c:v>
                </c:pt>
                <c:pt idx="334523">
                  <c:v>k3173</c:v>
                </c:pt>
                <c:pt idx="334474">
                  <c:v>k3174</c:v>
                </c:pt>
                <c:pt idx="334425">
                  <c:v>k3175</c:v>
                </c:pt>
                <c:pt idx="334376">
                  <c:v>k3176</c:v>
                </c:pt>
                <c:pt idx="334327">
                  <c:v>k3177</c:v>
                </c:pt>
                <c:pt idx="334278">
                  <c:v>k3178</c:v>
                </c:pt>
                <c:pt idx="334229">
                  <c:v>k3179</c:v>
                </c:pt>
                <c:pt idx="334180">
                  <c:v>k3180</c:v>
                </c:pt>
                <c:pt idx="334131">
                  <c:v>k3181</c:v>
                </c:pt>
                <c:pt idx="334082">
                  <c:v>k3182</c:v>
                </c:pt>
                <c:pt idx="334033">
                  <c:v>k3183</c:v>
                </c:pt>
                <c:pt idx="333984">
                  <c:v>k3184</c:v>
                </c:pt>
                <c:pt idx="333935">
                  <c:v>k3185</c:v>
                </c:pt>
                <c:pt idx="333886">
                  <c:v>k3186</c:v>
                </c:pt>
                <c:pt idx="333837">
                  <c:v>k3187</c:v>
                </c:pt>
                <c:pt idx="333788">
                  <c:v>k3188</c:v>
                </c:pt>
                <c:pt idx="333739">
                  <c:v>k3189</c:v>
                </c:pt>
                <c:pt idx="333690">
                  <c:v>k3190</c:v>
                </c:pt>
                <c:pt idx="333641">
                  <c:v>k3191</c:v>
                </c:pt>
                <c:pt idx="333592">
                  <c:v>k3192</c:v>
                </c:pt>
                <c:pt idx="333543">
                  <c:v>k3193</c:v>
                </c:pt>
                <c:pt idx="333494">
                  <c:v>k3194</c:v>
                </c:pt>
                <c:pt idx="333445">
                  <c:v>k3195</c:v>
                </c:pt>
                <c:pt idx="333396">
                  <c:v>k3196</c:v>
                </c:pt>
                <c:pt idx="333347">
                  <c:v>k3197</c:v>
                </c:pt>
                <c:pt idx="333298">
                  <c:v>k3198</c:v>
                </c:pt>
                <c:pt idx="333249">
                  <c:v>k3199</c:v>
                </c:pt>
                <c:pt idx="333200">
                  <c:v>k3200</c:v>
                </c:pt>
                <c:pt idx="333151">
                  <c:v>k3201</c:v>
                </c:pt>
                <c:pt idx="333102">
                  <c:v>k3202</c:v>
                </c:pt>
                <c:pt idx="333053">
                  <c:v>k3203</c:v>
                </c:pt>
                <c:pt idx="333004">
                  <c:v>k3204</c:v>
                </c:pt>
                <c:pt idx="332955">
                  <c:v>k3205</c:v>
                </c:pt>
                <c:pt idx="332906">
                  <c:v>k3206</c:v>
                </c:pt>
                <c:pt idx="332857">
                  <c:v>k3207</c:v>
                </c:pt>
                <c:pt idx="332808">
                  <c:v>k3208</c:v>
                </c:pt>
                <c:pt idx="332759">
                  <c:v>k3209</c:v>
                </c:pt>
                <c:pt idx="332710">
                  <c:v>k3210</c:v>
                </c:pt>
                <c:pt idx="332661">
                  <c:v>k3211</c:v>
                </c:pt>
                <c:pt idx="332612">
                  <c:v>k3212</c:v>
                </c:pt>
                <c:pt idx="332563">
                  <c:v>k3213</c:v>
                </c:pt>
                <c:pt idx="332514">
                  <c:v>k3214</c:v>
                </c:pt>
                <c:pt idx="332465">
                  <c:v>k3215</c:v>
                </c:pt>
                <c:pt idx="332416">
                  <c:v>k3216</c:v>
                </c:pt>
                <c:pt idx="332367">
                  <c:v>k3217</c:v>
                </c:pt>
                <c:pt idx="332318">
                  <c:v>k3218</c:v>
                </c:pt>
                <c:pt idx="332269">
                  <c:v>k3219</c:v>
                </c:pt>
                <c:pt idx="332220">
                  <c:v>k3220</c:v>
                </c:pt>
                <c:pt idx="332171">
                  <c:v>k3221</c:v>
                </c:pt>
                <c:pt idx="332122">
                  <c:v>k3222</c:v>
                </c:pt>
                <c:pt idx="332073">
                  <c:v>k3223</c:v>
                </c:pt>
                <c:pt idx="332024">
                  <c:v>k3224</c:v>
                </c:pt>
                <c:pt idx="331975">
                  <c:v>k3225</c:v>
                </c:pt>
                <c:pt idx="331926">
                  <c:v>k3226</c:v>
                </c:pt>
                <c:pt idx="331877">
                  <c:v>k3227</c:v>
                </c:pt>
                <c:pt idx="331828">
                  <c:v>k3228</c:v>
                </c:pt>
                <c:pt idx="331779">
                  <c:v>k3229</c:v>
                </c:pt>
                <c:pt idx="331730">
                  <c:v>k3230</c:v>
                </c:pt>
                <c:pt idx="331681">
                  <c:v>k3231</c:v>
                </c:pt>
                <c:pt idx="331632">
                  <c:v>k3232</c:v>
                </c:pt>
                <c:pt idx="331583">
                  <c:v>k3233</c:v>
                </c:pt>
                <c:pt idx="331534">
                  <c:v>k3234</c:v>
                </c:pt>
                <c:pt idx="331485">
                  <c:v>k3235</c:v>
                </c:pt>
                <c:pt idx="331436">
                  <c:v>k3236</c:v>
                </c:pt>
                <c:pt idx="331387">
                  <c:v>k3237</c:v>
                </c:pt>
                <c:pt idx="331338">
                  <c:v>k3238</c:v>
                </c:pt>
                <c:pt idx="331289">
                  <c:v>k3239</c:v>
                </c:pt>
                <c:pt idx="331240">
                  <c:v>k3240</c:v>
                </c:pt>
                <c:pt idx="331191">
                  <c:v>k3241</c:v>
                </c:pt>
                <c:pt idx="331142">
                  <c:v>k3242</c:v>
                </c:pt>
                <c:pt idx="331093">
                  <c:v>k3243</c:v>
                </c:pt>
                <c:pt idx="331044">
                  <c:v>k3244</c:v>
                </c:pt>
                <c:pt idx="330995">
                  <c:v>k3245</c:v>
                </c:pt>
                <c:pt idx="330946">
                  <c:v>k3246</c:v>
                </c:pt>
                <c:pt idx="330897">
                  <c:v>k3247</c:v>
                </c:pt>
                <c:pt idx="330848">
                  <c:v>k3248</c:v>
                </c:pt>
                <c:pt idx="330799">
                  <c:v>k3249</c:v>
                </c:pt>
                <c:pt idx="330750">
                  <c:v>k3250</c:v>
                </c:pt>
                <c:pt idx="330701">
                  <c:v>k3251</c:v>
                </c:pt>
                <c:pt idx="330652">
                  <c:v>k3252</c:v>
                </c:pt>
                <c:pt idx="330603">
                  <c:v>k3253</c:v>
                </c:pt>
                <c:pt idx="330554">
                  <c:v>k3254</c:v>
                </c:pt>
                <c:pt idx="330505">
                  <c:v>k3255</c:v>
                </c:pt>
                <c:pt idx="330456">
                  <c:v>k3256</c:v>
                </c:pt>
                <c:pt idx="330407">
                  <c:v>k3257</c:v>
                </c:pt>
                <c:pt idx="330358">
                  <c:v>k3258</c:v>
                </c:pt>
                <c:pt idx="330309">
                  <c:v>k3259</c:v>
                </c:pt>
                <c:pt idx="330260">
                  <c:v>k3260</c:v>
                </c:pt>
                <c:pt idx="330211">
                  <c:v>k3261</c:v>
                </c:pt>
                <c:pt idx="330162">
                  <c:v>k3262</c:v>
                </c:pt>
                <c:pt idx="330113">
                  <c:v>k3263</c:v>
                </c:pt>
                <c:pt idx="330064">
                  <c:v>k3264</c:v>
                </c:pt>
                <c:pt idx="330015">
                  <c:v>k3265</c:v>
                </c:pt>
                <c:pt idx="329966">
                  <c:v>k3266</c:v>
                </c:pt>
                <c:pt idx="329917">
                  <c:v>k3267</c:v>
                </c:pt>
                <c:pt idx="329868">
                  <c:v>k3268</c:v>
                </c:pt>
                <c:pt idx="329819">
                  <c:v>k3269</c:v>
                </c:pt>
                <c:pt idx="329770">
                  <c:v>k3270</c:v>
                </c:pt>
                <c:pt idx="329721">
                  <c:v>k3271</c:v>
                </c:pt>
                <c:pt idx="329672">
                  <c:v>k3272</c:v>
                </c:pt>
                <c:pt idx="329623">
                  <c:v>k3273</c:v>
                </c:pt>
                <c:pt idx="329574">
                  <c:v>k3274</c:v>
                </c:pt>
                <c:pt idx="329525">
                  <c:v>k3275</c:v>
                </c:pt>
                <c:pt idx="329476">
                  <c:v>k3276</c:v>
                </c:pt>
                <c:pt idx="329427">
                  <c:v>k3277</c:v>
                </c:pt>
                <c:pt idx="329378">
                  <c:v>k3278</c:v>
                </c:pt>
                <c:pt idx="329329">
                  <c:v>k3279</c:v>
                </c:pt>
                <c:pt idx="329280">
                  <c:v>k3280</c:v>
                </c:pt>
                <c:pt idx="329231">
                  <c:v>k3281</c:v>
                </c:pt>
                <c:pt idx="329182">
                  <c:v>k3282</c:v>
                </c:pt>
                <c:pt idx="329133">
                  <c:v>k3283</c:v>
                </c:pt>
                <c:pt idx="329084">
                  <c:v>k3284</c:v>
                </c:pt>
                <c:pt idx="329035">
                  <c:v>k3285</c:v>
                </c:pt>
                <c:pt idx="328986">
                  <c:v>k3286</c:v>
                </c:pt>
                <c:pt idx="328937">
                  <c:v>k3287</c:v>
                </c:pt>
                <c:pt idx="328888">
                  <c:v>k3288</c:v>
                </c:pt>
                <c:pt idx="328839">
                  <c:v>k3289</c:v>
                </c:pt>
                <c:pt idx="328790">
                  <c:v>k3290</c:v>
                </c:pt>
                <c:pt idx="328741">
                  <c:v>k3291</c:v>
                </c:pt>
                <c:pt idx="328692">
                  <c:v>k3292</c:v>
                </c:pt>
                <c:pt idx="328643">
                  <c:v>k3293</c:v>
                </c:pt>
                <c:pt idx="328594">
                  <c:v>k3294</c:v>
                </c:pt>
                <c:pt idx="328545">
                  <c:v>k3295</c:v>
                </c:pt>
                <c:pt idx="328496">
                  <c:v>k3296</c:v>
                </c:pt>
                <c:pt idx="328447">
                  <c:v>k3297</c:v>
                </c:pt>
                <c:pt idx="328398">
                  <c:v>k3298</c:v>
                </c:pt>
                <c:pt idx="328349">
                  <c:v>k3299</c:v>
                </c:pt>
                <c:pt idx="328300">
                  <c:v>k3300</c:v>
                </c:pt>
                <c:pt idx="328251">
                  <c:v>k3301</c:v>
                </c:pt>
                <c:pt idx="328202">
                  <c:v>k3302</c:v>
                </c:pt>
                <c:pt idx="328153">
                  <c:v>k3303</c:v>
                </c:pt>
                <c:pt idx="328104">
                  <c:v>k3304</c:v>
                </c:pt>
                <c:pt idx="328055">
                  <c:v>k3305</c:v>
                </c:pt>
                <c:pt idx="328006">
                  <c:v>k3306</c:v>
                </c:pt>
                <c:pt idx="327957">
                  <c:v>k3307</c:v>
                </c:pt>
                <c:pt idx="327908">
                  <c:v>k3308</c:v>
                </c:pt>
                <c:pt idx="327859">
                  <c:v>k3309</c:v>
                </c:pt>
                <c:pt idx="327810">
                  <c:v>k3310</c:v>
                </c:pt>
                <c:pt idx="327761">
                  <c:v>k3311</c:v>
                </c:pt>
                <c:pt idx="327712">
                  <c:v>k3312</c:v>
                </c:pt>
                <c:pt idx="327663">
                  <c:v>k3313</c:v>
                </c:pt>
                <c:pt idx="327614">
                  <c:v>k3314</c:v>
                </c:pt>
                <c:pt idx="327565">
                  <c:v>k3315</c:v>
                </c:pt>
                <c:pt idx="327516">
                  <c:v>k3316</c:v>
                </c:pt>
                <c:pt idx="327467">
                  <c:v>k3317</c:v>
                </c:pt>
                <c:pt idx="327418">
                  <c:v>k3318</c:v>
                </c:pt>
                <c:pt idx="327369">
                  <c:v>k3319</c:v>
                </c:pt>
                <c:pt idx="327320">
                  <c:v>k3320</c:v>
                </c:pt>
                <c:pt idx="327271">
                  <c:v>k3321</c:v>
                </c:pt>
                <c:pt idx="327222">
                  <c:v>k3322</c:v>
                </c:pt>
                <c:pt idx="327173">
                  <c:v>k3323</c:v>
                </c:pt>
                <c:pt idx="327124">
                  <c:v>k3324</c:v>
                </c:pt>
                <c:pt idx="327075">
                  <c:v>k3325</c:v>
                </c:pt>
                <c:pt idx="327026">
                  <c:v>k3326</c:v>
                </c:pt>
                <c:pt idx="326977">
                  <c:v>k3327</c:v>
                </c:pt>
                <c:pt idx="326928">
                  <c:v>k3328</c:v>
                </c:pt>
                <c:pt idx="326879">
                  <c:v>k3329</c:v>
                </c:pt>
                <c:pt idx="326830">
                  <c:v>k3330</c:v>
                </c:pt>
                <c:pt idx="326781">
                  <c:v>k3331</c:v>
                </c:pt>
                <c:pt idx="326732">
                  <c:v>k3332</c:v>
                </c:pt>
                <c:pt idx="326683">
                  <c:v>k3333</c:v>
                </c:pt>
                <c:pt idx="326634">
                  <c:v>k3334</c:v>
                </c:pt>
                <c:pt idx="326585">
                  <c:v>k3335</c:v>
                </c:pt>
                <c:pt idx="326536">
                  <c:v>k3336</c:v>
                </c:pt>
                <c:pt idx="326487">
                  <c:v>k3337</c:v>
                </c:pt>
                <c:pt idx="326438">
                  <c:v>k3338</c:v>
                </c:pt>
                <c:pt idx="326389">
                  <c:v>k3339</c:v>
                </c:pt>
                <c:pt idx="326340">
                  <c:v>k3340</c:v>
                </c:pt>
                <c:pt idx="326291">
                  <c:v>k3341</c:v>
                </c:pt>
                <c:pt idx="326242">
                  <c:v>k3342</c:v>
                </c:pt>
                <c:pt idx="326193">
                  <c:v>k3343</c:v>
                </c:pt>
                <c:pt idx="326144">
                  <c:v>k3344</c:v>
                </c:pt>
                <c:pt idx="326095">
                  <c:v>k3345</c:v>
                </c:pt>
                <c:pt idx="326046">
                  <c:v>k3346</c:v>
                </c:pt>
                <c:pt idx="325997">
                  <c:v>k3347</c:v>
                </c:pt>
                <c:pt idx="325948">
                  <c:v>k3348</c:v>
                </c:pt>
                <c:pt idx="325899">
                  <c:v>k3349</c:v>
                </c:pt>
                <c:pt idx="325850">
                  <c:v>k3350</c:v>
                </c:pt>
                <c:pt idx="325801">
                  <c:v>k3351</c:v>
                </c:pt>
                <c:pt idx="325752">
                  <c:v>k3352</c:v>
                </c:pt>
                <c:pt idx="325703">
                  <c:v>k3353</c:v>
                </c:pt>
                <c:pt idx="325654">
                  <c:v>k3354</c:v>
                </c:pt>
                <c:pt idx="325605">
                  <c:v>k3355</c:v>
                </c:pt>
                <c:pt idx="325556">
                  <c:v>k3356</c:v>
                </c:pt>
                <c:pt idx="325507">
                  <c:v>k3357</c:v>
                </c:pt>
                <c:pt idx="325458">
                  <c:v>k3358</c:v>
                </c:pt>
                <c:pt idx="325409">
                  <c:v>k3359</c:v>
                </c:pt>
                <c:pt idx="325360">
                  <c:v>k3360</c:v>
                </c:pt>
                <c:pt idx="325311">
                  <c:v>k3361</c:v>
                </c:pt>
                <c:pt idx="325262">
                  <c:v>k3362</c:v>
                </c:pt>
                <c:pt idx="325213">
                  <c:v>k3363</c:v>
                </c:pt>
                <c:pt idx="325164">
                  <c:v>k3364</c:v>
                </c:pt>
                <c:pt idx="325115">
                  <c:v>k3365</c:v>
                </c:pt>
                <c:pt idx="325066">
                  <c:v>k3366</c:v>
                </c:pt>
                <c:pt idx="325017">
                  <c:v>k3367</c:v>
                </c:pt>
                <c:pt idx="324968">
                  <c:v>k3368</c:v>
                </c:pt>
                <c:pt idx="324919">
                  <c:v>k3369</c:v>
                </c:pt>
                <c:pt idx="324870">
                  <c:v>k3370</c:v>
                </c:pt>
                <c:pt idx="324821">
                  <c:v>k3371</c:v>
                </c:pt>
                <c:pt idx="324772">
                  <c:v>k3372</c:v>
                </c:pt>
                <c:pt idx="324723">
                  <c:v>k3373</c:v>
                </c:pt>
                <c:pt idx="324674">
                  <c:v>k3374</c:v>
                </c:pt>
                <c:pt idx="324625">
                  <c:v>k3375</c:v>
                </c:pt>
                <c:pt idx="324576">
                  <c:v>k3376</c:v>
                </c:pt>
                <c:pt idx="324527">
                  <c:v>k3377</c:v>
                </c:pt>
                <c:pt idx="324478">
                  <c:v>k3378</c:v>
                </c:pt>
                <c:pt idx="324429">
                  <c:v>k3379</c:v>
                </c:pt>
                <c:pt idx="324380">
                  <c:v>k3380</c:v>
                </c:pt>
                <c:pt idx="324331">
                  <c:v>k3381</c:v>
                </c:pt>
                <c:pt idx="324282">
                  <c:v>k3382</c:v>
                </c:pt>
                <c:pt idx="324233">
                  <c:v>k3383</c:v>
                </c:pt>
                <c:pt idx="324184">
                  <c:v>k3384</c:v>
                </c:pt>
                <c:pt idx="324135">
                  <c:v>k3385</c:v>
                </c:pt>
                <c:pt idx="324086">
                  <c:v>k3386</c:v>
                </c:pt>
                <c:pt idx="324037">
                  <c:v>k3387</c:v>
                </c:pt>
                <c:pt idx="323988">
                  <c:v>k3388</c:v>
                </c:pt>
                <c:pt idx="323939">
                  <c:v>k3389</c:v>
                </c:pt>
                <c:pt idx="323890">
                  <c:v>k3390</c:v>
                </c:pt>
                <c:pt idx="323841">
                  <c:v>k3391</c:v>
                </c:pt>
                <c:pt idx="323792">
                  <c:v>k3392</c:v>
                </c:pt>
                <c:pt idx="323743">
                  <c:v>k3393</c:v>
                </c:pt>
                <c:pt idx="323694">
                  <c:v>k3394</c:v>
                </c:pt>
                <c:pt idx="323645">
                  <c:v>k3395</c:v>
                </c:pt>
                <c:pt idx="323596">
                  <c:v>k3396</c:v>
                </c:pt>
                <c:pt idx="323547">
                  <c:v>k3397</c:v>
                </c:pt>
                <c:pt idx="323498">
                  <c:v>k3398</c:v>
                </c:pt>
                <c:pt idx="323449">
                  <c:v>k3399</c:v>
                </c:pt>
                <c:pt idx="323400">
                  <c:v>k3400</c:v>
                </c:pt>
                <c:pt idx="323351">
                  <c:v>k3401</c:v>
                </c:pt>
                <c:pt idx="323302">
                  <c:v>k3402</c:v>
                </c:pt>
                <c:pt idx="323253">
                  <c:v>k3403</c:v>
                </c:pt>
                <c:pt idx="323204">
                  <c:v>k3404</c:v>
                </c:pt>
                <c:pt idx="323155">
                  <c:v>k3405</c:v>
                </c:pt>
                <c:pt idx="323106">
                  <c:v>k3406</c:v>
                </c:pt>
                <c:pt idx="323057">
                  <c:v>k3407</c:v>
                </c:pt>
                <c:pt idx="323008">
                  <c:v>k3408</c:v>
                </c:pt>
                <c:pt idx="322959">
                  <c:v>k3409</c:v>
                </c:pt>
                <c:pt idx="322910">
                  <c:v>k3410</c:v>
                </c:pt>
                <c:pt idx="322861">
                  <c:v>k3411</c:v>
                </c:pt>
                <c:pt idx="322812">
                  <c:v>k3412</c:v>
                </c:pt>
                <c:pt idx="322763">
                  <c:v>k3413</c:v>
                </c:pt>
                <c:pt idx="322714">
                  <c:v>k3414</c:v>
                </c:pt>
                <c:pt idx="322665">
                  <c:v>k3415</c:v>
                </c:pt>
                <c:pt idx="322616">
                  <c:v>k3416</c:v>
                </c:pt>
                <c:pt idx="322567">
                  <c:v>k3417</c:v>
                </c:pt>
                <c:pt idx="322518">
                  <c:v>k3418</c:v>
                </c:pt>
                <c:pt idx="322469">
                  <c:v>k3419</c:v>
                </c:pt>
                <c:pt idx="322420">
                  <c:v>k3420</c:v>
                </c:pt>
                <c:pt idx="322371">
                  <c:v>k3421</c:v>
                </c:pt>
                <c:pt idx="322322">
                  <c:v>k3422</c:v>
                </c:pt>
                <c:pt idx="322273">
                  <c:v>k3423</c:v>
                </c:pt>
                <c:pt idx="322224">
                  <c:v>k3424</c:v>
                </c:pt>
                <c:pt idx="322175">
                  <c:v>k3425</c:v>
                </c:pt>
                <c:pt idx="322126">
                  <c:v>k3426</c:v>
                </c:pt>
                <c:pt idx="322077">
                  <c:v>k3427</c:v>
                </c:pt>
                <c:pt idx="322028">
                  <c:v>k3428</c:v>
                </c:pt>
                <c:pt idx="321979">
                  <c:v>k3429</c:v>
                </c:pt>
                <c:pt idx="321930">
                  <c:v>k3430</c:v>
                </c:pt>
                <c:pt idx="321881">
                  <c:v>k3431</c:v>
                </c:pt>
                <c:pt idx="321832">
                  <c:v>k3432</c:v>
                </c:pt>
                <c:pt idx="321783">
                  <c:v>k3433</c:v>
                </c:pt>
                <c:pt idx="321734">
                  <c:v>k3434</c:v>
                </c:pt>
                <c:pt idx="321685">
                  <c:v>k3435</c:v>
                </c:pt>
                <c:pt idx="321636">
                  <c:v>k3436</c:v>
                </c:pt>
                <c:pt idx="321587">
                  <c:v>k3437</c:v>
                </c:pt>
                <c:pt idx="321538">
                  <c:v>k3438</c:v>
                </c:pt>
                <c:pt idx="321489">
                  <c:v>k3439</c:v>
                </c:pt>
                <c:pt idx="321440">
                  <c:v>k3440</c:v>
                </c:pt>
                <c:pt idx="321391">
                  <c:v>k3441</c:v>
                </c:pt>
                <c:pt idx="321342">
                  <c:v>k3442</c:v>
                </c:pt>
                <c:pt idx="321293">
                  <c:v>k3443</c:v>
                </c:pt>
                <c:pt idx="321244">
                  <c:v>k3444</c:v>
                </c:pt>
                <c:pt idx="321195">
                  <c:v>k3445</c:v>
                </c:pt>
                <c:pt idx="321146">
                  <c:v>k3446</c:v>
                </c:pt>
                <c:pt idx="321097">
                  <c:v>k3447</c:v>
                </c:pt>
                <c:pt idx="321048">
                  <c:v>k3448</c:v>
                </c:pt>
                <c:pt idx="320999">
                  <c:v>k3449</c:v>
                </c:pt>
                <c:pt idx="320950">
                  <c:v>k3450</c:v>
                </c:pt>
                <c:pt idx="320901">
                  <c:v>k3451</c:v>
                </c:pt>
                <c:pt idx="320852">
                  <c:v>k3452</c:v>
                </c:pt>
                <c:pt idx="320803">
                  <c:v>k3453</c:v>
                </c:pt>
                <c:pt idx="320754">
                  <c:v>k3454</c:v>
                </c:pt>
                <c:pt idx="320705">
                  <c:v>k3455</c:v>
                </c:pt>
                <c:pt idx="320656">
                  <c:v>k3456</c:v>
                </c:pt>
                <c:pt idx="320607">
                  <c:v>k3457</c:v>
                </c:pt>
                <c:pt idx="320558">
                  <c:v>k3458</c:v>
                </c:pt>
                <c:pt idx="320509">
                  <c:v>k3459</c:v>
                </c:pt>
                <c:pt idx="320460">
                  <c:v>k3460</c:v>
                </c:pt>
                <c:pt idx="320411">
                  <c:v>k3461</c:v>
                </c:pt>
                <c:pt idx="320362">
                  <c:v>k3462</c:v>
                </c:pt>
                <c:pt idx="320313">
                  <c:v>k3463</c:v>
                </c:pt>
                <c:pt idx="320264">
                  <c:v>k3464</c:v>
                </c:pt>
                <c:pt idx="320215">
                  <c:v>k3465</c:v>
                </c:pt>
                <c:pt idx="320166">
                  <c:v>k3466</c:v>
                </c:pt>
                <c:pt idx="320117">
                  <c:v>k3467</c:v>
                </c:pt>
                <c:pt idx="320068">
                  <c:v>k3468</c:v>
                </c:pt>
                <c:pt idx="320019">
                  <c:v>k3469</c:v>
                </c:pt>
                <c:pt idx="319970">
                  <c:v>k3470</c:v>
                </c:pt>
                <c:pt idx="319921">
                  <c:v>k3471</c:v>
                </c:pt>
                <c:pt idx="319872">
                  <c:v>k3472</c:v>
                </c:pt>
                <c:pt idx="319823">
                  <c:v>k3473</c:v>
                </c:pt>
                <c:pt idx="319774">
                  <c:v>k3474</c:v>
                </c:pt>
                <c:pt idx="319725">
                  <c:v>k3475</c:v>
                </c:pt>
                <c:pt idx="319676">
                  <c:v>k3476</c:v>
                </c:pt>
                <c:pt idx="319627">
                  <c:v>k3477</c:v>
                </c:pt>
                <c:pt idx="319578">
                  <c:v>k3478</c:v>
                </c:pt>
                <c:pt idx="319529">
                  <c:v>k3479</c:v>
                </c:pt>
                <c:pt idx="319480">
                  <c:v>k3480</c:v>
                </c:pt>
                <c:pt idx="319431">
                  <c:v>k3481</c:v>
                </c:pt>
                <c:pt idx="319382">
                  <c:v>k3482</c:v>
                </c:pt>
                <c:pt idx="319333">
                  <c:v>k3483</c:v>
                </c:pt>
                <c:pt idx="319284">
                  <c:v>k3484</c:v>
                </c:pt>
                <c:pt idx="319235">
                  <c:v>k3485</c:v>
                </c:pt>
                <c:pt idx="319186">
                  <c:v>k3486</c:v>
                </c:pt>
                <c:pt idx="319137">
                  <c:v>k3487</c:v>
                </c:pt>
                <c:pt idx="319088">
                  <c:v>k3488</c:v>
                </c:pt>
                <c:pt idx="319039">
                  <c:v>k3489</c:v>
                </c:pt>
                <c:pt idx="318990">
                  <c:v>k3490</c:v>
                </c:pt>
                <c:pt idx="318941">
                  <c:v>k3491</c:v>
                </c:pt>
                <c:pt idx="318892">
                  <c:v>k3492</c:v>
                </c:pt>
                <c:pt idx="318843">
                  <c:v>k3493</c:v>
                </c:pt>
                <c:pt idx="318794">
                  <c:v>k3494</c:v>
                </c:pt>
                <c:pt idx="318745">
                  <c:v>k3495</c:v>
                </c:pt>
                <c:pt idx="318696">
                  <c:v>k3496</c:v>
                </c:pt>
                <c:pt idx="318647">
                  <c:v>k3497</c:v>
                </c:pt>
                <c:pt idx="318598">
                  <c:v>k3498</c:v>
                </c:pt>
                <c:pt idx="318549">
                  <c:v>k3499</c:v>
                </c:pt>
                <c:pt idx="318500">
                  <c:v>k3500</c:v>
                </c:pt>
                <c:pt idx="318451">
                  <c:v>k3501</c:v>
                </c:pt>
                <c:pt idx="318402">
                  <c:v>k3502</c:v>
                </c:pt>
                <c:pt idx="318353">
                  <c:v>k3503</c:v>
                </c:pt>
                <c:pt idx="318304">
                  <c:v>k3504</c:v>
                </c:pt>
                <c:pt idx="318255">
                  <c:v>k3505</c:v>
                </c:pt>
                <c:pt idx="318206">
                  <c:v>k3506</c:v>
                </c:pt>
                <c:pt idx="318157">
                  <c:v>k3507</c:v>
                </c:pt>
                <c:pt idx="318108">
                  <c:v>k3508</c:v>
                </c:pt>
                <c:pt idx="318059">
                  <c:v>k3509</c:v>
                </c:pt>
                <c:pt idx="318010">
                  <c:v>k3510</c:v>
                </c:pt>
                <c:pt idx="317961">
                  <c:v>k3511</c:v>
                </c:pt>
                <c:pt idx="317912">
                  <c:v>k3512</c:v>
                </c:pt>
                <c:pt idx="317863">
                  <c:v>k3513</c:v>
                </c:pt>
                <c:pt idx="317814">
                  <c:v>k3514</c:v>
                </c:pt>
                <c:pt idx="317765">
                  <c:v>k3515</c:v>
                </c:pt>
                <c:pt idx="317716">
                  <c:v>k3516</c:v>
                </c:pt>
                <c:pt idx="317667">
                  <c:v>k3517</c:v>
                </c:pt>
                <c:pt idx="317618">
                  <c:v>k3518</c:v>
                </c:pt>
                <c:pt idx="317569">
                  <c:v>k3519</c:v>
                </c:pt>
                <c:pt idx="317520">
                  <c:v>k3520</c:v>
                </c:pt>
                <c:pt idx="317471">
                  <c:v>k3521</c:v>
                </c:pt>
                <c:pt idx="317422">
                  <c:v>k3522</c:v>
                </c:pt>
                <c:pt idx="317373">
                  <c:v>k3523</c:v>
                </c:pt>
                <c:pt idx="317324">
                  <c:v>k3524</c:v>
                </c:pt>
                <c:pt idx="317275">
                  <c:v>k3525</c:v>
                </c:pt>
                <c:pt idx="317226">
                  <c:v>k3526</c:v>
                </c:pt>
                <c:pt idx="317177">
                  <c:v>k3527</c:v>
                </c:pt>
                <c:pt idx="317128">
                  <c:v>k3528</c:v>
                </c:pt>
                <c:pt idx="317079">
                  <c:v>k3529</c:v>
                </c:pt>
                <c:pt idx="317030">
                  <c:v>k3530</c:v>
                </c:pt>
                <c:pt idx="316981">
                  <c:v>k3531</c:v>
                </c:pt>
                <c:pt idx="316932">
                  <c:v>k3532</c:v>
                </c:pt>
                <c:pt idx="316883">
                  <c:v>k3533</c:v>
                </c:pt>
                <c:pt idx="316834">
                  <c:v>k3534</c:v>
                </c:pt>
                <c:pt idx="316785">
                  <c:v>k3535</c:v>
                </c:pt>
                <c:pt idx="316736">
                  <c:v>k3536</c:v>
                </c:pt>
                <c:pt idx="316687">
                  <c:v>k3537</c:v>
                </c:pt>
                <c:pt idx="316638">
                  <c:v>k3538</c:v>
                </c:pt>
                <c:pt idx="316589">
                  <c:v>k3539</c:v>
                </c:pt>
                <c:pt idx="316540">
                  <c:v>k3540</c:v>
                </c:pt>
                <c:pt idx="316491">
                  <c:v>k3541</c:v>
                </c:pt>
                <c:pt idx="316442">
                  <c:v>k3542</c:v>
                </c:pt>
                <c:pt idx="316393">
                  <c:v>k3543</c:v>
                </c:pt>
                <c:pt idx="316344">
                  <c:v>k3544</c:v>
                </c:pt>
                <c:pt idx="316295">
                  <c:v>k3545</c:v>
                </c:pt>
                <c:pt idx="316246">
                  <c:v>k3546</c:v>
                </c:pt>
                <c:pt idx="316197">
                  <c:v>k3547</c:v>
                </c:pt>
                <c:pt idx="316148">
                  <c:v>k3548</c:v>
                </c:pt>
                <c:pt idx="316099">
                  <c:v>k3549</c:v>
                </c:pt>
                <c:pt idx="316050">
                  <c:v>k3550</c:v>
                </c:pt>
                <c:pt idx="316001">
                  <c:v>k3551</c:v>
                </c:pt>
                <c:pt idx="315952">
                  <c:v>k3552</c:v>
                </c:pt>
                <c:pt idx="315903">
                  <c:v>k3553</c:v>
                </c:pt>
                <c:pt idx="315854">
                  <c:v>k3554</c:v>
                </c:pt>
                <c:pt idx="315805">
                  <c:v>k3555</c:v>
                </c:pt>
                <c:pt idx="315756">
                  <c:v>k3556</c:v>
                </c:pt>
                <c:pt idx="315707">
                  <c:v>k3557</c:v>
                </c:pt>
                <c:pt idx="315658">
                  <c:v>k3558</c:v>
                </c:pt>
                <c:pt idx="315609">
                  <c:v>k3559</c:v>
                </c:pt>
                <c:pt idx="315560">
                  <c:v>k3560</c:v>
                </c:pt>
                <c:pt idx="315511">
                  <c:v>k3561</c:v>
                </c:pt>
                <c:pt idx="315462">
                  <c:v>k3562</c:v>
                </c:pt>
                <c:pt idx="315413">
                  <c:v>k3563</c:v>
                </c:pt>
                <c:pt idx="315364">
                  <c:v>k3564</c:v>
                </c:pt>
                <c:pt idx="315315">
                  <c:v>k3565</c:v>
                </c:pt>
                <c:pt idx="315266">
                  <c:v>k3566</c:v>
                </c:pt>
                <c:pt idx="315217">
                  <c:v>k3567</c:v>
                </c:pt>
                <c:pt idx="315168">
                  <c:v>k3568</c:v>
                </c:pt>
                <c:pt idx="315119">
                  <c:v>k3569</c:v>
                </c:pt>
                <c:pt idx="315070">
                  <c:v>k3570</c:v>
                </c:pt>
                <c:pt idx="315021">
                  <c:v>k3571</c:v>
                </c:pt>
                <c:pt idx="314972">
                  <c:v>k3572</c:v>
                </c:pt>
                <c:pt idx="314923">
                  <c:v>k3573</c:v>
                </c:pt>
                <c:pt idx="314874">
                  <c:v>k3574</c:v>
                </c:pt>
                <c:pt idx="314825">
                  <c:v>k3575</c:v>
                </c:pt>
                <c:pt idx="314776">
                  <c:v>k3576</c:v>
                </c:pt>
                <c:pt idx="314727">
                  <c:v>k3577</c:v>
                </c:pt>
                <c:pt idx="314678">
                  <c:v>k3578</c:v>
                </c:pt>
                <c:pt idx="314629">
                  <c:v>k3579</c:v>
                </c:pt>
                <c:pt idx="314580">
                  <c:v>k3580</c:v>
                </c:pt>
                <c:pt idx="314531">
                  <c:v>k3581</c:v>
                </c:pt>
                <c:pt idx="314482">
                  <c:v>k3582</c:v>
                </c:pt>
                <c:pt idx="314433">
                  <c:v>k3583</c:v>
                </c:pt>
                <c:pt idx="314384">
                  <c:v>k3584</c:v>
                </c:pt>
                <c:pt idx="314335">
                  <c:v>k3585</c:v>
                </c:pt>
                <c:pt idx="314286">
                  <c:v>k3586</c:v>
                </c:pt>
                <c:pt idx="314237">
                  <c:v>k3587</c:v>
                </c:pt>
                <c:pt idx="314188">
                  <c:v>k3588</c:v>
                </c:pt>
                <c:pt idx="314139">
                  <c:v>k3589</c:v>
                </c:pt>
                <c:pt idx="314090">
                  <c:v>k3590</c:v>
                </c:pt>
                <c:pt idx="314041">
                  <c:v>k3591</c:v>
                </c:pt>
                <c:pt idx="313992">
                  <c:v>k3592</c:v>
                </c:pt>
                <c:pt idx="313943">
                  <c:v>k3593</c:v>
                </c:pt>
                <c:pt idx="313894">
                  <c:v>k3594</c:v>
                </c:pt>
                <c:pt idx="313845">
                  <c:v>k3595</c:v>
                </c:pt>
                <c:pt idx="313796">
                  <c:v>k3596</c:v>
                </c:pt>
                <c:pt idx="313747">
                  <c:v>k3597</c:v>
                </c:pt>
                <c:pt idx="313698">
                  <c:v>k3598</c:v>
                </c:pt>
                <c:pt idx="313649">
                  <c:v>k3599</c:v>
                </c:pt>
                <c:pt idx="313600">
                  <c:v>k3600</c:v>
                </c:pt>
                <c:pt idx="313551">
                  <c:v>k3601</c:v>
                </c:pt>
                <c:pt idx="313502">
                  <c:v>k3602</c:v>
                </c:pt>
                <c:pt idx="313453">
                  <c:v>k3603</c:v>
                </c:pt>
                <c:pt idx="313404">
                  <c:v>k3604</c:v>
                </c:pt>
                <c:pt idx="313355">
                  <c:v>k3605</c:v>
                </c:pt>
                <c:pt idx="313306">
                  <c:v>k3606</c:v>
                </c:pt>
                <c:pt idx="313257">
                  <c:v>k3607</c:v>
                </c:pt>
                <c:pt idx="313208">
                  <c:v>k3608</c:v>
                </c:pt>
                <c:pt idx="313159">
                  <c:v>k3609</c:v>
                </c:pt>
                <c:pt idx="313110">
                  <c:v>k3610</c:v>
                </c:pt>
                <c:pt idx="313061">
                  <c:v>k3611</c:v>
                </c:pt>
                <c:pt idx="313012">
                  <c:v>k3612</c:v>
                </c:pt>
                <c:pt idx="312963">
                  <c:v>k3613</c:v>
                </c:pt>
                <c:pt idx="312914">
                  <c:v>k3614</c:v>
                </c:pt>
                <c:pt idx="312865">
                  <c:v>k3615</c:v>
                </c:pt>
                <c:pt idx="312816">
                  <c:v>k3616</c:v>
                </c:pt>
                <c:pt idx="312767">
                  <c:v>k3617</c:v>
                </c:pt>
                <c:pt idx="312718">
                  <c:v>k3618</c:v>
                </c:pt>
                <c:pt idx="312669">
                  <c:v>k3619</c:v>
                </c:pt>
                <c:pt idx="312620">
                  <c:v>k3620</c:v>
                </c:pt>
                <c:pt idx="312571">
                  <c:v>k3621</c:v>
                </c:pt>
                <c:pt idx="312522">
                  <c:v>k3622</c:v>
                </c:pt>
                <c:pt idx="312473">
                  <c:v>k3623</c:v>
                </c:pt>
                <c:pt idx="312424">
                  <c:v>k3624</c:v>
                </c:pt>
                <c:pt idx="312375">
                  <c:v>k3625</c:v>
                </c:pt>
                <c:pt idx="312326">
                  <c:v>k3626</c:v>
                </c:pt>
                <c:pt idx="312277">
                  <c:v>k3627</c:v>
                </c:pt>
                <c:pt idx="312228">
                  <c:v>k3628</c:v>
                </c:pt>
                <c:pt idx="312179">
                  <c:v>k3629</c:v>
                </c:pt>
                <c:pt idx="312130">
                  <c:v>k3630</c:v>
                </c:pt>
                <c:pt idx="312081">
                  <c:v>k3631</c:v>
                </c:pt>
                <c:pt idx="312032">
                  <c:v>k3632</c:v>
                </c:pt>
                <c:pt idx="311983">
                  <c:v>k3633</c:v>
                </c:pt>
                <c:pt idx="311934">
                  <c:v>k3634</c:v>
                </c:pt>
                <c:pt idx="311885">
                  <c:v>k3635</c:v>
                </c:pt>
                <c:pt idx="311836">
                  <c:v>k3636</c:v>
                </c:pt>
                <c:pt idx="311787">
                  <c:v>k3637</c:v>
                </c:pt>
                <c:pt idx="311738">
                  <c:v>k3638</c:v>
                </c:pt>
                <c:pt idx="311689">
                  <c:v>k3639</c:v>
                </c:pt>
                <c:pt idx="311640">
                  <c:v>k3640</c:v>
                </c:pt>
                <c:pt idx="311591">
                  <c:v>k3641</c:v>
                </c:pt>
                <c:pt idx="311542">
                  <c:v>k3642</c:v>
                </c:pt>
                <c:pt idx="311493">
                  <c:v>k3643</c:v>
                </c:pt>
                <c:pt idx="311444">
                  <c:v>k3644</c:v>
                </c:pt>
                <c:pt idx="311395">
                  <c:v>k3645</c:v>
                </c:pt>
                <c:pt idx="311346">
                  <c:v>k3646</c:v>
                </c:pt>
                <c:pt idx="311297">
                  <c:v>k3647</c:v>
                </c:pt>
                <c:pt idx="311248">
                  <c:v>k3648</c:v>
                </c:pt>
                <c:pt idx="311199">
                  <c:v>k3649</c:v>
                </c:pt>
                <c:pt idx="311150">
                  <c:v>k3650</c:v>
                </c:pt>
                <c:pt idx="311101">
                  <c:v>k3651</c:v>
                </c:pt>
                <c:pt idx="311052">
                  <c:v>k3652</c:v>
                </c:pt>
                <c:pt idx="311003">
                  <c:v>k3653</c:v>
                </c:pt>
                <c:pt idx="310954">
                  <c:v>k3654</c:v>
                </c:pt>
                <c:pt idx="310905">
                  <c:v>k3655</c:v>
                </c:pt>
                <c:pt idx="310856">
                  <c:v>k3656</c:v>
                </c:pt>
                <c:pt idx="310807">
                  <c:v>k3657</c:v>
                </c:pt>
                <c:pt idx="310758">
                  <c:v>k3658</c:v>
                </c:pt>
                <c:pt idx="310709">
                  <c:v>k3659</c:v>
                </c:pt>
                <c:pt idx="310660">
                  <c:v>k3660</c:v>
                </c:pt>
                <c:pt idx="310611">
                  <c:v>k3661</c:v>
                </c:pt>
                <c:pt idx="310562">
                  <c:v>k3662</c:v>
                </c:pt>
                <c:pt idx="310513">
                  <c:v>k3663</c:v>
                </c:pt>
                <c:pt idx="310464">
                  <c:v>k3664</c:v>
                </c:pt>
                <c:pt idx="310415">
                  <c:v>k3665</c:v>
                </c:pt>
                <c:pt idx="310366">
                  <c:v>k3666</c:v>
                </c:pt>
                <c:pt idx="310317">
                  <c:v>k3667</c:v>
                </c:pt>
                <c:pt idx="310268">
                  <c:v>k3668</c:v>
                </c:pt>
                <c:pt idx="310219">
                  <c:v>k3669</c:v>
                </c:pt>
                <c:pt idx="310170">
                  <c:v>k3670</c:v>
                </c:pt>
                <c:pt idx="310121">
                  <c:v>k3671</c:v>
                </c:pt>
                <c:pt idx="310072">
                  <c:v>k3672</c:v>
                </c:pt>
                <c:pt idx="310023">
                  <c:v>k3673</c:v>
                </c:pt>
                <c:pt idx="309974">
                  <c:v>k3674</c:v>
                </c:pt>
                <c:pt idx="309925">
                  <c:v>k3675</c:v>
                </c:pt>
                <c:pt idx="309876">
                  <c:v>k3676</c:v>
                </c:pt>
                <c:pt idx="309827">
                  <c:v>k3677</c:v>
                </c:pt>
                <c:pt idx="309778">
                  <c:v>k3678</c:v>
                </c:pt>
                <c:pt idx="309729">
                  <c:v>k3679</c:v>
                </c:pt>
                <c:pt idx="309680">
                  <c:v>k3680</c:v>
                </c:pt>
                <c:pt idx="309631">
                  <c:v>k3681</c:v>
                </c:pt>
                <c:pt idx="309582">
                  <c:v>k3682</c:v>
                </c:pt>
                <c:pt idx="309533">
                  <c:v>k3683</c:v>
                </c:pt>
                <c:pt idx="309484">
                  <c:v>k3684</c:v>
                </c:pt>
                <c:pt idx="309435">
                  <c:v>k3685</c:v>
                </c:pt>
                <c:pt idx="309386">
                  <c:v>k3686</c:v>
                </c:pt>
                <c:pt idx="309337">
                  <c:v>k3687</c:v>
                </c:pt>
                <c:pt idx="309288">
                  <c:v>k3688</c:v>
                </c:pt>
                <c:pt idx="309239">
                  <c:v>k3689</c:v>
                </c:pt>
                <c:pt idx="309190">
                  <c:v>k3690</c:v>
                </c:pt>
                <c:pt idx="309141">
                  <c:v>k3691</c:v>
                </c:pt>
                <c:pt idx="309092">
                  <c:v>k3692</c:v>
                </c:pt>
                <c:pt idx="309043">
                  <c:v>k3693</c:v>
                </c:pt>
                <c:pt idx="308994">
                  <c:v>k3694</c:v>
                </c:pt>
                <c:pt idx="308945">
                  <c:v>k3695</c:v>
                </c:pt>
                <c:pt idx="308896">
                  <c:v>k3696</c:v>
                </c:pt>
                <c:pt idx="308847">
                  <c:v>k3697</c:v>
                </c:pt>
                <c:pt idx="308798">
                  <c:v>k3698</c:v>
                </c:pt>
                <c:pt idx="308749">
                  <c:v>k3699</c:v>
                </c:pt>
                <c:pt idx="308700">
                  <c:v>k3700</c:v>
                </c:pt>
                <c:pt idx="308651">
                  <c:v>k3701</c:v>
                </c:pt>
                <c:pt idx="308602">
                  <c:v>k3702</c:v>
                </c:pt>
                <c:pt idx="308553">
                  <c:v>k3703</c:v>
                </c:pt>
                <c:pt idx="308504">
                  <c:v>k3704</c:v>
                </c:pt>
                <c:pt idx="308455">
                  <c:v>k3705</c:v>
                </c:pt>
                <c:pt idx="308406">
                  <c:v>k3706</c:v>
                </c:pt>
                <c:pt idx="308357">
                  <c:v>k3707</c:v>
                </c:pt>
                <c:pt idx="308308">
                  <c:v>k3708</c:v>
                </c:pt>
                <c:pt idx="308259">
                  <c:v>k3709</c:v>
                </c:pt>
                <c:pt idx="308210">
                  <c:v>k3710</c:v>
                </c:pt>
                <c:pt idx="308161">
                  <c:v>k3711</c:v>
                </c:pt>
                <c:pt idx="308112">
                  <c:v>k3712</c:v>
                </c:pt>
                <c:pt idx="308063">
                  <c:v>k3713</c:v>
                </c:pt>
                <c:pt idx="308014">
                  <c:v>k3714</c:v>
                </c:pt>
                <c:pt idx="307965">
                  <c:v>k3715</c:v>
                </c:pt>
                <c:pt idx="307916">
                  <c:v>k3716</c:v>
                </c:pt>
                <c:pt idx="307867">
                  <c:v>k3717</c:v>
                </c:pt>
                <c:pt idx="307818">
                  <c:v>k3718</c:v>
                </c:pt>
                <c:pt idx="307769">
                  <c:v>k3719</c:v>
                </c:pt>
                <c:pt idx="307720">
                  <c:v>k3720</c:v>
                </c:pt>
                <c:pt idx="307671">
                  <c:v>k3721</c:v>
                </c:pt>
                <c:pt idx="307622">
                  <c:v>k3722</c:v>
                </c:pt>
                <c:pt idx="307573">
                  <c:v>k3723</c:v>
                </c:pt>
                <c:pt idx="307524">
                  <c:v>k3724</c:v>
                </c:pt>
                <c:pt idx="307475">
                  <c:v>k3725</c:v>
                </c:pt>
                <c:pt idx="307426">
                  <c:v>k3726</c:v>
                </c:pt>
                <c:pt idx="307377">
                  <c:v>k3727</c:v>
                </c:pt>
                <c:pt idx="307328">
                  <c:v>k3728</c:v>
                </c:pt>
                <c:pt idx="307279">
                  <c:v>k3729</c:v>
                </c:pt>
                <c:pt idx="307230">
                  <c:v>k3730</c:v>
                </c:pt>
                <c:pt idx="307181">
                  <c:v>k3731</c:v>
                </c:pt>
                <c:pt idx="307132">
                  <c:v>k3732</c:v>
                </c:pt>
                <c:pt idx="307083">
                  <c:v>k3733</c:v>
                </c:pt>
                <c:pt idx="307034">
                  <c:v>k3734</c:v>
                </c:pt>
                <c:pt idx="306985">
                  <c:v>k3735</c:v>
                </c:pt>
                <c:pt idx="306936">
                  <c:v>k3736</c:v>
                </c:pt>
                <c:pt idx="306887">
                  <c:v>k3737</c:v>
                </c:pt>
                <c:pt idx="306838">
                  <c:v>k3738</c:v>
                </c:pt>
                <c:pt idx="306789">
                  <c:v>k3739</c:v>
                </c:pt>
                <c:pt idx="306740">
                  <c:v>k3740</c:v>
                </c:pt>
                <c:pt idx="306691">
                  <c:v>k3741</c:v>
                </c:pt>
                <c:pt idx="306642">
                  <c:v>k3742</c:v>
                </c:pt>
                <c:pt idx="306593">
                  <c:v>k3743</c:v>
                </c:pt>
                <c:pt idx="306544">
                  <c:v>k3744</c:v>
                </c:pt>
                <c:pt idx="306495">
                  <c:v>k3745</c:v>
                </c:pt>
                <c:pt idx="306446">
                  <c:v>k3746</c:v>
                </c:pt>
                <c:pt idx="306397">
                  <c:v>k3747</c:v>
                </c:pt>
                <c:pt idx="306348">
                  <c:v>k3748</c:v>
                </c:pt>
                <c:pt idx="306299">
                  <c:v>k3749</c:v>
                </c:pt>
                <c:pt idx="306250">
                  <c:v>k3750</c:v>
                </c:pt>
                <c:pt idx="306201">
                  <c:v>k3751</c:v>
                </c:pt>
                <c:pt idx="306152">
                  <c:v>k3752</c:v>
                </c:pt>
                <c:pt idx="306103">
                  <c:v>k3753</c:v>
                </c:pt>
                <c:pt idx="306054">
                  <c:v>k3754</c:v>
                </c:pt>
                <c:pt idx="306005">
                  <c:v>k3755</c:v>
                </c:pt>
                <c:pt idx="305956">
                  <c:v>k3756</c:v>
                </c:pt>
                <c:pt idx="305907">
                  <c:v>k3757</c:v>
                </c:pt>
                <c:pt idx="305858">
                  <c:v>k3758</c:v>
                </c:pt>
                <c:pt idx="305809">
                  <c:v>k3759</c:v>
                </c:pt>
                <c:pt idx="305760">
                  <c:v>k3760</c:v>
                </c:pt>
                <c:pt idx="305711">
                  <c:v>k3761</c:v>
                </c:pt>
                <c:pt idx="305662">
                  <c:v>k3762</c:v>
                </c:pt>
                <c:pt idx="305613">
                  <c:v>k3763</c:v>
                </c:pt>
                <c:pt idx="305564">
                  <c:v>k3764</c:v>
                </c:pt>
                <c:pt idx="305515">
                  <c:v>k3765</c:v>
                </c:pt>
                <c:pt idx="305466">
                  <c:v>k3766</c:v>
                </c:pt>
                <c:pt idx="305417">
                  <c:v>k3767</c:v>
                </c:pt>
                <c:pt idx="305368">
                  <c:v>k3768</c:v>
                </c:pt>
                <c:pt idx="305319">
                  <c:v>k3769</c:v>
                </c:pt>
                <c:pt idx="305270">
                  <c:v>k3770</c:v>
                </c:pt>
                <c:pt idx="305221">
                  <c:v>k3771</c:v>
                </c:pt>
                <c:pt idx="305172">
                  <c:v>k3772</c:v>
                </c:pt>
                <c:pt idx="305123">
                  <c:v>k3773</c:v>
                </c:pt>
                <c:pt idx="305074">
                  <c:v>k3774</c:v>
                </c:pt>
                <c:pt idx="305025">
                  <c:v>k3775</c:v>
                </c:pt>
                <c:pt idx="304976">
                  <c:v>k3776</c:v>
                </c:pt>
                <c:pt idx="304927">
                  <c:v>k3777</c:v>
                </c:pt>
                <c:pt idx="304878">
                  <c:v>k3778</c:v>
                </c:pt>
                <c:pt idx="304829">
                  <c:v>k3779</c:v>
                </c:pt>
                <c:pt idx="304780">
                  <c:v>k3780</c:v>
                </c:pt>
                <c:pt idx="304731">
                  <c:v>k3781</c:v>
                </c:pt>
                <c:pt idx="304682">
                  <c:v>k3782</c:v>
                </c:pt>
                <c:pt idx="304633">
                  <c:v>k3783</c:v>
                </c:pt>
                <c:pt idx="304584">
                  <c:v>k3784</c:v>
                </c:pt>
                <c:pt idx="304535">
                  <c:v>k3785</c:v>
                </c:pt>
                <c:pt idx="304486">
                  <c:v>k3786</c:v>
                </c:pt>
                <c:pt idx="304437">
                  <c:v>k3787</c:v>
                </c:pt>
                <c:pt idx="304388">
                  <c:v>k3788</c:v>
                </c:pt>
                <c:pt idx="304339">
                  <c:v>k3789</c:v>
                </c:pt>
                <c:pt idx="304290">
                  <c:v>k3790</c:v>
                </c:pt>
                <c:pt idx="304241">
                  <c:v>k3791</c:v>
                </c:pt>
                <c:pt idx="304192">
                  <c:v>k3792</c:v>
                </c:pt>
                <c:pt idx="304143">
                  <c:v>k3793</c:v>
                </c:pt>
                <c:pt idx="304094">
                  <c:v>k3794</c:v>
                </c:pt>
                <c:pt idx="304045">
                  <c:v>k3795</c:v>
                </c:pt>
                <c:pt idx="303996">
                  <c:v>k3796</c:v>
                </c:pt>
                <c:pt idx="303947">
                  <c:v>k3797</c:v>
                </c:pt>
                <c:pt idx="303898">
                  <c:v>k3798</c:v>
                </c:pt>
                <c:pt idx="303849">
                  <c:v>k3799</c:v>
                </c:pt>
                <c:pt idx="303800">
                  <c:v>k3800</c:v>
                </c:pt>
                <c:pt idx="303751">
                  <c:v>k3801</c:v>
                </c:pt>
                <c:pt idx="303702">
                  <c:v>k3802</c:v>
                </c:pt>
                <c:pt idx="303653">
                  <c:v>k3803</c:v>
                </c:pt>
                <c:pt idx="303604">
                  <c:v>k3804</c:v>
                </c:pt>
                <c:pt idx="303555">
                  <c:v>k3805</c:v>
                </c:pt>
                <c:pt idx="303506">
                  <c:v>k3806</c:v>
                </c:pt>
                <c:pt idx="303457">
                  <c:v>k3807</c:v>
                </c:pt>
                <c:pt idx="303408">
                  <c:v>k3808</c:v>
                </c:pt>
                <c:pt idx="303359">
                  <c:v>k3809</c:v>
                </c:pt>
                <c:pt idx="303310">
                  <c:v>k3810</c:v>
                </c:pt>
                <c:pt idx="303261">
                  <c:v>k3811</c:v>
                </c:pt>
                <c:pt idx="303212">
                  <c:v>k3812</c:v>
                </c:pt>
                <c:pt idx="303163">
                  <c:v>k3813</c:v>
                </c:pt>
                <c:pt idx="303114">
                  <c:v>k3814</c:v>
                </c:pt>
                <c:pt idx="303065">
                  <c:v>k3815</c:v>
                </c:pt>
                <c:pt idx="303016">
                  <c:v>k3816</c:v>
                </c:pt>
                <c:pt idx="302967">
                  <c:v>k3817</c:v>
                </c:pt>
                <c:pt idx="302918">
                  <c:v>k3818</c:v>
                </c:pt>
                <c:pt idx="302869">
                  <c:v>k3819</c:v>
                </c:pt>
                <c:pt idx="302820">
                  <c:v>k3820</c:v>
                </c:pt>
                <c:pt idx="302771">
                  <c:v>k3821</c:v>
                </c:pt>
                <c:pt idx="302722">
                  <c:v>k3822</c:v>
                </c:pt>
                <c:pt idx="302673">
                  <c:v>k3823</c:v>
                </c:pt>
                <c:pt idx="302624">
                  <c:v>k3824</c:v>
                </c:pt>
                <c:pt idx="302575">
                  <c:v>k3825</c:v>
                </c:pt>
                <c:pt idx="302526">
                  <c:v>k3826</c:v>
                </c:pt>
                <c:pt idx="302477">
                  <c:v>k3827</c:v>
                </c:pt>
                <c:pt idx="302428">
                  <c:v>k3828</c:v>
                </c:pt>
                <c:pt idx="302379">
                  <c:v>k3829</c:v>
                </c:pt>
                <c:pt idx="302330">
                  <c:v>k3830</c:v>
                </c:pt>
                <c:pt idx="302281">
                  <c:v>k3831</c:v>
                </c:pt>
                <c:pt idx="302232">
                  <c:v>k3832</c:v>
                </c:pt>
                <c:pt idx="302183">
                  <c:v>k3833</c:v>
                </c:pt>
                <c:pt idx="302134">
                  <c:v>k3834</c:v>
                </c:pt>
                <c:pt idx="302085">
                  <c:v>k3835</c:v>
                </c:pt>
                <c:pt idx="302036">
                  <c:v>k3836</c:v>
                </c:pt>
                <c:pt idx="301987">
                  <c:v>k3837</c:v>
                </c:pt>
                <c:pt idx="301938">
                  <c:v>k3838</c:v>
                </c:pt>
                <c:pt idx="301889">
                  <c:v>k3839</c:v>
                </c:pt>
                <c:pt idx="301840">
                  <c:v>k3840</c:v>
                </c:pt>
                <c:pt idx="301791">
                  <c:v>k3841</c:v>
                </c:pt>
                <c:pt idx="301742">
                  <c:v>k3842</c:v>
                </c:pt>
                <c:pt idx="301693">
                  <c:v>k3843</c:v>
                </c:pt>
                <c:pt idx="301644">
                  <c:v>k3844</c:v>
                </c:pt>
                <c:pt idx="301595">
                  <c:v>k3845</c:v>
                </c:pt>
                <c:pt idx="301546">
                  <c:v>k3846</c:v>
                </c:pt>
                <c:pt idx="301497">
                  <c:v>k3847</c:v>
                </c:pt>
                <c:pt idx="301448">
                  <c:v>k3848</c:v>
                </c:pt>
                <c:pt idx="301399">
                  <c:v>k3849</c:v>
                </c:pt>
                <c:pt idx="301350">
                  <c:v>k3850</c:v>
                </c:pt>
                <c:pt idx="301301">
                  <c:v>k3851</c:v>
                </c:pt>
                <c:pt idx="301252">
                  <c:v>k3852</c:v>
                </c:pt>
                <c:pt idx="301203">
                  <c:v>k3853</c:v>
                </c:pt>
                <c:pt idx="301154">
                  <c:v>k3854</c:v>
                </c:pt>
                <c:pt idx="301105">
                  <c:v>k3855</c:v>
                </c:pt>
                <c:pt idx="301056">
                  <c:v>k3856</c:v>
                </c:pt>
                <c:pt idx="301007">
                  <c:v>k3857</c:v>
                </c:pt>
                <c:pt idx="300958">
                  <c:v>k3858</c:v>
                </c:pt>
                <c:pt idx="300909">
                  <c:v>k3859</c:v>
                </c:pt>
                <c:pt idx="300860">
                  <c:v>k3860</c:v>
                </c:pt>
                <c:pt idx="300811">
                  <c:v>k3861</c:v>
                </c:pt>
                <c:pt idx="300762">
                  <c:v>k3862</c:v>
                </c:pt>
                <c:pt idx="300713">
                  <c:v>k3863</c:v>
                </c:pt>
                <c:pt idx="300664">
                  <c:v>k3864</c:v>
                </c:pt>
                <c:pt idx="300615">
                  <c:v>k3865</c:v>
                </c:pt>
                <c:pt idx="300566">
                  <c:v>k3866</c:v>
                </c:pt>
                <c:pt idx="300517">
                  <c:v>k3867</c:v>
                </c:pt>
                <c:pt idx="300468">
                  <c:v>k3868</c:v>
                </c:pt>
                <c:pt idx="300419">
                  <c:v>k3869</c:v>
                </c:pt>
                <c:pt idx="300370">
                  <c:v>k3870</c:v>
                </c:pt>
                <c:pt idx="300321">
                  <c:v>k3871</c:v>
                </c:pt>
                <c:pt idx="300272">
                  <c:v>k3872</c:v>
                </c:pt>
                <c:pt idx="300223">
                  <c:v>k3873</c:v>
                </c:pt>
                <c:pt idx="300174">
                  <c:v>k3874</c:v>
                </c:pt>
                <c:pt idx="300125">
                  <c:v>k3875</c:v>
                </c:pt>
                <c:pt idx="300076">
                  <c:v>k3876</c:v>
                </c:pt>
                <c:pt idx="300027">
                  <c:v>k3877</c:v>
                </c:pt>
                <c:pt idx="299978">
                  <c:v>k3878</c:v>
                </c:pt>
                <c:pt idx="299929">
                  <c:v>k3879</c:v>
                </c:pt>
                <c:pt idx="299880">
                  <c:v>k3880</c:v>
                </c:pt>
                <c:pt idx="299831">
                  <c:v>k3881</c:v>
                </c:pt>
                <c:pt idx="299782">
                  <c:v>k3882</c:v>
                </c:pt>
                <c:pt idx="299733">
                  <c:v>k3883</c:v>
                </c:pt>
                <c:pt idx="299684">
                  <c:v>k3884</c:v>
                </c:pt>
                <c:pt idx="299635">
                  <c:v>k3885</c:v>
                </c:pt>
                <c:pt idx="299586">
                  <c:v>k3886</c:v>
                </c:pt>
                <c:pt idx="299537">
                  <c:v>k3887</c:v>
                </c:pt>
                <c:pt idx="299488">
                  <c:v>k3888</c:v>
                </c:pt>
                <c:pt idx="299439">
                  <c:v>k3889</c:v>
                </c:pt>
                <c:pt idx="299390">
                  <c:v>k3890</c:v>
                </c:pt>
                <c:pt idx="299341">
                  <c:v>k3891</c:v>
                </c:pt>
                <c:pt idx="299292">
                  <c:v>k3892</c:v>
                </c:pt>
                <c:pt idx="299243">
                  <c:v>k3893</c:v>
                </c:pt>
                <c:pt idx="299194">
                  <c:v>k3894</c:v>
                </c:pt>
                <c:pt idx="299145">
                  <c:v>k3895</c:v>
                </c:pt>
                <c:pt idx="299096">
                  <c:v>k3896</c:v>
                </c:pt>
                <c:pt idx="299047">
                  <c:v>k3897</c:v>
                </c:pt>
                <c:pt idx="298998">
                  <c:v>k3898</c:v>
                </c:pt>
                <c:pt idx="298949">
                  <c:v>k3899</c:v>
                </c:pt>
                <c:pt idx="298900">
                  <c:v>k3900</c:v>
                </c:pt>
                <c:pt idx="298851">
                  <c:v>k3901</c:v>
                </c:pt>
                <c:pt idx="298802">
                  <c:v>k3902</c:v>
                </c:pt>
                <c:pt idx="298753">
                  <c:v>k3903</c:v>
                </c:pt>
                <c:pt idx="298704">
                  <c:v>k3904</c:v>
                </c:pt>
                <c:pt idx="298655">
                  <c:v>k3905</c:v>
                </c:pt>
                <c:pt idx="298606">
                  <c:v>k3906</c:v>
                </c:pt>
                <c:pt idx="298557">
                  <c:v>k3907</c:v>
                </c:pt>
                <c:pt idx="298508">
                  <c:v>k3908</c:v>
                </c:pt>
                <c:pt idx="298459">
                  <c:v>k3909</c:v>
                </c:pt>
                <c:pt idx="298410">
                  <c:v>k3910</c:v>
                </c:pt>
                <c:pt idx="298361">
                  <c:v>k3911</c:v>
                </c:pt>
                <c:pt idx="298312">
                  <c:v>k3912</c:v>
                </c:pt>
                <c:pt idx="298263">
                  <c:v>k3913</c:v>
                </c:pt>
                <c:pt idx="298214">
                  <c:v>k3914</c:v>
                </c:pt>
                <c:pt idx="298165">
                  <c:v>k3915</c:v>
                </c:pt>
                <c:pt idx="298116">
                  <c:v>k3916</c:v>
                </c:pt>
                <c:pt idx="298067">
                  <c:v>k3917</c:v>
                </c:pt>
                <c:pt idx="298018">
                  <c:v>k3918</c:v>
                </c:pt>
                <c:pt idx="297969">
                  <c:v>k3919</c:v>
                </c:pt>
                <c:pt idx="297920">
                  <c:v>k3920</c:v>
                </c:pt>
                <c:pt idx="297871">
                  <c:v>k3921</c:v>
                </c:pt>
                <c:pt idx="297822">
                  <c:v>k3922</c:v>
                </c:pt>
                <c:pt idx="297773">
                  <c:v>k3923</c:v>
                </c:pt>
                <c:pt idx="297724">
                  <c:v>k3924</c:v>
                </c:pt>
                <c:pt idx="297675">
                  <c:v>k3925</c:v>
                </c:pt>
                <c:pt idx="297626">
                  <c:v>k3926</c:v>
                </c:pt>
                <c:pt idx="297577">
                  <c:v>k3927</c:v>
                </c:pt>
                <c:pt idx="297528">
                  <c:v>k3928</c:v>
                </c:pt>
                <c:pt idx="297479">
                  <c:v>k3929</c:v>
                </c:pt>
                <c:pt idx="297430">
                  <c:v>k3930</c:v>
                </c:pt>
                <c:pt idx="297381">
                  <c:v>k3931</c:v>
                </c:pt>
                <c:pt idx="297332">
                  <c:v>k3932</c:v>
                </c:pt>
                <c:pt idx="297283">
                  <c:v>k3933</c:v>
                </c:pt>
                <c:pt idx="297234">
                  <c:v>k3934</c:v>
                </c:pt>
                <c:pt idx="297185">
                  <c:v>k3935</c:v>
                </c:pt>
                <c:pt idx="297136">
                  <c:v>k3936</c:v>
                </c:pt>
                <c:pt idx="297087">
                  <c:v>k3937</c:v>
                </c:pt>
                <c:pt idx="297038">
                  <c:v>k3938</c:v>
                </c:pt>
                <c:pt idx="296989">
                  <c:v>k3939</c:v>
                </c:pt>
                <c:pt idx="296940">
                  <c:v>k3940</c:v>
                </c:pt>
                <c:pt idx="296891">
                  <c:v>k3941</c:v>
                </c:pt>
                <c:pt idx="296842">
                  <c:v>k3942</c:v>
                </c:pt>
                <c:pt idx="296793">
                  <c:v>k3943</c:v>
                </c:pt>
                <c:pt idx="296744">
                  <c:v>k3944</c:v>
                </c:pt>
                <c:pt idx="296695">
                  <c:v>k3945</c:v>
                </c:pt>
                <c:pt idx="296646">
                  <c:v>k3946</c:v>
                </c:pt>
                <c:pt idx="296597">
                  <c:v>k3947</c:v>
                </c:pt>
                <c:pt idx="296548">
                  <c:v>k3948</c:v>
                </c:pt>
                <c:pt idx="296499">
                  <c:v>k3949</c:v>
                </c:pt>
                <c:pt idx="296450">
                  <c:v>k3950</c:v>
                </c:pt>
                <c:pt idx="296401">
                  <c:v>k3951</c:v>
                </c:pt>
                <c:pt idx="296352">
                  <c:v>k3952</c:v>
                </c:pt>
                <c:pt idx="296303">
                  <c:v>k3953</c:v>
                </c:pt>
                <c:pt idx="296254">
                  <c:v>k3954</c:v>
                </c:pt>
                <c:pt idx="296205">
                  <c:v>k3955</c:v>
                </c:pt>
                <c:pt idx="296156">
                  <c:v>k3956</c:v>
                </c:pt>
                <c:pt idx="296107">
                  <c:v>k3957</c:v>
                </c:pt>
                <c:pt idx="296058">
                  <c:v>k3958</c:v>
                </c:pt>
                <c:pt idx="296009">
                  <c:v>k3959</c:v>
                </c:pt>
                <c:pt idx="295960">
                  <c:v>k3960</c:v>
                </c:pt>
                <c:pt idx="295911">
                  <c:v>k3961</c:v>
                </c:pt>
                <c:pt idx="295862">
                  <c:v>k3962</c:v>
                </c:pt>
                <c:pt idx="295813">
                  <c:v>k3963</c:v>
                </c:pt>
                <c:pt idx="295764">
                  <c:v>k3964</c:v>
                </c:pt>
                <c:pt idx="295715">
                  <c:v>k3965</c:v>
                </c:pt>
                <c:pt idx="295666">
                  <c:v>k3966</c:v>
                </c:pt>
                <c:pt idx="295617">
                  <c:v>k3967</c:v>
                </c:pt>
                <c:pt idx="295568">
                  <c:v>k3968</c:v>
                </c:pt>
                <c:pt idx="295519">
                  <c:v>k3969</c:v>
                </c:pt>
                <c:pt idx="295470">
                  <c:v>k3970</c:v>
                </c:pt>
                <c:pt idx="295421">
                  <c:v>k3971</c:v>
                </c:pt>
                <c:pt idx="295372">
                  <c:v>k3972</c:v>
                </c:pt>
                <c:pt idx="295323">
                  <c:v>k3973</c:v>
                </c:pt>
                <c:pt idx="295274">
                  <c:v>k3974</c:v>
                </c:pt>
                <c:pt idx="295225">
                  <c:v>k3975</c:v>
                </c:pt>
                <c:pt idx="295176">
                  <c:v>k3976</c:v>
                </c:pt>
                <c:pt idx="295127">
                  <c:v>k3977</c:v>
                </c:pt>
                <c:pt idx="295078">
                  <c:v>k3978</c:v>
                </c:pt>
                <c:pt idx="295029">
                  <c:v>k3979</c:v>
                </c:pt>
                <c:pt idx="294980">
                  <c:v>k3980</c:v>
                </c:pt>
                <c:pt idx="294931">
                  <c:v>k3981</c:v>
                </c:pt>
                <c:pt idx="294882">
                  <c:v>k3982</c:v>
                </c:pt>
                <c:pt idx="294833">
                  <c:v>k3983</c:v>
                </c:pt>
                <c:pt idx="294784">
                  <c:v>k3984</c:v>
                </c:pt>
                <c:pt idx="294735">
                  <c:v>k3985</c:v>
                </c:pt>
                <c:pt idx="294686">
                  <c:v>k3986</c:v>
                </c:pt>
                <c:pt idx="294637">
                  <c:v>k3987</c:v>
                </c:pt>
                <c:pt idx="294588">
                  <c:v>k3988</c:v>
                </c:pt>
                <c:pt idx="294539">
                  <c:v>k3989</c:v>
                </c:pt>
                <c:pt idx="294490">
                  <c:v>k3990</c:v>
                </c:pt>
                <c:pt idx="294441">
                  <c:v>k3991</c:v>
                </c:pt>
                <c:pt idx="294392">
                  <c:v>k3992</c:v>
                </c:pt>
                <c:pt idx="294343">
                  <c:v>k3993</c:v>
                </c:pt>
                <c:pt idx="294294">
                  <c:v>k3994</c:v>
                </c:pt>
                <c:pt idx="294245">
                  <c:v>k3995</c:v>
                </c:pt>
                <c:pt idx="294196">
                  <c:v>k3996</c:v>
                </c:pt>
                <c:pt idx="294147">
                  <c:v>k3997</c:v>
                </c:pt>
                <c:pt idx="294098">
                  <c:v>k3998</c:v>
                </c:pt>
                <c:pt idx="294049">
                  <c:v>k3999</c:v>
                </c:pt>
                <c:pt idx="294000">
                  <c:v>k4000</c:v>
                </c:pt>
                <c:pt idx="293951">
                  <c:v>k4001</c:v>
                </c:pt>
                <c:pt idx="293902">
                  <c:v>k4002</c:v>
                </c:pt>
                <c:pt idx="293853">
                  <c:v>k4003</c:v>
                </c:pt>
                <c:pt idx="293804">
                  <c:v>k4004</c:v>
                </c:pt>
                <c:pt idx="293755">
                  <c:v>k4005</c:v>
                </c:pt>
                <c:pt idx="293706">
                  <c:v>k4006</c:v>
                </c:pt>
                <c:pt idx="293657">
                  <c:v>k4007</c:v>
                </c:pt>
                <c:pt idx="293608">
                  <c:v>k4008</c:v>
                </c:pt>
                <c:pt idx="293559">
                  <c:v>k4009</c:v>
                </c:pt>
                <c:pt idx="293510">
                  <c:v>k4010</c:v>
                </c:pt>
                <c:pt idx="293461">
                  <c:v>k4011</c:v>
                </c:pt>
                <c:pt idx="293412">
                  <c:v>k4012</c:v>
                </c:pt>
                <c:pt idx="293363">
                  <c:v>k4013</c:v>
                </c:pt>
                <c:pt idx="293314">
                  <c:v>k4014</c:v>
                </c:pt>
                <c:pt idx="293265">
                  <c:v>k4015</c:v>
                </c:pt>
                <c:pt idx="293216">
                  <c:v>k4016</c:v>
                </c:pt>
                <c:pt idx="293167">
                  <c:v>k4017</c:v>
                </c:pt>
                <c:pt idx="293118">
                  <c:v>k4018</c:v>
                </c:pt>
                <c:pt idx="293069">
                  <c:v>k4019</c:v>
                </c:pt>
                <c:pt idx="293020">
                  <c:v>k4020</c:v>
                </c:pt>
                <c:pt idx="292971">
                  <c:v>k4021</c:v>
                </c:pt>
                <c:pt idx="292922">
                  <c:v>k4022</c:v>
                </c:pt>
                <c:pt idx="292873">
                  <c:v>k4023</c:v>
                </c:pt>
                <c:pt idx="292824">
                  <c:v>k4024</c:v>
                </c:pt>
                <c:pt idx="292775">
                  <c:v>k4025</c:v>
                </c:pt>
                <c:pt idx="292726">
                  <c:v>k4026</c:v>
                </c:pt>
                <c:pt idx="292677">
                  <c:v>k4027</c:v>
                </c:pt>
                <c:pt idx="292628">
                  <c:v>k4028</c:v>
                </c:pt>
                <c:pt idx="292579">
                  <c:v>k4029</c:v>
                </c:pt>
                <c:pt idx="292530">
                  <c:v>k4030</c:v>
                </c:pt>
                <c:pt idx="292481">
                  <c:v>k4031</c:v>
                </c:pt>
                <c:pt idx="292432">
                  <c:v>k4032</c:v>
                </c:pt>
                <c:pt idx="292383">
                  <c:v>k4033</c:v>
                </c:pt>
                <c:pt idx="292334">
                  <c:v>k4034</c:v>
                </c:pt>
                <c:pt idx="292285">
                  <c:v>k4035</c:v>
                </c:pt>
                <c:pt idx="292236">
                  <c:v>k4036</c:v>
                </c:pt>
                <c:pt idx="292187">
                  <c:v>k4037</c:v>
                </c:pt>
                <c:pt idx="292138">
                  <c:v>k4038</c:v>
                </c:pt>
                <c:pt idx="292089">
                  <c:v>k4039</c:v>
                </c:pt>
                <c:pt idx="292040">
                  <c:v>k4040</c:v>
                </c:pt>
                <c:pt idx="291991">
                  <c:v>k4041</c:v>
                </c:pt>
                <c:pt idx="291942">
                  <c:v>k4042</c:v>
                </c:pt>
                <c:pt idx="291893">
                  <c:v>k4043</c:v>
                </c:pt>
                <c:pt idx="291844">
                  <c:v>k4044</c:v>
                </c:pt>
                <c:pt idx="291795">
                  <c:v>k4045</c:v>
                </c:pt>
                <c:pt idx="291746">
                  <c:v>k4046</c:v>
                </c:pt>
                <c:pt idx="291697">
                  <c:v>k4047</c:v>
                </c:pt>
                <c:pt idx="291648">
                  <c:v>k4048</c:v>
                </c:pt>
                <c:pt idx="291599">
                  <c:v>k4049</c:v>
                </c:pt>
                <c:pt idx="291550">
                  <c:v>k4050</c:v>
                </c:pt>
                <c:pt idx="291501">
                  <c:v>k4051</c:v>
                </c:pt>
                <c:pt idx="291452">
                  <c:v>k4052</c:v>
                </c:pt>
                <c:pt idx="291403">
                  <c:v>k4053</c:v>
                </c:pt>
                <c:pt idx="291354">
                  <c:v>k4054</c:v>
                </c:pt>
                <c:pt idx="291305">
                  <c:v>k4055</c:v>
                </c:pt>
                <c:pt idx="291256">
                  <c:v>k4056</c:v>
                </c:pt>
                <c:pt idx="291207">
                  <c:v>k4057</c:v>
                </c:pt>
                <c:pt idx="291158">
                  <c:v>k4058</c:v>
                </c:pt>
                <c:pt idx="291109">
                  <c:v>k4059</c:v>
                </c:pt>
                <c:pt idx="291060">
                  <c:v>k4060</c:v>
                </c:pt>
                <c:pt idx="291011">
                  <c:v>k4061</c:v>
                </c:pt>
                <c:pt idx="290962">
                  <c:v>k4062</c:v>
                </c:pt>
                <c:pt idx="290913">
                  <c:v>k4063</c:v>
                </c:pt>
                <c:pt idx="290864">
                  <c:v>k4064</c:v>
                </c:pt>
                <c:pt idx="290815">
                  <c:v>k4065</c:v>
                </c:pt>
                <c:pt idx="290766">
                  <c:v>k4066</c:v>
                </c:pt>
                <c:pt idx="290717">
                  <c:v>k4067</c:v>
                </c:pt>
                <c:pt idx="290668">
                  <c:v>k4068</c:v>
                </c:pt>
                <c:pt idx="290619">
                  <c:v>k4069</c:v>
                </c:pt>
                <c:pt idx="290570">
                  <c:v>k4070</c:v>
                </c:pt>
                <c:pt idx="290521">
                  <c:v>k4071</c:v>
                </c:pt>
                <c:pt idx="290472">
                  <c:v>k4072</c:v>
                </c:pt>
                <c:pt idx="290423">
                  <c:v>k4073</c:v>
                </c:pt>
                <c:pt idx="290374">
                  <c:v>k4074</c:v>
                </c:pt>
                <c:pt idx="290325">
                  <c:v>k4075</c:v>
                </c:pt>
                <c:pt idx="290276">
                  <c:v>k4076</c:v>
                </c:pt>
                <c:pt idx="290227">
                  <c:v>k4077</c:v>
                </c:pt>
                <c:pt idx="290178">
                  <c:v>k4078</c:v>
                </c:pt>
                <c:pt idx="290129">
                  <c:v>k4079</c:v>
                </c:pt>
                <c:pt idx="290080">
                  <c:v>k4080</c:v>
                </c:pt>
                <c:pt idx="290031">
                  <c:v>k4081</c:v>
                </c:pt>
                <c:pt idx="289982">
                  <c:v>k4082</c:v>
                </c:pt>
                <c:pt idx="289933">
                  <c:v>k4083</c:v>
                </c:pt>
                <c:pt idx="289884">
                  <c:v>k4084</c:v>
                </c:pt>
                <c:pt idx="289835">
                  <c:v>k4085</c:v>
                </c:pt>
                <c:pt idx="289786">
                  <c:v>k4086</c:v>
                </c:pt>
                <c:pt idx="289737">
                  <c:v>k4087</c:v>
                </c:pt>
                <c:pt idx="289688">
                  <c:v>k4088</c:v>
                </c:pt>
                <c:pt idx="289639">
                  <c:v>k4089</c:v>
                </c:pt>
                <c:pt idx="289590">
                  <c:v>k4090</c:v>
                </c:pt>
                <c:pt idx="289541">
                  <c:v>k4091</c:v>
                </c:pt>
                <c:pt idx="289492">
                  <c:v>k4092</c:v>
                </c:pt>
                <c:pt idx="289443">
                  <c:v>k4093</c:v>
                </c:pt>
                <c:pt idx="289394">
                  <c:v>k4094</c:v>
                </c:pt>
                <c:pt idx="289345">
                  <c:v>k4095</c:v>
                </c:pt>
                <c:pt idx="289296">
                  <c:v>k4096</c:v>
                </c:pt>
                <c:pt idx="289247">
                  <c:v>k4097</c:v>
                </c:pt>
                <c:pt idx="289198">
                  <c:v>k4098</c:v>
                </c:pt>
                <c:pt idx="289149">
                  <c:v>k4099</c:v>
                </c:pt>
                <c:pt idx="289100">
                  <c:v>k4100</c:v>
                </c:pt>
                <c:pt idx="289051">
                  <c:v>k4101</c:v>
                </c:pt>
                <c:pt idx="289002">
                  <c:v>k4102</c:v>
                </c:pt>
                <c:pt idx="288953">
                  <c:v>k4103</c:v>
                </c:pt>
                <c:pt idx="288904">
                  <c:v>k4104</c:v>
                </c:pt>
                <c:pt idx="288855">
                  <c:v>k4105</c:v>
                </c:pt>
                <c:pt idx="288806">
                  <c:v>k4106</c:v>
                </c:pt>
                <c:pt idx="288757">
                  <c:v>k4107</c:v>
                </c:pt>
                <c:pt idx="288708">
                  <c:v>k4108</c:v>
                </c:pt>
                <c:pt idx="288659">
                  <c:v>k4109</c:v>
                </c:pt>
                <c:pt idx="288610">
                  <c:v>k4110</c:v>
                </c:pt>
                <c:pt idx="288561">
                  <c:v>k4111</c:v>
                </c:pt>
                <c:pt idx="288512">
                  <c:v>k4112</c:v>
                </c:pt>
                <c:pt idx="288463">
                  <c:v>k4113</c:v>
                </c:pt>
                <c:pt idx="288414">
                  <c:v>k4114</c:v>
                </c:pt>
                <c:pt idx="288365">
                  <c:v>k4115</c:v>
                </c:pt>
                <c:pt idx="288316">
                  <c:v>k4116</c:v>
                </c:pt>
                <c:pt idx="288267">
                  <c:v>k4117</c:v>
                </c:pt>
                <c:pt idx="288218">
                  <c:v>k4118</c:v>
                </c:pt>
                <c:pt idx="288169">
                  <c:v>k4119</c:v>
                </c:pt>
                <c:pt idx="288120">
                  <c:v>k4120</c:v>
                </c:pt>
                <c:pt idx="288071">
                  <c:v>k4121</c:v>
                </c:pt>
                <c:pt idx="288022">
                  <c:v>k4122</c:v>
                </c:pt>
                <c:pt idx="287973">
                  <c:v>k4123</c:v>
                </c:pt>
                <c:pt idx="287924">
                  <c:v>k4124</c:v>
                </c:pt>
                <c:pt idx="287875">
                  <c:v>k4125</c:v>
                </c:pt>
                <c:pt idx="287826">
                  <c:v>k4126</c:v>
                </c:pt>
                <c:pt idx="287777">
                  <c:v>k4127</c:v>
                </c:pt>
                <c:pt idx="287728">
                  <c:v>k4128</c:v>
                </c:pt>
                <c:pt idx="287679">
                  <c:v>k4129</c:v>
                </c:pt>
                <c:pt idx="287630">
                  <c:v>k4130</c:v>
                </c:pt>
                <c:pt idx="287581">
                  <c:v>k4131</c:v>
                </c:pt>
                <c:pt idx="287532">
                  <c:v>k4132</c:v>
                </c:pt>
                <c:pt idx="287483">
                  <c:v>k4133</c:v>
                </c:pt>
                <c:pt idx="287434">
                  <c:v>k4134</c:v>
                </c:pt>
                <c:pt idx="287385">
                  <c:v>k4135</c:v>
                </c:pt>
                <c:pt idx="287336">
                  <c:v>k4136</c:v>
                </c:pt>
                <c:pt idx="287287">
                  <c:v>k4137</c:v>
                </c:pt>
                <c:pt idx="287238">
                  <c:v>k4138</c:v>
                </c:pt>
                <c:pt idx="287189">
                  <c:v>k4139</c:v>
                </c:pt>
                <c:pt idx="287140">
                  <c:v>k4140</c:v>
                </c:pt>
                <c:pt idx="287091">
                  <c:v>k4141</c:v>
                </c:pt>
                <c:pt idx="287042">
                  <c:v>k4142</c:v>
                </c:pt>
                <c:pt idx="286993">
                  <c:v>k4143</c:v>
                </c:pt>
                <c:pt idx="286944">
                  <c:v>k4144</c:v>
                </c:pt>
                <c:pt idx="286895">
                  <c:v>k4145</c:v>
                </c:pt>
                <c:pt idx="286846">
                  <c:v>k4146</c:v>
                </c:pt>
                <c:pt idx="286797">
                  <c:v>k4147</c:v>
                </c:pt>
                <c:pt idx="286748">
                  <c:v>k4148</c:v>
                </c:pt>
                <c:pt idx="286699">
                  <c:v>k4149</c:v>
                </c:pt>
                <c:pt idx="286650">
                  <c:v>k4150</c:v>
                </c:pt>
                <c:pt idx="286601">
                  <c:v>k4151</c:v>
                </c:pt>
                <c:pt idx="286552">
                  <c:v>k4152</c:v>
                </c:pt>
                <c:pt idx="286503">
                  <c:v>k4153</c:v>
                </c:pt>
                <c:pt idx="286454">
                  <c:v>k4154</c:v>
                </c:pt>
                <c:pt idx="286405">
                  <c:v>k4155</c:v>
                </c:pt>
                <c:pt idx="286356">
                  <c:v>k4156</c:v>
                </c:pt>
                <c:pt idx="286307">
                  <c:v>k4157</c:v>
                </c:pt>
                <c:pt idx="286258">
                  <c:v>k4158</c:v>
                </c:pt>
                <c:pt idx="286209">
                  <c:v>k4159</c:v>
                </c:pt>
                <c:pt idx="286160">
                  <c:v>k4160</c:v>
                </c:pt>
                <c:pt idx="286111">
                  <c:v>k4161</c:v>
                </c:pt>
                <c:pt idx="286062">
                  <c:v>k4162</c:v>
                </c:pt>
                <c:pt idx="286013">
                  <c:v>k4163</c:v>
                </c:pt>
                <c:pt idx="285964">
                  <c:v>k4164</c:v>
                </c:pt>
                <c:pt idx="285915">
                  <c:v>k4165</c:v>
                </c:pt>
                <c:pt idx="285866">
                  <c:v>k4166</c:v>
                </c:pt>
                <c:pt idx="285817">
                  <c:v>k4167</c:v>
                </c:pt>
                <c:pt idx="285768">
                  <c:v>k4168</c:v>
                </c:pt>
                <c:pt idx="285719">
                  <c:v>k4169</c:v>
                </c:pt>
                <c:pt idx="285670">
                  <c:v>k4170</c:v>
                </c:pt>
                <c:pt idx="285621">
                  <c:v>k4171</c:v>
                </c:pt>
                <c:pt idx="285572">
                  <c:v>k4172</c:v>
                </c:pt>
                <c:pt idx="285523">
                  <c:v>k4173</c:v>
                </c:pt>
                <c:pt idx="285474">
                  <c:v>k4174</c:v>
                </c:pt>
                <c:pt idx="285425">
                  <c:v>k4175</c:v>
                </c:pt>
                <c:pt idx="285376">
                  <c:v>k4176</c:v>
                </c:pt>
                <c:pt idx="285327">
                  <c:v>k4177</c:v>
                </c:pt>
                <c:pt idx="285278">
                  <c:v>k4178</c:v>
                </c:pt>
                <c:pt idx="285229">
                  <c:v>k4179</c:v>
                </c:pt>
                <c:pt idx="285180">
                  <c:v>k4180</c:v>
                </c:pt>
                <c:pt idx="285131">
                  <c:v>k4181</c:v>
                </c:pt>
                <c:pt idx="285082">
                  <c:v>k4182</c:v>
                </c:pt>
                <c:pt idx="285033">
                  <c:v>k4183</c:v>
                </c:pt>
                <c:pt idx="284984">
                  <c:v>k4184</c:v>
                </c:pt>
                <c:pt idx="284935">
                  <c:v>k4185</c:v>
                </c:pt>
                <c:pt idx="284886">
                  <c:v>k4186</c:v>
                </c:pt>
                <c:pt idx="284837">
                  <c:v>k4187</c:v>
                </c:pt>
                <c:pt idx="284788">
                  <c:v>k4188</c:v>
                </c:pt>
                <c:pt idx="284739">
                  <c:v>k4189</c:v>
                </c:pt>
                <c:pt idx="284690">
                  <c:v>k4190</c:v>
                </c:pt>
                <c:pt idx="284641">
                  <c:v>k4191</c:v>
                </c:pt>
                <c:pt idx="284592">
                  <c:v>k4192</c:v>
                </c:pt>
                <c:pt idx="284543">
                  <c:v>k4193</c:v>
                </c:pt>
                <c:pt idx="284494">
                  <c:v>k4194</c:v>
                </c:pt>
                <c:pt idx="284445">
                  <c:v>k4195</c:v>
                </c:pt>
                <c:pt idx="284396">
                  <c:v>k4196</c:v>
                </c:pt>
                <c:pt idx="284347">
                  <c:v>k4197</c:v>
                </c:pt>
                <c:pt idx="284298">
                  <c:v>k4198</c:v>
                </c:pt>
                <c:pt idx="284249">
                  <c:v>k4199</c:v>
                </c:pt>
                <c:pt idx="284200">
                  <c:v>k4200</c:v>
                </c:pt>
                <c:pt idx="284151">
                  <c:v>k4201</c:v>
                </c:pt>
                <c:pt idx="284102">
                  <c:v>k4202</c:v>
                </c:pt>
                <c:pt idx="284053">
                  <c:v>k4203</c:v>
                </c:pt>
                <c:pt idx="284004">
                  <c:v>k4204</c:v>
                </c:pt>
                <c:pt idx="283955">
                  <c:v>k4205</c:v>
                </c:pt>
                <c:pt idx="283906">
                  <c:v>k4206</c:v>
                </c:pt>
                <c:pt idx="283857">
                  <c:v>k4207</c:v>
                </c:pt>
                <c:pt idx="283808">
                  <c:v>k4208</c:v>
                </c:pt>
                <c:pt idx="283759">
                  <c:v>k4209</c:v>
                </c:pt>
                <c:pt idx="283710">
                  <c:v>k4210</c:v>
                </c:pt>
                <c:pt idx="283661">
                  <c:v>k4211</c:v>
                </c:pt>
                <c:pt idx="283612">
                  <c:v>k4212</c:v>
                </c:pt>
                <c:pt idx="283563">
                  <c:v>k4213</c:v>
                </c:pt>
                <c:pt idx="283514">
                  <c:v>k4214</c:v>
                </c:pt>
                <c:pt idx="283465">
                  <c:v>k4215</c:v>
                </c:pt>
                <c:pt idx="283416">
                  <c:v>k4216</c:v>
                </c:pt>
                <c:pt idx="283367">
                  <c:v>k4217</c:v>
                </c:pt>
                <c:pt idx="283318">
                  <c:v>k4218</c:v>
                </c:pt>
                <c:pt idx="283269">
                  <c:v>k4219</c:v>
                </c:pt>
                <c:pt idx="283220">
                  <c:v>k4220</c:v>
                </c:pt>
                <c:pt idx="283171">
                  <c:v>k4221</c:v>
                </c:pt>
                <c:pt idx="283122">
                  <c:v>k4222</c:v>
                </c:pt>
                <c:pt idx="283073">
                  <c:v>k4223</c:v>
                </c:pt>
                <c:pt idx="283024">
                  <c:v>k4224</c:v>
                </c:pt>
                <c:pt idx="282975">
                  <c:v>k4225</c:v>
                </c:pt>
                <c:pt idx="282926">
                  <c:v>k4226</c:v>
                </c:pt>
                <c:pt idx="282877">
                  <c:v>k4227</c:v>
                </c:pt>
                <c:pt idx="282828">
                  <c:v>k4228</c:v>
                </c:pt>
                <c:pt idx="282779">
                  <c:v>k4229</c:v>
                </c:pt>
                <c:pt idx="282730">
                  <c:v>k4230</c:v>
                </c:pt>
                <c:pt idx="282681">
                  <c:v>k4231</c:v>
                </c:pt>
                <c:pt idx="282632">
                  <c:v>k4232</c:v>
                </c:pt>
                <c:pt idx="282583">
                  <c:v>k4233</c:v>
                </c:pt>
                <c:pt idx="282534">
                  <c:v>k4234</c:v>
                </c:pt>
                <c:pt idx="282485">
                  <c:v>k4235</c:v>
                </c:pt>
                <c:pt idx="282436">
                  <c:v>k4236</c:v>
                </c:pt>
                <c:pt idx="282387">
                  <c:v>k4237</c:v>
                </c:pt>
                <c:pt idx="282338">
                  <c:v>k4238</c:v>
                </c:pt>
                <c:pt idx="282289">
                  <c:v>k4239</c:v>
                </c:pt>
                <c:pt idx="282240">
                  <c:v>k4240</c:v>
                </c:pt>
                <c:pt idx="282191">
                  <c:v>k4241</c:v>
                </c:pt>
                <c:pt idx="282142">
                  <c:v>k4242</c:v>
                </c:pt>
                <c:pt idx="282093">
                  <c:v>k4243</c:v>
                </c:pt>
                <c:pt idx="282044">
                  <c:v>k4244</c:v>
                </c:pt>
                <c:pt idx="281995">
                  <c:v>k4245</c:v>
                </c:pt>
                <c:pt idx="281946">
                  <c:v>k4246</c:v>
                </c:pt>
                <c:pt idx="281897">
                  <c:v>k4247</c:v>
                </c:pt>
                <c:pt idx="281848">
                  <c:v>k4248</c:v>
                </c:pt>
                <c:pt idx="281799">
                  <c:v>k4249</c:v>
                </c:pt>
                <c:pt idx="281750">
                  <c:v>k4250</c:v>
                </c:pt>
                <c:pt idx="281701">
                  <c:v>k4251</c:v>
                </c:pt>
                <c:pt idx="281652">
                  <c:v>k4252</c:v>
                </c:pt>
                <c:pt idx="281603">
                  <c:v>k4253</c:v>
                </c:pt>
                <c:pt idx="281554">
                  <c:v>k4254</c:v>
                </c:pt>
                <c:pt idx="281505">
                  <c:v>k4255</c:v>
                </c:pt>
                <c:pt idx="281456">
                  <c:v>k4256</c:v>
                </c:pt>
                <c:pt idx="281407">
                  <c:v>k4257</c:v>
                </c:pt>
                <c:pt idx="281358">
                  <c:v>k4258</c:v>
                </c:pt>
                <c:pt idx="281309">
                  <c:v>k4259</c:v>
                </c:pt>
                <c:pt idx="281260">
                  <c:v>k4260</c:v>
                </c:pt>
                <c:pt idx="281211">
                  <c:v>k4261</c:v>
                </c:pt>
                <c:pt idx="281162">
                  <c:v>k4262</c:v>
                </c:pt>
                <c:pt idx="281113">
                  <c:v>k4263</c:v>
                </c:pt>
                <c:pt idx="281064">
                  <c:v>k4264</c:v>
                </c:pt>
                <c:pt idx="281015">
                  <c:v>k4265</c:v>
                </c:pt>
                <c:pt idx="280966">
                  <c:v>k4266</c:v>
                </c:pt>
                <c:pt idx="280917">
                  <c:v>k4267</c:v>
                </c:pt>
                <c:pt idx="280868">
                  <c:v>k4268</c:v>
                </c:pt>
                <c:pt idx="280819">
                  <c:v>k4269</c:v>
                </c:pt>
                <c:pt idx="280770">
                  <c:v>k4270</c:v>
                </c:pt>
                <c:pt idx="280721">
                  <c:v>k4271</c:v>
                </c:pt>
                <c:pt idx="280672">
                  <c:v>k4272</c:v>
                </c:pt>
                <c:pt idx="280623">
                  <c:v>k4273</c:v>
                </c:pt>
                <c:pt idx="280574">
                  <c:v>k4274</c:v>
                </c:pt>
                <c:pt idx="280525">
                  <c:v>k4275</c:v>
                </c:pt>
                <c:pt idx="280476">
                  <c:v>k4276</c:v>
                </c:pt>
                <c:pt idx="280427">
                  <c:v>k4277</c:v>
                </c:pt>
                <c:pt idx="280378">
                  <c:v>k4278</c:v>
                </c:pt>
                <c:pt idx="280329">
                  <c:v>k4279</c:v>
                </c:pt>
                <c:pt idx="280280">
                  <c:v>k4280</c:v>
                </c:pt>
                <c:pt idx="280231">
                  <c:v>k4281</c:v>
                </c:pt>
                <c:pt idx="280182">
                  <c:v>k4282</c:v>
                </c:pt>
                <c:pt idx="280133">
                  <c:v>k4283</c:v>
                </c:pt>
                <c:pt idx="280084">
                  <c:v>k4284</c:v>
                </c:pt>
                <c:pt idx="280035">
                  <c:v>k4285</c:v>
                </c:pt>
                <c:pt idx="279986">
                  <c:v>k4286</c:v>
                </c:pt>
                <c:pt idx="279937">
                  <c:v>k4287</c:v>
                </c:pt>
                <c:pt idx="279888">
                  <c:v>k4288</c:v>
                </c:pt>
                <c:pt idx="279839">
                  <c:v>k4289</c:v>
                </c:pt>
                <c:pt idx="279790">
                  <c:v>k4290</c:v>
                </c:pt>
                <c:pt idx="279741">
                  <c:v>k4291</c:v>
                </c:pt>
                <c:pt idx="279692">
                  <c:v>k4292</c:v>
                </c:pt>
                <c:pt idx="279643">
                  <c:v>k4293</c:v>
                </c:pt>
                <c:pt idx="279594">
                  <c:v>k4294</c:v>
                </c:pt>
                <c:pt idx="279545">
                  <c:v>k4295</c:v>
                </c:pt>
                <c:pt idx="279496">
                  <c:v>k4296</c:v>
                </c:pt>
                <c:pt idx="279447">
                  <c:v>k4297</c:v>
                </c:pt>
                <c:pt idx="279398">
                  <c:v>k4298</c:v>
                </c:pt>
                <c:pt idx="279349">
                  <c:v>k4299</c:v>
                </c:pt>
                <c:pt idx="279300">
                  <c:v>k4300</c:v>
                </c:pt>
                <c:pt idx="279251">
                  <c:v>k4301</c:v>
                </c:pt>
                <c:pt idx="279202">
                  <c:v>k4302</c:v>
                </c:pt>
                <c:pt idx="279153">
                  <c:v>k4303</c:v>
                </c:pt>
                <c:pt idx="279104">
                  <c:v>k4304</c:v>
                </c:pt>
                <c:pt idx="279055">
                  <c:v>k4305</c:v>
                </c:pt>
                <c:pt idx="279006">
                  <c:v>k4306</c:v>
                </c:pt>
                <c:pt idx="278957">
                  <c:v>k4307</c:v>
                </c:pt>
                <c:pt idx="278908">
                  <c:v>k4308</c:v>
                </c:pt>
                <c:pt idx="278859">
                  <c:v>k4309</c:v>
                </c:pt>
                <c:pt idx="278810">
                  <c:v>k4310</c:v>
                </c:pt>
                <c:pt idx="278761">
                  <c:v>k4311</c:v>
                </c:pt>
                <c:pt idx="278712">
                  <c:v>k4312</c:v>
                </c:pt>
                <c:pt idx="278663">
                  <c:v>k4313</c:v>
                </c:pt>
                <c:pt idx="278614">
                  <c:v>k4314</c:v>
                </c:pt>
                <c:pt idx="278565">
                  <c:v>k4315</c:v>
                </c:pt>
                <c:pt idx="278516">
                  <c:v>k4316</c:v>
                </c:pt>
                <c:pt idx="278467">
                  <c:v>k4317</c:v>
                </c:pt>
                <c:pt idx="278418">
                  <c:v>k4318</c:v>
                </c:pt>
                <c:pt idx="278369">
                  <c:v>k4319</c:v>
                </c:pt>
                <c:pt idx="278320">
                  <c:v>k4320</c:v>
                </c:pt>
                <c:pt idx="278271">
                  <c:v>k4321</c:v>
                </c:pt>
                <c:pt idx="278222">
                  <c:v>k4322</c:v>
                </c:pt>
                <c:pt idx="278173">
                  <c:v>k4323</c:v>
                </c:pt>
                <c:pt idx="278124">
                  <c:v>k4324</c:v>
                </c:pt>
                <c:pt idx="278075">
                  <c:v>k4325</c:v>
                </c:pt>
                <c:pt idx="278026">
                  <c:v>k4326</c:v>
                </c:pt>
                <c:pt idx="277977">
                  <c:v>k4327</c:v>
                </c:pt>
                <c:pt idx="277928">
                  <c:v>k4328</c:v>
                </c:pt>
                <c:pt idx="277879">
                  <c:v>k4329</c:v>
                </c:pt>
                <c:pt idx="277830">
                  <c:v>k4330</c:v>
                </c:pt>
                <c:pt idx="277781">
                  <c:v>k4331</c:v>
                </c:pt>
                <c:pt idx="277732">
                  <c:v>k4332</c:v>
                </c:pt>
                <c:pt idx="277683">
                  <c:v>k4333</c:v>
                </c:pt>
                <c:pt idx="277634">
                  <c:v>k4334</c:v>
                </c:pt>
                <c:pt idx="277585">
                  <c:v>k4335</c:v>
                </c:pt>
                <c:pt idx="277536">
                  <c:v>k4336</c:v>
                </c:pt>
                <c:pt idx="277487">
                  <c:v>k4337</c:v>
                </c:pt>
                <c:pt idx="277438">
                  <c:v>k4338</c:v>
                </c:pt>
                <c:pt idx="277389">
                  <c:v>k4339</c:v>
                </c:pt>
                <c:pt idx="277340">
                  <c:v>k4340</c:v>
                </c:pt>
                <c:pt idx="277291">
                  <c:v>k4341</c:v>
                </c:pt>
                <c:pt idx="277242">
                  <c:v>k4342</c:v>
                </c:pt>
                <c:pt idx="277193">
                  <c:v>k4343</c:v>
                </c:pt>
                <c:pt idx="277144">
                  <c:v>k4344</c:v>
                </c:pt>
                <c:pt idx="277095">
                  <c:v>k4345</c:v>
                </c:pt>
                <c:pt idx="277046">
                  <c:v>k4346</c:v>
                </c:pt>
                <c:pt idx="276997">
                  <c:v>k4347</c:v>
                </c:pt>
                <c:pt idx="276948">
                  <c:v>k4348</c:v>
                </c:pt>
                <c:pt idx="276899">
                  <c:v>k4349</c:v>
                </c:pt>
                <c:pt idx="276850">
                  <c:v>k4350</c:v>
                </c:pt>
                <c:pt idx="276801">
                  <c:v>k4351</c:v>
                </c:pt>
                <c:pt idx="276752">
                  <c:v>k4352</c:v>
                </c:pt>
                <c:pt idx="276703">
                  <c:v>k4353</c:v>
                </c:pt>
                <c:pt idx="276654">
                  <c:v>k4354</c:v>
                </c:pt>
                <c:pt idx="276605">
                  <c:v>k4355</c:v>
                </c:pt>
                <c:pt idx="276556">
                  <c:v>k4356</c:v>
                </c:pt>
                <c:pt idx="276507">
                  <c:v>k4357</c:v>
                </c:pt>
                <c:pt idx="276458">
                  <c:v>k4358</c:v>
                </c:pt>
                <c:pt idx="276409">
                  <c:v>k4359</c:v>
                </c:pt>
                <c:pt idx="276360">
                  <c:v>k4360</c:v>
                </c:pt>
                <c:pt idx="276311">
                  <c:v>k4361</c:v>
                </c:pt>
                <c:pt idx="276262">
                  <c:v>k4362</c:v>
                </c:pt>
                <c:pt idx="276213">
                  <c:v>k4363</c:v>
                </c:pt>
                <c:pt idx="276164">
                  <c:v>k4364</c:v>
                </c:pt>
                <c:pt idx="276115">
                  <c:v>k4365</c:v>
                </c:pt>
                <c:pt idx="276066">
                  <c:v>k4366</c:v>
                </c:pt>
                <c:pt idx="276017">
                  <c:v>k4367</c:v>
                </c:pt>
                <c:pt idx="275968">
                  <c:v>k4368</c:v>
                </c:pt>
                <c:pt idx="275919">
                  <c:v>k4369</c:v>
                </c:pt>
                <c:pt idx="275870">
                  <c:v>k4370</c:v>
                </c:pt>
                <c:pt idx="275821">
                  <c:v>k4371</c:v>
                </c:pt>
                <c:pt idx="275772">
                  <c:v>k4372</c:v>
                </c:pt>
                <c:pt idx="275723">
                  <c:v>k4373</c:v>
                </c:pt>
                <c:pt idx="275674">
                  <c:v>k4374</c:v>
                </c:pt>
                <c:pt idx="275625">
                  <c:v>k4375</c:v>
                </c:pt>
                <c:pt idx="275576">
                  <c:v>k4376</c:v>
                </c:pt>
                <c:pt idx="275527">
                  <c:v>k4377</c:v>
                </c:pt>
                <c:pt idx="275478">
                  <c:v>k4378</c:v>
                </c:pt>
                <c:pt idx="275429">
                  <c:v>k4379</c:v>
                </c:pt>
                <c:pt idx="275380">
                  <c:v>k4380</c:v>
                </c:pt>
                <c:pt idx="275331">
                  <c:v>k4381</c:v>
                </c:pt>
                <c:pt idx="275282">
                  <c:v>k4382</c:v>
                </c:pt>
                <c:pt idx="275233">
                  <c:v>k4383</c:v>
                </c:pt>
                <c:pt idx="275184">
                  <c:v>k4384</c:v>
                </c:pt>
                <c:pt idx="275135">
                  <c:v>k4385</c:v>
                </c:pt>
                <c:pt idx="275086">
                  <c:v>k4386</c:v>
                </c:pt>
                <c:pt idx="275037">
                  <c:v>k4387</c:v>
                </c:pt>
                <c:pt idx="274988">
                  <c:v>k4388</c:v>
                </c:pt>
                <c:pt idx="274939">
                  <c:v>k4389</c:v>
                </c:pt>
                <c:pt idx="274890">
                  <c:v>k4390</c:v>
                </c:pt>
                <c:pt idx="274841">
                  <c:v>k4391</c:v>
                </c:pt>
                <c:pt idx="274792">
                  <c:v>k4392</c:v>
                </c:pt>
                <c:pt idx="274743">
                  <c:v>k4393</c:v>
                </c:pt>
                <c:pt idx="274694">
                  <c:v>k4394</c:v>
                </c:pt>
                <c:pt idx="274645">
                  <c:v>k4395</c:v>
                </c:pt>
                <c:pt idx="274596">
                  <c:v>k4396</c:v>
                </c:pt>
                <c:pt idx="274547">
                  <c:v>k4397</c:v>
                </c:pt>
                <c:pt idx="274498">
                  <c:v>k4398</c:v>
                </c:pt>
                <c:pt idx="274449">
                  <c:v>k4399</c:v>
                </c:pt>
                <c:pt idx="274400">
                  <c:v>k4400</c:v>
                </c:pt>
                <c:pt idx="274351">
                  <c:v>k4401</c:v>
                </c:pt>
                <c:pt idx="274302">
                  <c:v>k4402</c:v>
                </c:pt>
                <c:pt idx="274253">
                  <c:v>k4403</c:v>
                </c:pt>
                <c:pt idx="274204">
                  <c:v>k4404</c:v>
                </c:pt>
                <c:pt idx="274155">
                  <c:v>k4405</c:v>
                </c:pt>
                <c:pt idx="274106">
                  <c:v>k4406</c:v>
                </c:pt>
                <c:pt idx="274057">
                  <c:v>k4407</c:v>
                </c:pt>
                <c:pt idx="274008">
                  <c:v>k4408</c:v>
                </c:pt>
                <c:pt idx="273959">
                  <c:v>k4409</c:v>
                </c:pt>
                <c:pt idx="273910">
                  <c:v>k4410</c:v>
                </c:pt>
                <c:pt idx="273861">
                  <c:v>k4411</c:v>
                </c:pt>
                <c:pt idx="273812">
                  <c:v>k4412</c:v>
                </c:pt>
                <c:pt idx="273763">
                  <c:v>k4413</c:v>
                </c:pt>
                <c:pt idx="273714">
                  <c:v>k4414</c:v>
                </c:pt>
                <c:pt idx="273665">
                  <c:v>k4415</c:v>
                </c:pt>
                <c:pt idx="273616">
                  <c:v>k4416</c:v>
                </c:pt>
                <c:pt idx="273567">
                  <c:v>k4417</c:v>
                </c:pt>
                <c:pt idx="273518">
                  <c:v>k4418</c:v>
                </c:pt>
                <c:pt idx="273469">
                  <c:v>k4419</c:v>
                </c:pt>
                <c:pt idx="273420">
                  <c:v>k4420</c:v>
                </c:pt>
                <c:pt idx="273371">
                  <c:v>k4421</c:v>
                </c:pt>
                <c:pt idx="273322">
                  <c:v>k4422</c:v>
                </c:pt>
                <c:pt idx="273273">
                  <c:v>k4423</c:v>
                </c:pt>
                <c:pt idx="273224">
                  <c:v>k4424</c:v>
                </c:pt>
                <c:pt idx="273175">
                  <c:v>k4425</c:v>
                </c:pt>
                <c:pt idx="273126">
                  <c:v>k4426</c:v>
                </c:pt>
                <c:pt idx="273077">
                  <c:v>k4427</c:v>
                </c:pt>
                <c:pt idx="273028">
                  <c:v>k4428</c:v>
                </c:pt>
                <c:pt idx="272979">
                  <c:v>k4429</c:v>
                </c:pt>
                <c:pt idx="272930">
                  <c:v>k4430</c:v>
                </c:pt>
                <c:pt idx="272881">
                  <c:v>k4431</c:v>
                </c:pt>
                <c:pt idx="272832">
                  <c:v>k4432</c:v>
                </c:pt>
                <c:pt idx="272783">
                  <c:v>k4433</c:v>
                </c:pt>
                <c:pt idx="272734">
                  <c:v>k4434</c:v>
                </c:pt>
                <c:pt idx="272685">
                  <c:v>k4435</c:v>
                </c:pt>
                <c:pt idx="272636">
                  <c:v>k4436</c:v>
                </c:pt>
                <c:pt idx="272587">
                  <c:v>k4437</c:v>
                </c:pt>
                <c:pt idx="272538">
                  <c:v>k4438</c:v>
                </c:pt>
                <c:pt idx="272489">
                  <c:v>k4439</c:v>
                </c:pt>
                <c:pt idx="272440">
                  <c:v>k4440</c:v>
                </c:pt>
                <c:pt idx="272391">
                  <c:v>k4441</c:v>
                </c:pt>
                <c:pt idx="272342">
                  <c:v>k4442</c:v>
                </c:pt>
                <c:pt idx="272293">
                  <c:v>k4443</c:v>
                </c:pt>
                <c:pt idx="272244">
                  <c:v>k4444</c:v>
                </c:pt>
                <c:pt idx="272195">
                  <c:v>k4445</c:v>
                </c:pt>
                <c:pt idx="272146">
                  <c:v>k4446</c:v>
                </c:pt>
                <c:pt idx="272097">
                  <c:v>k4447</c:v>
                </c:pt>
                <c:pt idx="272048">
                  <c:v>k4448</c:v>
                </c:pt>
                <c:pt idx="271999">
                  <c:v>k4449</c:v>
                </c:pt>
                <c:pt idx="271950">
                  <c:v>k4450</c:v>
                </c:pt>
                <c:pt idx="271901">
                  <c:v>k4451</c:v>
                </c:pt>
                <c:pt idx="271852">
                  <c:v>k4452</c:v>
                </c:pt>
                <c:pt idx="271803">
                  <c:v>k4453</c:v>
                </c:pt>
                <c:pt idx="271754">
                  <c:v>k4454</c:v>
                </c:pt>
                <c:pt idx="271705">
                  <c:v>k4455</c:v>
                </c:pt>
                <c:pt idx="271656">
                  <c:v>k4456</c:v>
                </c:pt>
                <c:pt idx="271607">
                  <c:v>k4457</c:v>
                </c:pt>
                <c:pt idx="271558">
                  <c:v>k4458</c:v>
                </c:pt>
                <c:pt idx="271509">
                  <c:v>k4459</c:v>
                </c:pt>
                <c:pt idx="271460">
                  <c:v>k4460</c:v>
                </c:pt>
                <c:pt idx="271411">
                  <c:v>k4461</c:v>
                </c:pt>
                <c:pt idx="271362">
                  <c:v>k4462</c:v>
                </c:pt>
                <c:pt idx="271313">
                  <c:v>k4463</c:v>
                </c:pt>
                <c:pt idx="271264">
                  <c:v>k4464</c:v>
                </c:pt>
                <c:pt idx="271215">
                  <c:v>k4465</c:v>
                </c:pt>
                <c:pt idx="271166">
                  <c:v>k4466</c:v>
                </c:pt>
                <c:pt idx="271117">
                  <c:v>k4467</c:v>
                </c:pt>
                <c:pt idx="271068">
                  <c:v>k4468</c:v>
                </c:pt>
                <c:pt idx="271019">
                  <c:v>k4469</c:v>
                </c:pt>
                <c:pt idx="270970">
                  <c:v>k4470</c:v>
                </c:pt>
                <c:pt idx="270921">
                  <c:v>k4471</c:v>
                </c:pt>
                <c:pt idx="270872">
                  <c:v>k4472</c:v>
                </c:pt>
                <c:pt idx="270823">
                  <c:v>k4473</c:v>
                </c:pt>
                <c:pt idx="270774">
                  <c:v>k4474</c:v>
                </c:pt>
                <c:pt idx="270725">
                  <c:v>k4475</c:v>
                </c:pt>
                <c:pt idx="270676">
                  <c:v>k4476</c:v>
                </c:pt>
                <c:pt idx="270627">
                  <c:v>k4477</c:v>
                </c:pt>
                <c:pt idx="270578">
                  <c:v>k4478</c:v>
                </c:pt>
                <c:pt idx="270529">
                  <c:v>k4479</c:v>
                </c:pt>
                <c:pt idx="270480">
                  <c:v>k4480</c:v>
                </c:pt>
                <c:pt idx="270431">
                  <c:v>k4481</c:v>
                </c:pt>
                <c:pt idx="270382">
                  <c:v>k4482</c:v>
                </c:pt>
                <c:pt idx="270333">
                  <c:v>k4483</c:v>
                </c:pt>
                <c:pt idx="270284">
                  <c:v>k4484</c:v>
                </c:pt>
                <c:pt idx="270235">
                  <c:v>k4485</c:v>
                </c:pt>
                <c:pt idx="270186">
                  <c:v>k4486</c:v>
                </c:pt>
                <c:pt idx="270137">
                  <c:v>k4487</c:v>
                </c:pt>
                <c:pt idx="270088">
                  <c:v>k4488</c:v>
                </c:pt>
                <c:pt idx="270039">
                  <c:v>k4489</c:v>
                </c:pt>
                <c:pt idx="269990">
                  <c:v>k4490</c:v>
                </c:pt>
                <c:pt idx="269941">
                  <c:v>k4491</c:v>
                </c:pt>
                <c:pt idx="269892">
                  <c:v>k4492</c:v>
                </c:pt>
                <c:pt idx="269843">
                  <c:v>k4493</c:v>
                </c:pt>
                <c:pt idx="269794">
                  <c:v>k4494</c:v>
                </c:pt>
                <c:pt idx="269745">
                  <c:v>k4495</c:v>
                </c:pt>
                <c:pt idx="269696">
                  <c:v>k4496</c:v>
                </c:pt>
                <c:pt idx="269647">
                  <c:v>k4497</c:v>
                </c:pt>
                <c:pt idx="269598">
                  <c:v>k4498</c:v>
                </c:pt>
                <c:pt idx="269549">
                  <c:v>k4499</c:v>
                </c:pt>
                <c:pt idx="269500">
                  <c:v>k4500</c:v>
                </c:pt>
                <c:pt idx="269451">
                  <c:v>k4501</c:v>
                </c:pt>
                <c:pt idx="269402">
                  <c:v>k4502</c:v>
                </c:pt>
                <c:pt idx="269353">
                  <c:v>k4503</c:v>
                </c:pt>
                <c:pt idx="269304">
                  <c:v>k4504</c:v>
                </c:pt>
                <c:pt idx="269255">
                  <c:v>k4505</c:v>
                </c:pt>
                <c:pt idx="269206">
                  <c:v>k4506</c:v>
                </c:pt>
                <c:pt idx="269157">
                  <c:v>k4507</c:v>
                </c:pt>
                <c:pt idx="269108">
                  <c:v>k4508</c:v>
                </c:pt>
                <c:pt idx="269059">
                  <c:v>k4509</c:v>
                </c:pt>
                <c:pt idx="269010">
                  <c:v>k4510</c:v>
                </c:pt>
                <c:pt idx="268961">
                  <c:v>k4511</c:v>
                </c:pt>
                <c:pt idx="268912">
                  <c:v>k4512</c:v>
                </c:pt>
                <c:pt idx="268863">
                  <c:v>k4513</c:v>
                </c:pt>
                <c:pt idx="268814">
                  <c:v>k4514</c:v>
                </c:pt>
                <c:pt idx="268765">
                  <c:v>k4515</c:v>
                </c:pt>
                <c:pt idx="268716">
                  <c:v>k4516</c:v>
                </c:pt>
                <c:pt idx="268667">
                  <c:v>k4517</c:v>
                </c:pt>
                <c:pt idx="268618">
                  <c:v>k4518</c:v>
                </c:pt>
                <c:pt idx="268569">
                  <c:v>k4519</c:v>
                </c:pt>
                <c:pt idx="268520">
                  <c:v>k4520</c:v>
                </c:pt>
                <c:pt idx="268471">
                  <c:v>k4521</c:v>
                </c:pt>
                <c:pt idx="268422">
                  <c:v>k4522</c:v>
                </c:pt>
                <c:pt idx="268373">
                  <c:v>k4523</c:v>
                </c:pt>
                <c:pt idx="268324">
                  <c:v>k4524</c:v>
                </c:pt>
                <c:pt idx="268275">
                  <c:v>k4525</c:v>
                </c:pt>
                <c:pt idx="268226">
                  <c:v>k4526</c:v>
                </c:pt>
                <c:pt idx="268177">
                  <c:v>k4527</c:v>
                </c:pt>
                <c:pt idx="268128">
                  <c:v>k4528</c:v>
                </c:pt>
                <c:pt idx="268079">
                  <c:v>k4529</c:v>
                </c:pt>
                <c:pt idx="268030">
                  <c:v>k4530</c:v>
                </c:pt>
                <c:pt idx="267981">
                  <c:v>k4531</c:v>
                </c:pt>
                <c:pt idx="267932">
                  <c:v>k4532</c:v>
                </c:pt>
                <c:pt idx="267883">
                  <c:v>k4533</c:v>
                </c:pt>
                <c:pt idx="267834">
                  <c:v>k4534</c:v>
                </c:pt>
                <c:pt idx="267785">
                  <c:v>k4535</c:v>
                </c:pt>
                <c:pt idx="267736">
                  <c:v>k4536</c:v>
                </c:pt>
                <c:pt idx="267687">
                  <c:v>k4537</c:v>
                </c:pt>
                <c:pt idx="267638">
                  <c:v>k4538</c:v>
                </c:pt>
                <c:pt idx="267589">
                  <c:v>k4539</c:v>
                </c:pt>
                <c:pt idx="267540">
                  <c:v>k4540</c:v>
                </c:pt>
                <c:pt idx="267491">
                  <c:v>k4541</c:v>
                </c:pt>
                <c:pt idx="267442">
                  <c:v>k4542</c:v>
                </c:pt>
                <c:pt idx="267393">
                  <c:v>k4543</c:v>
                </c:pt>
                <c:pt idx="267344">
                  <c:v>k4544</c:v>
                </c:pt>
                <c:pt idx="267295">
                  <c:v>k4545</c:v>
                </c:pt>
                <c:pt idx="267246">
                  <c:v>k4546</c:v>
                </c:pt>
                <c:pt idx="267197">
                  <c:v>k4547</c:v>
                </c:pt>
                <c:pt idx="267148">
                  <c:v>k4548</c:v>
                </c:pt>
                <c:pt idx="267099">
                  <c:v>k4549</c:v>
                </c:pt>
                <c:pt idx="267050">
                  <c:v>k4550</c:v>
                </c:pt>
                <c:pt idx="267001">
                  <c:v>k4551</c:v>
                </c:pt>
                <c:pt idx="266952">
                  <c:v>k4552</c:v>
                </c:pt>
                <c:pt idx="266903">
                  <c:v>k4553</c:v>
                </c:pt>
                <c:pt idx="266854">
                  <c:v>k4554</c:v>
                </c:pt>
                <c:pt idx="266805">
                  <c:v>k4555</c:v>
                </c:pt>
                <c:pt idx="266756">
                  <c:v>k4556</c:v>
                </c:pt>
                <c:pt idx="266707">
                  <c:v>k4557</c:v>
                </c:pt>
                <c:pt idx="266658">
                  <c:v>k4558</c:v>
                </c:pt>
                <c:pt idx="266609">
                  <c:v>k4559</c:v>
                </c:pt>
                <c:pt idx="266560">
                  <c:v>k4560</c:v>
                </c:pt>
                <c:pt idx="266511">
                  <c:v>k4561</c:v>
                </c:pt>
                <c:pt idx="266462">
                  <c:v>k4562</c:v>
                </c:pt>
                <c:pt idx="266413">
                  <c:v>k4563</c:v>
                </c:pt>
                <c:pt idx="266364">
                  <c:v>k4564</c:v>
                </c:pt>
                <c:pt idx="266315">
                  <c:v>k4565</c:v>
                </c:pt>
                <c:pt idx="266266">
                  <c:v>k4566</c:v>
                </c:pt>
                <c:pt idx="266217">
                  <c:v>k4567</c:v>
                </c:pt>
                <c:pt idx="266168">
                  <c:v>k4568</c:v>
                </c:pt>
                <c:pt idx="266119">
                  <c:v>k4569</c:v>
                </c:pt>
                <c:pt idx="266070">
                  <c:v>k4570</c:v>
                </c:pt>
                <c:pt idx="266021">
                  <c:v>k4571</c:v>
                </c:pt>
                <c:pt idx="265972">
                  <c:v>k4572</c:v>
                </c:pt>
                <c:pt idx="265923">
                  <c:v>k4573</c:v>
                </c:pt>
                <c:pt idx="265874">
                  <c:v>k4574</c:v>
                </c:pt>
                <c:pt idx="265825">
                  <c:v>k4575</c:v>
                </c:pt>
                <c:pt idx="265776">
                  <c:v>k4576</c:v>
                </c:pt>
                <c:pt idx="265727">
                  <c:v>k4577</c:v>
                </c:pt>
                <c:pt idx="265678">
                  <c:v>k4578</c:v>
                </c:pt>
                <c:pt idx="265629">
                  <c:v>k4579</c:v>
                </c:pt>
                <c:pt idx="265580">
                  <c:v>k4580</c:v>
                </c:pt>
                <c:pt idx="265531">
                  <c:v>k4581</c:v>
                </c:pt>
                <c:pt idx="265482">
                  <c:v>k4582</c:v>
                </c:pt>
                <c:pt idx="265433">
                  <c:v>k4583</c:v>
                </c:pt>
                <c:pt idx="265384">
                  <c:v>k4584</c:v>
                </c:pt>
                <c:pt idx="265335">
                  <c:v>k4585</c:v>
                </c:pt>
                <c:pt idx="265286">
                  <c:v>k4586</c:v>
                </c:pt>
                <c:pt idx="265237">
                  <c:v>k4587</c:v>
                </c:pt>
                <c:pt idx="265188">
                  <c:v>k4588</c:v>
                </c:pt>
                <c:pt idx="265139">
                  <c:v>k4589</c:v>
                </c:pt>
                <c:pt idx="265090">
                  <c:v>k4590</c:v>
                </c:pt>
                <c:pt idx="265041">
                  <c:v>k4591</c:v>
                </c:pt>
                <c:pt idx="264992">
                  <c:v>k4592</c:v>
                </c:pt>
                <c:pt idx="264943">
                  <c:v>k4593</c:v>
                </c:pt>
                <c:pt idx="264894">
                  <c:v>k4594</c:v>
                </c:pt>
                <c:pt idx="264845">
                  <c:v>k4595</c:v>
                </c:pt>
                <c:pt idx="264796">
                  <c:v>k4596</c:v>
                </c:pt>
                <c:pt idx="264747">
                  <c:v>k4597</c:v>
                </c:pt>
                <c:pt idx="264698">
                  <c:v>k4598</c:v>
                </c:pt>
                <c:pt idx="264649">
                  <c:v>k4599</c:v>
                </c:pt>
                <c:pt idx="264600">
                  <c:v>k4600</c:v>
                </c:pt>
                <c:pt idx="264551">
                  <c:v>k4601</c:v>
                </c:pt>
                <c:pt idx="264502">
                  <c:v>k4602</c:v>
                </c:pt>
                <c:pt idx="264453">
                  <c:v>k4603</c:v>
                </c:pt>
                <c:pt idx="264404">
                  <c:v>k4604</c:v>
                </c:pt>
                <c:pt idx="264355">
                  <c:v>k4605</c:v>
                </c:pt>
                <c:pt idx="264306">
                  <c:v>k4606</c:v>
                </c:pt>
                <c:pt idx="264257">
                  <c:v>k4607</c:v>
                </c:pt>
                <c:pt idx="264208">
                  <c:v>k4608</c:v>
                </c:pt>
                <c:pt idx="264159">
                  <c:v>k4609</c:v>
                </c:pt>
                <c:pt idx="264110">
                  <c:v>k4610</c:v>
                </c:pt>
                <c:pt idx="264061">
                  <c:v>k4611</c:v>
                </c:pt>
                <c:pt idx="264012">
                  <c:v>k4612</c:v>
                </c:pt>
                <c:pt idx="263963">
                  <c:v>k4613</c:v>
                </c:pt>
                <c:pt idx="263914">
                  <c:v>k4614</c:v>
                </c:pt>
                <c:pt idx="263865">
                  <c:v>k4615</c:v>
                </c:pt>
                <c:pt idx="263816">
                  <c:v>k4616</c:v>
                </c:pt>
                <c:pt idx="263767">
                  <c:v>k4617</c:v>
                </c:pt>
                <c:pt idx="263718">
                  <c:v>k4618</c:v>
                </c:pt>
                <c:pt idx="263669">
                  <c:v>k4619</c:v>
                </c:pt>
                <c:pt idx="263620">
                  <c:v>k4620</c:v>
                </c:pt>
                <c:pt idx="263571">
                  <c:v>k4621</c:v>
                </c:pt>
                <c:pt idx="263522">
                  <c:v>k4622</c:v>
                </c:pt>
                <c:pt idx="263473">
                  <c:v>k4623</c:v>
                </c:pt>
                <c:pt idx="263424">
                  <c:v>k4624</c:v>
                </c:pt>
                <c:pt idx="263375">
                  <c:v>k4625</c:v>
                </c:pt>
                <c:pt idx="263326">
                  <c:v>k4626</c:v>
                </c:pt>
                <c:pt idx="263277">
                  <c:v>k4627</c:v>
                </c:pt>
                <c:pt idx="263228">
                  <c:v>k4628</c:v>
                </c:pt>
                <c:pt idx="263179">
                  <c:v>k4629</c:v>
                </c:pt>
                <c:pt idx="263130">
                  <c:v>k4630</c:v>
                </c:pt>
                <c:pt idx="263081">
                  <c:v>k4631</c:v>
                </c:pt>
                <c:pt idx="263032">
                  <c:v>k4632</c:v>
                </c:pt>
                <c:pt idx="262983">
                  <c:v>k4633</c:v>
                </c:pt>
                <c:pt idx="262934">
                  <c:v>k4634</c:v>
                </c:pt>
                <c:pt idx="262885">
                  <c:v>k4635</c:v>
                </c:pt>
                <c:pt idx="262836">
                  <c:v>k4636</c:v>
                </c:pt>
                <c:pt idx="262787">
                  <c:v>k4637</c:v>
                </c:pt>
                <c:pt idx="262738">
                  <c:v>k4638</c:v>
                </c:pt>
                <c:pt idx="262689">
                  <c:v>k4639</c:v>
                </c:pt>
                <c:pt idx="262640">
                  <c:v>k4640</c:v>
                </c:pt>
                <c:pt idx="262591">
                  <c:v>k4641</c:v>
                </c:pt>
                <c:pt idx="262542">
                  <c:v>k4642</c:v>
                </c:pt>
                <c:pt idx="262493">
                  <c:v>k4643</c:v>
                </c:pt>
                <c:pt idx="262444">
                  <c:v>k4644</c:v>
                </c:pt>
                <c:pt idx="262395">
                  <c:v>k4645</c:v>
                </c:pt>
                <c:pt idx="262346">
                  <c:v>k4646</c:v>
                </c:pt>
                <c:pt idx="262297">
                  <c:v>k4647</c:v>
                </c:pt>
                <c:pt idx="262248">
                  <c:v>k4648</c:v>
                </c:pt>
                <c:pt idx="262199">
                  <c:v>k4649</c:v>
                </c:pt>
                <c:pt idx="262150">
                  <c:v>k4650</c:v>
                </c:pt>
                <c:pt idx="262101">
                  <c:v>k4651</c:v>
                </c:pt>
                <c:pt idx="262052">
                  <c:v>k4652</c:v>
                </c:pt>
                <c:pt idx="262003">
                  <c:v>k4653</c:v>
                </c:pt>
                <c:pt idx="261954">
                  <c:v>k4654</c:v>
                </c:pt>
                <c:pt idx="261905">
                  <c:v>k4655</c:v>
                </c:pt>
                <c:pt idx="261856">
                  <c:v>k4656</c:v>
                </c:pt>
                <c:pt idx="261807">
                  <c:v>k4657</c:v>
                </c:pt>
                <c:pt idx="261758">
                  <c:v>k4658</c:v>
                </c:pt>
                <c:pt idx="261709">
                  <c:v>k4659</c:v>
                </c:pt>
                <c:pt idx="261660">
                  <c:v>k4660</c:v>
                </c:pt>
                <c:pt idx="261611">
                  <c:v>k4661</c:v>
                </c:pt>
                <c:pt idx="261562">
                  <c:v>k4662</c:v>
                </c:pt>
                <c:pt idx="261513">
                  <c:v>k4663</c:v>
                </c:pt>
                <c:pt idx="261464">
                  <c:v>k4664</c:v>
                </c:pt>
                <c:pt idx="261415">
                  <c:v>k4665</c:v>
                </c:pt>
                <c:pt idx="261366">
                  <c:v>k4666</c:v>
                </c:pt>
                <c:pt idx="261317">
                  <c:v>k4667</c:v>
                </c:pt>
                <c:pt idx="261268">
                  <c:v>k4668</c:v>
                </c:pt>
                <c:pt idx="261219">
                  <c:v>k4669</c:v>
                </c:pt>
                <c:pt idx="261170">
                  <c:v>k4670</c:v>
                </c:pt>
                <c:pt idx="261121">
                  <c:v>k4671</c:v>
                </c:pt>
                <c:pt idx="261072">
                  <c:v>k4672</c:v>
                </c:pt>
                <c:pt idx="261023">
                  <c:v>k4673</c:v>
                </c:pt>
                <c:pt idx="260974">
                  <c:v>k4674</c:v>
                </c:pt>
                <c:pt idx="260925">
                  <c:v>k4675</c:v>
                </c:pt>
                <c:pt idx="260876">
                  <c:v>k4676</c:v>
                </c:pt>
                <c:pt idx="260827">
                  <c:v>k4677</c:v>
                </c:pt>
                <c:pt idx="260778">
                  <c:v>k4678</c:v>
                </c:pt>
                <c:pt idx="260729">
                  <c:v>k4679</c:v>
                </c:pt>
                <c:pt idx="260680">
                  <c:v>k4680</c:v>
                </c:pt>
                <c:pt idx="260631">
                  <c:v>k4681</c:v>
                </c:pt>
                <c:pt idx="260582">
                  <c:v>k4682</c:v>
                </c:pt>
                <c:pt idx="260533">
                  <c:v>k4683</c:v>
                </c:pt>
                <c:pt idx="260484">
                  <c:v>k4684</c:v>
                </c:pt>
                <c:pt idx="260435">
                  <c:v>k4685</c:v>
                </c:pt>
                <c:pt idx="260386">
                  <c:v>k4686</c:v>
                </c:pt>
                <c:pt idx="260337">
                  <c:v>k4687</c:v>
                </c:pt>
                <c:pt idx="260288">
                  <c:v>k4688</c:v>
                </c:pt>
                <c:pt idx="260239">
                  <c:v>k4689</c:v>
                </c:pt>
                <c:pt idx="260190">
                  <c:v>k4690</c:v>
                </c:pt>
                <c:pt idx="260141">
                  <c:v>k4691</c:v>
                </c:pt>
                <c:pt idx="260092">
                  <c:v>k4692</c:v>
                </c:pt>
                <c:pt idx="260043">
                  <c:v>k4693</c:v>
                </c:pt>
                <c:pt idx="259994">
                  <c:v>k4694</c:v>
                </c:pt>
                <c:pt idx="259945">
                  <c:v>k4695</c:v>
                </c:pt>
                <c:pt idx="259896">
                  <c:v>k4696</c:v>
                </c:pt>
                <c:pt idx="259847">
                  <c:v>k4697</c:v>
                </c:pt>
                <c:pt idx="259798">
                  <c:v>k4698</c:v>
                </c:pt>
                <c:pt idx="259749">
                  <c:v>k4699</c:v>
                </c:pt>
                <c:pt idx="259700">
                  <c:v>k4700</c:v>
                </c:pt>
                <c:pt idx="259651">
                  <c:v>k4701</c:v>
                </c:pt>
                <c:pt idx="259602">
                  <c:v>k4702</c:v>
                </c:pt>
                <c:pt idx="259553">
                  <c:v>k4703</c:v>
                </c:pt>
                <c:pt idx="259504">
                  <c:v>k4704</c:v>
                </c:pt>
                <c:pt idx="259455">
                  <c:v>k4705</c:v>
                </c:pt>
                <c:pt idx="259406">
                  <c:v>k4706</c:v>
                </c:pt>
                <c:pt idx="259357">
                  <c:v>k4707</c:v>
                </c:pt>
                <c:pt idx="259308">
                  <c:v>k4708</c:v>
                </c:pt>
                <c:pt idx="259259">
                  <c:v>k4709</c:v>
                </c:pt>
                <c:pt idx="259210">
                  <c:v>k4710</c:v>
                </c:pt>
                <c:pt idx="259161">
                  <c:v>k4711</c:v>
                </c:pt>
                <c:pt idx="259112">
                  <c:v>k4712</c:v>
                </c:pt>
                <c:pt idx="259063">
                  <c:v>k4713</c:v>
                </c:pt>
                <c:pt idx="259014">
                  <c:v>k4714</c:v>
                </c:pt>
                <c:pt idx="258965">
                  <c:v>k4715</c:v>
                </c:pt>
                <c:pt idx="258916">
                  <c:v>k4716</c:v>
                </c:pt>
                <c:pt idx="258867">
                  <c:v>k4717</c:v>
                </c:pt>
                <c:pt idx="258818">
                  <c:v>k4718</c:v>
                </c:pt>
                <c:pt idx="258769">
                  <c:v>k4719</c:v>
                </c:pt>
                <c:pt idx="258720">
                  <c:v>k4720</c:v>
                </c:pt>
                <c:pt idx="258671">
                  <c:v>k4721</c:v>
                </c:pt>
                <c:pt idx="258622">
                  <c:v>k4722</c:v>
                </c:pt>
                <c:pt idx="258573">
                  <c:v>k4723</c:v>
                </c:pt>
                <c:pt idx="258524">
                  <c:v>k4724</c:v>
                </c:pt>
                <c:pt idx="258475">
                  <c:v>k4725</c:v>
                </c:pt>
                <c:pt idx="258426">
                  <c:v>k4726</c:v>
                </c:pt>
                <c:pt idx="258377">
                  <c:v>k4727</c:v>
                </c:pt>
                <c:pt idx="258328">
                  <c:v>k4728</c:v>
                </c:pt>
                <c:pt idx="258279">
                  <c:v>k4729</c:v>
                </c:pt>
                <c:pt idx="258230">
                  <c:v>k4730</c:v>
                </c:pt>
                <c:pt idx="258181">
                  <c:v>k4731</c:v>
                </c:pt>
                <c:pt idx="258132">
                  <c:v>k4732</c:v>
                </c:pt>
                <c:pt idx="258083">
                  <c:v>k4733</c:v>
                </c:pt>
                <c:pt idx="258034">
                  <c:v>k4734</c:v>
                </c:pt>
                <c:pt idx="257985">
                  <c:v>k4735</c:v>
                </c:pt>
                <c:pt idx="257936">
                  <c:v>k4736</c:v>
                </c:pt>
                <c:pt idx="257887">
                  <c:v>k4737</c:v>
                </c:pt>
                <c:pt idx="257838">
                  <c:v>k4738</c:v>
                </c:pt>
                <c:pt idx="257789">
                  <c:v>k4739</c:v>
                </c:pt>
                <c:pt idx="257740">
                  <c:v>k4740</c:v>
                </c:pt>
                <c:pt idx="257691">
                  <c:v>k4741</c:v>
                </c:pt>
                <c:pt idx="257642">
                  <c:v>k4742</c:v>
                </c:pt>
                <c:pt idx="257593">
                  <c:v>k4743</c:v>
                </c:pt>
                <c:pt idx="257544">
                  <c:v>k4744</c:v>
                </c:pt>
                <c:pt idx="257495">
                  <c:v>k4745</c:v>
                </c:pt>
                <c:pt idx="257446">
                  <c:v>k4746</c:v>
                </c:pt>
                <c:pt idx="257397">
                  <c:v>k4747</c:v>
                </c:pt>
                <c:pt idx="257348">
                  <c:v>k4748</c:v>
                </c:pt>
                <c:pt idx="257299">
                  <c:v>k4749</c:v>
                </c:pt>
                <c:pt idx="257250">
                  <c:v>k4750</c:v>
                </c:pt>
                <c:pt idx="257201">
                  <c:v>k4751</c:v>
                </c:pt>
                <c:pt idx="257152">
                  <c:v>k4752</c:v>
                </c:pt>
                <c:pt idx="257103">
                  <c:v>k4753</c:v>
                </c:pt>
                <c:pt idx="257054">
                  <c:v>k4754</c:v>
                </c:pt>
                <c:pt idx="257005">
                  <c:v>k4755</c:v>
                </c:pt>
                <c:pt idx="256956">
                  <c:v>k4756</c:v>
                </c:pt>
                <c:pt idx="256907">
                  <c:v>k4757</c:v>
                </c:pt>
                <c:pt idx="256858">
                  <c:v>k4758</c:v>
                </c:pt>
                <c:pt idx="256809">
                  <c:v>k4759</c:v>
                </c:pt>
                <c:pt idx="256760">
                  <c:v>k4760</c:v>
                </c:pt>
                <c:pt idx="256711">
                  <c:v>k4761</c:v>
                </c:pt>
                <c:pt idx="256662">
                  <c:v>k4762</c:v>
                </c:pt>
                <c:pt idx="256613">
                  <c:v>k4763</c:v>
                </c:pt>
                <c:pt idx="256564">
                  <c:v>k4764</c:v>
                </c:pt>
                <c:pt idx="256515">
                  <c:v>k4765</c:v>
                </c:pt>
                <c:pt idx="256466">
                  <c:v>k4766</c:v>
                </c:pt>
                <c:pt idx="256417">
                  <c:v>k4767</c:v>
                </c:pt>
                <c:pt idx="256368">
                  <c:v>k4768</c:v>
                </c:pt>
                <c:pt idx="256319">
                  <c:v>k4769</c:v>
                </c:pt>
                <c:pt idx="256270">
                  <c:v>k4770</c:v>
                </c:pt>
                <c:pt idx="256221">
                  <c:v>k4771</c:v>
                </c:pt>
                <c:pt idx="256172">
                  <c:v>k4772</c:v>
                </c:pt>
                <c:pt idx="256123">
                  <c:v>k4773</c:v>
                </c:pt>
                <c:pt idx="256074">
                  <c:v>k4774</c:v>
                </c:pt>
                <c:pt idx="256025">
                  <c:v>k4775</c:v>
                </c:pt>
                <c:pt idx="255976">
                  <c:v>k4776</c:v>
                </c:pt>
                <c:pt idx="255927">
                  <c:v>k4777</c:v>
                </c:pt>
                <c:pt idx="255878">
                  <c:v>k4778</c:v>
                </c:pt>
                <c:pt idx="255829">
                  <c:v>k4779</c:v>
                </c:pt>
                <c:pt idx="255780">
                  <c:v>k4780</c:v>
                </c:pt>
                <c:pt idx="255731">
                  <c:v>k4781</c:v>
                </c:pt>
                <c:pt idx="255682">
                  <c:v>k4782</c:v>
                </c:pt>
                <c:pt idx="255633">
                  <c:v>k4783</c:v>
                </c:pt>
                <c:pt idx="255584">
                  <c:v>k4784</c:v>
                </c:pt>
                <c:pt idx="255535">
                  <c:v>k4785</c:v>
                </c:pt>
                <c:pt idx="255486">
                  <c:v>k4786</c:v>
                </c:pt>
                <c:pt idx="255437">
                  <c:v>k4787</c:v>
                </c:pt>
                <c:pt idx="255388">
                  <c:v>k4788</c:v>
                </c:pt>
                <c:pt idx="255339">
                  <c:v>k4789</c:v>
                </c:pt>
                <c:pt idx="255290">
                  <c:v>k4790</c:v>
                </c:pt>
                <c:pt idx="255241">
                  <c:v>k4791</c:v>
                </c:pt>
                <c:pt idx="255192">
                  <c:v>k4792</c:v>
                </c:pt>
                <c:pt idx="255143">
                  <c:v>k4793</c:v>
                </c:pt>
                <c:pt idx="255094">
                  <c:v>k4794</c:v>
                </c:pt>
                <c:pt idx="255045">
                  <c:v>k4795</c:v>
                </c:pt>
                <c:pt idx="254996">
                  <c:v>k4796</c:v>
                </c:pt>
                <c:pt idx="254947">
                  <c:v>k4797</c:v>
                </c:pt>
                <c:pt idx="254898">
                  <c:v>k4798</c:v>
                </c:pt>
                <c:pt idx="254849">
                  <c:v>k4799</c:v>
                </c:pt>
                <c:pt idx="254800">
                  <c:v>k4800</c:v>
                </c:pt>
                <c:pt idx="254751">
                  <c:v>k4801</c:v>
                </c:pt>
                <c:pt idx="254702">
                  <c:v>k4802</c:v>
                </c:pt>
                <c:pt idx="254653">
                  <c:v>k4803</c:v>
                </c:pt>
                <c:pt idx="254604">
                  <c:v>k4804</c:v>
                </c:pt>
                <c:pt idx="254555">
                  <c:v>k4805</c:v>
                </c:pt>
                <c:pt idx="254506">
                  <c:v>k4806</c:v>
                </c:pt>
                <c:pt idx="254457">
                  <c:v>k4807</c:v>
                </c:pt>
                <c:pt idx="254408">
                  <c:v>k4808</c:v>
                </c:pt>
                <c:pt idx="254359">
                  <c:v>k4809</c:v>
                </c:pt>
                <c:pt idx="254310">
                  <c:v>k4810</c:v>
                </c:pt>
                <c:pt idx="254261">
                  <c:v>k4811</c:v>
                </c:pt>
                <c:pt idx="254212">
                  <c:v>k4812</c:v>
                </c:pt>
                <c:pt idx="254163">
                  <c:v>k4813</c:v>
                </c:pt>
                <c:pt idx="254114">
                  <c:v>k4814</c:v>
                </c:pt>
                <c:pt idx="254065">
                  <c:v>k4815</c:v>
                </c:pt>
                <c:pt idx="254016">
                  <c:v>k4816</c:v>
                </c:pt>
                <c:pt idx="253967">
                  <c:v>k4817</c:v>
                </c:pt>
                <c:pt idx="253918">
                  <c:v>k4818</c:v>
                </c:pt>
                <c:pt idx="253869">
                  <c:v>k4819</c:v>
                </c:pt>
                <c:pt idx="253820">
                  <c:v>k4820</c:v>
                </c:pt>
                <c:pt idx="253771">
                  <c:v>k4821</c:v>
                </c:pt>
                <c:pt idx="253722">
                  <c:v>k4822</c:v>
                </c:pt>
                <c:pt idx="253673">
                  <c:v>k4823</c:v>
                </c:pt>
                <c:pt idx="253624">
                  <c:v>k4824</c:v>
                </c:pt>
                <c:pt idx="253575">
                  <c:v>k4825</c:v>
                </c:pt>
                <c:pt idx="253526">
                  <c:v>k4826</c:v>
                </c:pt>
                <c:pt idx="253477">
                  <c:v>k4827</c:v>
                </c:pt>
                <c:pt idx="253428">
                  <c:v>k4828</c:v>
                </c:pt>
                <c:pt idx="253379">
                  <c:v>k4829</c:v>
                </c:pt>
                <c:pt idx="253330">
                  <c:v>k4830</c:v>
                </c:pt>
                <c:pt idx="253281">
                  <c:v>k4831</c:v>
                </c:pt>
                <c:pt idx="253232">
                  <c:v>k4832</c:v>
                </c:pt>
                <c:pt idx="253183">
                  <c:v>k4833</c:v>
                </c:pt>
                <c:pt idx="253134">
                  <c:v>k4834</c:v>
                </c:pt>
                <c:pt idx="253085">
                  <c:v>k4835</c:v>
                </c:pt>
                <c:pt idx="253036">
                  <c:v>k4836</c:v>
                </c:pt>
                <c:pt idx="252987">
                  <c:v>k4837</c:v>
                </c:pt>
                <c:pt idx="252938">
                  <c:v>k4838</c:v>
                </c:pt>
                <c:pt idx="252889">
                  <c:v>k4839</c:v>
                </c:pt>
                <c:pt idx="252840">
                  <c:v>k4840</c:v>
                </c:pt>
                <c:pt idx="252791">
                  <c:v>k4841</c:v>
                </c:pt>
                <c:pt idx="252742">
                  <c:v>k4842</c:v>
                </c:pt>
                <c:pt idx="252693">
                  <c:v>k4843</c:v>
                </c:pt>
                <c:pt idx="252644">
                  <c:v>k4844</c:v>
                </c:pt>
                <c:pt idx="252595">
                  <c:v>k4845</c:v>
                </c:pt>
                <c:pt idx="252546">
                  <c:v>k4846</c:v>
                </c:pt>
                <c:pt idx="252497">
                  <c:v>k4847</c:v>
                </c:pt>
                <c:pt idx="252448">
                  <c:v>k4848</c:v>
                </c:pt>
                <c:pt idx="252399">
                  <c:v>k4849</c:v>
                </c:pt>
                <c:pt idx="252350">
                  <c:v>k4850</c:v>
                </c:pt>
                <c:pt idx="252301">
                  <c:v>k4851</c:v>
                </c:pt>
                <c:pt idx="252252">
                  <c:v>k4852</c:v>
                </c:pt>
                <c:pt idx="252203">
                  <c:v>k4853</c:v>
                </c:pt>
                <c:pt idx="252154">
                  <c:v>k4854</c:v>
                </c:pt>
                <c:pt idx="252105">
                  <c:v>k4855</c:v>
                </c:pt>
                <c:pt idx="252056">
                  <c:v>k4856</c:v>
                </c:pt>
                <c:pt idx="252007">
                  <c:v>k4857</c:v>
                </c:pt>
                <c:pt idx="251958">
                  <c:v>k4858</c:v>
                </c:pt>
                <c:pt idx="251909">
                  <c:v>k4859</c:v>
                </c:pt>
                <c:pt idx="251860">
                  <c:v>k4860</c:v>
                </c:pt>
                <c:pt idx="251811">
                  <c:v>k4861</c:v>
                </c:pt>
                <c:pt idx="251762">
                  <c:v>k4862</c:v>
                </c:pt>
                <c:pt idx="251713">
                  <c:v>k4863</c:v>
                </c:pt>
                <c:pt idx="251664">
                  <c:v>k4864</c:v>
                </c:pt>
                <c:pt idx="251615">
                  <c:v>k4865</c:v>
                </c:pt>
                <c:pt idx="251566">
                  <c:v>k4866</c:v>
                </c:pt>
                <c:pt idx="251517">
                  <c:v>k4867</c:v>
                </c:pt>
                <c:pt idx="251468">
                  <c:v>k4868</c:v>
                </c:pt>
                <c:pt idx="251419">
                  <c:v>k4869</c:v>
                </c:pt>
                <c:pt idx="251370">
                  <c:v>k4870</c:v>
                </c:pt>
                <c:pt idx="251321">
                  <c:v>k4871</c:v>
                </c:pt>
                <c:pt idx="251272">
                  <c:v>k4872</c:v>
                </c:pt>
                <c:pt idx="251223">
                  <c:v>k4873</c:v>
                </c:pt>
                <c:pt idx="251174">
                  <c:v>k4874</c:v>
                </c:pt>
                <c:pt idx="251125">
                  <c:v>k4875</c:v>
                </c:pt>
                <c:pt idx="251076">
                  <c:v>k4876</c:v>
                </c:pt>
                <c:pt idx="251027">
                  <c:v>k4877</c:v>
                </c:pt>
                <c:pt idx="250978">
                  <c:v>k4878</c:v>
                </c:pt>
                <c:pt idx="250929">
                  <c:v>k4879</c:v>
                </c:pt>
                <c:pt idx="250880">
                  <c:v>k4880</c:v>
                </c:pt>
                <c:pt idx="250831">
                  <c:v>k4881</c:v>
                </c:pt>
                <c:pt idx="250782">
                  <c:v>k4882</c:v>
                </c:pt>
                <c:pt idx="250733">
                  <c:v>k4883</c:v>
                </c:pt>
                <c:pt idx="250684">
                  <c:v>k4884</c:v>
                </c:pt>
                <c:pt idx="250635">
                  <c:v>k4885</c:v>
                </c:pt>
                <c:pt idx="250586">
                  <c:v>k4886</c:v>
                </c:pt>
                <c:pt idx="250537">
                  <c:v>k4887</c:v>
                </c:pt>
                <c:pt idx="250488">
                  <c:v>k4888</c:v>
                </c:pt>
                <c:pt idx="250439">
                  <c:v>k4889</c:v>
                </c:pt>
                <c:pt idx="250390">
                  <c:v>k4890</c:v>
                </c:pt>
                <c:pt idx="250341">
                  <c:v>k4891</c:v>
                </c:pt>
                <c:pt idx="250292">
                  <c:v>k4892</c:v>
                </c:pt>
                <c:pt idx="250243">
                  <c:v>k4893</c:v>
                </c:pt>
                <c:pt idx="250194">
                  <c:v>k4894</c:v>
                </c:pt>
                <c:pt idx="250145">
                  <c:v>k4895</c:v>
                </c:pt>
                <c:pt idx="250096">
                  <c:v>k4896</c:v>
                </c:pt>
                <c:pt idx="250047">
                  <c:v>k4897</c:v>
                </c:pt>
                <c:pt idx="249998">
                  <c:v>k4898</c:v>
                </c:pt>
                <c:pt idx="249949">
                  <c:v>k4899</c:v>
                </c:pt>
                <c:pt idx="249900">
                  <c:v>k4900</c:v>
                </c:pt>
                <c:pt idx="249851">
                  <c:v>k4901</c:v>
                </c:pt>
                <c:pt idx="249802">
                  <c:v>k4902</c:v>
                </c:pt>
                <c:pt idx="249753">
                  <c:v>k4903</c:v>
                </c:pt>
                <c:pt idx="249704">
                  <c:v>k4904</c:v>
                </c:pt>
                <c:pt idx="249655">
                  <c:v>k4905</c:v>
                </c:pt>
                <c:pt idx="249606">
                  <c:v>k4906</c:v>
                </c:pt>
                <c:pt idx="249557">
                  <c:v>k4907</c:v>
                </c:pt>
                <c:pt idx="249508">
                  <c:v>k4908</c:v>
                </c:pt>
                <c:pt idx="249459">
                  <c:v>k4909</c:v>
                </c:pt>
                <c:pt idx="249410">
                  <c:v>k4910</c:v>
                </c:pt>
                <c:pt idx="249361">
                  <c:v>k4911</c:v>
                </c:pt>
                <c:pt idx="249312">
                  <c:v>k4912</c:v>
                </c:pt>
                <c:pt idx="249263">
                  <c:v>k4913</c:v>
                </c:pt>
                <c:pt idx="249214">
                  <c:v>k4914</c:v>
                </c:pt>
                <c:pt idx="249165">
                  <c:v>k4915</c:v>
                </c:pt>
                <c:pt idx="249116">
                  <c:v>k4916</c:v>
                </c:pt>
                <c:pt idx="249067">
                  <c:v>k4917</c:v>
                </c:pt>
                <c:pt idx="249018">
                  <c:v>k4918</c:v>
                </c:pt>
                <c:pt idx="248969">
                  <c:v>k4919</c:v>
                </c:pt>
                <c:pt idx="248920">
                  <c:v>k4920</c:v>
                </c:pt>
                <c:pt idx="248871">
                  <c:v>k4921</c:v>
                </c:pt>
                <c:pt idx="248822">
                  <c:v>k4922</c:v>
                </c:pt>
                <c:pt idx="248773">
                  <c:v>k4923</c:v>
                </c:pt>
                <c:pt idx="248724">
                  <c:v>k4924</c:v>
                </c:pt>
                <c:pt idx="248675">
                  <c:v>k4925</c:v>
                </c:pt>
                <c:pt idx="248626">
                  <c:v>k4926</c:v>
                </c:pt>
                <c:pt idx="248577">
                  <c:v>k4927</c:v>
                </c:pt>
                <c:pt idx="248528">
                  <c:v>k4928</c:v>
                </c:pt>
                <c:pt idx="248479">
                  <c:v>k4929</c:v>
                </c:pt>
                <c:pt idx="248430">
                  <c:v>k4930</c:v>
                </c:pt>
                <c:pt idx="248381">
                  <c:v>k4931</c:v>
                </c:pt>
                <c:pt idx="248332">
                  <c:v>k4932</c:v>
                </c:pt>
                <c:pt idx="248283">
                  <c:v>k4933</c:v>
                </c:pt>
                <c:pt idx="248234">
                  <c:v>k4934</c:v>
                </c:pt>
                <c:pt idx="248185">
                  <c:v>k4935</c:v>
                </c:pt>
                <c:pt idx="248136">
                  <c:v>k4936</c:v>
                </c:pt>
                <c:pt idx="248087">
                  <c:v>k4937</c:v>
                </c:pt>
                <c:pt idx="248038">
                  <c:v>k4938</c:v>
                </c:pt>
                <c:pt idx="247989">
                  <c:v>k4939</c:v>
                </c:pt>
                <c:pt idx="247940">
                  <c:v>k4940</c:v>
                </c:pt>
                <c:pt idx="247891">
                  <c:v>k4941</c:v>
                </c:pt>
                <c:pt idx="247842">
                  <c:v>k4942</c:v>
                </c:pt>
                <c:pt idx="247793">
                  <c:v>k4943</c:v>
                </c:pt>
                <c:pt idx="247744">
                  <c:v>k4944</c:v>
                </c:pt>
                <c:pt idx="247695">
                  <c:v>k4945</c:v>
                </c:pt>
                <c:pt idx="247646">
                  <c:v>k4946</c:v>
                </c:pt>
                <c:pt idx="247597">
                  <c:v>k4947</c:v>
                </c:pt>
                <c:pt idx="247548">
                  <c:v>k4948</c:v>
                </c:pt>
                <c:pt idx="247499">
                  <c:v>k4949</c:v>
                </c:pt>
                <c:pt idx="247450">
                  <c:v>k4950</c:v>
                </c:pt>
                <c:pt idx="247401">
                  <c:v>k4951</c:v>
                </c:pt>
                <c:pt idx="247352">
                  <c:v>k4952</c:v>
                </c:pt>
                <c:pt idx="247303">
                  <c:v>k4953</c:v>
                </c:pt>
                <c:pt idx="247254">
                  <c:v>k4954</c:v>
                </c:pt>
                <c:pt idx="247205">
                  <c:v>k4955</c:v>
                </c:pt>
                <c:pt idx="247156">
                  <c:v>k4956</c:v>
                </c:pt>
                <c:pt idx="247107">
                  <c:v>k4957</c:v>
                </c:pt>
                <c:pt idx="247058">
                  <c:v>k4958</c:v>
                </c:pt>
                <c:pt idx="247009">
                  <c:v>k4959</c:v>
                </c:pt>
                <c:pt idx="246960">
                  <c:v>k4960</c:v>
                </c:pt>
                <c:pt idx="246911">
                  <c:v>k4961</c:v>
                </c:pt>
                <c:pt idx="246862">
                  <c:v>k4962</c:v>
                </c:pt>
                <c:pt idx="246813">
                  <c:v>k4963</c:v>
                </c:pt>
                <c:pt idx="246764">
                  <c:v>k4964</c:v>
                </c:pt>
                <c:pt idx="246715">
                  <c:v>k4965</c:v>
                </c:pt>
                <c:pt idx="246666">
                  <c:v>k4966</c:v>
                </c:pt>
                <c:pt idx="246617">
                  <c:v>k4967</c:v>
                </c:pt>
                <c:pt idx="246568">
                  <c:v>k4968</c:v>
                </c:pt>
                <c:pt idx="246519">
                  <c:v>k4969</c:v>
                </c:pt>
                <c:pt idx="246470">
                  <c:v>k4970</c:v>
                </c:pt>
                <c:pt idx="246421">
                  <c:v>k4971</c:v>
                </c:pt>
                <c:pt idx="246372">
                  <c:v>k4972</c:v>
                </c:pt>
                <c:pt idx="246323">
                  <c:v>k4973</c:v>
                </c:pt>
                <c:pt idx="246274">
                  <c:v>k4974</c:v>
                </c:pt>
                <c:pt idx="246225">
                  <c:v>k4975</c:v>
                </c:pt>
                <c:pt idx="246176">
                  <c:v>k4976</c:v>
                </c:pt>
                <c:pt idx="246127">
                  <c:v>k4977</c:v>
                </c:pt>
                <c:pt idx="246078">
                  <c:v>k4978</c:v>
                </c:pt>
                <c:pt idx="246029">
                  <c:v>k4979</c:v>
                </c:pt>
                <c:pt idx="245980">
                  <c:v>k4980</c:v>
                </c:pt>
                <c:pt idx="245931">
                  <c:v>k4981</c:v>
                </c:pt>
                <c:pt idx="245882">
                  <c:v>k4982</c:v>
                </c:pt>
                <c:pt idx="245833">
                  <c:v>k4983</c:v>
                </c:pt>
                <c:pt idx="245784">
                  <c:v>k4984</c:v>
                </c:pt>
                <c:pt idx="245735">
                  <c:v>k4985</c:v>
                </c:pt>
                <c:pt idx="245686">
                  <c:v>k4986</c:v>
                </c:pt>
                <c:pt idx="245637">
                  <c:v>k4987</c:v>
                </c:pt>
                <c:pt idx="245588">
                  <c:v>k4988</c:v>
                </c:pt>
                <c:pt idx="245539">
                  <c:v>k4989</c:v>
                </c:pt>
                <c:pt idx="245490">
                  <c:v>k4990</c:v>
                </c:pt>
                <c:pt idx="245441">
                  <c:v>k4991</c:v>
                </c:pt>
                <c:pt idx="245392">
                  <c:v>k4992</c:v>
                </c:pt>
                <c:pt idx="245343">
                  <c:v>k4993</c:v>
                </c:pt>
                <c:pt idx="245294">
                  <c:v>k4994</c:v>
                </c:pt>
                <c:pt idx="245245">
                  <c:v>k4995</c:v>
                </c:pt>
                <c:pt idx="245196">
                  <c:v>k4996</c:v>
                </c:pt>
                <c:pt idx="245147">
                  <c:v>k4997</c:v>
                </c:pt>
                <c:pt idx="245098">
                  <c:v>k4998</c:v>
                </c:pt>
                <c:pt idx="245049">
                  <c:v>k4999</c:v>
                </c:pt>
                <c:pt idx="245000">
                  <c:v>k5000</c:v>
                </c:pt>
                <c:pt idx="244951">
                  <c:v>k5001</c:v>
                </c:pt>
                <c:pt idx="244902">
                  <c:v>k5002</c:v>
                </c:pt>
                <c:pt idx="244853">
                  <c:v>k5003</c:v>
                </c:pt>
                <c:pt idx="244804">
                  <c:v>k5004</c:v>
                </c:pt>
                <c:pt idx="244755">
                  <c:v>k5005</c:v>
                </c:pt>
                <c:pt idx="244706">
                  <c:v>k5006</c:v>
                </c:pt>
                <c:pt idx="244657">
                  <c:v>k5007</c:v>
                </c:pt>
                <c:pt idx="244608">
                  <c:v>k5008</c:v>
                </c:pt>
                <c:pt idx="244559">
                  <c:v>k5009</c:v>
                </c:pt>
                <c:pt idx="244510">
                  <c:v>k5010</c:v>
                </c:pt>
                <c:pt idx="244461">
                  <c:v>k5011</c:v>
                </c:pt>
                <c:pt idx="244412">
                  <c:v>k5012</c:v>
                </c:pt>
                <c:pt idx="244363">
                  <c:v>k5013</c:v>
                </c:pt>
                <c:pt idx="244314">
                  <c:v>k5014</c:v>
                </c:pt>
                <c:pt idx="244265">
                  <c:v>k5015</c:v>
                </c:pt>
                <c:pt idx="244216">
                  <c:v>k5016</c:v>
                </c:pt>
                <c:pt idx="244167">
                  <c:v>k5017</c:v>
                </c:pt>
                <c:pt idx="244118">
                  <c:v>k5018</c:v>
                </c:pt>
                <c:pt idx="244069">
                  <c:v>k5019</c:v>
                </c:pt>
                <c:pt idx="244020">
                  <c:v>k5020</c:v>
                </c:pt>
                <c:pt idx="243971">
                  <c:v>k5021</c:v>
                </c:pt>
                <c:pt idx="243922">
                  <c:v>k5022</c:v>
                </c:pt>
                <c:pt idx="243873">
                  <c:v>k5023</c:v>
                </c:pt>
                <c:pt idx="243824">
                  <c:v>k5024</c:v>
                </c:pt>
                <c:pt idx="243775">
                  <c:v>k5025</c:v>
                </c:pt>
                <c:pt idx="243726">
                  <c:v>k5026</c:v>
                </c:pt>
                <c:pt idx="243677">
                  <c:v>k5027</c:v>
                </c:pt>
                <c:pt idx="243628">
                  <c:v>k5028</c:v>
                </c:pt>
                <c:pt idx="243579">
                  <c:v>k5029</c:v>
                </c:pt>
                <c:pt idx="243530">
                  <c:v>k5030</c:v>
                </c:pt>
                <c:pt idx="243481">
                  <c:v>k5031</c:v>
                </c:pt>
                <c:pt idx="243432">
                  <c:v>k5032</c:v>
                </c:pt>
                <c:pt idx="243383">
                  <c:v>k5033</c:v>
                </c:pt>
                <c:pt idx="243334">
                  <c:v>k5034</c:v>
                </c:pt>
                <c:pt idx="243285">
                  <c:v>k5035</c:v>
                </c:pt>
                <c:pt idx="243236">
                  <c:v>k5036</c:v>
                </c:pt>
                <c:pt idx="243187">
                  <c:v>k5037</c:v>
                </c:pt>
                <c:pt idx="243138">
                  <c:v>k5038</c:v>
                </c:pt>
                <c:pt idx="243089">
                  <c:v>k5039</c:v>
                </c:pt>
                <c:pt idx="243040">
                  <c:v>k5040</c:v>
                </c:pt>
                <c:pt idx="242991">
                  <c:v>k5041</c:v>
                </c:pt>
                <c:pt idx="242942">
                  <c:v>k5042</c:v>
                </c:pt>
                <c:pt idx="242893">
                  <c:v>k5043</c:v>
                </c:pt>
                <c:pt idx="242844">
                  <c:v>k5044</c:v>
                </c:pt>
                <c:pt idx="242795">
                  <c:v>k5045</c:v>
                </c:pt>
                <c:pt idx="242746">
                  <c:v>k5046</c:v>
                </c:pt>
                <c:pt idx="242697">
                  <c:v>k5047</c:v>
                </c:pt>
                <c:pt idx="242648">
                  <c:v>k5048</c:v>
                </c:pt>
                <c:pt idx="242599">
                  <c:v>k5049</c:v>
                </c:pt>
                <c:pt idx="242550">
                  <c:v>k5050</c:v>
                </c:pt>
                <c:pt idx="242501">
                  <c:v>k5051</c:v>
                </c:pt>
                <c:pt idx="242452">
                  <c:v>k5052</c:v>
                </c:pt>
                <c:pt idx="242403">
                  <c:v>k5053</c:v>
                </c:pt>
                <c:pt idx="242354">
                  <c:v>k5054</c:v>
                </c:pt>
                <c:pt idx="242305">
                  <c:v>k5055</c:v>
                </c:pt>
                <c:pt idx="242256">
                  <c:v>k5056</c:v>
                </c:pt>
                <c:pt idx="242207">
                  <c:v>k5057</c:v>
                </c:pt>
                <c:pt idx="242158">
                  <c:v>k5058</c:v>
                </c:pt>
                <c:pt idx="242109">
                  <c:v>k5059</c:v>
                </c:pt>
                <c:pt idx="242060">
                  <c:v>k5060</c:v>
                </c:pt>
                <c:pt idx="242011">
                  <c:v>k5061</c:v>
                </c:pt>
                <c:pt idx="241962">
                  <c:v>k5062</c:v>
                </c:pt>
                <c:pt idx="241913">
                  <c:v>k5063</c:v>
                </c:pt>
                <c:pt idx="241864">
                  <c:v>k5064</c:v>
                </c:pt>
                <c:pt idx="241815">
                  <c:v>k5065</c:v>
                </c:pt>
                <c:pt idx="241766">
                  <c:v>k5066</c:v>
                </c:pt>
                <c:pt idx="241717">
                  <c:v>k5067</c:v>
                </c:pt>
                <c:pt idx="241668">
                  <c:v>k5068</c:v>
                </c:pt>
                <c:pt idx="241619">
                  <c:v>k5069</c:v>
                </c:pt>
                <c:pt idx="241570">
                  <c:v>k5070</c:v>
                </c:pt>
                <c:pt idx="241521">
                  <c:v>k5071</c:v>
                </c:pt>
                <c:pt idx="241472">
                  <c:v>k5072</c:v>
                </c:pt>
                <c:pt idx="241423">
                  <c:v>k5073</c:v>
                </c:pt>
                <c:pt idx="241374">
                  <c:v>k5074</c:v>
                </c:pt>
                <c:pt idx="241325">
                  <c:v>k5075</c:v>
                </c:pt>
                <c:pt idx="241276">
                  <c:v>k5076</c:v>
                </c:pt>
                <c:pt idx="241227">
                  <c:v>k5077</c:v>
                </c:pt>
                <c:pt idx="241178">
                  <c:v>k5078</c:v>
                </c:pt>
                <c:pt idx="241129">
                  <c:v>k5079</c:v>
                </c:pt>
                <c:pt idx="241080">
                  <c:v>k5080</c:v>
                </c:pt>
                <c:pt idx="241031">
                  <c:v>k5081</c:v>
                </c:pt>
                <c:pt idx="240982">
                  <c:v>k5082</c:v>
                </c:pt>
                <c:pt idx="240933">
                  <c:v>k5083</c:v>
                </c:pt>
                <c:pt idx="240884">
                  <c:v>k5084</c:v>
                </c:pt>
                <c:pt idx="240835">
                  <c:v>k5085</c:v>
                </c:pt>
                <c:pt idx="240786">
                  <c:v>k5086</c:v>
                </c:pt>
                <c:pt idx="240737">
                  <c:v>k5087</c:v>
                </c:pt>
                <c:pt idx="240688">
                  <c:v>k5088</c:v>
                </c:pt>
                <c:pt idx="240639">
                  <c:v>k5089</c:v>
                </c:pt>
                <c:pt idx="240590">
                  <c:v>k5090</c:v>
                </c:pt>
                <c:pt idx="240541">
                  <c:v>k5091</c:v>
                </c:pt>
                <c:pt idx="240492">
                  <c:v>k5092</c:v>
                </c:pt>
                <c:pt idx="240443">
                  <c:v>k5093</c:v>
                </c:pt>
                <c:pt idx="240394">
                  <c:v>k5094</c:v>
                </c:pt>
                <c:pt idx="240345">
                  <c:v>k5095</c:v>
                </c:pt>
                <c:pt idx="240296">
                  <c:v>k5096</c:v>
                </c:pt>
                <c:pt idx="240247">
                  <c:v>k5097</c:v>
                </c:pt>
                <c:pt idx="240198">
                  <c:v>k5098</c:v>
                </c:pt>
                <c:pt idx="240149">
                  <c:v>k5099</c:v>
                </c:pt>
                <c:pt idx="240100">
                  <c:v>k5100</c:v>
                </c:pt>
                <c:pt idx="240051">
                  <c:v>k5101</c:v>
                </c:pt>
                <c:pt idx="240002">
                  <c:v>k5102</c:v>
                </c:pt>
                <c:pt idx="239953">
                  <c:v>k5103</c:v>
                </c:pt>
                <c:pt idx="239904">
                  <c:v>k5104</c:v>
                </c:pt>
                <c:pt idx="239855">
                  <c:v>k5105</c:v>
                </c:pt>
                <c:pt idx="239806">
                  <c:v>k5106</c:v>
                </c:pt>
                <c:pt idx="239757">
                  <c:v>k5107</c:v>
                </c:pt>
                <c:pt idx="239708">
                  <c:v>k5108</c:v>
                </c:pt>
                <c:pt idx="239659">
                  <c:v>k5109</c:v>
                </c:pt>
                <c:pt idx="239610">
                  <c:v>k5110</c:v>
                </c:pt>
                <c:pt idx="239561">
                  <c:v>k5111</c:v>
                </c:pt>
                <c:pt idx="239512">
                  <c:v>k5112</c:v>
                </c:pt>
                <c:pt idx="239463">
                  <c:v>k5113</c:v>
                </c:pt>
                <c:pt idx="239414">
                  <c:v>k5114</c:v>
                </c:pt>
                <c:pt idx="239365">
                  <c:v>k5115</c:v>
                </c:pt>
                <c:pt idx="239316">
                  <c:v>k5116</c:v>
                </c:pt>
                <c:pt idx="239267">
                  <c:v>k5117</c:v>
                </c:pt>
                <c:pt idx="239218">
                  <c:v>k5118</c:v>
                </c:pt>
                <c:pt idx="239169">
                  <c:v>k5119</c:v>
                </c:pt>
                <c:pt idx="239120">
                  <c:v>k5120</c:v>
                </c:pt>
                <c:pt idx="239071">
                  <c:v>k5121</c:v>
                </c:pt>
                <c:pt idx="239022">
                  <c:v>k5122</c:v>
                </c:pt>
                <c:pt idx="238973">
                  <c:v>k5123</c:v>
                </c:pt>
                <c:pt idx="238924">
                  <c:v>k5124</c:v>
                </c:pt>
                <c:pt idx="238875">
                  <c:v>k5125</c:v>
                </c:pt>
                <c:pt idx="238826">
                  <c:v>k5126</c:v>
                </c:pt>
                <c:pt idx="238777">
                  <c:v>k5127</c:v>
                </c:pt>
                <c:pt idx="238728">
                  <c:v>k5128</c:v>
                </c:pt>
                <c:pt idx="238679">
                  <c:v>k5129</c:v>
                </c:pt>
                <c:pt idx="238630">
                  <c:v>k5130</c:v>
                </c:pt>
                <c:pt idx="238581">
                  <c:v>k5131</c:v>
                </c:pt>
                <c:pt idx="238532">
                  <c:v>k5132</c:v>
                </c:pt>
                <c:pt idx="238483">
                  <c:v>k5133</c:v>
                </c:pt>
                <c:pt idx="238434">
                  <c:v>k5134</c:v>
                </c:pt>
                <c:pt idx="238385">
                  <c:v>k5135</c:v>
                </c:pt>
                <c:pt idx="238336">
                  <c:v>k5136</c:v>
                </c:pt>
                <c:pt idx="238287">
                  <c:v>k5137</c:v>
                </c:pt>
                <c:pt idx="238238">
                  <c:v>k5138</c:v>
                </c:pt>
                <c:pt idx="238189">
                  <c:v>k5139</c:v>
                </c:pt>
                <c:pt idx="238140">
                  <c:v>k5140</c:v>
                </c:pt>
                <c:pt idx="238091">
                  <c:v>k5141</c:v>
                </c:pt>
                <c:pt idx="238042">
                  <c:v>k5142</c:v>
                </c:pt>
                <c:pt idx="237993">
                  <c:v>k5143</c:v>
                </c:pt>
                <c:pt idx="237944">
                  <c:v>k5144</c:v>
                </c:pt>
                <c:pt idx="237895">
                  <c:v>k5145</c:v>
                </c:pt>
                <c:pt idx="237846">
                  <c:v>k5146</c:v>
                </c:pt>
                <c:pt idx="237797">
                  <c:v>k5147</c:v>
                </c:pt>
                <c:pt idx="237748">
                  <c:v>k5148</c:v>
                </c:pt>
                <c:pt idx="237699">
                  <c:v>k5149</c:v>
                </c:pt>
                <c:pt idx="237650">
                  <c:v>k5150</c:v>
                </c:pt>
                <c:pt idx="237601">
                  <c:v>k5151</c:v>
                </c:pt>
                <c:pt idx="237552">
                  <c:v>k5152</c:v>
                </c:pt>
                <c:pt idx="237503">
                  <c:v>k5153</c:v>
                </c:pt>
                <c:pt idx="237454">
                  <c:v>k5154</c:v>
                </c:pt>
                <c:pt idx="237405">
                  <c:v>k5155</c:v>
                </c:pt>
                <c:pt idx="237356">
                  <c:v>k5156</c:v>
                </c:pt>
                <c:pt idx="237307">
                  <c:v>k5157</c:v>
                </c:pt>
                <c:pt idx="237258">
                  <c:v>k5158</c:v>
                </c:pt>
                <c:pt idx="237209">
                  <c:v>k5159</c:v>
                </c:pt>
                <c:pt idx="237160">
                  <c:v>k5160</c:v>
                </c:pt>
                <c:pt idx="237111">
                  <c:v>k5161</c:v>
                </c:pt>
                <c:pt idx="237062">
                  <c:v>k5162</c:v>
                </c:pt>
                <c:pt idx="237013">
                  <c:v>k5163</c:v>
                </c:pt>
                <c:pt idx="236964">
                  <c:v>k5164</c:v>
                </c:pt>
                <c:pt idx="236915">
                  <c:v>k5165</c:v>
                </c:pt>
                <c:pt idx="236866">
                  <c:v>k5166</c:v>
                </c:pt>
                <c:pt idx="236817">
                  <c:v>k5167</c:v>
                </c:pt>
                <c:pt idx="236768">
                  <c:v>k5168</c:v>
                </c:pt>
                <c:pt idx="236719">
                  <c:v>k5169</c:v>
                </c:pt>
                <c:pt idx="236670">
                  <c:v>k5170</c:v>
                </c:pt>
                <c:pt idx="236621">
                  <c:v>k5171</c:v>
                </c:pt>
                <c:pt idx="236572">
                  <c:v>k5172</c:v>
                </c:pt>
                <c:pt idx="236523">
                  <c:v>k5173</c:v>
                </c:pt>
                <c:pt idx="236474">
                  <c:v>k5174</c:v>
                </c:pt>
                <c:pt idx="236425">
                  <c:v>k5175</c:v>
                </c:pt>
                <c:pt idx="236376">
                  <c:v>k5176</c:v>
                </c:pt>
                <c:pt idx="236327">
                  <c:v>k5177</c:v>
                </c:pt>
                <c:pt idx="236278">
                  <c:v>k5178</c:v>
                </c:pt>
                <c:pt idx="236229">
                  <c:v>k5179</c:v>
                </c:pt>
                <c:pt idx="236180">
                  <c:v>k5180</c:v>
                </c:pt>
                <c:pt idx="236131">
                  <c:v>k5181</c:v>
                </c:pt>
                <c:pt idx="236082">
                  <c:v>k5182</c:v>
                </c:pt>
                <c:pt idx="236033">
                  <c:v>k5183</c:v>
                </c:pt>
                <c:pt idx="235984">
                  <c:v>k5184</c:v>
                </c:pt>
                <c:pt idx="235935">
                  <c:v>k5185</c:v>
                </c:pt>
                <c:pt idx="235886">
                  <c:v>k5186</c:v>
                </c:pt>
                <c:pt idx="235837">
                  <c:v>k5187</c:v>
                </c:pt>
                <c:pt idx="235788">
                  <c:v>k5188</c:v>
                </c:pt>
                <c:pt idx="235739">
                  <c:v>k5189</c:v>
                </c:pt>
                <c:pt idx="235690">
                  <c:v>k5190</c:v>
                </c:pt>
                <c:pt idx="235641">
                  <c:v>k5191</c:v>
                </c:pt>
                <c:pt idx="235592">
                  <c:v>k5192</c:v>
                </c:pt>
                <c:pt idx="235543">
                  <c:v>k5193</c:v>
                </c:pt>
                <c:pt idx="235494">
                  <c:v>k5194</c:v>
                </c:pt>
                <c:pt idx="235445">
                  <c:v>k5195</c:v>
                </c:pt>
                <c:pt idx="235396">
                  <c:v>k5196</c:v>
                </c:pt>
                <c:pt idx="235347">
                  <c:v>k5197</c:v>
                </c:pt>
                <c:pt idx="235298">
                  <c:v>k5198</c:v>
                </c:pt>
                <c:pt idx="235249">
                  <c:v>k5199</c:v>
                </c:pt>
                <c:pt idx="235200">
                  <c:v>k5200</c:v>
                </c:pt>
                <c:pt idx="235151">
                  <c:v>k5201</c:v>
                </c:pt>
                <c:pt idx="235102">
                  <c:v>k5202</c:v>
                </c:pt>
                <c:pt idx="235053">
                  <c:v>k5203</c:v>
                </c:pt>
                <c:pt idx="235004">
                  <c:v>k5204</c:v>
                </c:pt>
                <c:pt idx="234955">
                  <c:v>k5205</c:v>
                </c:pt>
                <c:pt idx="234906">
                  <c:v>k5206</c:v>
                </c:pt>
                <c:pt idx="234857">
                  <c:v>k5207</c:v>
                </c:pt>
                <c:pt idx="234808">
                  <c:v>k5208</c:v>
                </c:pt>
                <c:pt idx="234759">
                  <c:v>k5209</c:v>
                </c:pt>
                <c:pt idx="234710">
                  <c:v>k5210</c:v>
                </c:pt>
                <c:pt idx="234661">
                  <c:v>k5211</c:v>
                </c:pt>
                <c:pt idx="234612">
                  <c:v>k5212</c:v>
                </c:pt>
                <c:pt idx="234563">
                  <c:v>k5213</c:v>
                </c:pt>
                <c:pt idx="234514">
                  <c:v>k5214</c:v>
                </c:pt>
                <c:pt idx="234465">
                  <c:v>k5215</c:v>
                </c:pt>
                <c:pt idx="234416">
                  <c:v>k5216</c:v>
                </c:pt>
                <c:pt idx="234367">
                  <c:v>k5217</c:v>
                </c:pt>
                <c:pt idx="234318">
                  <c:v>k5218</c:v>
                </c:pt>
                <c:pt idx="234269">
                  <c:v>k5219</c:v>
                </c:pt>
                <c:pt idx="234220">
                  <c:v>k5220</c:v>
                </c:pt>
                <c:pt idx="234171">
                  <c:v>k5221</c:v>
                </c:pt>
                <c:pt idx="234122">
                  <c:v>k5222</c:v>
                </c:pt>
                <c:pt idx="234073">
                  <c:v>k5223</c:v>
                </c:pt>
                <c:pt idx="234024">
                  <c:v>k5224</c:v>
                </c:pt>
                <c:pt idx="233975">
                  <c:v>k5225</c:v>
                </c:pt>
                <c:pt idx="233926">
                  <c:v>k5226</c:v>
                </c:pt>
                <c:pt idx="233877">
                  <c:v>k5227</c:v>
                </c:pt>
                <c:pt idx="233828">
                  <c:v>k5228</c:v>
                </c:pt>
                <c:pt idx="233779">
                  <c:v>k5229</c:v>
                </c:pt>
                <c:pt idx="233730">
                  <c:v>k5230</c:v>
                </c:pt>
                <c:pt idx="233681">
                  <c:v>k5231</c:v>
                </c:pt>
                <c:pt idx="233632">
                  <c:v>k5232</c:v>
                </c:pt>
                <c:pt idx="233583">
                  <c:v>k5233</c:v>
                </c:pt>
                <c:pt idx="233534">
                  <c:v>k5234</c:v>
                </c:pt>
                <c:pt idx="233485">
                  <c:v>k5235</c:v>
                </c:pt>
                <c:pt idx="233436">
                  <c:v>k5236</c:v>
                </c:pt>
                <c:pt idx="233387">
                  <c:v>k5237</c:v>
                </c:pt>
                <c:pt idx="233338">
                  <c:v>k5238</c:v>
                </c:pt>
                <c:pt idx="233289">
                  <c:v>k5239</c:v>
                </c:pt>
                <c:pt idx="233240">
                  <c:v>k5240</c:v>
                </c:pt>
                <c:pt idx="233191">
                  <c:v>k5241</c:v>
                </c:pt>
                <c:pt idx="233142">
                  <c:v>k5242</c:v>
                </c:pt>
                <c:pt idx="233093">
                  <c:v>k5243</c:v>
                </c:pt>
                <c:pt idx="233044">
                  <c:v>k5244</c:v>
                </c:pt>
                <c:pt idx="232995">
                  <c:v>k5245</c:v>
                </c:pt>
                <c:pt idx="232946">
                  <c:v>k5246</c:v>
                </c:pt>
                <c:pt idx="232897">
                  <c:v>k5247</c:v>
                </c:pt>
                <c:pt idx="232848">
                  <c:v>k5248</c:v>
                </c:pt>
                <c:pt idx="232799">
                  <c:v>k5249</c:v>
                </c:pt>
                <c:pt idx="232750">
                  <c:v>k5250</c:v>
                </c:pt>
                <c:pt idx="232701">
                  <c:v>k5251</c:v>
                </c:pt>
                <c:pt idx="232652">
                  <c:v>k5252</c:v>
                </c:pt>
                <c:pt idx="232603">
                  <c:v>k5253</c:v>
                </c:pt>
                <c:pt idx="232554">
                  <c:v>k5254</c:v>
                </c:pt>
                <c:pt idx="232505">
                  <c:v>k5255</c:v>
                </c:pt>
                <c:pt idx="232456">
                  <c:v>k5256</c:v>
                </c:pt>
                <c:pt idx="232407">
                  <c:v>k5257</c:v>
                </c:pt>
                <c:pt idx="232358">
                  <c:v>k5258</c:v>
                </c:pt>
                <c:pt idx="232309">
                  <c:v>k5259</c:v>
                </c:pt>
                <c:pt idx="232260">
                  <c:v>k5260</c:v>
                </c:pt>
                <c:pt idx="232211">
                  <c:v>k5261</c:v>
                </c:pt>
                <c:pt idx="232162">
                  <c:v>k5262</c:v>
                </c:pt>
                <c:pt idx="232113">
                  <c:v>k5263</c:v>
                </c:pt>
                <c:pt idx="232064">
                  <c:v>k5264</c:v>
                </c:pt>
                <c:pt idx="232015">
                  <c:v>k5265</c:v>
                </c:pt>
                <c:pt idx="231966">
                  <c:v>k5266</c:v>
                </c:pt>
                <c:pt idx="231917">
                  <c:v>k5267</c:v>
                </c:pt>
                <c:pt idx="231868">
                  <c:v>k5268</c:v>
                </c:pt>
                <c:pt idx="231819">
                  <c:v>k5269</c:v>
                </c:pt>
                <c:pt idx="231770">
                  <c:v>k5270</c:v>
                </c:pt>
                <c:pt idx="231721">
                  <c:v>k5271</c:v>
                </c:pt>
                <c:pt idx="231672">
                  <c:v>k5272</c:v>
                </c:pt>
                <c:pt idx="231623">
                  <c:v>k5273</c:v>
                </c:pt>
                <c:pt idx="231574">
                  <c:v>k5274</c:v>
                </c:pt>
                <c:pt idx="231525">
                  <c:v>k5275</c:v>
                </c:pt>
                <c:pt idx="231476">
                  <c:v>k5276</c:v>
                </c:pt>
                <c:pt idx="231427">
                  <c:v>k5277</c:v>
                </c:pt>
                <c:pt idx="231378">
                  <c:v>k5278</c:v>
                </c:pt>
                <c:pt idx="231329">
                  <c:v>k5279</c:v>
                </c:pt>
                <c:pt idx="231280">
                  <c:v>k5280</c:v>
                </c:pt>
                <c:pt idx="231231">
                  <c:v>k5281</c:v>
                </c:pt>
                <c:pt idx="231182">
                  <c:v>k5282</c:v>
                </c:pt>
                <c:pt idx="231133">
                  <c:v>k5283</c:v>
                </c:pt>
                <c:pt idx="231084">
                  <c:v>k5284</c:v>
                </c:pt>
                <c:pt idx="231035">
                  <c:v>k5285</c:v>
                </c:pt>
                <c:pt idx="230986">
                  <c:v>k5286</c:v>
                </c:pt>
                <c:pt idx="230937">
                  <c:v>k5287</c:v>
                </c:pt>
                <c:pt idx="230888">
                  <c:v>k5288</c:v>
                </c:pt>
                <c:pt idx="230839">
                  <c:v>k5289</c:v>
                </c:pt>
                <c:pt idx="230790">
                  <c:v>k5290</c:v>
                </c:pt>
                <c:pt idx="230741">
                  <c:v>k5291</c:v>
                </c:pt>
                <c:pt idx="230692">
                  <c:v>k5292</c:v>
                </c:pt>
                <c:pt idx="230643">
                  <c:v>k5293</c:v>
                </c:pt>
                <c:pt idx="230594">
                  <c:v>k5294</c:v>
                </c:pt>
                <c:pt idx="230545">
                  <c:v>k5295</c:v>
                </c:pt>
                <c:pt idx="230496">
                  <c:v>k5296</c:v>
                </c:pt>
                <c:pt idx="230447">
                  <c:v>k5297</c:v>
                </c:pt>
                <c:pt idx="230398">
                  <c:v>k5298</c:v>
                </c:pt>
                <c:pt idx="230349">
                  <c:v>k5299</c:v>
                </c:pt>
                <c:pt idx="230300">
                  <c:v>k5300</c:v>
                </c:pt>
                <c:pt idx="230251">
                  <c:v>k5301</c:v>
                </c:pt>
                <c:pt idx="230202">
                  <c:v>k5302</c:v>
                </c:pt>
                <c:pt idx="230153">
                  <c:v>k5303</c:v>
                </c:pt>
                <c:pt idx="230104">
                  <c:v>k5304</c:v>
                </c:pt>
                <c:pt idx="230055">
                  <c:v>k5305</c:v>
                </c:pt>
                <c:pt idx="230006">
                  <c:v>k5306</c:v>
                </c:pt>
                <c:pt idx="229957">
                  <c:v>k5307</c:v>
                </c:pt>
                <c:pt idx="229908">
                  <c:v>k5308</c:v>
                </c:pt>
                <c:pt idx="229859">
                  <c:v>k5309</c:v>
                </c:pt>
                <c:pt idx="229810">
                  <c:v>k5310</c:v>
                </c:pt>
                <c:pt idx="229761">
                  <c:v>k5311</c:v>
                </c:pt>
                <c:pt idx="229712">
                  <c:v>k5312</c:v>
                </c:pt>
                <c:pt idx="229663">
                  <c:v>k5313</c:v>
                </c:pt>
                <c:pt idx="229614">
                  <c:v>k5314</c:v>
                </c:pt>
                <c:pt idx="229565">
                  <c:v>k5315</c:v>
                </c:pt>
                <c:pt idx="229516">
                  <c:v>k5316</c:v>
                </c:pt>
                <c:pt idx="229467">
                  <c:v>k5317</c:v>
                </c:pt>
                <c:pt idx="229418">
                  <c:v>k5318</c:v>
                </c:pt>
                <c:pt idx="229369">
                  <c:v>k5319</c:v>
                </c:pt>
                <c:pt idx="229320">
                  <c:v>k5320</c:v>
                </c:pt>
                <c:pt idx="229271">
                  <c:v>k5321</c:v>
                </c:pt>
                <c:pt idx="229222">
                  <c:v>k5322</c:v>
                </c:pt>
                <c:pt idx="229173">
                  <c:v>k5323</c:v>
                </c:pt>
                <c:pt idx="229124">
                  <c:v>k5324</c:v>
                </c:pt>
                <c:pt idx="229075">
                  <c:v>k5325</c:v>
                </c:pt>
                <c:pt idx="229026">
                  <c:v>k5326</c:v>
                </c:pt>
                <c:pt idx="228977">
                  <c:v>k5327</c:v>
                </c:pt>
                <c:pt idx="228928">
                  <c:v>k5328</c:v>
                </c:pt>
                <c:pt idx="228879">
                  <c:v>k5329</c:v>
                </c:pt>
                <c:pt idx="228830">
                  <c:v>k5330</c:v>
                </c:pt>
                <c:pt idx="228781">
                  <c:v>k5331</c:v>
                </c:pt>
                <c:pt idx="228732">
                  <c:v>k5332</c:v>
                </c:pt>
                <c:pt idx="228683">
                  <c:v>k5333</c:v>
                </c:pt>
                <c:pt idx="228634">
                  <c:v>k5334</c:v>
                </c:pt>
                <c:pt idx="228585">
                  <c:v>k5335</c:v>
                </c:pt>
                <c:pt idx="228536">
                  <c:v>k5336</c:v>
                </c:pt>
                <c:pt idx="228487">
                  <c:v>k5337</c:v>
                </c:pt>
                <c:pt idx="228438">
                  <c:v>k5338</c:v>
                </c:pt>
                <c:pt idx="228389">
                  <c:v>k5339</c:v>
                </c:pt>
                <c:pt idx="228340">
                  <c:v>k5340</c:v>
                </c:pt>
                <c:pt idx="228291">
                  <c:v>k5341</c:v>
                </c:pt>
                <c:pt idx="228242">
                  <c:v>k5342</c:v>
                </c:pt>
                <c:pt idx="228193">
                  <c:v>k5343</c:v>
                </c:pt>
                <c:pt idx="228144">
                  <c:v>k5344</c:v>
                </c:pt>
                <c:pt idx="228095">
                  <c:v>k5345</c:v>
                </c:pt>
                <c:pt idx="228046">
                  <c:v>k5346</c:v>
                </c:pt>
                <c:pt idx="227997">
                  <c:v>k5347</c:v>
                </c:pt>
                <c:pt idx="227948">
                  <c:v>k5348</c:v>
                </c:pt>
                <c:pt idx="227899">
                  <c:v>k5349</c:v>
                </c:pt>
                <c:pt idx="227850">
                  <c:v>k5350</c:v>
                </c:pt>
                <c:pt idx="227801">
                  <c:v>k5351</c:v>
                </c:pt>
                <c:pt idx="227752">
                  <c:v>k5352</c:v>
                </c:pt>
                <c:pt idx="227703">
                  <c:v>k5353</c:v>
                </c:pt>
                <c:pt idx="227654">
                  <c:v>k5354</c:v>
                </c:pt>
                <c:pt idx="227605">
                  <c:v>k5355</c:v>
                </c:pt>
                <c:pt idx="227556">
                  <c:v>k5356</c:v>
                </c:pt>
                <c:pt idx="227507">
                  <c:v>k5357</c:v>
                </c:pt>
                <c:pt idx="227458">
                  <c:v>k5358</c:v>
                </c:pt>
                <c:pt idx="227409">
                  <c:v>k5359</c:v>
                </c:pt>
                <c:pt idx="227360">
                  <c:v>k5360</c:v>
                </c:pt>
                <c:pt idx="227311">
                  <c:v>k5361</c:v>
                </c:pt>
                <c:pt idx="227262">
                  <c:v>k5362</c:v>
                </c:pt>
                <c:pt idx="227213">
                  <c:v>k5363</c:v>
                </c:pt>
                <c:pt idx="227164">
                  <c:v>k5364</c:v>
                </c:pt>
                <c:pt idx="227115">
                  <c:v>k5365</c:v>
                </c:pt>
                <c:pt idx="227066">
                  <c:v>k5366</c:v>
                </c:pt>
                <c:pt idx="227017">
                  <c:v>k5367</c:v>
                </c:pt>
                <c:pt idx="226968">
                  <c:v>k5368</c:v>
                </c:pt>
                <c:pt idx="226919">
                  <c:v>k5369</c:v>
                </c:pt>
                <c:pt idx="226870">
                  <c:v>k5370</c:v>
                </c:pt>
                <c:pt idx="226821">
                  <c:v>k5371</c:v>
                </c:pt>
                <c:pt idx="226772">
                  <c:v>k5372</c:v>
                </c:pt>
                <c:pt idx="226723">
                  <c:v>k5373</c:v>
                </c:pt>
                <c:pt idx="226674">
                  <c:v>k5374</c:v>
                </c:pt>
                <c:pt idx="226625">
                  <c:v>k5375</c:v>
                </c:pt>
                <c:pt idx="226576">
                  <c:v>k5376</c:v>
                </c:pt>
                <c:pt idx="226527">
                  <c:v>k5377</c:v>
                </c:pt>
                <c:pt idx="226478">
                  <c:v>k5378</c:v>
                </c:pt>
                <c:pt idx="226429">
                  <c:v>k5379</c:v>
                </c:pt>
                <c:pt idx="226380">
                  <c:v>k5380</c:v>
                </c:pt>
                <c:pt idx="226331">
                  <c:v>k5381</c:v>
                </c:pt>
                <c:pt idx="226282">
                  <c:v>k5382</c:v>
                </c:pt>
                <c:pt idx="226233">
                  <c:v>k5383</c:v>
                </c:pt>
                <c:pt idx="226184">
                  <c:v>k5384</c:v>
                </c:pt>
                <c:pt idx="226135">
                  <c:v>k5385</c:v>
                </c:pt>
                <c:pt idx="226086">
                  <c:v>k5386</c:v>
                </c:pt>
                <c:pt idx="226037">
                  <c:v>k5387</c:v>
                </c:pt>
                <c:pt idx="225988">
                  <c:v>k5388</c:v>
                </c:pt>
                <c:pt idx="225939">
                  <c:v>k5389</c:v>
                </c:pt>
                <c:pt idx="225890">
                  <c:v>k5390</c:v>
                </c:pt>
                <c:pt idx="225841">
                  <c:v>k5391</c:v>
                </c:pt>
                <c:pt idx="225792">
                  <c:v>k5392</c:v>
                </c:pt>
                <c:pt idx="225743">
                  <c:v>k5393</c:v>
                </c:pt>
                <c:pt idx="225694">
                  <c:v>k5394</c:v>
                </c:pt>
                <c:pt idx="225645">
                  <c:v>k5395</c:v>
                </c:pt>
                <c:pt idx="225596">
                  <c:v>k5396</c:v>
                </c:pt>
                <c:pt idx="225547">
                  <c:v>k5397</c:v>
                </c:pt>
                <c:pt idx="225498">
                  <c:v>k5398</c:v>
                </c:pt>
                <c:pt idx="225449">
                  <c:v>k5399</c:v>
                </c:pt>
                <c:pt idx="225400">
                  <c:v>k5400</c:v>
                </c:pt>
                <c:pt idx="225351">
                  <c:v>k5401</c:v>
                </c:pt>
                <c:pt idx="225302">
                  <c:v>k5402</c:v>
                </c:pt>
                <c:pt idx="225253">
                  <c:v>k5403</c:v>
                </c:pt>
                <c:pt idx="225204">
                  <c:v>k5404</c:v>
                </c:pt>
                <c:pt idx="225155">
                  <c:v>k5405</c:v>
                </c:pt>
                <c:pt idx="225106">
                  <c:v>k5406</c:v>
                </c:pt>
                <c:pt idx="225057">
                  <c:v>k5407</c:v>
                </c:pt>
                <c:pt idx="225008">
                  <c:v>k5408</c:v>
                </c:pt>
                <c:pt idx="224959">
                  <c:v>k5409</c:v>
                </c:pt>
                <c:pt idx="224910">
                  <c:v>k5410</c:v>
                </c:pt>
                <c:pt idx="224861">
                  <c:v>k5411</c:v>
                </c:pt>
                <c:pt idx="224812">
                  <c:v>k5412</c:v>
                </c:pt>
                <c:pt idx="224763">
                  <c:v>k5413</c:v>
                </c:pt>
                <c:pt idx="224714">
                  <c:v>k5414</c:v>
                </c:pt>
                <c:pt idx="224665">
                  <c:v>k5415</c:v>
                </c:pt>
                <c:pt idx="224616">
                  <c:v>k5416</c:v>
                </c:pt>
                <c:pt idx="224567">
                  <c:v>k5417</c:v>
                </c:pt>
                <c:pt idx="224518">
                  <c:v>k5418</c:v>
                </c:pt>
                <c:pt idx="224469">
                  <c:v>k5419</c:v>
                </c:pt>
                <c:pt idx="224420">
                  <c:v>k5420</c:v>
                </c:pt>
                <c:pt idx="224371">
                  <c:v>k5421</c:v>
                </c:pt>
                <c:pt idx="224322">
                  <c:v>k5422</c:v>
                </c:pt>
                <c:pt idx="224273">
                  <c:v>k5423</c:v>
                </c:pt>
                <c:pt idx="224224">
                  <c:v>k5424</c:v>
                </c:pt>
                <c:pt idx="224175">
                  <c:v>k5425</c:v>
                </c:pt>
                <c:pt idx="224126">
                  <c:v>k5426</c:v>
                </c:pt>
                <c:pt idx="224077">
                  <c:v>k5427</c:v>
                </c:pt>
                <c:pt idx="224028">
                  <c:v>k5428</c:v>
                </c:pt>
                <c:pt idx="223979">
                  <c:v>k5429</c:v>
                </c:pt>
                <c:pt idx="223930">
                  <c:v>k5430</c:v>
                </c:pt>
                <c:pt idx="223881">
                  <c:v>k5431</c:v>
                </c:pt>
                <c:pt idx="223832">
                  <c:v>k5432</c:v>
                </c:pt>
                <c:pt idx="223783">
                  <c:v>k5433</c:v>
                </c:pt>
                <c:pt idx="223734">
                  <c:v>k5434</c:v>
                </c:pt>
                <c:pt idx="223685">
                  <c:v>k5435</c:v>
                </c:pt>
                <c:pt idx="223636">
                  <c:v>k5436</c:v>
                </c:pt>
                <c:pt idx="223587">
                  <c:v>k5437</c:v>
                </c:pt>
                <c:pt idx="223538">
                  <c:v>k5438</c:v>
                </c:pt>
                <c:pt idx="223489">
                  <c:v>k5439</c:v>
                </c:pt>
                <c:pt idx="223440">
                  <c:v>k5440</c:v>
                </c:pt>
                <c:pt idx="223391">
                  <c:v>k5441</c:v>
                </c:pt>
                <c:pt idx="223342">
                  <c:v>k5442</c:v>
                </c:pt>
                <c:pt idx="223293">
                  <c:v>k5443</c:v>
                </c:pt>
                <c:pt idx="223244">
                  <c:v>k5444</c:v>
                </c:pt>
                <c:pt idx="223195">
                  <c:v>k5445</c:v>
                </c:pt>
                <c:pt idx="223146">
                  <c:v>k5446</c:v>
                </c:pt>
                <c:pt idx="223097">
                  <c:v>k5447</c:v>
                </c:pt>
                <c:pt idx="223048">
                  <c:v>k5448</c:v>
                </c:pt>
                <c:pt idx="222999">
                  <c:v>k5449</c:v>
                </c:pt>
                <c:pt idx="222950">
                  <c:v>k5450</c:v>
                </c:pt>
                <c:pt idx="222901">
                  <c:v>k5451</c:v>
                </c:pt>
                <c:pt idx="222852">
                  <c:v>k5452</c:v>
                </c:pt>
                <c:pt idx="222803">
                  <c:v>k5453</c:v>
                </c:pt>
                <c:pt idx="222754">
                  <c:v>k5454</c:v>
                </c:pt>
                <c:pt idx="222705">
                  <c:v>k5455</c:v>
                </c:pt>
                <c:pt idx="222656">
                  <c:v>k5456</c:v>
                </c:pt>
                <c:pt idx="222607">
                  <c:v>k5457</c:v>
                </c:pt>
                <c:pt idx="222558">
                  <c:v>k5458</c:v>
                </c:pt>
                <c:pt idx="222509">
                  <c:v>k5459</c:v>
                </c:pt>
                <c:pt idx="222460">
                  <c:v>k5460</c:v>
                </c:pt>
                <c:pt idx="222411">
                  <c:v>k5461</c:v>
                </c:pt>
                <c:pt idx="222362">
                  <c:v>k5462</c:v>
                </c:pt>
                <c:pt idx="222313">
                  <c:v>k5463</c:v>
                </c:pt>
                <c:pt idx="222264">
                  <c:v>k5464</c:v>
                </c:pt>
                <c:pt idx="222215">
                  <c:v>k5465</c:v>
                </c:pt>
                <c:pt idx="222166">
                  <c:v>k5466</c:v>
                </c:pt>
                <c:pt idx="222117">
                  <c:v>k5467</c:v>
                </c:pt>
                <c:pt idx="222068">
                  <c:v>k5468</c:v>
                </c:pt>
                <c:pt idx="222019">
                  <c:v>k5469</c:v>
                </c:pt>
                <c:pt idx="221970">
                  <c:v>k5470</c:v>
                </c:pt>
                <c:pt idx="221921">
                  <c:v>k5471</c:v>
                </c:pt>
                <c:pt idx="221872">
                  <c:v>k5472</c:v>
                </c:pt>
                <c:pt idx="221823">
                  <c:v>k5473</c:v>
                </c:pt>
                <c:pt idx="221774">
                  <c:v>k5474</c:v>
                </c:pt>
                <c:pt idx="221725">
                  <c:v>k5475</c:v>
                </c:pt>
                <c:pt idx="221676">
                  <c:v>k5476</c:v>
                </c:pt>
                <c:pt idx="221627">
                  <c:v>k5477</c:v>
                </c:pt>
                <c:pt idx="221578">
                  <c:v>k5478</c:v>
                </c:pt>
                <c:pt idx="221529">
                  <c:v>k5479</c:v>
                </c:pt>
                <c:pt idx="221480">
                  <c:v>k5480</c:v>
                </c:pt>
                <c:pt idx="221431">
                  <c:v>k5481</c:v>
                </c:pt>
                <c:pt idx="221382">
                  <c:v>k5482</c:v>
                </c:pt>
                <c:pt idx="221333">
                  <c:v>k5483</c:v>
                </c:pt>
                <c:pt idx="221284">
                  <c:v>k5484</c:v>
                </c:pt>
                <c:pt idx="221235">
                  <c:v>k5485</c:v>
                </c:pt>
                <c:pt idx="221186">
                  <c:v>k5486</c:v>
                </c:pt>
                <c:pt idx="221137">
                  <c:v>k5487</c:v>
                </c:pt>
                <c:pt idx="221088">
                  <c:v>k5488</c:v>
                </c:pt>
                <c:pt idx="221039">
                  <c:v>k5489</c:v>
                </c:pt>
                <c:pt idx="220990">
                  <c:v>k5490</c:v>
                </c:pt>
                <c:pt idx="220941">
                  <c:v>k5491</c:v>
                </c:pt>
                <c:pt idx="220892">
                  <c:v>k5492</c:v>
                </c:pt>
                <c:pt idx="220843">
                  <c:v>k5493</c:v>
                </c:pt>
                <c:pt idx="220794">
                  <c:v>k5494</c:v>
                </c:pt>
                <c:pt idx="220745">
                  <c:v>k5495</c:v>
                </c:pt>
                <c:pt idx="220696">
                  <c:v>k5496</c:v>
                </c:pt>
                <c:pt idx="220647">
                  <c:v>k5497</c:v>
                </c:pt>
                <c:pt idx="220598">
                  <c:v>k5498</c:v>
                </c:pt>
                <c:pt idx="220549">
                  <c:v>k5499</c:v>
                </c:pt>
                <c:pt idx="220500">
                  <c:v>k5500</c:v>
                </c:pt>
                <c:pt idx="220451">
                  <c:v>k5501</c:v>
                </c:pt>
                <c:pt idx="220402">
                  <c:v>k5502</c:v>
                </c:pt>
                <c:pt idx="220353">
                  <c:v>k5503</c:v>
                </c:pt>
                <c:pt idx="220304">
                  <c:v>k5504</c:v>
                </c:pt>
                <c:pt idx="220255">
                  <c:v>k5505</c:v>
                </c:pt>
                <c:pt idx="220206">
                  <c:v>k5506</c:v>
                </c:pt>
                <c:pt idx="220157">
                  <c:v>k5507</c:v>
                </c:pt>
                <c:pt idx="220108">
                  <c:v>k5508</c:v>
                </c:pt>
                <c:pt idx="220059">
                  <c:v>k5509</c:v>
                </c:pt>
                <c:pt idx="220010">
                  <c:v>k5510</c:v>
                </c:pt>
                <c:pt idx="219961">
                  <c:v>k5511</c:v>
                </c:pt>
                <c:pt idx="219912">
                  <c:v>k5512</c:v>
                </c:pt>
                <c:pt idx="219863">
                  <c:v>k5513</c:v>
                </c:pt>
                <c:pt idx="219814">
                  <c:v>k5514</c:v>
                </c:pt>
                <c:pt idx="219765">
                  <c:v>k5515</c:v>
                </c:pt>
                <c:pt idx="219716">
                  <c:v>k5516</c:v>
                </c:pt>
                <c:pt idx="219667">
                  <c:v>k5517</c:v>
                </c:pt>
                <c:pt idx="219618">
                  <c:v>k5518</c:v>
                </c:pt>
                <c:pt idx="219569">
                  <c:v>k5519</c:v>
                </c:pt>
                <c:pt idx="219520">
                  <c:v>k5520</c:v>
                </c:pt>
                <c:pt idx="219471">
                  <c:v>k5521</c:v>
                </c:pt>
                <c:pt idx="219422">
                  <c:v>k5522</c:v>
                </c:pt>
                <c:pt idx="219373">
                  <c:v>k5523</c:v>
                </c:pt>
                <c:pt idx="219324">
                  <c:v>k5524</c:v>
                </c:pt>
                <c:pt idx="219275">
                  <c:v>k5525</c:v>
                </c:pt>
                <c:pt idx="219226">
                  <c:v>k5526</c:v>
                </c:pt>
                <c:pt idx="219177">
                  <c:v>k5527</c:v>
                </c:pt>
                <c:pt idx="219128">
                  <c:v>k5528</c:v>
                </c:pt>
                <c:pt idx="219079">
                  <c:v>k5529</c:v>
                </c:pt>
                <c:pt idx="219030">
                  <c:v>k5530</c:v>
                </c:pt>
                <c:pt idx="218981">
                  <c:v>k5531</c:v>
                </c:pt>
                <c:pt idx="218932">
                  <c:v>k5532</c:v>
                </c:pt>
                <c:pt idx="218883">
                  <c:v>k5533</c:v>
                </c:pt>
                <c:pt idx="218834">
                  <c:v>k5534</c:v>
                </c:pt>
                <c:pt idx="218785">
                  <c:v>k5535</c:v>
                </c:pt>
                <c:pt idx="218736">
                  <c:v>k5536</c:v>
                </c:pt>
                <c:pt idx="218687">
                  <c:v>k5537</c:v>
                </c:pt>
                <c:pt idx="218638">
                  <c:v>k5538</c:v>
                </c:pt>
                <c:pt idx="218589">
                  <c:v>k5539</c:v>
                </c:pt>
                <c:pt idx="218540">
                  <c:v>k5540</c:v>
                </c:pt>
                <c:pt idx="218491">
                  <c:v>k5541</c:v>
                </c:pt>
                <c:pt idx="218442">
                  <c:v>k5542</c:v>
                </c:pt>
                <c:pt idx="218393">
                  <c:v>k5543</c:v>
                </c:pt>
                <c:pt idx="218344">
                  <c:v>k5544</c:v>
                </c:pt>
                <c:pt idx="218295">
                  <c:v>k5545</c:v>
                </c:pt>
                <c:pt idx="218246">
                  <c:v>k5546</c:v>
                </c:pt>
                <c:pt idx="218197">
                  <c:v>k5547</c:v>
                </c:pt>
                <c:pt idx="218148">
                  <c:v>k5548</c:v>
                </c:pt>
                <c:pt idx="218099">
                  <c:v>k5549</c:v>
                </c:pt>
                <c:pt idx="218050">
                  <c:v>k5550</c:v>
                </c:pt>
                <c:pt idx="218001">
                  <c:v>k5551</c:v>
                </c:pt>
                <c:pt idx="217952">
                  <c:v>k5552</c:v>
                </c:pt>
                <c:pt idx="217903">
                  <c:v>k5553</c:v>
                </c:pt>
                <c:pt idx="217854">
                  <c:v>k5554</c:v>
                </c:pt>
                <c:pt idx="217805">
                  <c:v>k5555</c:v>
                </c:pt>
                <c:pt idx="217756">
                  <c:v>k5556</c:v>
                </c:pt>
                <c:pt idx="217707">
                  <c:v>k5557</c:v>
                </c:pt>
                <c:pt idx="217658">
                  <c:v>k5558</c:v>
                </c:pt>
                <c:pt idx="217609">
                  <c:v>k5559</c:v>
                </c:pt>
                <c:pt idx="217560">
                  <c:v>k5560</c:v>
                </c:pt>
                <c:pt idx="217511">
                  <c:v>k5561</c:v>
                </c:pt>
                <c:pt idx="217462">
                  <c:v>k5562</c:v>
                </c:pt>
                <c:pt idx="217413">
                  <c:v>k5563</c:v>
                </c:pt>
                <c:pt idx="217364">
                  <c:v>k5564</c:v>
                </c:pt>
                <c:pt idx="217315">
                  <c:v>k5565</c:v>
                </c:pt>
                <c:pt idx="217266">
                  <c:v>k5566</c:v>
                </c:pt>
                <c:pt idx="217217">
                  <c:v>k5567</c:v>
                </c:pt>
                <c:pt idx="217168">
                  <c:v>k5568</c:v>
                </c:pt>
                <c:pt idx="217119">
                  <c:v>k5569</c:v>
                </c:pt>
                <c:pt idx="217070">
                  <c:v>k5570</c:v>
                </c:pt>
                <c:pt idx="217021">
                  <c:v>k5571</c:v>
                </c:pt>
                <c:pt idx="216972">
                  <c:v>k5572</c:v>
                </c:pt>
                <c:pt idx="216923">
                  <c:v>k5573</c:v>
                </c:pt>
                <c:pt idx="216874">
                  <c:v>k5574</c:v>
                </c:pt>
                <c:pt idx="216825">
                  <c:v>k5575</c:v>
                </c:pt>
                <c:pt idx="216776">
                  <c:v>k5576</c:v>
                </c:pt>
                <c:pt idx="216727">
                  <c:v>k5577</c:v>
                </c:pt>
                <c:pt idx="216678">
                  <c:v>k5578</c:v>
                </c:pt>
                <c:pt idx="216629">
                  <c:v>k5579</c:v>
                </c:pt>
                <c:pt idx="216580">
                  <c:v>k5580</c:v>
                </c:pt>
                <c:pt idx="216531">
                  <c:v>k5581</c:v>
                </c:pt>
                <c:pt idx="216482">
                  <c:v>k5582</c:v>
                </c:pt>
                <c:pt idx="216433">
                  <c:v>k5583</c:v>
                </c:pt>
                <c:pt idx="216384">
                  <c:v>k5584</c:v>
                </c:pt>
                <c:pt idx="216335">
                  <c:v>k5585</c:v>
                </c:pt>
                <c:pt idx="216286">
                  <c:v>k5586</c:v>
                </c:pt>
                <c:pt idx="216237">
                  <c:v>k5587</c:v>
                </c:pt>
                <c:pt idx="216188">
                  <c:v>k5588</c:v>
                </c:pt>
                <c:pt idx="216139">
                  <c:v>k5589</c:v>
                </c:pt>
                <c:pt idx="216090">
                  <c:v>k5590</c:v>
                </c:pt>
                <c:pt idx="216041">
                  <c:v>k5591</c:v>
                </c:pt>
                <c:pt idx="215992">
                  <c:v>k5592</c:v>
                </c:pt>
                <c:pt idx="215943">
                  <c:v>k5593</c:v>
                </c:pt>
                <c:pt idx="215894">
                  <c:v>k5594</c:v>
                </c:pt>
                <c:pt idx="215845">
                  <c:v>k5595</c:v>
                </c:pt>
                <c:pt idx="215796">
                  <c:v>k5596</c:v>
                </c:pt>
                <c:pt idx="215747">
                  <c:v>k5597</c:v>
                </c:pt>
                <c:pt idx="215698">
                  <c:v>k5598</c:v>
                </c:pt>
                <c:pt idx="215649">
                  <c:v>k5599</c:v>
                </c:pt>
                <c:pt idx="215600">
                  <c:v>k5600</c:v>
                </c:pt>
                <c:pt idx="215551">
                  <c:v>k5601</c:v>
                </c:pt>
                <c:pt idx="215502">
                  <c:v>k5602</c:v>
                </c:pt>
                <c:pt idx="215453">
                  <c:v>k5603</c:v>
                </c:pt>
                <c:pt idx="215404">
                  <c:v>k5604</c:v>
                </c:pt>
                <c:pt idx="215355">
                  <c:v>k5605</c:v>
                </c:pt>
                <c:pt idx="215306">
                  <c:v>k5606</c:v>
                </c:pt>
                <c:pt idx="215257">
                  <c:v>k5607</c:v>
                </c:pt>
                <c:pt idx="215208">
                  <c:v>k5608</c:v>
                </c:pt>
                <c:pt idx="215159">
                  <c:v>k5609</c:v>
                </c:pt>
                <c:pt idx="215110">
                  <c:v>k5610</c:v>
                </c:pt>
                <c:pt idx="215061">
                  <c:v>k5611</c:v>
                </c:pt>
                <c:pt idx="215012">
                  <c:v>k5612</c:v>
                </c:pt>
                <c:pt idx="214963">
                  <c:v>k5613</c:v>
                </c:pt>
                <c:pt idx="214914">
                  <c:v>k5614</c:v>
                </c:pt>
                <c:pt idx="214865">
                  <c:v>k5615</c:v>
                </c:pt>
                <c:pt idx="214816">
                  <c:v>k5616</c:v>
                </c:pt>
                <c:pt idx="214767">
                  <c:v>k5617</c:v>
                </c:pt>
                <c:pt idx="214718">
                  <c:v>k5618</c:v>
                </c:pt>
                <c:pt idx="214669">
                  <c:v>k5619</c:v>
                </c:pt>
                <c:pt idx="214620">
                  <c:v>k5620</c:v>
                </c:pt>
                <c:pt idx="214571">
                  <c:v>k5621</c:v>
                </c:pt>
                <c:pt idx="214522">
                  <c:v>k5622</c:v>
                </c:pt>
                <c:pt idx="214473">
                  <c:v>k5623</c:v>
                </c:pt>
                <c:pt idx="214424">
                  <c:v>k5624</c:v>
                </c:pt>
                <c:pt idx="214375">
                  <c:v>k5625</c:v>
                </c:pt>
                <c:pt idx="214326">
                  <c:v>k5626</c:v>
                </c:pt>
                <c:pt idx="214277">
                  <c:v>k5627</c:v>
                </c:pt>
                <c:pt idx="214228">
                  <c:v>k5628</c:v>
                </c:pt>
                <c:pt idx="214179">
                  <c:v>k5629</c:v>
                </c:pt>
                <c:pt idx="214130">
                  <c:v>k5630</c:v>
                </c:pt>
                <c:pt idx="214081">
                  <c:v>k5631</c:v>
                </c:pt>
                <c:pt idx="214032">
                  <c:v>k5632</c:v>
                </c:pt>
                <c:pt idx="213983">
                  <c:v>k5633</c:v>
                </c:pt>
                <c:pt idx="213934">
                  <c:v>k5634</c:v>
                </c:pt>
                <c:pt idx="213885">
                  <c:v>k5635</c:v>
                </c:pt>
                <c:pt idx="213836">
                  <c:v>k5636</c:v>
                </c:pt>
                <c:pt idx="213787">
                  <c:v>k5637</c:v>
                </c:pt>
                <c:pt idx="213738">
                  <c:v>k5638</c:v>
                </c:pt>
                <c:pt idx="213689">
                  <c:v>k5639</c:v>
                </c:pt>
                <c:pt idx="213640">
                  <c:v>k5640</c:v>
                </c:pt>
                <c:pt idx="213591">
                  <c:v>k5641</c:v>
                </c:pt>
                <c:pt idx="213542">
                  <c:v>k5642</c:v>
                </c:pt>
                <c:pt idx="213493">
                  <c:v>k5643</c:v>
                </c:pt>
                <c:pt idx="213444">
                  <c:v>k5644</c:v>
                </c:pt>
                <c:pt idx="213395">
                  <c:v>k5645</c:v>
                </c:pt>
                <c:pt idx="213346">
                  <c:v>k5646</c:v>
                </c:pt>
                <c:pt idx="213297">
                  <c:v>k5647</c:v>
                </c:pt>
                <c:pt idx="213248">
                  <c:v>k5648</c:v>
                </c:pt>
                <c:pt idx="213199">
                  <c:v>k5649</c:v>
                </c:pt>
                <c:pt idx="213150">
                  <c:v>k5650</c:v>
                </c:pt>
                <c:pt idx="213101">
                  <c:v>k5651</c:v>
                </c:pt>
                <c:pt idx="213052">
                  <c:v>k5652</c:v>
                </c:pt>
                <c:pt idx="213003">
                  <c:v>k5653</c:v>
                </c:pt>
                <c:pt idx="212954">
                  <c:v>k5654</c:v>
                </c:pt>
                <c:pt idx="212905">
                  <c:v>k5655</c:v>
                </c:pt>
                <c:pt idx="212856">
                  <c:v>k5656</c:v>
                </c:pt>
                <c:pt idx="212807">
                  <c:v>k5657</c:v>
                </c:pt>
                <c:pt idx="212758">
                  <c:v>k5658</c:v>
                </c:pt>
                <c:pt idx="212709">
                  <c:v>k5659</c:v>
                </c:pt>
                <c:pt idx="212660">
                  <c:v>k5660</c:v>
                </c:pt>
                <c:pt idx="212611">
                  <c:v>k5661</c:v>
                </c:pt>
                <c:pt idx="212562">
                  <c:v>k5662</c:v>
                </c:pt>
                <c:pt idx="212513">
                  <c:v>k5663</c:v>
                </c:pt>
                <c:pt idx="212464">
                  <c:v>k5664</c:v>
                </c:pt>
                <c:pt idx="212415">
                  <c:v>k5665</c:v>
                </c:pt>
                <c:pt idx="212366">
                  <c:v>k5666</c:v>
                </c:pt>
                <c:pt idx="212317">
                  <c:v>k5667</c:v>
                </c:pt>
                <c:pt idx="212268">
                  <c:v>k5668</c:v>
                </c:pt>
                <c:pt idx="212219">
                  <c:v>k5669</c:v>
                </c:pt>
                <c:pt idx="212170">
                  <c:v>k5670</c:v>
                </c:pt>
                <c:pt idx="212121">
                  <c:v>k5671</c:v>
                </c:pt>
                <c:pt idx="212072">
                  <c:v>k5672</c:v>
                </c:pt>
                <c:pt idx="212023">
                  <c:v>k5673</c:v>
                </c:pt>
                <c:pt idx="211974">
                  <c:v>k5674</c:v>
                </c:pt>
                <c:pt idx="211925">
                  <c:v>k5675</c:v>
                </c:pt>
                <c:pt idx="211876">
                  <c:v>k5676</c:v>
                </c:pt>
                <c:pt idx="211827">
                  <c:v>k5677</c:v>
                </c:pt>
                <c:pt idx="211778">
                  <c:v>k5678</c:v>
                </c:pt>
                <c:pt idx="211729">
                  <c:v>k5679</c:v>
                </c:pt>
                <c:pt idx="211680">
                  <c:v>k5680</c:v>
                </c:pt>
                <c:pt idx="211631">
                  <c:v>k5681</c:v>
                </c:pt>
                <c:pt idx="211582">
                  <c:v>k5682</c:v>
                </c:pt>
                <c:pt idx="211533">
                  <c:v>k5683</c:v>
                </c:pt>
                <c:pt idx="211484">
                  <c:v>k5684</c:v>
                </c:pt>
                <c:pt idx="211435">
                  <c:v>k5685</c:v>
                </c:pt>
                <c:pt idx="211386">
                  <c:v>k5686</c:v>
                </c:pt>
                <c:pt idx="211337">
                  <c:v>k5687</c:v>
                </c:pt>
                <c:pt idx="211288">
                  <c:v>k5688</c:v>
                </c:pt>
                <c:pt idx="211239">
                  <c:v>k5689</c:v>
                </c:pt>
                <c:pt idx="211190">
                  <c:v>k5690</c:v>
                </c:pt>
                <c:pt idx="211141">
                  <c:v>k5691</c:v>
                </c:pt>
                <c:pt idx="211092">
                  <c:v>k5692</c:v>
                </c:pt>
                <c:pt idx="211043">
                  <c:v>k5693</c:v>
                </c:pt>
                <c:pt idx="210994">
                  <c:v>k5694</c:v>
                </c:pt>
                <c:pt idx="210945">
                  <c:v>k5695</c:v>
                </c:pt>
                <c:pt idx="210896">
                  <c:v>k5696</c:v>
                </c:pt>
                <c:pt idx="210847">
                  <c:v>k5697</c:v>
                </c:pt>
                <c:pt idx="210798">
                  <c:v>k5698</c:v>
                </c:pt>
                <c:pt idx="210749">
                  <c:v>k5699</c:v>
                </c:pt>
                <c:pt idx="210700">
                  <c:v>k5700</c:v>
                </c:pt>
                <c:pt idx="210651">
                  <c:v>k5701</c:v>
                </c:pt>
                <c:pt idx="210602">
                  <c:v>k5702</c:v>
                </c:pt>
                <c:pt idx="210553">
                  <c:v>k5703</c:v>
                </c:pt>
                <c:pt idx="210504">
                  <c:v>k5704</c:v>
                </c:pt>
                <c:pt idx="210455">
                  <c:v>k5705</c:v>
                </c:pt>
                <c:pt idx="210406">
                  <c:v>k5706</c:v>
                </c:pt>
                <c:pt idx="210357">
                  <c:v>k5707</c:v>
                </c:pt>
                <c:pt idx="210308">
                  <c:v>k5708</c:v>
                </c:pt>
                <c:pt idx="210259">
                  <c:v>k5709</c:v>
                </c:pt>
                <c:pt idx="210210">
                  <c:v>k5710</c:v>
                </c:pt>
                <c:pt idx="210161">
                  <c:v>k5711</c:v>
                </c:pt>
                <c:pt idx="210112">
                  <c:v>k5712</c:v>
                </c:pt>
                <c:pt idx="210063">
                  <c:v>k5713</c:v>
                </c:pt>
                <c:pt idx="210014">
                  <c:v>k5714</c:v>
                </c:pt>
                <c:pt idx="209965">
                  <c:v>k5715</c:v>
                </c:pt>
                <c:pt idx="209916">
                  <c:v>k5716</c:v>
                </c:pt>
                <c:pt idx="209867">
                  <c:v>k5717</c:v>
                </c:pt>
                <c:pt idx="209818">
                  <c:v>k5718</c:v>
                </c:pt>
                <c:pt idx="209769">
                  <c:v>k5719</c:v>
                </c:pt>
                <c:pt idx="209720">
                  <c:v>k5720</c:v>
                </c:pt>
                <c:pt idx="209671">
                  <c:v>k5721</c:v>
                </c:pt>
                <c:pt idx="209622">
                  <c:v>k5722</c:v>
                </c:pt>
                <c:pt idx="209573">
                  <c:v>k5723</c:v>
                </c:pt>
                <c:pt idx="209524">
                  <c:v>k5724</c:v>
                </c:pt>
                <c:pt idx="209475">
                  <c:v>k5725</c:v>
                </c:pt>
                <c:pt idx="209426">
                  <c:v>k5726</c:v>
                </c:pt>
                <c:pt idx="209377">
                  <c:v>k5727</c:v>
                </c:pt>
                <c:pt idx="209328">
                  <c:v>k5728</c:v>
                </c:pt>
                <c:pt idx="209279">
                  <c:v>k5729</c:v>
                </c:pt>
                <c:pt idx="209230">
                  <c:v>k5730</c:v>
                </c:pt>
                <c:pt idx="209181">
                  <c:v>k5731</c:v>
                </c:pt>
                <c:pt idx="209132">
                  <c:v>k5732</c:v>
                </c:pt>
                <c:pt idx="209083">
                  <c:v>k5733</c:v>
                </c:pt>
                <c:pt idx="209034">
                  <c:v>k5734</c:v>
                </c:pt>
                <c:pt idx="208985">
                  <c:v>k5735</c:v>
                </c:pt>
                <c:pt idx="208936">
                  <c:v>k5736</c:v>
                </c:pt>
                <c:pt idx="208887">
                  <c:v>k5737</c:v>
                </c:pt>
                <c:pt idx="208838">
                  <c:v>k5738</c:v>
                </c:pt>
                <c:pt idx="208789">
                  <c:v>k5739</c:v>
                </c:pt>
                <c:pt idx="208740">
                  <c:v>k5740</c:v>
                </c:pt>
                <c:pt idx="208691">
                  <c:v>k5741</c:v>
                </c:pt>
                <c:pt idx="208642">
                  <c:v>k5742</c:v>
                </c:pt>
                <c:pt idx="208593">
                  <c:v>k5743</c:v>
                </c:pt>
                <c:pt idx="208544">
                  <c:v>k5744</c:v>
                </c:pt>
                <c:pt idx="208495">
                  <c:v>k5745</c:v>
                </c:pt>
                <c:pt idx="208446">
                  <c:v>k5746</c:v>
                </c:pt>
                <c:pt idx="208397">
                  <c:v>k5747</c:v>
                </c:pt>
                <c:pt idx="208348">
                  <c:v>k5748</c:v>
                </c:pt>
                <c:pt idx="208299">
                  <c:v>k5749</c:v>
                </c:pt>
                <c:pt idx="208250">
                  <c:v>k5750</c:v>
                </c:pt>
                <c:pt idx="208201">
                  <c:v>k5751</c:v>
                </c:pt>
                <c:pt idx="208152">
                  <c:v>k5752</c:v>
                </c:pt>
                <c:pt idx="208103">
                  <c:v>k5753</c:v>
                </c:pt>
                <c:pt idx="208054">
                  <c:v>k5754</c:v>
                </c:pt>
                <c:pt idx="208005">
                  <c:v>k5755</c:v>
                </c:pt>
                <c:pt idx="207956">
                  <c:v>k5756</c:v>
                </c:pt>
                <c:pt idx="207907">
                  <c:v>k5757</c:v>
                </c:pt>
                <c:pt idx="207858">
                  <c:v>k5758</c:v>
                </c:pt>
                <c:pt idx="207809">
                  <c:v>k5759</c:v>
                </c:pt>
                <c:pt idx="207760">
                  <c:v>k5760</c:v>
                </c:pt>
                <c:pt idx="207711">
                  <c:v>k5761</c:v>
                </c:pt>
                <c:pt idx="207662">
                  <c:v>k5762</c:v>
                </c:pt>
                <c:pt idx="207613">
                  <c:v>k5763</c:v>
                </c:pt>
                <c:pt idx="207564">
                  <c:v>k5764</c:v>
                </c:pt>
                <c:pt idx="207515">
                  <c:v>k5765</c:v>
                </c:pt>
                <c:pt idx="207466">
                  <c:v>k5766</c:v>
                </c:pt>
                <c:pt idx="207417">
                  <c:v>k5767</c:v>
                </c:pt>
                <c:pt idx="207368">
                  <c:v>k5768</c:v>
                </c:pt>
                <c:pt idx="207319">
                  <c:v>k5769</c:v>
                </c:pt>
                <c:pt idx="207270">
                  <c:v>k5770</c:v>
                </c:pt>
                <c:pt idx="207221">
                  <c:v>k5771</c:v>
                </c:pt>
                <c:pt idx="207172">
                  <c:v>k5772</c:v>
                </c:pt>
                <c:pt idx="207123">
                  <c:v>k5773</c:v>
                </c:pt>
                <c:pt idx="207074">
                  <c:v>k5774</c:v>
                </c:pt>
                <c:pt idx="207025">
                  <c:v>k5775</c:v>
                </c:pt>
                <c:pt idx="206976">
                  <c:v>k5776</c:v>
                </c:pt>
                <c:pt idx="206927">
                  <c:v>k5777</c:v>
                </c:pt>
                <c:pt idx="206878">
                  <c:v>k5778</c:v>
                </c:pt>
                <c:pt idx="206829">
                  <c:v>k5779</c:v>
                </c:pt>
                <c:pt idx="206780">
                  <c:v>k5780</c:v>
                </c:pt>
                <c:pt idx="206731">
                  <c:v>k5781</c:v>
                </c:pt>
                <c:pt idx="206682">
                  <c:v>k5782</c:v>
                </c:pt>
                <c:pt idx="206633">
                  <c:v>k5783</c:v>
                </c:pt>
                <c:pt idx="206584">
                  <c:v>k5784</c:v>
                </c:pt>
                <c:pt idx="206535">
                  <c:v>k5785</c:v>
                </c:pt>
                <c:pt idx="206486">
                  <c:v>k5786</c:v>
                </c:pt>
                <c:pt idx="206437">
                  <c:v>k5787</c:v>
                </c:pt>
                <c:pt idx="206388">
                  <c:v>k5788</c:v>
                </c:pt>
                <c:pt idx="206339">
                  <c:v>k5789</c:v>
                </c:pt>
                <c:pt idx="206290">
                  <c:v>k5790</c:v>
                </c:pt>
                <c:pt idx="206241">
                  <c:v>k5791</c:v>
                </c:pt>
                <c:pt idx="206192">
                  <c:v>k5792</c:v>
                </c:pt>
                <c:pt idx="206143">
                  <c:v>k5793</c:v>
                </c:pt>
                <c:pt idx="206094">
                  <c:v>k5794</c:v>
                </c:pt>
                <c:pt idx="206045">
                  <c:v>k5795</c:v>
                </c:pt>
                <c:pt idx="205996">
                  <c:v>k5796</c:v>
                </c:pt>
                <c:pt idx="205947">
                  <c:v>k5797</c:v>
                </c:pt>
                <c:pt idx="205898">
                  <c:v>k5798</c:v>
                </c:pt>
                <c:pt idx="205849">
                  <c:v>k5799</c:v>
                </c:pt>
                <c:pt idx="205800">
                  <c:v>k5800</c:v>
                </c:pt>
                <c:pt idx="205751">
                  <c:v>k5801</c:v>
                </c:pt>
                <c:pt idx="205702">
                  <c:v>k5802</c:v>
                </c:pt>
                <c:pt idx="205653">
                  <c:v>k5803</c:v>
                </c:pt>
                <c:pt idx="205604">
                  <c:v>k5804</c:v>
                </c:pt>
                <c:pt idx="205555">
                  <c:v>k5805</c:v>
                </c:pt>
                <c:pt idx="205506">
                  <c:v>k5806</c:v>
                </c:pt>
                <c:pt idx="205457">
                  <c:v>k5807</c:v>
                </c:pt>
                <c:pt idx="205408">
                  <c:v>k5808</c:v>
                </c:pt>
                <c:pt idx="205359">
                  <c:v>k5809</c:v>
                </c:pt>
                <c:pt idx="205310">
                  <c:v>k5810</c:v>
                </c:pt>
                <c:pt idx="205261">
                  <c:v>k5811</c:v>
                </c:pt>
                <c:pt idx="205212">
                  <c:v>k5812</c:v>
                </c:pt>
                <c:pt idx="205163">
                  <c:v>k5813</c:v>
                </c:pt>
                <c:pt idx="205114">
                  <c:v>k5814</c:v>
                </c:pt>
                <c:pt idx="205065">
                  <c:v>k5815</c:v>
                </c:pt>
                <c:pt idx="205016">
                  <c:v>k5816</c:v>
                </c:pt>
                <c:pt idx="204967">
                  <c:v>k5817</c:v>
                </c:pt>
                <c:pt idx="204918">
                  <c:v>k5818</c:v>
                </c:pt>
                <c:pt idx="204869">
                  <c:v>k5819</c:v>
                </c:pt>
                <c:pt idx="204820">
                  <c:v>k5820</c:v>
                </c:pt>
                <c:pt idx="204771">
                  <c:v>k5821</c:v>
                </c:pt>
                <c:pt idx="204722">
                  <c:v>k5822</c:v>
                </c:pt>
                <c:pt idx="204673">
                  <c:v>k5823</c:v>
                </c:pt>
                <c:pt idx="204624">
                  <c:v>k5824</c:v>
                </c:pt>
                <c:pt idx="204575">
                  <c:v>k5825</c:v>
                </c:pt>
                <c:pt idx="204526">
                  <c:v>k5826</c:v>
                </c:pt>
                <c:pt idx="204477">
                  <c:v>k5827</c:v>
                </c:pt>
                <c:pt idx="204428">
                  <c:v>k5828</c:v>
                </c:pt>
                <c:pt idx="204379">
                  <c:v>k5829</c:v>
                </c:pt>
                <c:pt idx="204330">
                  <c:v>k5830</c:v>
                </c:pt>
                <c:pt idx="204281">
                  <c:v>k5831</c:v>
                </c:pt>
                <c:pt idx="204232">
                  <c:v>k5832</c:v>
                </c:pt>
                <c:pt idx="204183">
                  <c:v>k5833</c:v>
                </c:pt>
                <c:pt idx="204134">
                  <c:v>k5834</c:v>
                </c:pt>
                <c:pt idx="204085">
                  <c:v>k5835</c:v>
                </c:pt>
                <c:pt idx="204036">
                  <c:v>k5836</c:v>
                </c:pt>
                <c:pt idx="203987">
                  <c:v>k5837</c:v>
                </c:pt>
                <c:pt idx="203938">
                  <c:v>k5838</c:v>
                </c:pt>
                <c:pt idx="203889">
                  <c:v>k5839</c:v>
                </c:pt>
                <c:pt idx="203840">
                  <c:v>k5840</c:v>
                </c:pt>
                <c:pt idx="203791">
                  <c:v>k5841</c:v>
                </c:pt>
                <c:pt idx="203742">
                  <c:v>k5842</c:v>
                </c:pt>
                <c:pt idx="203693">
                  <c:v>k5843</c:v>
                </c:pt>
                <c:pt idx="203644">
                  <c:v>k5844</c:v>
                </c:pt>
                <c:pt idx="203595">
                  <c:v>k5845</c:v>
                </c:pt>
                <c:pt idx="203546">
                  <c:v>k5846</c:v>
                </c:pt>
                <c:pt idx="203497">
                  <c:v>k5847</c:v>
                </c:pt>
                <c:pt idx="203448">
                  <c:v>k5848</c:v>
                </c:pt>
                <c:pt idx="203399">
                  <c:v>k5849</c:v>
                </c:pt>
                <c:pt idx="203350">
                  <c:v>k5850</c:v>
                </c:pt>
                <c:pt idx="203301">
                  <c:v>k5851</c:v>
                </c:pt>
                <c:pt idx="203252">
                  <c:v>k5852</c:v>
                </c:pt>
                <c:pt idx="203203">
                  <c:v>k5853</c:v>
                </c:pt>
                <c:pt idx="203154">
                  <c:v>k5854</c:v>
                </c:pt>
                <c:pt idx="203105">
                  <c:v>k5855</c:v>
                </c:pt>
                <c:pt idx="203056">
                  <c:v>k5856</c:v>
                </c:pt>
                <c:pt idx="203007">
                  <c:v>k5857</c:v>
                </c:pt>
                <c:pt idx="202958">
                  <c:v>k5858</c:v>
                </c:pt>
                <c:pt idx="202909">
                  <c:v>k5859</c:v>
                </c:pt>
                <c:pt idx="202860">
                  <c:v>k5860</c:v>
                </c:pt>
                <c:pt idx="202811">
                  <c:v>k5861</c:v>
                </c:pt>
                <c:pt idx="202762">
                  <c:v>k5862</c:v>
                </c:pt>
                <c:pt idx="202713">
                  <c:v>k5863</c:v>
                </c:pt>
                <c:pt idx="202664">
                  <c:v>k5864</c:v>
                </c:pt>
                <c:pt idx="202615">
                  <c:v>k5865</c:v>
                </c:pt>
                <c:pt idx="202566">
                  <c:v>k5866</c:v>
                </c:pt>
                <c:pt idx="202517">
                  <c:v>k5867</c:v>
                </c:pt>
                <c:pt idx="202468">
                  <c:v>k5868</c:v>
                </c:pt>
                <c:pt idx="202419">
                  <c:v>k5869</c:v>
                </c:pt>
                <c:pt idx="202370">
                  <c:v>k5870</c:v>
                </c:pt>
                <c:pt idx="202321">
                  <c:v>k5871</c:v>
                </c:pt>
                <c:pt idx="202272">
                  <c:v>k5872</c:v>
                </c:pt>
                <c:pt idx="202223">
                  <c:v>k5873</c:v>
                </c:pt>
                <c:pt idx="202174">
                  <c:v>k5874</c:v>
                </c:pt>
                <c:pt idx="202125">
                  <c:v>k5875</c:v>
                </c:pt>
                <c:pt idx="202076">
                  <c:v>k5876</c:v>
                </c:pt>
                <c:pt idx="202027">
                  <c:v>k5877</c:v>
                </c:pt>
                <c:pt idx="201978">
                  <c:v>k5878</c:v>
                </c:pt>
                <c:pt idx="201929">
                  <c:v>k5879</c:v>
                </c:pt>
                <c:pt idx="201880">
                  <c:v>k5880</c:v>
                </c:pt>
                <c:pt idx="201831">
                  <c:v>k5881</c:v>
                </c:pt>
                <c:pt idx="201782">
                  <c:v>k5882</c:v>
                </c:pt>
                <c:pt idx="201733">
                  <c:v>k5883</c:v>
                </c:pt>
                <c:pt idx="201684">
                  <c:v>k5884</c:v>
                </c:pt>
                <c:pt idx="201635">
                  <c:v>k5885</c:v>
                </c:pt>
                <c:pt idx="201586">
                  <c:v>k5886</c:v>
                </c:pt>
                <c:pt idx="201537">
                  <c:v>k5887</c:v>
                </c:pt>
                <c:pt idx="201488">
                  <c:v>k5888</c:v>
                </c:pt>
                <c:pt idx="201439">
                  <c:v>k5889</c:v>
                </c:pt>
                <c:pt idx="201390">
                  <c:v>k5890</c:v>
                </c:pt>
                <c:pt idx="201341">
                  <c:v>k5891</c:v>
                </c:pt>
                <c:pt idx="201292">
                  <c:v>k5892</c:v>
                </c:pt>
                <c:pt idx="201243">
                  <c:v>k5893</c:v>
                </c:pt>
                <c:pt idx="201194">
                  <c:v>k5894</c:v>
                </c:pt>
                <c:pt idx="201145">
                  <c:v>k5895</c:v>
                </c:pt>
                <c:pt idx="201096">
                  <c:v>k5896</c:v>
                </c:pt>
                <c:pt idx="201047">
                  <c:v>k5897</c:v>
                </c:pt>
                <c:pt idx="200998">
                  <c:v>k5898</c:v>
                </c:pt>
                <c:pt idx="200949">
                  <c:v>k5899</c:v>
                </c:pt>
                <c:pt idx="200900">
                  <c:v>k5900</c:v>
                </c:pt>
                <c:pt idx="200851">
                  <c:v>k5901</c:v>
                </c:pt>
                <c:pt idx="200802">
                  <c:v>k5902</c:v>
                </c:pt>
                <c:pt idx="200753">
                  <c:v>k5903</c:v>
                </c:pt>
                <c:pt idx="200704">
                  <c:v>k5904</c:v>
                </c:pt>
                <c:pt idx="200655">
                  <c:v>k5905</c:v>
                </c:pt>
                <c:pt idx="200606">
                  <c:v>k5906</c:v>
                </c:pt>
                <c:pt idx="200557">
                  <c:v>k5907</c:v>
                </c:pt>
                <c:pt idx="200508">
                  <c:v>k5908</c:v>
                </c:pt>
                <c:pt idx="200459">
                  <c:v>k5909</c:v>
                </c:pt>
                <c:pt idx="200410">
                  <c:v>k5910</c:v>
                </c:pt>
                <c:pt idx="200361">
                  <c:v>k5911</c:v>
                </c:pt>
                <c:pt idx="200312">
                  <c:v>k5912</c:v>
                </c:pt>
                <c:pt idx="200263">
                  <c:v>k5913</c:v>
                </c:pt>
                <c:pt idx="200214">
                  <c:v>k5914</c:v>
                </c:pt>
                <c:pt idx="200165">
                  <c:v>k5915</c:v>
                </c:pt>
                <c:pt idx="200116">
                  <c:v>k5916</c:v>
                </c:pt>
                <c:pt idx="200067">
                  <c:v>k5917</c:v>
                </c:pt>
                <c:pt idx="200018">
                  <c:v>k5918</c:v>
                </c:pt>
                <c:pt idx="199969">
                  <c:v>k5919</c:v>
                </c:pt>
                <c:pt idx="199920">
                  <c:v>k5920</c:v>
                </c:pt>
                <c:pt idx="199871">
                  <c:v>k5921</c:v>
                </c:pt>
                <c:pt idx="199822">
                  <c:v>k5922</c:v>
                </c:pt>
                <c:pt idx="199773">
                  <c:v>k5923</c:v>
                </c:pt>
                <c:pt idx="199724">
                  <c:v>k5924</c:v>
                </c:pt>
                <c:pt idx="199675">
                  <c:v>k5925</c:v>
                </c:pt>
                <c:pt idx="199626">
                  <c:v>k5926</c:v>
                </c:pt>
                <c:pt idx="199577">
                  <c:v>k5927</c:v>
                </c:pt>
                <c:pt idx="199528">
                  <c:v>k5928</c:v>
                </c:pt>
                <c:pt idx="199479">
                  <c:v>k5929</c:v>
                </c:pt>
                <c:pt idx="199430">
                  <c:v>k5930</c:v>
                </c:pt>
                <c:pt idx="199381">
                  <c:v>k5931</c:v>
                </c:pt>
                <c:pt idx="199332">
                  <c:v>k5932</c:v>
                </c:pt>
                <c:pt idx="199283">
                  <c:v>k5933</c:v>
                </c:pt>
                <c:pt idx="199234">
                  <c:v>k5934</c:v>
                </c:pt>
                <c:pt idx="199185">
                  <c:v>k5935</c:v>
                </c:pt>
                <c:pt idx="199136">
                  <c:v>k5936</c:v>
                </c:pt>
                <c:pt idx="199087">
                  <c:v>k5937</c:v>
                </c:pt>
                <c:pt idx="199038">
                  <c:v>k5938</c:v>
                </c:pt>
                <c:pt idx="198989">
                  <c:v>k5939</c:v>
                </c:pt>
                <c:pt idx="198940">
                  <c:v>k5940</c:v>
                </c:pt>
                <c:pt idx="198891">
                  <c:v>k5941</c:v>
                </c:pt>
                <c:pt idx="198842">
                  <c:v>k5942</c:v>
                </c:pt>
                <c:pt idx="198793">
                  <c:v>k5943</c:v>
                </c:pt>
                <c:pt idx="198744">
                  <c:v>k5944</c:v>
                </c:pt>
                <c:pt idx="198695">
                  <c:v>k5945</c:v>
                </c:pt>
                <c:pt idx="198646">
                  <c:v>k5946</c:v>
                </c:pt>
                <c:pt idx="198597">
                  <c:v>k5947</c:v>
                </c:pt>
                <c:pt idx="198548">
                  <c:v>k5948</c:v>
                </c:pt>
                <c:pt idx="198499">
                  <c:v>k5949</c:v>
                </c:pt>
                <c:pt idx="198450">
                  <c:v>k5950</c:v>
                </c:pt>
                <c:pt idx="198401">
                  <c:v>k5951</c:v>
                </c:pt>
                <c:pt idx="198352">
                  <c:v>k5952</c:v>
                </c:pt>
                <c:pt idx="198303">
                  <c:v>k5953</c:v>
                </c:pt>
                <c:pt idx="198254">
                  <c:v>k5954</c:v>
                </c:pt>
                <c:pt idx="198205">
                  <c:v>k5955</c:v>
                </c:pt>
                <c:pt idx="198156">
                  <c:v>k5956</c:v>
                </c:pt>
                <c:pt idx="198107">
                  <c:v>k5957</c:v>
                </c:pt>
                <c:pt idx="198058">
                  <c:v>k5958</c:v>
                </c:pt>
                <c:pt idx="198009">
                  <c:v>k5959</c:v>
                </c:pt>
                <c:pt idx="197960">
                  <c:v>k5960</c:v>
                </c:pt>
                <c:pt idx="197911">
                  <c:v>k5961</c:v>
                </c:pt>
                <c:pt idx="197862">
                  <c:v>k5962</c:v>
                </c:pt>
                <c:pt idx="197813">
                  <c:v>k5963</c:v>
                </c:pt>
                <c:pt idx="197764">
                  <c:v>k5964</c:v>
                </c:pt>
                <c:pt idx="197715">
                  <c:v>k5965</c:v>
                </c:pt>
                <c:pt idx="197666">
                  <c:v>k5966</c:v>
                </c:pt>
                <c:pt idx="197617">
                  <c:v>k5967</c:v>
                </c:pt>
                <c:pt idx="197568">
                  <c:v>k5968</c:v>
                </c:pt>
                <c:pt idx="197519">
                  <c:v>k5969</c:v>
                </c:pt>
                <c:pt idx="197470">
                  <c:v>k5970</c:v>
                </c:pt>
                <c:pt idx="197421">
                  <c:v>k5971</c:v>
                </c:pt>
                <c:pt idx="197372">
                  <c:v>k5972</c:v>
                </c:pt>
                <c:pt idx="197323">
                  <c:v>k5973</c:v>
                </c:pt>
                <c:pt idx="197274">
                  <c:v>k5974</c:v>
                </c:pt>
                <c:pt idx="197225">
                  <c:v>k5975</c:v>
                </c:pt>
                <c:pt idx="197176">
                  <c:v>k5976</c:v>
                </c:pt>
                <c:pt idx="197127">
                  <c:v>k5977</c:v>
                </c:pt>
                <c:pt idx="197078">
                  <c:v>k5978</c:v>
                </c:pt>
                <c:pt idx="197029">
                  <c:v>k5979</c:v>
                </c:pt>
                <c:pt idx="196980">
                  <c:v>k5980</c:v>
                </c:pt>
                <c:pt idx="196931">
                  <c:v>k5981</c:v>
                </c:pt>
                <c:pt idx="196882">
                  <c:v>k5982</c:v>
                </c:pt>
                <c:pt idx="196833">
                  <c:v>k5983</c:v>
                </c:pt>
                <c:pt idx="196784">
                  <c:v>k5984</c:v>
                </c:pt>
                <c:pt idx="196735">
                  <c:v>k5985</c:v>
                </c:pt>
                <c:pt idx="196686">
                  <c:v>k5986</c:v>
                </c:pt>
                <c:pt idx="196637">
                  <c:v>k5987</c:v>
                </c:pt>
                <c:pt idx="196588">
                  <c:v>k5988</c:v>
                </c:pt>
                <c:pt idx="196539">
                  <c:v>k5989</c:v>
                </c:pt>
                <c:pt idx="196490">
                  <c:v>k5990</c:v>
                </c:pt>
                <c:pt idx="196441">
                  <c:v>k5991</c:v>
                </c:pt>
                <c:pt idx="196392">
                  <c:v>k5992</c:v>
                </c:pt>
                <c:pt idx="196343">
                  <c:v>k5993</c:v>
                </c:pt>
                <c:pt idx="196294">
                  <c:v>k5994</c:v>
                </c:pt>
                <c:pt idx="196245">
                  <c:v>k5995</c:v>
                </c:pt>
                <c:pt idx="196196">
                  <c:v>k5996</c:v>
                </c:pt>
                <c:pt idx="196147">
                  <c:v>k5997</c:v>
                </c:pt>
                <c:pt idx="196098">
                  <c:v>k5998</c:v>
                </c:pt>
                <c:pt idx="196049">
                  <c:v>k5999</c:v>
                </c:pt>
                <c:pt idx="196000">
                  <c:v>k6000</c:v>
                </c:pt>
                <c:pt idx="195951">
                  <c:v>k6001</c:v>
                </c:pt>
                <c:pt idx="195902">
                  <c:v>k6002</c:v>
                </c:pt>
                <c:pt idx="195853">
                  <c:v>k6003</c:v>
                </c:pt>
                <c:pt idx="195804">
                  <c:v>k6004</c:v>
                </c:pt>
                <c:pt idx="195755">
                  <c:v>k6005</c:v>
                </c:pt>
                <c:pt idx="195706">
                  <c:v>k6006</c:v>
                </c:pt>
                <c:pt idx="195657">
                  <c:v>k6007</c:v>
                </c:pt>
                <c:pt idx="195608">
                  <c:v>k6008</c:v>
                </c:pt>
                <c:pt idx="195559">
                  <c:v>k6009</c:v>
                </c:pt>
                <c:pt idx="195510">
                  <c:v>k6010</c:v>
                </c:pt>
                <c:pt idx="195461">
                  <c:v>k6011</c:v>
                </c:pt>
                <c:pt idx="195412">
                  <c:v>k6012</c:v>
                </c:pt>
                <c:pt idx="195363">
                  <c:v>k6013</c:v>
                </c:pt>
                <c:pt idx="195314">
                  <c:v>k6014</c:v>
                </c:pt>
                <c:pt idx="195265">
                  <c:v>k6015</c:v>
                </c:pt>
                <c:pt idx="195216">
                  <c:v>k6016</c:v>
                </c:pt>
                <c:pt idx="195167">
                  <c:v>k6017</c:v>
                </c:pt>
                <c:pt idx="195118">
                  <c:v>k6018</c:v>
                </c:pt>
                <c:pt idx="195069">
                  <c:v>k6019</c:v>
                </c:pt>
                <c:pt idx="195020">
                  <c:v>k6020</c:v>
                </c:pt>
                <c:pt idx="194971">
                  <c:v>k6021</c:v>
                </c:pt>
                <c:pt idx="194922">
                  <c:v>k6022</c:v>
                </c:pt>
                <c:pt idx="194873">
                  <c:v>k6023</c:v>
                </c:pt>
                <c:pt idx="194824">
                  <c:v>k6024</c:v>
                </c:pt>
                <c:pt idx="194775">
                  <c:v>k6025</c:v>
                </c:pt>
                <c:pt idx="194726">
                  <c:v>k6026</c:v>
                </c:pt>
                <c:pt idx="194677">
                  <c:v>k6027</c:v>
                </c:pt>
                <c:pt idx="194628">
                  <c:v>k6028</c:v>
                </c:pt>
                <c:pt idx="194579">
                  <c:v>k6029</c:v>
                </c:pt>
                <c:pt idx="194530">
                  <c:v>k6030</c:v>
                </c:pt>
                <c:pt idx="194481">
                  <c:v>k6031</c:v>
                </c:pt>
                <c:pt idx="194432">
                  <c:v>k6032</c:v>
                </c:pt>
                <c:pt idx="194383">
                  <c:v>k6033</c:v>
                </c:pt>
                <c:pt idx="194334">
                  <c:v>k6034</c:v>
                </c:pt>
                <c:pt idx="194285">
                  <c:v>k6035</c:v>
                </c:pt>
                <c:pt idx="194236">
                  <c:v>k6036</c:v>
                </c:pt>
                <c:pt idx="194187">
                  <c:v>k6037</c:v>
                </c:pt>
                <c:pt idx="194138">
                  <c:v>k6038</c:v>
                </c:pt>
                <c:pt idx="194089">
                  <c:v>k6039</c:v>
                </c:pt>
                <c:pt idx="194040">
                  <c:v>k6040</c:v>
                </c:pt>
                <c:pt idx="193991">
                  <c:v>k6041</c:v>
                </c:pt>
                <c:pt idx="193942">
                  <c:v>k6042</c:v>
                </c:pt>
                <c:pt idx="193893">
                  <c:v>k6043</c:v>
                </c:pt>
                <c:pt idx="193844">
                  <c:v>k6044</c:v>
                </c:pt>
                <c:pt idx="193795">
                  <c:v>k6045</c:v>
                </c:pt>
                <c:pt idx="193746">
                  <c:v>k6046</c:v>
                </c:pt>
                <c:pt idx="193697">
                  <c:v>k6047</c:v>
                </c:pt>
                <c:pt idx="193648">
                  <c:v>k6048</c:v>
                </c:pt>
                <c:pt idx="193599">
                  <c:v>k6049</c:v>
                </c:pt>
                <c:pt idx="193550">
                  <c:v>k6050</c:v>
                </c:pt>
                <c:pt idx="193501">
                  <c:v>k6051</c:v>
                </c:pt>
                <c:pt idx="193452">
                  <c:v>k6052</c:v>
                </c:pt>
                <c:pt idx="193403">
                  <c:v>k6053</c:v>
                </c:pt>
                <c:pt idx="193354">
                  <c:v>k6054</c:v>
                </c:pt>
                <c:pt idx="193305">
                  <c:v>k6055</c:v>
                </c:pt>
                <c:pt idx="193256">
                  <c:v>k6056</c:v>
                </c:pt>
                <c:pt idx="193207">
                  <c:v>k6057</c:v>
                </c:pt>
                <c:pt idx="193158">
                  <c:v>k6058</c:v>
                </c:pt>
                <c:pt idx="193109">
                  <c:v>k6059</c:v>
                </c:pt>
                <c:pt idx="193060">
                  <c:v>k6060</c:v>
                </c:pt>
                <c:pt idx="193011">
                  <c:v>k6061</c:v>
                </c:pt>
                <c:pt idx="192962">
                  <c:v>k6062</c:v>
                </c:pt>
                <c:pt idx="192913">
                  <c:v>k6063</c:v>
                </c:pt>
                <c:pt idx="192864">
                  <c:v>k6064</c:v>
                </c:pt>
                <c:pt idx="192815">
                  <c:v>k6065</c:v>
                </c:pt>
                <c:pt idx="192766">
                  <c:v>k6066</c:v>
                </c:pt>
                <c:pt idx="192717">
                  <c:v>k6067</c:v>
                </c:pt>
                <c:pt idx="192668">
                  <c:v>k6068</c:v>
                </c:pt>
                <c:pt idx="192619">
                  <c:v>k6069</c:v>
                </c:pt>
                <c:pt idx="192570">
                  <c:v>k6070</c:v>
                </c:pt>
                <c:pt idx="192521">
                  <c:v>k6071</c:v>
                </c:pt>
                <c:pt idx="192472">
                  <c:v>k6072</c:v>
                </c:pt>
                <c:pt idx="192423">
                  <c:v>k6073</c:v>
                </c:pt>
                <c:pt idx="192374">
                  <c:v>k6074</c:v>
                </c:pt>
                <c:pt idx="192325">
                  <c:v>k6075</c:v>
                </c:pt>
                <c:pt idx="192276">
                  <c:v>k6076</c:v>
                </c:pt>
                <c:pt idx="192227">
                  <c:v>k6077</c:v>
                </c:pt>
                <c:pt idx="192178">
                  <c:v>k6078</c:v>
                </c:pt>
                <c:pt idx="192129">
                  <c:v>k6079</c:v>
                </c:pt>
                <c:pt idx="192080">
                  <c:v>k6080</c:v>
                </c:pt>
                <c:pt idx="192031">
                  <c:v>k6081</c:v>
                </c:pt>
                <c:pt idx="191982">
                  <c:v>k6082</c:v>
                </c:pt>
                <c:pt idx="191933">
                  <c:v>k6083</c:v>
                </c:pt>
                <c:pt idx="191884">
                  <c:v>k6084</c:v>
                </c:pt>
                <c:pt idx="191835">
                  <c:v>k6085</c:v>
                </c:pt>
                <c:pt idx="191786">
                  <c:v>k6086</c:v>
                </c:pt>
                <c:pt idx="191737">
                  <c:v>k6087</c:v>
                </c:pt>
                <c:pt idx="191688">
                  <c:v>k6088</c:v>
                </c:pt>
                <c:pt idx="191639">
                  <c:v>k6089</c:v>
                </c:pt>
                <c:pt idx="191590">
                  <c:v>k6090</c:v>
                </c:pt>
                <c:pt idx="191541">
                  <c:v>k6091</c:v>
                </c:pt>
                <c:pt idx="191492">
                  <c:v>k6092</c:v>
                </c:pt>
                <c:pt idx="191443">
                  <c:v>k6093</c:v>
                </c:pt>
                <c:pt idx="191394">
                  <c:v>k6094</c:v>
                </c:pt>
                <c:pt idx="191345">
                  <c:v>k6095</c:v>
                </c:pt>
                <c:pt idx="191296">
                  <c:v>k6096</c:v>
                </c:pt>
                <c:pt idx="191247">
                  <c:v>k6097</c:v>
                </c:pt>
                <c:pt idx="191198">
                  <c:v>k6098</c:v>
                </c:pt>
                <c:pt idx="191149">
                  <c:v>k6099</c:v>
                </c:pt>
                <c:pt idx="191100">
                  <c:v>k6100</c:v>
                </c:pt>
                <c:pt idx="191051">
                  <c:v>k6101</c:v>
                </c:pt>
                <c:pt idx="191002">
                  <c:v>k6102</c:v>
                </c:pt>
                <c:pt idx="190953">
                  <c:v>k6103</c:v>
                </c:pt>
                <c:pt idx="190904">
                  <c:v>k6104</c:v>
                </c:pt>
                <c:pt idx="190855">
                  <c:v>k6105</c:v>
                </c:pt>
                <c:pt idx="190806">
                  <c:v>k6106</c:v>
                </c:pt>
                <c:pt idx="190757">
                  <c:v>k6107</c:v>
                </c:pt>
                <c:pt idx="190708">
                  <c:v>k6108</c:v>
                </c:pt>
                <c:pt idx="190659">
                  <c:v>k6109</c:v>
                </c:pt>
                <c:pt idx="190610">
                  <c:v>k6110</c:v>
                </c:pt>
                <c:pt idx="190561">
                  <c:v>k6111</c:v>
                </c:pt>
                <c:pt idx="190512">
                  <c:v>k6112</c:v>
                </c:pt>
                <c:pt idx="190463">
                  <c:v>k6113</c:v>
                </c:pt>
                <c:pt idx="190414">
                  <c:v>k6114</c:v>
                </c:pt>
                <c:pt idx="190365">
                  <c:v>k6115</c:v>
                </c:pt>
                <c:pt idx="190316">
                  <c:v>k6116</c:v>
                </c:pt>
                <c:pt idx="190267">
                  <c:v>k6117</c:v>
                </c:pt>
                <c:pt idx="190218">
                  <c:v>k6118</c:v>
                </c:pt>
                <c:pt idx="190169">
                  <c:v>k6119</c:v>
                </c:pt>
                <c:pt idx="190120">
                  <c:v>k6120</c:v>
                </c:pt>
                <c:pt idx="190071">
                  <c:v>k6121</c:v>
                </c:pt>
                <c:pt idx="190022">
                  <c:v>k6122</c:v>
                </c:pt>
                <c:pt idx="189973">
                  <c:v>k6123</c:v>
                </c:pt>
                <c:pt idx="189924">
                  <c:v>k6124</c:v>
                </c:pt>
                <c:pt idx="189875">
                  <c:v>k6125</c:v>
                </c:pt>
                <c:pt idx="189826">
                  <c:v>k6126</c:v>
                </c:pt>
                <c:pt idx="189777">
                  <c:v>k6127</c:v>
                </c:pt>
                <c:pt idx="189728">
                  <c:v>k6128</c:v>
                </c:pt>
                <c:pt idx="189679">
                  <c:v>k6129</c:v>
                </c:pt>
                <c:pt idx="189630">
                  <c:v>k6130</c:v>
                </c:pt>
                <c:pt idx="189581">
                  <c:v>k6131</c:v>
                </c:pt>
                <c:pt idx="189532">
                  <c:v>k6132</c:v>
                </c:pt>
                <c:pt idx="189483">
                  <c:v>k6133</c:v>
                </c:pt>
                <c:pt idx="189434">
                  <c:v>k6134</c:v>
                </c:pt>
                <c:pt idx="189385">
                  <c:v>k6135</c:v>
                </c:pt>
                <c:pt idx="189336">
                  <c:v>k6136</c:v>
                </c:pt>
                <c:pt idx="189287">
                  <c:v>k6137</c:v>
                </c:pt>
                <c:pt idx="189238">
                  <c:v>k6138</c:v>
                </c:pt>
                <c:pt idx="189189">
                  <c:v>k6139</c:v>
                </c:pt>
                <c:pt idx="189140">
                  <c:v>k6140</c:v>
                </c:pt>
                <c:pt idx="189091">
                  <c:v>k6141</c:v>
                </c:pt>
                <c:pt idx="189042">
                  <c:v>k6142</c:v>
                </c:pt>
                <c:pt idx="188993">
                  <c:v>k6143</c:v>
                </c:pt>
                <c:pt idx="188944">
                  <c:v>k6144</c:v>
                </c:pt>
                <c:pt idx="188895">
                  <c:v>k6145</c:v>
                </c:pt>
                <c:pt idx="188846">
                  <c:v>k6146</c:v>
                </c:pt>
                <c:pt idx="188797">
                  <c:v>k6147</c:v>
                </c:pt>
                <c:pt idx="188748">
                  <c:v>k6148</c:v>
                </c:pt>
                <c:pt idx="188699">
                  <c:v>k6149</c:v>
                </c:pt>
                <c:pt idx="188650">
                  <c:v>k6150</c:v>
                </c:pt>
                <c:pt idx="188601">
                  <c:v>k6151</c:v>
                </c:pt>
                <c:pt idx="188552">
                  <c:v>k6152</c:v>
                </c:pt>
                <c:pt idx="188503">
                  <c:v>k6153</c:v>
                </c:pt>
                <c:pt idx="188454">
                  <c:v>k6154</c:v>
                </c:pt>
                <c:pt idx="188405">
                  <c:v>k6155</c:v>
                </c:pt>
                <c:pt idx="188356">
                  <c:v>k6156</c:v>
                </c:pt>
                <c:pt idx="188307">
                  <c:v>k6157</c:v>
                </c:pt>
                <c:pt idx="188258">
                  <c:v>k6158</c:v>
                </c:pt>
                <c:pt idx="188209">
                  <c:v>k6159</c:v>
                </c:pt>
                <c:pt idx="188160">
                  <c:v>k6160</c:v>
                </c:pt>
                <c:pt idx="188111">
                  <c:v>k6161</c:v>
                </c:pt>
                <c:pt idx="188062">
                  <c:v>k6162</c:v>
                </c:pt>
                <c:pt idx="188013">
                  <c:v>k6163</c:v>
                </c:pt>
                <c:pt idx="187964">
                  <c:v>k6164</c:v>
                </c:pt>
                <c:pt idx="187915">
                  <c:v>k6165</c:v>
                </c:pt>
                <c:pt idx="187866">
                  <c:v>k6166</c:v>
                </c:pt>
                <c:pt idx="187817">
                  <c:v>k6167</c:v>
                </c:pt>
                <c:pt idx="187768">
                  <c:v>k6168</c:v>
                </c:pt>
                <c:pt idx="187719">
                  <c:v>k6169</c:v>
                </c:pt>
                <c:pt idx="187670">
                  <c:v>k6170</c:v>
                </c:pt>
                <c:pt idx="187621">
                  <c:v>k6171</c:v>
                </c:pt>
                <c:pt idx="187572">
                  <c:v>k6172</c:v>
                </c:pt>
                <c:pt idx="187523">
                  <c:v>k6173</c:v>
                </c:pt>
                <c:pt idx="187474">
                  <c:v>k6174</c:v>
                </c:pt>
                <c:pt idx="187425">
                  <c:v>k6175</c:v>
                </c:pt>
                <c:pt idx="187376">
                  <c:v>k6176</c:v>
                </c:pt>
                <c:pt idx="187327">
                  <c:v>k6177</c:v>
                </c:pt>
                <c:pt idx="187278">
                  <c:v>k6178</c:v>
                </c:pt>
                <c:pt idx="187229">
                  <c:v>k6179</c:v>
                </c:pt>
                <c:pt idx="187180">
                  <c:v>k6180</c:v>
                </c:pt>
                <c:pt idx="187131">
                  <c:v>k6181</c:v>
                </c:pt>
                <c:pt idx="187082">
                  <c:v>k6182</c:v>
                </c:pt>
                <c:pt idx="187033">
                  <c:v>k6183</c:v>
                </c:pt>
                <c:pt idx="186984">
                  <c:v>k6184</c:v>
                </c:pt>
                <c:pt idx="186935">
                  <c:v>k6185</c:v>
                </c:pt>
                <c:pt idx="186886">
                  <c:v>k6186</c:v>
                </c:pt>
                <c:pt idx="186837">
                  <c:v>k6187</c:v>
                </c:pt>
                <c:pt idx="186788">
                  <c:v>k6188</c:v>
                </c:pt>
                <c:pt idx="186739">
                  <c:v>k6189</c:v>
                </c:pt>
                <c:pt idx="186690">
                  <c:v>k6190</c:v>
                </c:pt>
                <c:pt idx="186641">
                  <c:v>k6191</c:v>
                </c:pt>
                <c:pt idx="186592">
                  <c:v>k6192</c:v>
                </c:pt>
                <c:pt idx="186543">
                  <c:v>k6193</c:v>
                </c:pt>
                <c:pt idx="186494">
                  <c:v>k6194</c:v>
                </c:pt>
                <c:pt idx="186445">
                  <c:v>k6195</c:v>
                </c:pt>
                <c:pt idx="186396">
                  <c:v>k6196</c:v>
                </c:pt>
                <c:pt idx="186347">
                  <c:v>k6197</c:v>
                </c:pt>
                <c:pt idx="186298">
                  <c:v>k6198</c:v>
                </c:pt>
                <c:pt idx="186249">
                  <c:v>k6199</c:v>
                </c:pt>
                <c:pt idx="186200">
                  <c:v>k6200</c:v>
                </c:pt>
                <c:pt idx="186151">
                  <c:v>k6201</c:v>
                </c:pt>
                <c:pt idx="186102">
                  <c:v>k6202</c:v>
                </c:pt>
                <c:pt idx="186053">
                  <c:v>k6203</c:v>
                </c:pt>
                <c:pt idx="186004">
                  <c:v>k6204</c:v>
                </c:pt>
                <c:pt idx="185955">
                  <c:v>k6205</c:v>
                </c:pt>
                <c:pt idx="185906">
                  <c:v>k6206</c:v>
                </c:pt>
                <c:pt idx="185857">
                  <c:v>k6207</c:v>
                </c:pt>
                <c:pt idx="185808">
                  <c:v>k6208</c:v>
                </c:pt>
                <c:pt idx="185759">
                  <c:v>k6209</c:v>
                </c:pt>
                <c:pt idx="185710">
                  <c:v>k6210</c:v>
                </c:pt>
                <c:pt idx="185661">
                  <c:v>k6211</c:v>
                </c:pt>
                <c:pt idx="185612">
                  <c:v>k6212</c:v>
                </c:pt>
                <c:pt idx="185563">
                  <c:v>k6213</c:v>
                </c:pt>
                <c:pt idx="185514">
                  <c:v>k6214</c:v>
                </c:pt>
                <c:pt idx="185465">
                  <c:v>k6215</c:v>
                </c:pt>
                <c:pt idx="185416">
                  <c:v>k6216</c:v>
                </c:pt>
                <c:pt idx="185367">
                  <c:v>k6217</c:v>
                </c:pt>
                <c:pt idx="185318">
                  <c:v>k6218</c:v>
                </c:pt>
                <c:pt idx="185269">
                  <c:v>k6219</c:v>
                </c:pt>
                <c:pt idx="185220">
                  <c:v>k6220</c:v>
                </c:pt>
                <c:pt idx="185171">
                  <c:v>k6221</c:v>
                </c:pt>
                <c:pt idx="185122">
                  <c:v>k6222</c:v>
                </c:pt>
                <c:pt idx="185073">
                  <c:v>k6223</c:v>
                </c:pt>
                <c:pt idx="185024">
                  <c:v>k6224</c:v>
                </c:pt>
                <c:pt idx="184975">
                  <c:v>k6225</c:v>
                </c:pt>
                <c:pt idx="184926">
                  <c:v>k6226</c:v>
                </c:pt>
                <c:pt idx="184877">
                  <c:v>k6227</c:v>
                </c:pt>
                <c:pt idx="184828">
                  <c:v>k6228</c:v>
                </c:pt>
                <c:pt idx="184779">
                  <c:v>k6229</c:v>
                </c:pt>
                <c:pt idx="184730">
                  <c:v>k6230</c:v>
                </c:pt>
                <c:pt idx="184681">
                  <c:v>k6231</c:v>
                </c:pt>
                <c:pt idx="184632">
                  <c:v>k6232</c:v>
                </c:pt>
                <c:pt idx="184583">
                  <c:v>k6233</c:v>
                </c:pt>
                <c:pt idx="184534">
                  <c:v>k6234</c:v>
                </c:pt>
                <c:pt idx="184485">
                  <c:v>k6235</c:v>
                </c:pt>
                <c:pt idx="184436">
                  <c:v>k6236</c:v>
                </c:pt>
                <c:pt idx="184387">
                  <c:v>k6237</c:v>
                </c:pt>
                <c:pt idx="184338">
                  <c:v>k6238</c:v>
                </c:pt>
                <c:pt idx="184289">
                  <c:v>k6239</c:v>
                </c:pt>
                <c:pt idx="184240">
                  <c:v>k6240</c:v>
                </c:pt>
                <c:pt idx="184191">
                  <c:v>k6241</c:v>
                </c:pt>
                <c:pt idx="184142">
                  <c:v>k6242</c:v>
                </c:pt>
                <c:pt idx="184093">
                  <c:v>k6243</c:v>
                </c:pt>
                <c:pt idx="184044">
                  <c:v>k6244</c:v>
                </c:pt>
                <c:pt idx="183995">
                  <c:v>k6245</c:v>
                </c:pt>
                <c:pt idx="183946">
                  <c:v>k6246</c:v>
                </c:pt>
                <c:pt idx="183897">
                  <c:v>k6247</c:v>
                </c:pt>
                <c:pt idx="183848">
                  <c:v>k6248</c:v>
                </c:pt>
                <c:pt idx="183799">
                  <c:v>k6249</c:v>
                </c:pt>
                <c:pt idx="183750">
                  <c:v>k6250</c:v>
                </c:pt>
                <c:pt idx="183701">
                  <c:v>k6251</c:v>
                </c:pt>
                <c:pt idx="183652">
                  <c:v>k6252</c:v>
                </c:pt>
                <c:pt idx="183603">
                  <c:v>k6253</c:v>
                </c:pt>
                <c:pt idx="183554">
                  <c:v>k6254</c:v>
                </c:pt>
                <c:pt idx="183505">
                  <c:v>k6255</c:v>
                </c:pt>
                <c:pt idx="183456">
                  <c:v>k6256</c:v>
                </c:pt>
                <c:pt idx="183407">
                  <c:v>k6257</c:v>
                </c:pt>
                <c:pt idx="183358">
                  <c:v>k6258</c:v>
                </c:pt>
                <c:pt idx="183309">
                  <c:v>k6259</c:v>
                </c:pt>
                <c:pt idx="183260">
                  <c:v>k6260</c:v>
                </c:pt>
                <c:pt idx="183211">
                  <c:v>k6261</c:v>
                </c:pt>
                <c:pt idx="183162">
                  <c:v>k6262</c:v>
                </c:pt>
                <c:pt idx="183113">
                  <c:v>k6263</c:v>
                </c:pt>
                <c:pt idx="183064">
                  <c:v>k6264</c:v>
                </c:pt>
                <c:pt idx="183015">
                  <c:v>k6265</c:v>
                </c:pt>
                <c:pt idx="182966">
                  <c:v>k6266</c:v>
                </c:pt>
                <c:pt idx="182917">
                  <c:v>k6267</c:v>
                </c:pt>
                <c:pt idx="182868">
                  <c:v>k6268</c:v>
                </c:pt>
                <c:pt idx="182819">
                  <c:v>k6269</c:v>
                </c:pt>
                <c:pt idx="182770">
                  <c:v>k6270</c:v>
                </c:pt>
                <c:pt idx="182721">
                  <c:v>k6271</c:v>
                </c:pt>
                <c:pt idx="182672">
                  <c:v>k6272</c:v>
                </c:pt>
                <c:pt idx="182623">
                  <c:v>k6273</c:v>
                </c:pt>
                <c:pt idx="182574">
                  <c:v>k6274</c:v>
                </c:pt>
                <c:pt idx="182525">
                  <c:v>k6275</c:v>
                </c:pt>
                <c:pt idx="182476">
                  <c:v>k6276</c:v>
                </c:pt>
                <c:pt idx="182427">
                  <c:v>k6277</c:v>
                </c:pt>
                <c:pt idx="182378">
                  <c:v>k6278</c:v>
                </c:pt>
                <c:pt idx="182329">
                  <c:v>k6279</c:v>
                </c:pt>
                <c:pt idx="182280">
                  <c:v>k6280</c:v>
                </c:pt>
                <c:pt idx="182231">
                  <c:v>k6281</c:v>
                </c:pt>
                <c:pt idx="182182">
                  <c:v>k6282</c:v>
                </c:pt>
                <c:pt idx="182133">
                  <c:v>k6283</c:v>
                </c:pt>
                <c:pt idx="182084">
                  <c:v>k6284</c:v>
                </c:pt>
                <c:pt idx="182035">
                  <c:v>k6285</c:v>
                </c:pt>
                <c:pt idx="181986">
                  <c:v>k6286</c:v>
                </c:pt>
                <c:pt idx="181937">
                  <c:v>k6287</c:v>
                </c:pt>
                <c:pt idx="181888">
                  <c:v>k6288</c:v>
                </c:pt>
                <c:pt idx="181839">
                  <c:v>k6289</c:v>
                </c:pt>
                <c:pt idx="181790">
                  <c:v>k6290</c:v>
                </c:pt>
                <c:pt idx="181741">
                  <c:v>k6291</c:v>
                </c:pt>
                <c:pt idx="181692">
                  <c:v>k6292</c:v>
                </c:pt>
                <c:pt idx="181643">
                  <c:v>k6293</c:v>
                </c:pt>
                <c:pt idx="181594">
                  <c:v>k6294</c:v>
                </c:pt>
                <c:pt idx="181545">
                  <c:v>k6295</c:v>
                </c:pt>
                <c:pt idx="181496">
                  <c:v>k6296</c:v>
                </c:pt>
                <c:pt idx="181447">
                  <c:v>k6297</c:v>
                </c:pt>
                <c:pt idx="181398">
                  <c:v>k6298</c:v>
                </c:pt>
                <c:pt idx="181349">
                  <c:v>k6299</c:v>
                </c:pt>
                <c:pt idx="181300">
                  <c:v>k6300</c:v>
                </c:pt>
                <c:pt idx="181251">
                  <c:v>k6301</c:v>
                </c:pt>
                <c:pt idx="181202">
                  <c:v>k6302</c:v>
                </c:pt>
                <c:pt idx="181153">
                  <c:v>k6303</c:v>
                </c:pt>
                <c:pt idx="181104">
                  <c:v>k6304</c:v>
                </c:pt>
                <c:pt idx="181055">
                  <c:v>k6305</c:v>
                </c:pt>
                <c:pt idx="181006">
                  <c:v>k6306</c:v>
                </c:pt>
                <c:pt idx="180957">
                  <c:v>k6307</c:v>
                </c:pt>
                <c:pt idx="180908">
                  <c:v>k6308</c:v>
                </c:pt>
                <c:pt idx="180859">
                  <c:v>k6309</c:v>
                </c:pt>
                <c:pt idx="180810">
                  <c:v>k6310</c:v>
                </c:pt>
                <c:pt idx="180761">
                  <c:v>k6311</c:v>
                </c:pt>
                <c:pt idx="180712">
                  <c:v>k6312</c:v>
                </c:pt>
                <c:pt idx="180663">
                  <c:v>k6313</c:v>
                </c:pt>
                <c:pt idx="180614">
                  <c:v>k6314</c:v>
                </c:pt>
                <c:pt idx="180565">
                  <c:v>k6315</c:v>
                </c:pt>
                <c:pt idx="180516">
                  <c:v>k6316</c:v>
                </c:pt>
                <c:pt idx="180467">
                  <c:v>k6317</c:v>
                </c:pt>
                <c:pt idx="180418">
                  <c:v>k6318</c:v>
                </c:pt>
                <c:pt idx="180369">
                  <c:v>k6319</c:v>
                </c:pt>
                <c:pt idx="180320">
                  <c:v>k6320</c:v>
                </c:pt>
                <c:pt idx="180271">
                  <c:v>k6321</c:v>
                </c:pt>
                <c:pt idx="180222">
                  <c:v>k6322</c:v>
                </c:pt>
                <c:pt idx="180173">
                  <c:v>k6323</c:v>
                </c:pt>
                <c:pt idx="180124">
                  <c:v>k6324</c:v>
                </c:pt>
                <c:pt idx="180075">
                  <c:v>k6325</c:v>
                </c:pt>
                <c:pt idx="180026">
                  <c:v>k6326</c:v>
                </c:pt>
                <c:pt idx="179977">
                  <c:v>k6327</c:v>
                </c:pt>
                <c:pt idx="179928">
                  <c:v>k6328</c:v>
                </c:pt>
                <c:pt idx="179879">
                  <c:v>k6329</c:v>
                </c:pt>
                <c:pt idx="179830">
                  <c:v>k6330</c:v>
                </c:pt>
                <c:pt idx="179781">
                  <c:v>k6331</c:v>
                </c:pt>
                <c:pt idx="179732">
                  <c:v>k6332</c:v>
                </c:pt>
                <c:pt idx="179683">
                  <c:v>k6333</c:v>
                </c:pt>
                <c:pt idx="179634">
                  <c:v>k6334</c:v>
                </c:pt>
                <c:pt idx="179585">
                  <c:v>k6335</c:v>
                </c:pt>
                <c:pt idx="179536">
                  <c:v>k6336</c:v>
                </c:pt>
                <c:pt idx="179487">
                  <c:v>k6337</c:v>
                </c:pt>
                <c:pt idx="179438">
                  <c:v>k6338</c:v>
                </c:pt>
                <c:pt idx="179389">
                  <c:v>k6339</c:v>
                </c:pt>
                <c:pt idx="179340">
                  <c:v>k6340</c:v>
                </c:pt>
                <c:pt idx="179291">
                  <c:v>k6341</c:v>
                </c:pt>
                <c:pt idx="179242">
                  <c:v>k6342</c:v>
                </c:pt>
                <c:pt idx="179193">
                  <c:v>k6343</c:v>
                </c:pt>
                <c:pt idx="179144">
                  <c:v>k6344</c:v>
                </c:pt>
                <c:pt idx="179095">
                  <c:v>k6345</c:v>
                </c:pt>
                <c:pt idx="179046">
                  <c:v>k6346</c:v>
                </c:pt>
                <c:pt idx="178997">
                  <c:v>k6347</c:v>
                </c:pt>
                <c:pt idx="178948">
                  <c:v>k6348</c:v>
                </c:pt>
                <c:pt idx="178899">
                  <c:v>k6349</c:v>
                </c:pt>
                <c:pt idx="178850">
                  <c:v>k6350</c:v>
                </c:pt>
                <c:pt idx="178801">
                  <c:v>k6351</c:v>
                </c:pt>
                <c:pt idx="178752">
                  <c:v>k6352</c:v>
                </c:pt>
                <c:pt idx="178703">
                  <c:v>k6353</c:v>
                </c:pt>
                <c:pt idx="178654">
                  <c:v>k6354</c:v>
                </c:pt>
                <c:pt idx="178605">
                  <c:v>k6355</c:v>
                </c:pt>
                <c:pt idx="178556">
                  <c:v>k6356</c:v>
                </c:pt>
                <c:pt idx="178507">
                  <c:v>k6357</c:v>
                </c:pt>
                <c:pt idx="178458">
                  <c:v>k6358</c:v>
                </c:pt>
                <c:pt idx="178409">
                  <c:v>k6359</c:v>
                </c:pt>
                <c:pt idx="178360">
                  <c:v>k6360</c:v>
                </c:pt>
                <c:pt idx="178311">
                  <c:v>k6361</c:v>
                </c:pt>
                <c:pt idx="178262">
                  <c:v>k6362</c:v>
                </c:pt>
                <c:pt idx="178213">
                  <c:v>k6363</c:v>
                </c:pt>
                <c:pt idx="178164">
                  <c:v>k6364</c:v>
                </c:pt>
                <c:pt idx="178115">
                  <c:v>k6365</c:v>
                </c:pt>
                <c:pt idx="178066">
                  <c:v>k6366</c:v>
                </c:pt>
                <c:pt idx="178017">
                  <c:v>k6367</c:v>
                </c:pt>
                <c:pt idx="177968">
                  <c:v>k6368</c:v>
                </c:pt>
                <c:pt idx="177919">
                  <c:v>k6369</c:v>
                </c:pt>
                <c:pt idx="177870">
                  <c:v>k6370</c:v>
                </c:pt>
                <c:pt idx="177821">
                  <c:v>k6371</c:v>
                </c:pt>
                <c:pt idx="177772">
                  <c:v>k6372</c:v>
                </c:pt>
                <c:pt idx="177723">
                  <c:v>k6373</c:v>
                </c:pt>
                <c:pt idx="177674">
                  <c:v>k6374</c:v>
                </c:pt>
                <c:pt idx="177625">
                  <c:v>k6375</c:v>
                </c:pt>
                <c:pt idx="177576">
                  <c:v>k6376</c:v>
                </c:pt>
                <c:pt idx="177527">
                  <c:v>k6377</c:v>
                </c:pt>
                <c:pt idx="177478">
                  <c:v>k6378</c:v>
                </c:pt>
                <c:pt idx="177429">
                  <c:v>k6379</c:v>
                </c:pt>
                <c:pt idx="177380">
                  <c:v>k6380</c:v>
                </c:pt>
                <c:pt idx="177331">
                  <c:v>k6381</c:v>
                </c:pt>
                <c:pt idx="177282">
                  <c:v>k6382</c:v>
                </c:pt>
                <c:pt idx="177233">
                  <c:v>k6383</c:v>
                </c:pt>
                <c:pt idx="177184">
                  <c:v>k6384</c:v>
                </c:pt>
                <c:pt idx="177135">
                  <c:v>k6385</c:v>
                </c:pt>
                <c:pt idx="177086">
                  <c:v>k6386</c:v>
                </c:pt>
                <c:pt idx="177037">
                  <c:v>k6387</c:v>
                </c:pt>
                <c:pt idx="176988">
                  <c:v>k6388</c:v>
                </c:pt>
                <c:pt idx="176939">
                  <c:v>k6389</c:v>
                </c:pt>
                <c:pt idx="176890">
                  <c:v>k6390</c:v>
                </c:pt>
                <c:pt idx="176841">
                  <c:v>k6391</c:v>
                </c:pt>
                <c:pt idx="176792">
                  <c:v>k6392</c:v>
                </c:pt>
                <c:pt idx="176743">
                  <c:v>k6393</c:v>
                </c:pt>
                <c:pt idx="176694">
                  <c:v>k6394</c:v>
                </c:pt>
                <c:pt idx="176645">
                  <c:v>k6395</c:v>
                </c:pt>
                <c:pt idx="176596">
                  <c:v>k6396</c:v>
                </c:pt>
                <c:pt idx="176547">
                  <c:v>k6397</c:v>
                </c:pt>
                <c:pt idx="176498">
                  <c:v>k6398</c:v>
                </c:pt>
                <c:pt idx="176449">
                  <c:v>k6399</c:v>
                </c:pt>
                <c:pt idx="176400">
                  <c:v>k6400</c:v>
                </c:pt>
                <c:pt idx="176351">
                  <c:v>k6401</c:v>
                </c:pt>
                <c:pt idx="176302">
                  <c:v>k6402</c:v>
                </c:pt>
                <c:pt idx="176253">
                  <c:v>k6403</c:v>
                </c:pt>
                <c:pt idx="176204">
                  <c:v>k6404</c:v>
                </c:pt>
                <c:pt idx="176155">
                  <c:v>k6405</c:v>
                </c:pt>
                <c:pt idx="176106">
                  <c:v>k6406</c:v>
                </c:pt>
                <c:pt idx="176057">
                  <c:v>k6407</c:v>
                </c:pt>
                <c:pt idx="176008">
                  <c:v>k6408</c:v>
                </c:pt>
                <c:pt idx="175959">
                  <c:v>k6409</c:v>
                </c:pt>
                <c:pt idx="175910">
                  <c:v>k6410</c:v>
                </c:pt>
                <c:pt idx="175861">
                  <c:v>k6411</c:v>
                </c:pt>
                <c:pt idx="175812">
                  <c:v>k6412</c:v>
                </c:pt>
                <c:pt idx="175763">
                  <c:v>k6413</c:v>
                </c:pt>
                <c:pt idx="175714">
                  <c:v>k6414</c:v>
                </c:pt>
                <c:pt idx="175665">
                  <c:v>k6415</c:v>
                </c:pt>
                <c:pt idx="175616">
                  <c:v>k6416</c:v>
                </c:pt>
                <c:pt idx="175567">
                  <c:v>k6417</c:v>
                </c:pt>
                <c:pt idx="175518">
                  <c:v>k6418</c:v>
                </c:pt>
                <c:pt idx="175469">
                  <c:v>k6419</c:v>
                </c:pt>
                <c:pt idx="175420">
                  <c:v>k6420</c:v>
                </c:pt>
                <c:pt idx="175371">
                  <c:v>k6421</c:v>
                </c:pt>
                <c:pt idx="175322">
                  <c:v>k6422</c:v>
                </c:pt>
                <c:pt idx="175273">
                  <c:v>k6423</c:v>
                </c:pt>
                <c:pt idx="175224">
                  <c:v>k6424</c:v>
                </c:pt>
                <c:pt idx="175175">
                  <c:v>k6425</c:v>
                </c:pt>
                <c:pt idx="175126">
                  <c:v>k6426</c:v>
                </c:pt>
                <c:pt idx="175077">
                  <c:v>k6427</c:v>
                </c:pt>
                <c:pt idx="175028">
                  <c:v>k6428</c:v>
                </c:pt>
                <c:pt idx="174979">
                  <c:v>k6429</c:v>
                </c:pt>
                <c:pt idx="174930">
                  <c:v>k6430</c:v>
                </c:pt>
                <c:pt idx="174881">
                  <c:v>k6431</c:v>
                </c:pt>
                <c:pt idx="174832">
                  <c:v>k6432</c:v>
                </c:pt>
                <c:pt idx="174783">
                  <c:v>k6433</c:v>
                </c:pt>
                <c:pt idx="174734">
                  <c:v>k6434</c:v>
                </c:pt>
                <c:pt idx="174685">
                  <c:v>k6435</c:v>
                </c:pt>
                <c:pt idx="174636">
                  <c:v>k6436</c:v>
                </c:pt>
                <c:pt idx="174587">
                  <c:v>k6437</c:v>
                </c:pt>
                <c:pt idx="174538">
                  <c:v>k6438</c:v>
                </c:pt>
                <c:pt idx="174489">
                  <c:v>k6439</c:v>
                </c:pt>
                <c:pt idx="174440">
                  <c:v>k6440</c:v>
                </c:pt>
                <c:pt idx="174391">
                  <c:v>k6441</c:v>
                </c:pt>
                <c:pt idx="174342">
                  <c:v>k6442</c:v>
                </c:pt>
                <c:pt idx="174293">
                  <c:v>k6443</c:v>
                </c:pt>
                <c:pt idx="174244">
                  <c:v>k6444</c:v>
                </c:pt>
                <c:pt idx="174195">
                  <c:v>k6445</c:v>
                </c:pt>
                <c:pt idx="174146">
                  <c:v>k6446</c:v>
                </c:pt>
                <c:pt idx="174097">
                  <c:v>k6447</c:v>
                </c:pt>
                <c:pt idx="174048">
                  <c:v>k6448</c:v>
                </c:pt>
                <c:pt idx="173999">
                  <c:v>k6449</c:v>
                </c:pt>
                <c:pt idx="173950">
                  <c:v>k6450</c:v>
                </c:pt>
                <c:pt idx="173901">
                  <c:v>k6451</c:v>
                </c:pt>
                <c:pt idx="173852">
                  <c:v>k6452</c:v>
                </c:pt>
                <c:pt idx="173803">
                  <c:v>k6453</c:v>
                </c:pt>
                <c:pt idx="173754">
                  <c:v>k6454</c:v>
                </c:pt>
                <c:pt idx="173705">
                  <c:v>k6455</c:v>
                </c:pt>
                <c:pt idx="173656">
                  <c:v>k6456</c:v>
                </c:pt>
                <c:pt idx="173607">
                  <c:v>k6457</c:v>
                </c:pt>
                <c:pt idx="173558">
                  <c:v>k6458</c:v>
                </c:pt>
                <c:pt idx="173509">
                  <c:v>k6459</c:v>
                </c:pt>
                <c:pt idx="173460">
                  <c:v>k6460</c:v>
                </c:pt>
                <c:pt idx="173411">
                  <c:v>k6461</c:v>
                </c:pt>
                <c:pt idx="173362">
                  <c:v>k6462</c:v>
                </c:pt>
                <c:pt idx="173313">
                  <c:v>k6463</c:v>
                </c:pt>
                <c:pt idx="173264">
                  <c:v>k6464</c:v>
                </c:pt>
                <c:pt idx="173215">
                  <c:v>k6465</c:v>
                </c:pt>
                <c:pt idx="173166">
                  <c:v>k6466</c:v>
                </c:pt>
                <c:pt idx="173117">
                  <c:v>k6467</c:v>
                </c:pt>
                <c:pt idx="173068">
                  <c:v>k6468</c:v>
                </c:pt>
                <c:pt idx="173019">
                  <c:v>k6469</c:v>
                </c:pt>
                <c:pt idx="172970">
                  <c:v>k6470</c:v>
                </c:pt>
                <c:pt idx="172921">
                  <c:v>k6471</c:v>
                </c:pt>
                <c:pt idx="172872">
                  <c:v>k6472</c:v>
                </c:pt>
                <c:pt idx="172823">
                  <c:v>k6473</c:v>
                </c:pt>
                <c:pt idx="172774">
                  <c:v>k6474</c:v>
                </c:pt>
                <c:pt idx="172725">
                  <c:v>k6475</c:v>
                </c:pt>
                <c:pt idx="172676">
                  <c:v>k6476</c:v>
                </c:pt>
                <c:pt idx="172627">
                  <c:v>k6477</c:v>
                </c:pt>
                <c:pt idx="172578">
                  <c:v>k6478</c:v>
                </c:pt>
                <c:pt idx="172529">
                  <c:v>k6479</c:v>
                </c:pt>
                <c:pt idx="172480">
                  <c:v>k6480</c:v>
                </c:pt>
                <c:pt idx="172431">
                  <c:v>k6481</c:v>
                </c:pt>
                <c:pt idx="172382">
                  <c:v>k6482</c:v>
                </c:pt>
                <c:pt idx="172333">
                  <c:v>k6483</c:v>
                </c:pt>
                <c:pt idx="172284">
                  <c:v>k6484</c:v>
                </c:pt>
                <c:pt idx="172235">
                  <c:v>k6485</c:v>
                </c:pt>
                <c:pt idx="172186">
                  <c:v>k6486</c:v>
                </c:pt>
                <c:pt idx="172137">
                  <c:v>k6487</c:v>
                </c:pt>
                <c:pt idx="172088">
                  <c:v>k6488</c:v>
                </c:pt>
                <c:pt idx="172039">
                  <c:v>k6489</c:v>
                </c:pt>
                <c:pt idx="171990">
                  <c:v>k6490</c:v>
                </c:pt>
                <c:pt idx="171941">
                  <c:v>k6491</c:v>
                </c:pt>
                <c:pt idx="171892">
                  <c:v>k6492</c:v>
                </c:pt>
                <c:pt idx="171843">
                  <c:v>k6493</c:v>
                </c:pt>
                <c:pt idx="171794">
                  <c:v>k6494</c:v>
                </c:pt>
                <c:pt idx="171745">
                  <c:v>k6495</c:v>
                </c:pt>
                <c:pt idx="171696">
                  <c:v>k6496</c:v>
                </c:pt>
                <c:pt idx="171647">
                  <c:v>k6497</c:v>
                </c:pt>
                <c:pt idx="171598">
                  <c:v>k6498</c:v>
                </c:pt>
                <c:pt idx="171549">
                  <c:v>k6499</c:v>
                </c:pt>
                <c:pt idx="171500">
                  <c:v>k6500</c:v>
                </c:pt>
                <c:pt idx="171451">
                  <c:v>k6501</c:v>
                </c:pt>
                <c:pt idx="171402">
                  <c:v>k6502</c:v>
                </c:pt>
                <c:pt idx="171353">
                  <c:v>k6503</c:v>
                </c:pt>
                <c:pt idx="171304">
                  <c:v>k6504</c:v>
                </c:pt>
                <c:pt idx="171255">
                  <c:v>k6505</c:v>
                </c:pt>
                <c:pt idx="171206">
                  <c:v>k6506</c:v>
                </c:pt>
                <c:pt idx="171157">
                  <c:v>k6507</c:v>
                </c:pt>
                <c:pt idx="171108">
                  <c:v>k6508</c:v>
                </c:pt>
                <c:pt idx="171059">
                  <c:v>k6509</c:v>
                </c:pt>
                <c:pt idx="171010">
                  <c:v>k6510</c:v>
                </c:pt>
                <c:pt idx="170961">
                  <c:v>k6511</c:v>
                </c:pt>
                <c:pt idx="170912">
                  <c:v>k6512</c:v>
                </c:pt>
                <c:pt idx="170863">
                  <c:v>k6513</c:v>
                </c:pt>
                <c:pt idx="170814">
                  <c:v>k6514</c:v>
                </c:pt>
                <c:pt idx="170765">
                  <c:v>k6515</c:v>
                </c:pt>
                <c:pt idx="170716">
                  <c:v>k6516</c:v>
                </c:pt>
                <c:pt idx="170667">
                  <c:v>k6517</c:v>
                </c:pt>
                <c:pt idx="170618">
                  <c:v>k6518</c:v>
                </c:pt>
                <c:pt idx="170569">
                  <c:v>k6519</c:v>
                </c:pt>
                <c:pt idx="170520">
                  <c:v>k6520</c:v>
                </c:pt>
                <c:pt idx="170471">
                  <c:v>k6521</c:v>
                </c:pt>
                <c:pt idx="170422">
                  <c:v>k6522</c:v>
                </c:pt>
                <c:pt idx="170373">
                  <c:v>k6523</c:v>
                </c:pt>
                <c:pt idx="170324">
                  <c:v>k6524</c:v>
                </c:pt>
                <c:pt idx="170275">
                  <c:v>k6525</c:v>
                </c:pt>
                <c:pt idx="170226">
                  <c:v>k6526</c:v>
                </c:pt>
                <c:pt idx="170177">
                  <c:v>k6527</c:v>
                </c:pt>
                <c:pt idx="170128">
                  <c:v>k6528</c:v>
                </c:pt>
                <c:pt idx="170079">
                  <c:v>k6529</c:v>
                </c:pt>
                <c:pt idx="170030">
                  <c:v>k6530</c:v>
                </c:pt>
                <c:pt idx="169981">
                  <c:v>k6531</c:v>
                </c:pt>
                <c:pt idx="169932">
                  <c:v>k6532</c:v>
                </c:pt>
                <c:pt idx="169883">
                  <c:v>k6533</c:v>
                </c:pt>
                <c:pt idx="169834">
                  <c:v>k6534</c:v>
                </c:pt>
                <c:pt idx="169785">
                  <c:v>k6535</c:v>
                </c:pt>
                <c:pt idx="169736">
                  <c:v>k6536</c:v>
                </c:pt>
                <c:pt idx="169687">
                  <c:v>k6537</c:v>
                </c:pt>
                <c:pt idx="169638">
                  <c:v>k6538</c:v>
                </c:pt>
                <c:pt idx="169589">
                  <c:v>k6539</c:v>
                </c:pt>
                <c:pt idx="169540">
                  <c:v>k6540</c:v>
                </c:pt>
                <c:pt idx="169491">
                  <c:v>k6541</c:v>
                </c:pt>
                <c:pt idx="169442">
                  <c:v>k6542</c:v>
                </c:pt>
                <c:pt idx="169393">
                  <c:v>k6543</c:v>
                </c:pt>
                <c:pt idx="169344">
                  <c:v>k6544</c:v>
                </c:pt>
                <c:pt idx="169295">
                  <c:v>k6545</c:v>
                </c:pt>
                <c:pt idx="169246">
                  <c:v>k6546</c:v>
                </c:pt>
                <c:pt idx="169197">
                  <c:v>k6547</c:v>
                </c:pt>
                <c:pt idx="169148">
                  <c:v>k6548</c:v>
                </c:pt>
                <c:pt idx="169099">
                  <c:v>k6549</c:v>
                </c:pt>
                <c:pt idx="169050">
                  <c:v>k6550</c:v>
                </c:pt>
                <c:pt idx="169001">
                  <c:v>k6551</c:v>
                </c:pt>
                <c:pt idx="168952">
                  <c:v>k6552</c:v>
                </c:pt>
                <c:pt idx="168903">
                  <c:v>k6553</c:v>
                </c:pt>
                <c:pt idx="168854">
                  <c:v>k6554</c:v>
                </c:pt>
                <c:pt idx="168805">
                  <c:v>k6555</c:v>
                </c:pt>
                <c:pt idx="168756">
                  <c:v>k6556</c:v>
                </c:pt>
                <c:pt idx="168707">
                  <c:v>k6557</c:v>
                </c:pt>
                <c:pt idx="168658">
                  <c:v>k6558</c:v>
                </c:pt>
                <c:pt idx="168609">
                  <c:v>k6559</c:v>
                </c:pt>
                <c:pt idx="168560">
                  <c:v>k6560</c:v>
                </c:pt>
                <c:pt idx="168511">
                  <c:v>k6561</c:v>
                </c:pt>
                <c:pt idx="168462">
                  <c:v>k6562</c:v>
                </c:pt>
                <c:pt idx="168413">
                  <c:v>k6563</c:v>
                </c:pt>
                <c:pt idx="168364">
                  <c:v>k6564</c:v>
                </c:pt>
                <c:pt idx="168315">
                  <c:v>k6565</c:v>
                </c:pt>
                <c:pt idx="168266">
                  <c:v>k6566</c:v>
                </c:pt>
                <c:pt idx="168217">
                  <c:v>k6567</c:v>
                </c:pt>
                <c:pt idx="168168">
                  <c:v>k6568</c:v>
                </c:pt>
                <c:pt idx="168119">
                  <c:v>k6569</c:v>
                </c:pt>
                <c:pt idx="168070">
                  <c:v>k6570</c:v>
                </c:pt>
                <c:pt idx="168021">
                  <c:v>k6571</c:v>
                </c:pt>
                <c:pt idx="167972">
                  <c:v>k6572</c:v>
                </c:pt>
                <c:pt idx="167923">
                  <c:v>k6573</c:v>
                </c:pt>
                <c:pt idx="167874">
                  <c:v>k6574</c:v>
                </c:pt>
                <c:pt idx="167825">
                  <c:v>k6575</c:v>
                </c:pt>
                <c:pt idx="167776">
                  <c:v>k6576</c:v>
                </c:pt>
                <c:pt idx="167727">
                  <c:v>k6577</c:v>
                </c:pt>
                <c:pt idx="167678">
                  <c:v>k6578</c:v>
                </c:pt>
                <c:pt idx="167629">
                  <c:v>k6579</c:v>
                </c:pt>
                <c:pt idx="167580">
                  <c:v>k6580</c:v>
                </c:pt>
                <c:pt idx="167531">
                  <c:v>k6581</c:v>
                </c:pt>
                <c:pt idx="167482">
                  <c:v>k6582</c:v>
                </c:pt>
                <c:pt idx="167433">
                  <c:v>k6583</c:v>
                </c:pt>
                <c:pt idx="167384">
                  <c:v>k6584</c:v>
                </c:pt>
                <c:pt idx="167335">
                  <c:v>k6585</c:v>
                </c:pt>
                <c:pt idx="167286">
                  <c:v>k6586</c:v>
                </c:pt>
                <c:pt idx="167237">
                  <c:v>k6587</c:v>
                </c:pt>
                <c:pt idx="167188">
                  <c:v>k6588</c:v>
                </c:pt>
                <c:pt idx="167139">
                  <c:v>k6589</c:v>
                </c:pt>
                <c:pt idx="167090">
                  <c:v>k6590</c:v>
                </c:pt>
                <c:pt idx="167041">
                  <c:v>k6591</c:v>
                </c:pt>
                <c:pt idx="166992">
                  <c:v>k6592</c:v>
                </c:pt>
                <c:pt idx="166943">
                  <c:v>k6593</c:v>
                </c:pt>
                <c:pt idx="166894">
                  <c:v>k6594</c:v>
                </c:pt>
                <c:pt idx="166845">
                  <c:v>k6595</c:v>
                </c:pt>
                <c:pt idx="166796">
                  <c:v>k6596</c:v>
                </c:pt>
                <c:pt idx="166747">
                  <c:v>k6597</c:v>
                </c:pt>
                <c:pt idx="166698">
                  <c:v>k6598</c:v>
                </c:pt>
                <c:pt idx="166649">
                  <c:v>k6599</c:v>
                </c:pt>
                <c:pt idx="166600">
                  <c:v>k6600</c:v>
                </c:pt>
                <c:pt idx="166551">
                  <c:v>k6601</c:v>
                </c:pt>
                <c:pt idx="166502">
                  <c:v>k6602</c:v>
                </c:pt>
                <c:pt idx="166453">
                  <c:v>k6603</c:v>
                </c:pt>
                <c:pt idx="166404">
                  <c:v>k6604</c:v>
                </c:pt>
                <c:pt idx="166355">
                  <c:v>k6605</c:v>
                </c:pt>
                <c:pt idx="166306">
                  <c:v>k6606</c:v>
                </c:pt>
                <c:pt idx="166257">
                  <c:v>k6607</c:v>
                </c:pt>
                <c:pt idx="166208">
                  <c:v>k6608</c:v>
                </c:pt>
                <c:pt idx="166159">
                  <c:v>k6609</c:v>
                </c:pt>
                <c:pt idx="166110">
                  <c:v>k6610</c:v>
                </c:pt>
                <c:pt idx="166061">
                  <c:v>k6611</c:v>
                </c:pt>
                <c:pt idx="166012">
                  <c:v>k6612</c:v>
                </c:pt>
                <c:pt idx="165963">
                  <c:v>k6613</c:v>
                </c:pt>
                <c:pt idx="165914">
                  <c:v>k6614</c:v>
                </c:pt>
                <c:pt idx="165865">
                  <c:v>k6615</c:v>
                </c:pt>
                <c:pt idx="165816">
                  <c:v>k6616</c:v>
                </c:pt>
                <c:pt idx="165767">
                  <c:v>k6617</c:v>
                </c:pt>
                <c:pt idx="165718">
                  <c:v>k6618</c:v>
                </c:pt>
                <c:pt idx="165669">
                  <c:v>k6619</c:v>
                </c:pt>
                <c:pt idx="165620">
                  <c:v>k6620</c:v>
                </c:pt>
                <c:pt idx="165571">
                  <c:v>k6621</c:v>
                </c:pt>
                <c:pt idx="165522">
                  <c:v>k6622</c:v>
                </c:pt>
                <c:pt idx="165473">
                  <c:v>k6623</c:v>
                </c:pt>
                <c:pt idx="165424">
                  <c:v>k6624</c:v>
                </c:pt>
                <c:pt idx="165375">
                  <c:v>k6625</c:v>
                </c:pt>
                <c:pt idx="165326">
                  <c:v>k6626</c:v>
                </c:pt>
                <c:pt idx="165277">
                  <c:v>k6627</c:v>
                </c:pt>
                <c:pt idx="165228">
                  <c:v>k6628</c:v>
                </c:pt>
                <c:pt idx="165179">
                  <c:v>k6629</c:v>
                </c:pt>
                <c:pt idx="165130">
                  <c:v>k6630</c:v>
                </c:pt>
                <c:pt idx="165081">
                  <c:v>k6631</c:v>
                </c:pt>
                <c:pt idx="165032">
                  <c:v>k6632</c:v>
                </c:pt>
                <c:pt idx="164983">
                  <c:v>k6633</c:v>
                </c:pt>
                <c:pt idx="164934">
                  <c:v>k6634</c:v>
                </c:pt>
                <c:pt idx="164885">
                  <c:v>k6635</c:v>
                </c:pt>
                <c:pt idx="164836">
                  <c:v>k6636</c:v>
                </c:pt>
                <c:pt idx="164787">
                  <c:v>k6637</c:v>
                </c:pt>
                <c:pt idx="164738">
                  <c:v>k6638</c:v>
                </c:pt>
                <c:pt idx="164689">
                  <c:v>k6639</c:v>
                </c:pt>
                <c:pt idx="164640">
                  <c:v>k6640</c:v>
                </c:pt>
                <c:pt idx="164591">
                  <c:v>k6641</c:v>
                </c:pt>
                <c:pt idx="164542">
                  <c:v>k6642</c:v>
                </c:pt>
                <c:pt idx="164493">
                  <c:v>k6643</c:v>
                </c:pt>
                <c:pt idx="164444">
                  <c:v>k6644</c:v>
                </c:pt>
                <c:pt idx="164395">
                  <c:v>k6645</c:v>
                </c:pt>
                <c:pt idx="164346">
                  <c:v>k6646</c:v>
                </c:pt>
                <c:pt idx="164297">
                  <c:v>k6647</c:v>
                </c:pt>
                <c:pt idx="164248">
                  <c:v>k6648</c:v>
                </c:pt>
                <c:pt idx="164199">
                  <c:v>k6649</c:v>
                </c:pt>
                <c:pt idx="164150">
                  <c:v>k6650</c:v>
                </c:pt>
                <c:pt idx="164101">
                  <c:v>k6651</c:v>
                </c:pt>
                <c:pt idx="164052">
                  <c:v>k6652</c:v>
                </c:pt>
                <c:pt idx="164003">
                  <c:v>k6653</c:v>
                </c:pt>
                <c:pt idx="163954">
                  <c:v>k6654</c:v>
                </c:pt>
                <c:pt idx="163905">
                  <c:v>k6655</c:v>
                </c:pt>
                <c:pt idx="163856">
                  <c:v>k6656</c:v>
                </c:pt>
                <c:pt idx="163807">
                  <c:v>k6657</c:v>
                </c:pt>
                <c:pt idx="163758">
                  <c:v>k6658</c:v>
                </c:pt>
                <c:pt idx="163709">
                  <c:v>k6659</c:v>
                </c:pt>
                <c:pt idx="163660">
                  <c:v>k6660</c:v>
                </c:pt>
                <c:pt idx="163611">
                  <c:v>k6661</c:v>
                </c:pt>
                <c:pt idx="163562">
                  <c:v>k6662</c:v>
                </c:pt>
                <c:pt idx="163513">
                  <c:v>k6663</c:v>
                </c:pt>
                <c:pt idx="163464">
                  <c:v>k6664</c:v>
                </c:pt>
                <c:pt idx="163415">
                  <c:v>k6665</c:v>
                </c:pt>
                <c:pt idx="163366">
                  <c:v>k6666</c:v>
                </c:pt>
                <c:pt idx="163317">
                  <c:v>k6667</c:v>
                </c:pt>
                <c:pt idx="163268">
                  <c:v>k6668</c:v>
                </c:pt>
                <c:pt idx="163219">
                  <c:v>k6669</c:v>
                </c:pt>
                <c:pt idx="163170">
                  <c:v>k6670</c:v>
                </c:pt>
                <c:pt idx="163121">
                  <c:v>k6671</c:v>
                </c:pt>
                <c:pt idx="163072">
                  <c:v>k6672</c:v>
                </c:pt>
                <c:pt idx="163023">
                  <c:v>k6673</c:v>
                </c:pt>
                <c:pt idx="162974">
                  <c:v>k6674</c:v>
                </c:pt>
                <c:pt idx="162925">
                  <c:v>k6675</c:v>
                </c:pt>
                <c:pt idx="162876">
                  <c:v>k6676</c:v>
                </c:pt>
                <c:pt idx="162827">
                  <c:v>k6677</c:v>
                </c:pt>
                <c:pt idx="162778">
                  <c:v>k6678</c:v>
                </c:pt>
                <c:pt idx="162729">
                  <c:v>k6679</c:v>
                </c:pt>
                <c:pt idx="162680">
                  <c:v>k6680</c:v>
                </c:pt>
                <c:pt idx="162631">
                  <c:v>k6681</c:v>
                </c:pt>
                <c:pt idx="162582">
                  <c:v>k6682</c:v>
                </c:pt>
                <c:pt idx="162533">
                  <c:v>k6683</c:v>
                </c:pt>
                <c:pt idx="162484">
                  <c:v>k6684</c:v>
                </c:pt>
                <c:pt idx="162435">
                  <c:v>k6685</c:v>
                </c:pt>
                <c:pt idx="162386">
                  <c:v>k6686</c:v>
                </c:pt>
                <c:pt idx="162337">
                  <c:v>k6687</c:v>
                </c:pt>
                <c:pt idx="162288">
                  <c:v>k6688</c:v>
                </c:pt>
                <c:pt idx="162239">
                  <c:v>k6689</c:v>
                </c:pt>
                <c:pt idx="162190">
                  <c:v>k6690</c:v>
                </c:pt>
                <c:pt idx="162141">
                  <c:v>k6691</c:v>
                </c:pt>
                <c:pt idx="162092">
                  <c:v>k6692</c:v>
                </c:pt>
                <c:pt idx="162043">
                  <c:v>k6693</c:v>
                </c:pt>
                <c:pt idx="161994">
                  <c:v>k6694</c:v>
                </c:pt>
                <c:pt idx="161945">
                  <c:v>k6695</c:v>
                </c:pt>
                <c:pt idx="161896">
                  <c:v>k6696</c:v>
                </c:pt>
                <c:pt idx="161847">
                  <c:v>k6697</c:v>
                </c:pt>
                <c:pt idx="161798">
                  <c:v>k6698</c:v>
                </c:pt>
                <c:pt idx="161749">
                  <c:v>k6699</c:v>
                </c:pt>
                <c:pt idx="161700">
                  <c:v>k6700</c:v>
                </c:pt>
                <c:pt idx="161651">
                  <c:v>k6701</c:v>
                </c:pt>
                <c:pt idx="161602">
                  <c:v>k6702</c:v>
                </c:pt>
                <c:pt idx="161553">
                  <c:v>k6703</c:v>
                </c:pt>
                <c:pt idx="161504">
                  <c:v>k6704</c:v>
                </c:pt>
                <c:pt idx="161455">
                  <c:v>k6705</c:v>
                </c:pt>
                <c:pt idx="161406">
                  <c:v>k6706</c:v>
                </c:pt>
                <c:pt idx="161357">
                  <c:v>k6707</c:v>
                </c:pt>
                <c:pt idx="161308">
                  <c:v>k6708</c:v>
                </c:pt>
                <c:pt idx="161259">
                  <c:v>k6709</c:v>
                </c:pt>
                <c:pt idx="161210">
                  <c:v>k6710</c:v>
                </c:pt>
                <c:pt idx="161161">
                  <c:v>k6711</c:v>
                </c:pt>
                <c:pt idx="161112">
                  <c:v>k6712</c:v>
                </c:pt>
                <c:pt idx="161063">
                  <c:v>k6713</c:v>
                </c:pt>
                <c:pt idx="161014">
                  <c:v>k6714</c:v>
                </c:pt>
                <c:pt idx="160965">
                  <c:v>k6715</c:v>
                </c:pt>
                <c:pt idx="160916">
                  <c:v>k6716</c:v>
                </c:pt>
                <c:pt idx="160867">
                  <c:v>k6717</c:v>
                </c:pt>
                <c:pt idx="160818">
                  <c:v>k6718</c:v>
                </c:pt>
                <c:pt idx="160769">
                  <c:v>k6719</c:v>
                </c:pt>
                <c:pt idx="160720">
                  <c:v>k6720</c:v>
                </c:pt>
                <c:pt idx="160671">
                  <c:v>k6721</c:v>
                </c:pt>
                <c:pt idx="160622">
                  <c:v>k6722</c:v>
                </c:pt>
                <c:pt idx="160573">
                  <c:v>k6723</c:v>
                </c:pt>
                <c:pt idx="160524">
                  <c:v>k6724</c:v>
                </c:pt>
                <c:pt idx="160475">
                  <c:v>k6725</c:v>
                </c:pt>
                <c:pt idx="160426">
                  <c:v>k6726</c:v>
                </c:pt>
                <c:pt idx="160377">
                  <c:v>k6727</c:v>
                </c:pt>
                <c:pt idx="160328">
                  <c:v>k6728</c:v>
                </c:pt>
                <c:pt idx="160279">
                  <c:v>k6729</c:v>
                </c:pt>
                <c:pt idx="160230">
                  <c:v>k6730</c:v>
                </c:pt>
                <c:pt idx="160181">
                  <c:v>k6731</c:v>
                </c:pt>
                <c:pt idx="160132">
                  <c:v>k6732</c:v>
                </c:pt>
                <c:pt idx="160083">
                  <c:v>k6733</c:v>
                </c:pt>
                <c:pt idx="160034">
                  <c:v>k6734</c:v>
                </c:pt>
                <c:pt idx="159985">
                  <c:v>k6735</c:v>
                </c:pt>
                <c:pt idx="159936">
                  <c:v>k6736</c:v>
                </c:pt>
                <c:pt idx="159887">
                  <c:v>k6737</c:v>
                </c:pt>
                <c:pt idx="159838">
                  <c:v>k6738</c:v>
                </c:pt>
                <c:pt idx="159789">
                  <c:v>k6739</c:v>
                </c:pt>
                <c:pt idx="159740">
                  <c:v>k6740</c:v>
                </c:pt>
                <c:pt idx="159691">
                  <c:v>k6741</c:v>
                </c:pt>
                <c:pt idx="159642">
                  <c:v>k6742</c:v>
                </c:pt>
                <c:pt idx="159593">
                  <c:v>k6743</c:v>
                </c:pt>
                <c:pt idx="159544">
                  <c:v>k6744</c:v>
                </c:pt>
                <c:pt idx="159495">
                  <c:v>k6745</c:v>
                </c:pt>
                <c:pt idx="159446">
                  <c:v>k6746</c:v>
                </c:pt>
                <c:pt idx="159397">
                  <c:v>k6747</c:v>
                </c:pt>
                <c:pt idx="159348">
                  <c:v>k6748</c:v>
                </c:pt>
                <c:pt idx="159299">
                  <c:v>k6749</c:v>
                </c:pt>
                <c:pt idx="159250">
                  <c:v>k6750</c:v>
                </c:pt>
                <c:pt idx="159201">
                  <c:v>k6751</c:v>
                </c:pt>
                <c:pt idx="159152">
                  <c:v>k6752</c:v>
                </c:pt>
                <c:pt idx="159103">
                  <c:v>k6753</c:v>
                </c:pt>
                <c:pt idx="159054">
                  <c:v>k6754</c:v>
                </c:pt>
                <c:pt idx="159005">
                  <c:v>k6755</c:v>
                </c:pt>
                <c:pt idx="158956">
                  <c:v>k6756</c:v>
                </c:pt>
                <c:pt idx="158907">
                  <c:v>k6757</c:v>
                </c:pt>
                <c:pt idx="158858">
                  <c:v>k6758</c:v>
                </c:pt>
                <c:pt idx="158809">
                  <c:v>k6759</c:v>
                </c:pt>
                <c:pt idx="158760">
                  <c:v>k6760</c:v>
                </c:pt>
                <c:pt idx="158711">
                  <c:v>k6761</c:v>
                </c:pt>
                <c:pt idx="158662">
                  <c:v>k6762</c:v>
                </c:pt>
                <c:pt idx="158613">
                  <c:v>k6763</c:v>
                </c:pt>
                <c:pt idx="158564">
                  <c:v>k6764</c:v>
                </c:pt>
                <c:pt idx="158515">
                  <c:v>k6765</c:v>
                </c:pt>
                <c:pt idx="158466">
                  <c:v>k6766</c:v>
                </c:pt>
                <c:pt idx="158417">
                  <c:v>k6767</c:v>
                </c:pt>
                <c:pt idx="158368">
                  <c:v>k6768</c:v>
                </c:pt>
                <c:pt idx="158319">
                  <c:v>k6769</c:v>
                </c:pt>
                <c:pt idx="158270">
                  <c:v>k6770</c:v>
                </c:pt>
                <c:pt idx="158221">
                  <c:v>k6771</c:v>
                </c:pt>
                <c:pt idx="158172">
                  <c:v>k6772</c:v>
                </c:pt>
                <c:pt idx="158123">
                  <c:v>k6773</c:v>
                </c:pt>
                <c:pt idx="158074">
                  <c:v>k6774</c:v>
                </c:pt>
                <c:pt idx="158025">
                  <c:v>k6775</c:v>
                </c:pt>
                <c:pt idx="157976">
                  <c:v>k6776</c:v>
                </c:pt>
                <c:pt idx="157927">
                  <c:v>k6777</c:v>
                </c:pt>
                <c:pt idx="157878">
                  <c:v>k6778</c:v>
                </c:pt>
                <c:pt idx="157829">
                  <c:v>k6779</c:v>
                </c:pt>
                <c:pt idx="157780">
                  <c:v>k6780</c:v>
                </c:pt>
                <c:pt idx="157731">
                  <c:v>k6781</c:v>
                </c:pt>
                <c:pt idx="157682">
                  <c:v>k6782</c:v>
                </c:pt>
                <c:pt idx="157633">
                  <c:v>k6783</c:v>
                </c:pt>
                <c:pt idx="157584">
                  <c:v>k6784</c:v>
                </c:pt>
                <c:pt idx="157535">
                  <c:v>k6785</c:v>
                </c:pt>
                <c:pt idx="157486">
                  <c:v>k6786</c:v>
                </c:pt>
                <c:pt idx="157437">
                  <c:v>k6787</c:v>
                </c:pt>
                <c:pt idx="157388">
                  <c:v>k6788</c:v>
                </c:pt>
                <c:pt idx="157339">
                  <c:v>k6789</c:v>
                </c:pt>
                <c:pt idx="157290">
                  <c:v>k6790</c:v>
                </c:pt>
                <c:pt idx="157241">
                  <c:v>k6791</c:v>
                </c:pt>
                <c:pt idx="157192">
                  <c:v>k6792</c:v>
                </c:pt>
                <c:pt idx="157143">
                  <c:v>k6793</c:v>
                </c:pt>
                <c:pt idx="157094">
                  <c:v>k6794</c:v>
                </c:pt>
                <c:pt idx="157045">
                  <c:v>k6795</c:v>
                </c:pt>
                <c:pt idx="156996">
                  <c:v>k6796</c:v>
                </c:pt>
                <c:pt idx="156947">
                  <c:v>k6797</c:v>
                </c:pt>
                <c:pt idx="156898">
                  <c:v>k6798</c:v>
                </c:pt>
                <c:pt idx="156849">
                  <c:v>k6799</c:v>
                </c:pt>
                <c:pt idx="156800">
                  <c:v>k6800</c:v>
                </c:pt>
                <c:pt idx="156751">
                  <c:v>k6801</c:v>
                </c:pt>
                <c:pt idx="156702">
                  <c:v>k6802</c:v>
                </c:pt>
                <c:pt idx="156653">
                  <c:v>k6803</c:v>
                </c:pt>
                <c:pt idx="156604">
                  <c:v>k6804</c:v>
                </c:pt>
                <c:pt idx="156555">
                  <c:v>k6805</c:v>
                </c:pt>
                <c:pt idx="156506">
                  <c:v>k6806</c:v>
                </c:pt>
                <c:pt idx="156457">
                  <c:v>k6807</c:v>
                </c:pt>
                <c:pt idx="156408">
                  <c:v>k6808</c:v>
                </c:pt>
                <c:pt idx="156359">
                  <c:v>k6809</c:v>
                </c:pt>
                <c:pt idx="156310">
                  <c:v>k6810</c:v>
                </c:pt>
                <c:pt idx="156261">
                  <c:v>k6811</c:v>
                </c:pt>
                <c:pt idx="156212">
                  <c:v>k6812</c:v>
                </c:pt>
                <c:pt idx="156163">
                  <c:v>k6813</c:v>
                </c:pt>
                <c:pt idx="156114">
                  <c:v>k6814</c:v>
                </c:pt>
                <c:pt idx="156065">
                  <c:v>k6815</c:v>
                </c:pt>
                <c:pt idx="156016">
                  <c:v>k6816</c:v>
                </c:pt>
                <c:pt idx="155967">
                  <c:v>k6817</c:v>
                </c:pt>
                <c:pt idx="155918">
                  <c:v>k6818</c:v>
                </c:pt>
                <c:pt idx="155869">
                  <c:v>k6819</c:v>
                </c:pt>
                <c:pt idx="155820">
                  <c:v>k6820</c:v>
                </c:pt>
                <c:pt idx="155771">
                  <c:v>k6821</c:v>
                </c:pt>
                <c:pt idx="155722">
                  <c:v>k6822</c:v>
                </c:pt>
                <c:pt idx="155673">
                  <c:v>k6823</c:v>
                </c:pt>
                <c:pt idx="155624">
                  <c:v>k6824</c:v>
                </c:pt>
                <c:pt idx="155575">
                  <c:v>k6825</c:v>
                </c:pt>
                <c:pt idx="155526">
                  <c:v>k6826</c:v>
                </c:pt>
                <c:pt idx="155477">
                  <c:v>k6827</c:v>
                </c:pt>
                <c:pt idx="155428">
                  <c:v>k6828</c:v>
                </c:pt>
                <c:pt idx="155379">
                  <c:v>k6829</c:v>
                </c:pt>
                <c:pt idx="155330">
                  <c:v>k6830</c:v>
                </c:pt>
                <c:pt idx="155281">
                  <c:v>k6831</c:v>
                </c:pt>
                <c:pt idx="155232">
                  <c:v>k6832</c:v>
                </c:pt>
                <c:pt idx="155183">
                  <c:v>k6833</c:v>
                </c:pt>
                <c:pt idx="155134">
                  <c:v>k6834</c:v>
                </c:pt>
                <c:pt idx="155085">
                  <c:v>k6835</c:v>
                </c:pt>
                <c:pt idx="155036">
                  <c:v>k6836</c:v>
                </c:pt>
                <c:pt idx="154987">
                  <c:v>k6837</c:v>
                </c:pt>
                <c:pt idx="154938">
                  <c:v>k6838</c:v>
                </c:pt>
                <c:pt idx="154889">
                  <c:v>k6839</c:v>
                </c:pt>
                <c:pt idx="154840">
                  <c:v>k6840</c:v>
                </c:pt>
                <c:pt idx="154791">
                  <c:v>k6841</c:v>
                </c:pt>
                <c:pt idx="154742">
                  <c:v>k6842</c:v>
                </c:pt>
                <c:pt idx="154693">
                  <c:v>k6843</c:v>
                </c:pt>
                <c:pt idx="154644">
                  <c:v>k6844</c:v>
                </c:pt>
                <c:pt idx="154595">
                  <c:v>k6845</c:v>
                </c:pt>
                <c:pt idx="154546">
                  <c:v>k6846</c:v>
                </c:pt>
                <c:pt idx="154497">
                  <c:v>k6847</c:v>
                </c:pt>
                <c:pt idx="154448">
                  <c:v>k6848</c:v>
                </c:pt>
                <c:pt idx="154399">
                  <c:v>k6849</c:v>
                </c:pt>
                <c:pt idx="154350">
                  <c:v>k6850</c:v>
                </c:pt>
                <c:pt idx="154301">
                  <c:v>k6851</c:v>
                </c:pt>
                <c:pt idx="154252">
                  <c:v>k6852</c:v>
                </c:pt>
                <c:pt idx="154203">
                  <c:v>k6853</c:v>
                </c:pt>
                <c:pt idx="154154">
                  <c:v>k6854</c:v>
                </c:pt>
                <c:pt idx="154105">
                  <c:v>k6855</c:v>
                </c:pt>
                <c:pt idx="154056">
                  <c:v>k6856</c:v>
                </c:pt>
                <c:pt idx="154007">
                  <c:v>k6857</c:v>
                </c:pt>
                <c:pt idx="153958">
                  <c:v>k6858</c:v>
                </c:pt>
                <c:pt idx="153909">
                  <c:v>k6859</c:v>
                </c:pt>
                <c:pt idx="153860">
                  <c:v>k6860</c:v>
                </c:pt>
                <c:pt idx="153811">
                  <c:v>k6861</c:v>
                </c:pt>
                <c:pt idx="153762">
                  <c:v>k6862</c:v>
                </c:pt>
                <c:pt idx="153713">
                  <c:v>k6863</c:v>
                </c:pt>
                <c:pt idx="153664">
                  <c:v>k6864</c:v>
                </c:pt>
                <c:pt idx="153615">
                  <c:v>k6865</c:v>
                </c:pt>
                <c:pt idx="153566">
                  <c:v>k6866</c:v>
                </c:pt>
                <c:pt idx="153517">
                  <c:v>k6867</c:v>
                </c:pt>
                <c:pt idx="153468">
                  <c:v>k6868</c:v>
                </c:pt>
                <c:pt idx="153419">
                  <c:v>k6869</c:v>
                </c:pt>
                <c:pt idx="153370">
                  <c:v>k6870</c:v>
                </c:pt>
                <c:pt idx="153321">
                  <c:v>k6871</c:v>
                </c:pt>
                <c:pt idx="153272">
                  <c:v>k6872</c:v>
                </c:pt>
                <c:pt idx="153223">
                  <c:v>k6873</c:v>
                </c:pt>
                <c:pt idx="153174">
                  <c:v>k6874</c:v>
                </c:pt>
                <c:pt idx="153125">
                  <c:v>k6875</c:v>
                </c:pt>
                <c:pt idx="153076">
                  <c:v>k6876</c:v>
                </c:pt>
                <c:pt idx="153027">
                  <c:v>k6877</c:v>
                </c:pt>
                <c:pt idx="152978">
                  <c:v>k6878</c:v>
                </c:pt>
                <c:pt idx="152929">
                  <c:v>k6879</c:v>
                </c:pt>
                <c:pt idx="152880">
                  <c:v>k6880</c:v>
                </c:pt>
                <c:pt idx="152831">
                  <c:v>k6881</c:v>
                </c:pt>
                <c:pt idx="152782">
                  <c:v>k6882</c:v>
                </c:pt>
                <c:pt idx="152733">
                  <c:v>k6883</c:v>
                </c:pt>
                <c:pt idx="152684">
                  <c:v>k6884</c:v>
                </c:pt>
                <c:pt idx="152635">
                  <c:v>k6885</c:v>
                </c:pt>
                <c:pt idx="152586">
                  <c:v>k6886</c:v>
                </c:pt>
                <c:pt idx="152537">
                  <c:v>k6887</c:v>
                </c:pt>
                <c:pt idx="152488">
                  <c:v>k6888</c:v>
                </c:pt>
                <c:pt idx="152439">
                  <c:v>k6889</c:v>
                </c:pt>
                <c:pt idx="152390">
                  <c:v>k6890</c:v>
                </c:pt>
                <c:pt idx="152341">
                  <c:v>k6891</c:v>
                </c:pt>
                <c:pt idx="152292">
                  <c:v>k6892</c:v>
                </c:pt>
                <c:pt idx="152243">
                  <c:v>k6893</c:v>
                </c:pt>
                <c:pt idx="152194">
                  <c:v>k6894</c:v>
                </c:pt>
                <c:pt idx="152145">
                  <c:v>k6895</c:v>
                </c:pt>
                <c:pt idx="152096">
                  <c:v>k6896</c:v>
                </c:pt>
                <c:pt idx="152047">
                  <c:v>k6897</c:v>
                </c:pt>
                <c:pt idx="151998">
                  <c:v>k6898</c:v>
                </c:pt>
                <c:pt idx="151949">
                  <c:v>k6899</c:v>
                </c:pt>
                <c:pt idx="151900">
                  <c:v>k6900</c:v>
                </c:pt>
                <c:pt idx="151851">
                  <c:v>k6901</c:v>
                </c:pt>
                <c:pt idx="151802">
                  <c:v>k6902</c:v>
                </c:pt>
                <c:pt idx="151753">
                  <c:v>k6903</c:v>
                </c:pt>
                <c:pt idx="151704">
                  <c:v>k6904</c:v>
                </c:pt>
                <c:pt idx="151655">
                  <c:v>k6905</c:v>
                </c:pt>
                <c:pt idx="151606">
                  <c:v>k6906</c:v>
                </c:pt>
                <c:pt idx="151557">
                  <c:v>k6907</c:v>
                </c:pt>
                <c:pt idx="151508">
                  <c:v>k6908</c:v>
                </c:pt>
                <c:pt idx="151459">
                  <c:v>k6909</c:v>
                </c:pt>
                <c:pt idx="151410">
                  <c:v>k6910</c:v>
                </c:pt>
                <c:pt idx="151361">
                  <c:v>k6911</c:v>
                </c:pt>
                <c:pt idx="151312">
                  <c:v>k6912</c:v>
                </c:pt>
                <c:pt idx="151263">
                  <c:v>k6913</c:v>
                </c:pt>
                <c:pt idx="151214">
                  <c:v>k6914</c:v>
                </c:pt>
                <c:pt idx="151165">
                  <c:v>k6915</c:v>
                </c:pt>
                <c:pt idx="151116">
                  <c:v>k6916</c:v>
                </c:pt>
                <c:pt idx="151067">
                  <c:v>k6917</c:v>
                </c:pt>
                <c:pt idx="151018">
                  <c:v>k6918</c:v>
                </c:pt>
                <c:pt idx="150969">
                  <c:v>k6919</c:v>
                </c:pt>
                <c:pt idx="150920">
                  <c:v>k6920</c:v>
                </c:pt>
                <c:pt idx="150871">
                  <c:v>k6921</c:v>
                </c:pt>
                <c:pt idx="150822">
                  <c:v>k6922</c:v>
                </c:pt>
                <c:pt idx="150773">
                  <c:v>k6923</c:v>
                </c:pt>
                <c:pt idx="150724">
                  <c:v>k6924</c:v>
                </c:pt>
                <c:pt idx="150675">
                  <c:v>k6925</c:v>
                </c:pt>
                <c:pt idx="150626">
                  <c:v>k6926</c:v>
                </c:pt>
                <c:pt idx="150577">
                  <c:v>k6927</c:v>
                </c:pt>
                <c:pt idx="150528">
                  <c:v>k6928</c:v>
                </c:pt>
                <c:pt idx="150479">
                  <c:v>k6929</c:v>
                </c:pt>
                <c:pt idx="150430">
                  <c:v>k6930</c:v>
                </c:pt>
                <c:pt idx="150381">
                  <c:v>k6931</c:v>
                </c:pt>
                <c:pt idx="150332">
                  <c:v>k6932</c:v>
                </c:pt>
                <c:pt idx="150283">
                  <c:v>k6933</c:v>
                </c:pt>
                <c:pt idx="150234">
                  <c:v>k6934</c:v>
                </c:pt>
                <c:pt idx="150185">
                  <c:v>k6935</c:v>
                </c:pt>
                <c:pt idx="150136">
                  <c:v>k6936</c:v>
                </c:pt>
                <c:pt idx="150087">
                  <c:v>k6937</c:v>
                </c:pt>
                <c:pt idx="150038">
                  <c:v>k6938</c:v>
                </c:pt>
                <c:pt idx="149989">
                  <c:v>k6939</c:v>
                </c:pt>
                <c:pt idx="149940">
                  <c:v>k6940</c:v>
                </c:pt>
                <c:pt idx="149891">
                  <c:v>k6941</c:v>
                </c:pt>
                <c:pt idx="149842">
                  <c:v>k6942</c:v>
                </c:pt>
                <c:pt idx="149793">
                  <c:v>k6943</c:v>
                </c:pt>
                <c:pt idx="149744">
                  <c:v>k6944</c:v>
                </c:pt>
                <c:pt idx="149695">
                  <c:v>k6945</c:v>
                </c:pt>
                <c:pt idx="149646">
                  <c:v>k6946</c:v>
                </c:pt>
                <c:pt idx="149597">
                  <c:v>k6947</c:v>
                </c:pt>
                <c:pt idx="149548">
                  <c:v>k6948</c:v>
                </c:pt>
                <c:pt idx="149499">
                  <c:v>k6949</c:v>
                </c:pt>
                <c:pt idx="149450">
                  <c:v>k6950</c:v>
                </c:pt>
                <c:pt idx="149401">
                  <c:v>k6951</c:v>
                </c:pt>
                <c:pt idx="149352">
                  <c:v>k6952</c:v>
                </c:pt>
                <c:pt idx="149303">
                  <c:v>k6953</c:v>
                </c:pt>
                <c:pt idx="149254">
                  <c:v>k6954</c:v>
                </c:pt>
                <c:pt idx="149205">
                  <c:v>k6955</c:v>
                </c:pt>
                <c:pt idx="149156">
                  <c:v>k6956</c:v>
                </c:pt>
                <c:pt idx="149107">
                  <c:v>k6957</c:v>
                </c:pt>
                <c:pt idx="149058">
                  <c:v>k6958</c:v>
                </c:pt>
                <c:pt idx="149009">
                  <c:v>k6959</c:v>
                </c:pt>
                <c:pt idx="148960">
                  <c:v>k6960</c:v>
                </c:pt>
                <c:pt idx="148911">
                  <c:v>k6961</c:v>
                </c:pt>
                <c:pt idx="148862">
                  <c:v>k6962</c:v>
                </c:pt>
                <c:pt idx="148813">
                  <c:v>k6963</c:v>
                </c:pt>
                <c:pt idx="148764">
                  <c:v>k6964</c:v>
                </c:pt>
                <c:pt idx="148715">
                  <c:v>k6965</c:v>
                </c:pt>
                <c:pt idx="148666">
                  <c:v>k6966</c:v>
                </c:pt>
                <c:pt idx="148617">
                  <c:v>k6967</c:v>
                </c:pt>
                <c:pt idx="148568">
                  <c:v>k6968</c:v>
                </c:pt>
                <c:pt idx="148519">
                  <c:v>k6969</c:v>
                </c:pt>
                <c:pt idx="148470">
                  <c:v>k6970</c:v>
                </c:pt>
                <c:pt idx="148421">
                  <c:v>k6971</c:v>
                </c:pt>
                <c:pt idx="148372">
                  <c:v>k6972</c:v>
                </c:pt>
                <c:pt idx="148323">
                  <c:v>k6973</c:v>
                </c:pt>
                <c:pt idx="148274">
                  <c:v>k6974</c:v>
                </c:pt>
                <c:pt idx="148225">
                  <c:v>k6975</c:v>
                </c:pt>
                <c:pt idx="148176">
                  <c:v>k6976</c:v>
                </c:pt>
                <c:pt idx="148127">
                  <c:v>k6977</c:v>
                </c:pt>
                <c:pt idx="148078">
                  <c:v>k6978</c:v>
                </c:pt>
                <c:pt idx="148029">
                  <c:v>k6979</c:v>
                </c:pt>
                <c:pt idx="147980">
                  <c:v>k6980</c:v>
                </c:pt>
                <c:pt idx="147931">
                  <c:v>k6981</c:v>
                </c:pt>
                <c:pt idx="147882">
                  <c:v>k6982</c:v>
                </c:pt>
                <c:pt idx="147833">
                  <c:v>k6983</c:v>
                </c:pt>
                <c:pt idx="147784">
                  <c:v>k6984</c:v>
                </c:pt>
                <c:pt idx="147735">
                  <c:v>k6985</c:v>
                </c:pt>
                <c:pt idx="147686">
                  <c:v>k6986</c:v>
                </c:pt>
                <c:pt idx="147637">
                  <c:v>k6987</c:v>
                </c:pt>
                <c:pt idx="147588">
                  <c:v>k6988</c:v>
                </c:pt>
                <c:pt idx="147539">
                  <c:v>k6989</c:v>
                </c:pt>
                <c:pt idx="147490">
                  <c:v>k6990</c:v>
                </c:pt>
                <c:pt idx="147441">
                  <c:v>k6991</c:v>
                </c:pt>
                <c:pt idx="147392">
                  <c:v>k6992</c:v>
                </c:pt>
                <c:pt idx="147343">
                  <c:v>k6993</c:v>
                </c:pt>
                <c:pt idx="147294">
                  <c:v>k6994</c:v>
                </c:pt>
                <c:pt idx="147245">
                  <c:v>k6995</c:v>
                </c:pt>
                <c:pt idx="147196">
                  <c:v>k6996</c:v>
                </c:pt>
                <c:pt idx="147147">
                  <c:v>k6997</c:v>
                </c:pt>
                <c:pt idx="147098">
                  <c:v>k6998</c:v>
                </c:pt>
                <c:pt idx="147049">
                  <c:v>k6999</c:v>
                </c:pt>
                <c:pt idx="147000">
                  <c:v>k7000</c:v>
                </c:pt>
                <c:pt idx="146951">
                  <c:v>k7001</c:v>
                </c:pt>
                <c:pt idx="146902">
                  <c:v>k7002</c:v>
                </c:pt>
                <c:pt idx="146853">
                  <c:v>k7003</c:v>
                </c:pt>
                <c:pt idx="146804">
                  <c:v>k7004</c:v>
                </c:pt>
                <c:pt idx="146755">
                  <c:v>k7005</c:v>
                </c:pt>
                <c:pt idx="146706">
                  <c:v>k7006</c:v>
                </c:pt>
                <c:pt idx="146657">
                  <c:v>k7007</c:v>
                </c:pt>
                <c:pt idx="146608">
                  <c:v>k7008</c:v>
                </c:pt>
                <c:pt idx="146559">
                  <c:v>k7009</c:v>
                </c:pt>
                <c:pt idx="146510">
                  <c:v>k7010</c:v>
                </c:pt>
                <c:pt idx="146461">
                  <c:v>k7011</c:v>
                </c:pt>
                <c:pt idx="146412">
                  <c:v>k7012</c:v>
                </c:pt>
                <c:pt idx="146363">
                  <c:v>k7013</c:v>
                </c:pt>
                <c:pt idx="146314">
                  <c:v>k7014</c:v>
                </c:pt>
                <c:pt idx="146265">
                  <c:v>k7015</c:v>
                </c:pt>
                <c:pt idx="146216">
                  <c:v>k7016</c:v>
                </c:pt>
                <c:pt idx="146167">
                  <c:v>k7017</c:v>
                </c:pt>
                <c:pt idx="146118">
                  <c:v>k7018</c:v>
                </c:pt>
                <c:pt idx="146069">
                  <c:v>k7019</c:v>
                </c:pt>
                <c:pt idx="146020">
                  <c:v>k7020</c:v>
                </c:pt>
                <c:pt idx="145971">
                  <c:v>k7021</c:v>
                </c:pt>
                <c:pt idx="145922">
                  <c:v>k7022</c:v>
                </c:pt>
                <c:pt idx="145873">
                  <c:v>k7023</c:v>
                </c:pt>
                <c:pt idx="145824">
                  <c:v>k7024</c:v>
                </c:pt>
                <c:pt idx="145775">
                  <c:v>k7025</c:v>
                </c:pt>
                <c:pt idx="145726">
                  <c:v>k7026</c:v>
                </c:pt>
                <c:pt idx="145677">
                  <c:v>k7027</c:v>
                </c:pt>
                <c:pt idx="145628">
                  <c:v>k7028</c:v>
                </c:pt>
                <c:pt idx="145579">
                  <c:v>k7029</c:v>
                </c:pt>
                <c:pt idx="145530">
                  <c:v>k7030</c:v>
                </c:pt>
                <c:pt idx="145481">
                  <c:v>k7031</c:v>
                </c:pt>
                <c:pt idx="145432">
                  <c:v>k7032</c:v>
                </c:pt>
                <c:pt idx="145383">
                  <c:v>k7033</c:v>
                </c:pt>
                <c:pt idx="145334">
                  <c:v>k7034</c:v>
                </c:pt>
                <c:pt idx="145285">
                  <c:v>k7035</c:v>
                </c:pt>
                <c:pt idx="145236">
                  <c:v>k7036</c:v>
                </c:pt>
                <c:pt idx="145187">
                  <c:v>k7037</c:v>
                </c:pt>
                <c:pt idx="145138">
                  <c:v>k7038</c:v>
                </c:pt>
                <c:pt idx="145089">
                  <c:v>k7039</c:v>
                </c:pt>
                <c:pt idx="145040">
                  <c:v>k7040</c:v>
                </c:pt>
                <c:pt idx="144991">
                  <c:v>k7041</c:v>
                </c:pt>
                <c:pt idx="144942">
                  <c:v>k7042</c:v>
                </c:pt>
                <c:pt idx="144893">
                  <c:v>k7043</c:v>
                </c:pt>
                <c:pt idx="144844">
                  <c:v>k7044</c:v>
                </c:pt>
                <c:pt idx="144795">
                  <c:v>k7045</c:v>
                </c:pt>
                <c:pt idx="144746">
                  <c:v>k7046</c:v>
                </c:pt>
                <c:pt idx="144697">
                  <c:v>k7047</c:v>
                </c:pt>
                <c:pt idx="144648">
                  <c:v>k7048</c:v>
                </c:pt>
                <c:pt idx="144599">
                  <c:v>k7049</c:v>
                </c:pt>
                <c:pt idx="144550">
                  <c:v>k7050</c:v>
                </c:pt>
                <c:pt idx="144501">
                  <c:v>k7051</c:v>
                </c:pt>
                <c:pt idx="144452">
                  <c:v>k7052</c:v>
                </c:pt>
                <c:pt idx="144403">
                  <c:v>k7053</c:v>
                </c:pt>
                <c:pt idx="144354">
                  <c:v>k7054</c:v>
                </c:pt>
                <c:pt idx="144305">
                  <c:v>k7055</c:v>
                </c:pt>
                <c:pt idx="144256">
                  <c:v>k7056</c:v>
                </c:pt>
                <c:pt idx="144207">
                  <c:v>k7057</c:v>
                </c:pt>
                <c:pt idx="144158">
                  <c:v>k7058</c:v>
                </c:pt>
                <c:pt idx="144109">
                  <c:v>k7059</c:v>
                </c:pt>
                <c:pt idx="144060">
                  <c:v>k7060</c:v>
                </c:pt>
                <c:pt idx="144011">
                  <c:v>k7061</c:v>
                </c:pt>
                <c:pt idx="143962">
                  <c:v>k7062</c:v>
                </c:pt>
                <c:pt idx="143913">
                  <c:v>k7063</c:v>
                </c:pt>
                <c:pt idx="143864">
                  <c:v>k7064</c:v>
                </c:pt>
                <c:pt idx="143815">
                  <c:v>k7065</c:v>
                </c:pt>
                <c:pt idx="143766">
                  <c:v>k7066</c:v>
                </c:pt>
                <c:pt idx="143717">
                  <c:v>k7067</c:v>
                </c:pt>
                <c:pt idx="143668">
                  <c:v>k7068</c:v>
                </c:pt>
                <c:pt idx="143619">
                  <c:v>k7069</c:v>
                </c:pt>
                <c:pt idx="143570">
                  <c:v>k7070</c:v>
                </c:pt>
                <c:pt idx="143521">
                  <c:v>k7071</c:v>
                </c:pt>
                <c:pt idx="143472">
                  <c:v>k7072</c:v>
                </c:pt>
                <c:pt idx="143423">
                  <c:v>k7073</c:v>
                </c:pt>
                <c:pt idx="143374">
                  <c:v>k7074</c:v>
                </c:pt>
                <c:pt idx="143325">
                  <c:v>k7075</c:v>
                </c:pt>
                <c:pt idx="143276">
                  <c:v>k7076</c:v>
                </c:pt>
                <c:pt idx="143227">
                  <c:v>k7077</c:v>
                </c:pt>
                <c:pt idx="143178">
                  <c:v>k7078</c:v>
                </c:pt>
                <c:pt idx="143129">
                  <c:v>k7079</c:v>
                </c:pt>
                <c:pt idx="143080">
                  <c:v>k7080</c:v>
                </c:pt>
                <c:pt idx="143031">
                  <c:v>k7081</c:v>
                </c:pt>
                <c:pt idx="142982">
                  <c:v>k7082</c:v>
                </c:pt>
                <c:pt idx="142933">
                  <c:v>k7083</c:v>
                </c:pt>
                <c:pt idx="142884">
                  <c:v>k7084</c:v>
                </c:pt>
                <c:pt idx="142835">
                  <c:v>k7085</c:v>
                </c:pt>
                <c:pt idx="142786">
                  <c:v>k7086</c:v>
                </c:pt>
                <c:pt idx="142737">
                  <c:v>k7087</c:v>
                </c:pt>
                <c:pt idx="142688">
                  <c:v>k7088</c:v>
                </c:pt>
                <c:pt idx="142639">
                  <c:v>k7089</c:v>
                </c:pt>
                <c:pt idx="142590">
                  <c:v>k7090</c:v>
                </c:pt>
                <c:pt idx="142541">
                  <c:v>k7091</c:v>
                </c:pt>
                <c:pt idx="142492">
                  <c:v>k7092</c:v>
                </c:pt>
                <c:pt idx="142443">
                  <c:v>k7093</c:v>
                </c:pt>
                <c:pt idx="142394">
                  <c:v>k7094</c:v>
                </c:pt>
                <c:pt idx="142345">
                  <c:v>k7095</c:v>
                </c:pt>
                <c:pt idx="142296">
                  <c:v>k7096</c:v>
                </c:pt>
                <c:pt idx="142247">
                  <c:v>k7097</c:v>
                </c:pt>
                <c:pt idx="142198">
                  <c:v>k7098</c:v>
                </c:pt>
                <c:pt idx="142149">
                  <c:v>k7099</c:v>
                </c:pt>
                <c:pt idx="142100">
                  <c:v>k7100</c:v>
                </c:pt>
                <c:pt idx="142051">
                  <c:v>k7101</c:v>
                </c:pt>
                <c:pt idx="142002">
                  <c:v>k7102</c:v>
                </c:pt>
                <c:pt idx="141953">
                  <c:v>k7103</c:v>
                </c:pt>
                <c:pt idx="141904">
                  <c:v>k7104</c:v>
                </c:pt>
                <c:pt idx="141855">
                  <c:v>k7105</c:v>
                </c:pt>
                <c:pt idx="141806">
                  <c:v>k7106</c:v>
                </c:pt>
                <c:pt idx="141757">
                  <c:v>k7107</c:v>
                </c:pt>
                <c:pt idx="141708">
                  <c:v>k7108</c:v>
                </c:pt>
                <c:pt idx="141659">
                  <c:v>k7109</c:v>
                </c:pt>
                <c:pt idx="141610">
                  <c:v>k7110</c:v>
                </c:pt>
                <c:pt idx="141561">
                  <c:v>k7111</c:v>
                </c:pt>
                <c:pt idx="141512">
                  <c:v>k7112</c:v>
                </c:pt>
                <c:pt idx="141463">
                  <c:v>k7113</c:v>
                </c:pt>
                <c:pt idx="141414">
                  <c:v>k7114</c:v>
                </c:pt>
                <c:pt idx="141365">
                  <c:v>k7115</c:v>
                </c:pt>
                <c:pt idx="141316">
                  <c:v>k7116</c:v>
                </c:pt>
                <c:pt idx="141267">
                  <c:v>k7117</c:v>
                </c:pt>
                <c:pt idx="141218">
                  <c:v>k7118</c:v>
                </c:pt>
                <c:pt idx="141169">
                  <c:v>k7119</c:v>
                </c:pt>
                <c:pt idx="141120">
                  <c:v>k7120</c:v>
                </c:pt>
                <c:pt idx="141071">
                  <c:v>k7121</c:v>
                </c:pt>
                <c:pt idx="141022">
                  <c:v>k7122</c:v>
                </c:pt>
                <c:pt idx="140973">
                  <c:v>k7123</c:v>
                </c:pt>
                <c:pt idx="140924">
                  <c:v>k7124</c:v>
                </c:pt>
                <c:pt idx="140875">
                  <c:v>k7125</c:v>
                </c:pt>
                <c:pt idx="140826">
                  <c:v>k7126</c:v>
                </c:pt>
                <c:pt idx="140777">
                  <c:v>k7127</c:v>
                </c:pt>
                <c:pt idx="140728">
                  <c:v>k7128</c:v>
                </c:pt>
                <c:pt idx="140679">
                  <c:v>k7129</c:v>
                </c:pt>
                <c:pt idx="140630">
                  <c:v>k7130</c:v>
                </c:pt>
                <c:pt idx="140581">
                  <c:v>k7131</c:v>
                </c:pt>
                <c:pt idx="140532">
                  <c:v>k7132</c:v>
                </c:pt>
                <c:pt idx="140483">
                  <c:v>k7133</c:v>
                </c:pt>
                <c:pt idx="140434">
                  <c:v>k7134</c:v>
                </c:pt>
                <c:pt idx="140385">
                  <c:v>k7135</c:v>
                </c:pt>
                <c:pt idx="140336">
                  <c:v>k7136</c:v>
                </c:pt>
                <c:pt idx="140287">
                  <c:v>k7137</c:v>
                </c:pt>
                <c:pt idx="140238">
                  <c:v>k7138</c:v>
                </c:pt>
                <c:pt idx="140189">
                  <c:v>k7139</c:v>
                </c:pt>
                <c:pt idx="140140">
                  <c:v>k7140</c:v>
                </c:pt>
                <c:pt idx="140091">
                  <c:v>k7141</c:v>
                </c:pt>
                <c:pt idx="140042">
                  <c:v>k7142</c:v>
                </c:pt>
                <c:pt idx="139993">
                  <c:v>k7143</c:v>
                </c:pt>
                <c:pt idx="139944">
                  <c:v>k7144</c:v>
                </c:pt>
                <c:pt idx="139895">
                  <c:v>k7145</c:v>
                </c:pt>
                <c:pt idx="139846">
                  <c:v>k7146</c:v>
                </c:pt>
                <c:pt idx="139797">
                  <c:v>k7147</c:v>
                </c:pt>
                <c:pt idx="139748">
                  <c:v>k7148</c:v>
                </c:pt>
                <c:pt idx="139699">
                  <c:v>k7149</c:v>
                </c:pt>
                <c:pt idx="139650">
                  <c:v>k7150</c:v>
                </c:pt>
                <c:pt idx="139601">
                  <c:v>k7151</c:v>
                </c:pt>
                <c:pt idx="139552">
                  <c:v>k7152</c:v>
                </c:pt>
                <c:pt idx="139503">
                  <c:v>k7153</c:v>
                </c:pt>
                <c:pt idx="139454">
                  <c:v>k7154</c:v>
                </c:pt>
                <c:pt idx="139405">
                  <c:v>k7155</c:v>
                </c:pt>
                <c:pt idx="139356">
                  <c:v>k7156</c:v>
                </c:pt>
                <c:pt idx="139307">
                  <c:v>k7157</c:v>
                </c:pt>
                <c:pt idx="139258">
                  <c:v>k7158</c:v>
                </c:pt>
                <c:pt idx="139209">
                  <c:v>k7159</c:v>
                </c:pt>
                <c:pt idx="139160">
                  <c:v>k7160</c:v>
                </c:pt>
                <c:pt idx="139111">
                  <c:v>k7161</c:v>
                </c:pt>
                <c:pt idx="139062">
                  <c:v>k7162</c:v>
                </c:pt>
                <c:pt idx="139013">
                  <c:v>k7163</c:v>
                </c:pt>
                <c:pt idx="138964">
                  <c:v>k7164</c:v>
                </c:pt>
                <c:pt idx="138915">
                  <c:v>k7165</c:v>
                </c:pt>
                <c:pt idx="138866">
                  <c:v>k7166</c:v>
                </c:pt>
                <c:pt idx="138817">
                  <c:v>k7167</c:v>
                </c:pt>
                <c:pt idx="138768">
                  <c:v>k7168</c:v>
                </c:pt>
                <c:pt idx="138719">
                  <c:v>k7169</c:v>
                </c:pt>
                <c:pt idx="138670">
                  <c:v>k7170</c:v>
                </c:pt>
                <c:pt idx="138621">
                  <c:v>k7171</c:v>
                </c:pt>
                <c:pt idx="138572">
                  <c:v>k7172</c:v>
                </c:pt>
                <c:pt idx="138523">
                  <c:v>k7173</c:v>
                </c:pt>
                <c:pt idx="138474">
                  <c:v>k7174</c:v>
                </c:pt>
                <c:pt idx="138425">
                  <c:v>k7175</c:v>
                </c:pt>
                <c:pt idx="138376">
                  <c:v>k7176</c:v>
                </c:pt>
                <c:pt idx="138327">
                  <c:v>k7177</c:v>
                </c:pt>
                <c:pt idx="138278">
                  <c:v>k7178</c:v>
                </c:pt>
                <c:pt idx="138229">
                  <c:v>k7179</c:v>
                </c:pt>
                <c:pt idx="138180">
                  <c:v>k7180</c:v>
                </c:pt>
                <c:pt idx="138131">
                  <c:v>k7181</c:v>
                </c:pt>
                <c:pt idx="138082">
                  <c:v>k7182</c:v>
                </c:pt>
                <c:pt idx="138033">
                  <c:v>k7183</c:v>
                </c:pt>
                <c:pt idx="137984">
                  <c:v>k7184</c:v>
                </c:pt>
                <c:pt idx="137935">
                  <c:v>k7185</c:v>
                </c:pt>
                <c:pt idx="137886">
                  <c:v>k7186</c:v>
                </c:pt>
                <c:pt idx="137837">
                  <c:v>k7187</c:v>
                </c:pt>
                <c:pt idx="137788">
                  <c:v>k7188</c:v>
                </c:pt>
                <c:pt idx="137739">
                  <c:v>k7189</c:v>
                </c:pt>
                <c:pt idx="137690">
                  <c:v>k7190</c:v>
                </c:pt>
                <c:pt idx="137641">
                  <c:v>k7191</c:v>
                </c:pt>
                <c:pt idx="137592">
                  <c:v>k7192</c:v>
                </c:pt>
                <c:pt idx="137543">
                  <c:v>k7193</c:v>
                </c:pt>
                <c:pt idx="137494">
                  <c:v>k7194</c:v>
                </c:pt>
                <c:pt idx="137445">
                  <c:v>k7195</c:v>
                </c:pt>
                <c:pt idx="137396">
                  <c:v>k7196</c:v>
                </c:pt>
                <c:pt idx="137347">
                  <c:v>k7197</c:v>
                </c:pt>
                <c:pt idx="137298">
                  <c:v>k7198</c:v>
                </c:pt>
                <c:pt idx="137249">
                  <c:v>k7199</c:v>
                </c:pt>
                <c:pt idx="137200">
                  <c:v>k7200</c:v>
                </c:pt>
                <c:pt idx="137151">
                  <c:v>k7201</c:v>
                </c:pt>
                <c:pt idx="137102">
                  <c:v>k7202</c:v>
                </c:pt>
                <c:pt idx="137053">
                  <c:v>k7203</c:v>
                </c:pt>
                <c:pt idx="137004">
                  <c:v>k7204</c:v>
                </c:pt>
                <c:pt idx="136955">
                  <c:v>k7205</c:v>
                </c:pt>
                <c:pt idx="136906">
                  <c:v>k7206</c:v>
                </c:pt>
                <c:pt idx="136857">
                  <c:v>k7207</c:v>
                </c:pt>
                <c:pt idx="136808">
                  <c:v>k7208</c:v>
                </c:pt>
                <c:pt idx="136759">
                  <c:v>k7209</c:v>
                </c:pt>
                <c:pt idx="136710">
                  <c:v>k7210</c:v>
                </c:pt>
                <c:pt idx="136661">
                  <c:v>k7211</c:v>
                </c:pt>
                <c:pt idx="136612">
                  <c:v>k7212</c:v>
                </c:pt>
                <c:pt idx="136563">
                  <c:v>k7213</c:v>
                </c:pt>
                <c:pt idx="136514">
                  <c:v>k7214</c:v>
                </c:pt>
                <c:pt idx="136465">
                  <c:v>k7215</c:v>
                </c:pt>
                <c:pt idx="136416">
                  <c:v>k7216</c:v>
                </c:pt>
                <c:pt idx="136367">
                  <c:v>k7217</c:v>
                </c:pt>
                <c:pt idx="136318">
                  <c:v>k7218</c:v>
                </c:pt>
                <c:pt idx="136269">
                  <c:v>k7219</c:v>
                </c:pt>
                <c:pt idx="136220">
                  <c:v>k7220</c:v>
                </c:pt>
                <c:pt idx="136171">
                  <c:v>k7221</c:v>
                </c:pt>
                <c:pt idx="136122">
                  <c:v>k7222</c:v>
                </c:pt>
                <c:pt idx="136073">
                  <c:v>k7223</c:v>
                </c:pt>
                <c:pt idx="136024">
                  <c:v>k7224</c:v>
                </c:pt>
                <c:pt idx="135975">
                  <c:v>k7225</c:v>
                </c:pt>
                <c:pt idx="135926">
                  <c:v>k7226</c:v>
                </c:pt>
                <c:pt idx="135877">
                  <c:v>k7227</c:v>
                </c:pt>
                <c:pt idx="135828">
                  <c:v>k7228</c:v>
                </c:pt>
                <c:pt idx="135779">
                  <c:v>k7229</c:v>
                </c:pt>
                <c:pt idx="135730">
                  <c:v>k7230</c:v>
                </c:pt>
                <c:pt idx="135681">
                  <c:v>k7231</c:v>
                </c:pt>
                <c:pt idx="135632">
                  <c:v>k7232</c:v>
                </c:pt>
                <c:pt idx="135583">
                  <c:v>k7233</c:v>
                </c:pt>
                <c:pt idx="135534">
                  <c:v>k7234</c:v>
                </c:pt>
                <c:pt idx="135485">
                  <c:v>k7235</c:v>
                </c:pt>
                <c:pt idx="135436">
                  <c:v>k7236</c:v>
                </c:pt>
                <c:pt idx="135387">
                  <c:v>k7237</c:v>
                </c:pt>
                <c:pt idx="135338">
                  <c:v>k7238</c:v>
                </c:pt>
                <c:pt idx="135289">
                  <c:v>k7239</c:v>
                </c:pt>
                <c:pt idx="135240">
                  <c:v>k7240</c:v>
                </c:pt>
                <c:pt idx="135191">
                  <c:v>k7241</c:v>
                </c:pt>
                <c:pt idx="135142">
                  <c:v>k7242</c:v>
                </c:pt>
                <c:pt idx="135093">
                  <c:v>k7243</c:v>
                </c:pt>
                <c:pt idx="135044">
                  <c:v>k7244</c:v>
                </c:pt>
                <c:pt idx="134995">
                  <c:v>k7245</c:v>
                </c:pt>
                <c:pt idx="134946">
                  <c:v>k7246</c:v>
                </c:pt>
                <c:pt idx="134897">
                  <c:v>k7247</c:v>
                </c:pt>
                <c:pt idx="134848">
                  <c:v>k7248</c:v>
                </c:pt>
                <c:pt idx="134799">
                  <c:v>k7249</c:v>
                </c:pt>
                <c:pt idx="134750">
                  <c:v>k7250</c:v>
                </c:pt>
                <c:pt idx="134701">
                  <c:v>k7251</c:v>
                </c:pt>
                <c:pt idx="134652">
                  <c:v>k7252</c:v>
                </c:pt>
                <c:pt idx="134603">
                  <c:v>k7253</c:v>
                </c:pt>
                <c:pt idx="134554">
                  <c:v>k7254</c:v>
                </c:pt>
                <c:pt idx="134505">
                  <c:v>k7255</c:v>
                </c:pt>
                <c:pt idx="134456">
                  <c:v>k7256</c:v>
                </c:pt>
                <c:pt idx="134407">
                  <c:v>k7257</c:v>
                </c:pt>
                <c:pt idx="134358">
                  <c:v>k7258</c:v>
                </c:pt>
                <c:pt idx="134309">
                  <c:v>k7259</c:v>
                </c:pt>
                <c:pt idx="134260">
                  <c:v>k7260</c:v>
                </c:pt>
                <c:pt idx="134211">
                  <c:v>k7261</c:v>
                </c:pt>
                <c:pt idx="134162">
                  <c:v>k7262</c:v>
                </c:pt>
                <c:pt idx="134113">
                  <c:v>k7263</c:v>
                </c:pt>
                <c:pt idx="134064">
                  <c:v>k7264</c:v>
                </c:pt>
                <c:pt idx="134015">
                  <c:v>k7265</c:v>
                </c:pt>
                <c:pt idx="133966">
                  <c:v>k7266</c:v>
                </c:pt>
                <c:pt idx="133917">
                  <c:v>k7267</c:v>
                </c:pt>
                <c:pt idx="133868">
                  <c:v>k7268</c:v>
                </c:pt>
                <c:pt idx="133819">
                  <c:v>k7269</c:v>
                </c:pt>
                <c:pt idx="133770">
                  <c:v>k7270</c:v>
                </c:pt>
                <c:pt idx="133721">
                  <c:v>k7271</c:v>
                </c:pt>
                <c:pt idx="133672">
                  <c:v>k7272</c:v>
                </c:pt>
                <c:pt idx="133623">
                  <c:v>k7273</c:v>
                </c:pt>
                <c:pt idx="133574">
                  <c:v>k7274</c:v>
                </c:pt>
                <c:pt idx="133525">
                  <c:v>k7275</c:v>
                </c:pt>
                <c:pt idx="133476">
                  <c:v>k7276</c:v>
                </c:pt>
                <c:pt idx="133427">
                  <c:v>k7277</c:v>
                </c:pt>
                <c:pt idx="133378">
                  <c:v>k7278</c:v>
                </c:pt>
                <c:pt idx="133329">
                  <c:v>k7279</c:v>
                </c:pt>
                <c:pt idx="133280">
                  <c:v>k7280</c:v>
                </c:pt>
                <c:pt idx="133231">
                  <c:v>k7281</c:v>
                </c:pt>
                <c:pt idx="133182">
                  <c:v>k7282</c:v>
                </c:pt>
                <c:pt idx="133133">
                  <c:v>k7283</c:v>
                </c:pt>
                <c:pt idx="133084">
                  <c:v>k7284</c:v>
                </c:pt>
                <c:pt idx="133035">
                  <c:v>k7285</c:v>
                </c:pt>
                <c:pt idx="132986">
                  <c:v>k7286</c:v>
                </c:pt>
                <c:pt idx="132937">
                  <c:v>k7287</c:v>
                </c:pt>
                <c:pt idx="132888">
                  <c:v>k7288</c:v>
                </c:pt>
                <c:pt idx="132839">
                  <c:v>k7289</c:v>
                </c:pt>
                <c:pt idx="132790">
                  <c:v>k7290</c:v>
                </c:pt>
                <c:pt idx="132741">
                  <c:v>k7291</c:v>
                </c:pt>
                <c:pt idx="132692">
                  <c:v>k7292</c:v>
                </c:pt>
                <c:pt idx="132643">
                  <c:v>k7293</c:v>
                </c:pt>
                <c:pt idx="132594">
                  <c:v>k7294</c:v>
                </c:pt>
                <c:pt idx="132545">
                  <c:v>k7295</c:v>
                </c:pt>
                <c:pt idx="132496">
                  <c:v>k7296</c:v>
                </c:pt>
                <c:pt idx="132447">
                  <c:v>k7297</c:v>
                </c:pt>
                <c:pt idx="132398">
                  <c:v>k7298</c:v>
                </c:pt>
                <c:pt idx="132349">
                  <c:v>k7299</c:v>
                </c:pt>
                <c:pt idx="132300">
                  <c:v>k7300</c:v>
                </c:pt>
                <c:pt idx="132251">
                  <c:v>k7301</c:v>
                </c:pt>
                <c:pt idx="132202">
                  <c:v>k7302</c:v>
                </c:pt>
                <c:pt idx="132153">
                  <c:v>k7303</c:v>
                </c:pt>
                <c:pt idx="132104">
                  <c:v>k7304</c:v>
                </c:pt>
                <c:pt idx="132055">
                  <c:v>k7305</c:v>
                </c:pt>
                <c:pt idx="132006">
                  <c:v>k7306</c:v>
                </c:pt>
                <c:pt idx="131957">
                  <c:v>k7307</c:v>
                </c:pt>
                <c:pt idx="131908">
                  <c:v>k7308</c:v>
                </c:pt>
                <c:pt idx="131859">
                  <c:v>k7309</c:v>
                </c:pt>
                <c:pt idx="131810">
                  <c:v>k7310</c:v>
                </c:pt>
                <c:pt idx="131761">
                  <c:v>k7311</c:v>
                </c:pt>
                <c:pt idx="131712">
                  <c:v>k7312</c:v>
                </c:pt>
                <c:pt idx="131663">
                  <c:v>k7313</c:v>
                </c:pt>
                <c:pt idx="131614">
                  <c:v>k7314</c:v>
                </c:pt>
                <c:pt idx="131565">
                  <c:v>k7315</c:v>
                </c:pt>
                <c:pt idx="131516">
                  <c:v>k7316</c:v>
                </c:pt>
                <c:pt idx="131467">
                  <c:v>k7317</c:v>
                </c:pt>
                <c:pt idx="131418">
                  <c:v>k7318</c:v>
                </c:pt>
                <c:pt idx="131369">
                  <c:v>k7319</c:v>
                </c:pt>
                <c:pt idx="131320">
                  <c:v>k7320</c:v>
                </c:pt>
                <c:pt idx="131271">
                  <c:v>k7321</c:v>
                </c:pt>
                <c:pt idx="131222">
                  <c:v>k7322</c:v>
                </c:pt>
                <c:pt idx="131173">
                  <c:v>k7323</c:v>
                </c:pt>
                <c:pt idx="131124">
                  <c:v>k7324</c:v>
                </c:pt>
                <c:pt idx="131075">
                  <c:v>k7325</c:v>
                </c:pt>
                <c:pt idx="131026">
                  <c:v>k7326</c:v>
                </c:pt>
                <c:pt idx="130977">
                  <c:v>k7327</c:v>
                </c:pt>
                <c:pt idx="130928">
                  <c:v>k7328</c:v>
                </c:pt>
                <c:pt idx="130879">
                  <c:v>k7329</c:v>
                </c:pt>
                <c:pt idx="130830">
                  <c:v>k7330</c:v>
                </c:pt>
                <c:pt idx="130781">
                  <c:v>k7331</c:v>
                </c:pt>
                <c:pt idx="130732">
                  <c:v>k7332</c:v>
                </c:pt>
                <c:pt idx="130683">
                  <c:v>k7333</c:v>
                </c:pt>
                <c:pt idx="130634">
                  <c:v>k7334</c:v>
                </c:pt>
                <c:pt idx="130585">
                  <c:v>k7335</c:v>
                </c:pt>
                <c:pt idx="130536">
                  <c:v>k7336</c:v>
                </c:pt>
                <c:pt idx="130487">
                  <c:v>k7337</c:v>
                </c:pt>
                <c:pt idx="130438">
                  <c:v>k7338</c:v>
                </c:pt>
                <c:pt idx="130389">
                  <c:v>k7339</c:v>
                </c:pt>
                <c:pt idx="130340">
                  <c:v>k7340</c:v>
                </c:pt>
                <c:pt idx="130291">
                  <c:v>k7341</c:v>
                </c:pt>
                <c:pt idx="130242">
                  <c:v>k7342</c:v>
                </c:pt>
                <c:pt idx="130193">
                  <c:v>k7343</c:v>
                </c:pt>
                <c:pt idx="130144">
                  <c:v>k7344</c:v>
                </c:pt>
                <c:pt idx="130095">
                  <c:v>k7345</c:v>
                </c:pt>
                <c:pt idx="130046">
                  <c:v>k7346</c:v>
                </c:pt>
                <c:pt idx="129997">
                  <c:v>k7347</c:v>
                </c:pt>
                <c:pt idx="129948">
                  <c:v>k7348</c:v>
                </c:pt>
                <c:pt idx="129899">
                  <c:v>k7349</c:v>
                </c:pt>
                <c:pt idx="129850">
                  <c:v>k7350</c:v>
                </c:pt>
                <c:pt idx="129801">
                  <c:v>k7351</c:v>
                </c:pt>
                <c:pt idx="129752">
                  <c:v>k7352</c:v>
                </c:pt>
                <c:pt idx="129703">
                  <c:v>k7353</c:v>
                </c:pt>
                <c:pt idx="129654">
                  <c:v>k7354</c:v>
                </c:pt>
                <c:pt idx="129605">
                  <c:v>k7355</c:v>
                </c:pt>
                <c:pt idx="129556">
                  <c:v>k7356</c:v>
                </c:pt>
                <c:pt idx="129507">
                  <c:v>k7357</c:v>
                </c:pt>
                <c:pt idx="129458">
                  <c:v>k7358</c:v>
                </c:pt>
                <c:pt idx="129409">
                  <c:v>k7359</c:v>
                </c:pt>
                <c:pt idx="129360">
                  <c:v>k7360</c:v>
                </c:pt>
                <c:pt idx="129311">
                  <c:v>k7361</c:v>
                </c:pt>
                <c:pt idx="129262">
                  <c:v>k7362</c:v>
                </c:pt>
                <c:pt idx="129213">
                  <c:v>k7363</c:v>
                </c:pt>
                <c:pt idx="129164">
                  <c:v>k7364</c:v>
                </c:pt>
                <c:pt idx="129115">
                  <c:v>k7365</c:v>
                </c:pt>
                <c:pt idx="129066">
                  <c:v>k7366</c:v>
                </c:pt>
                <c:pt idx="129017">
                  <c:v>k7367</c:v>
                </c:pt>
                <c:pt idx="128968">
                  <c:v>k7368</c:v>
                </c:pt>
                <c:pt idx="128919">
                  <c:v>k7369</c:v>
                </c:pt>
                <c:pt idx="128870">
                  <c:v>k7370</c:v>
                </c:pt>
                <c:pt idx="128821">
                  <c:v>k7371</c:v>
                </c:pt>
                <c:pt idx="128772">
                  <c:v>k7372</c:v>
                </c:pt>
                <c:pt idx="128723">
                  <c:v>k7373</c:v>
                </c:pt>
                <c:pt idx="128674">
                  <c:v>k7374</c:v>
                </c:pt>
                <c:pt idx="128625">
                  <c:v>k7375</c:v>
                </c:pt>
                <c:pt idx="128576">
                  <c:v>k7376</c:v>
                </c:pt>
                <c:pt idx="128527">
                  <c:v>k7377</c:v>
                </c:pt>
                <c:pt idx="128478">
                  <c:v>k7378</c:v>
                </c:pt>
                <c:pt idx="128429">
                  <c:v>k7379</c:v>
                </c:pt>
                <c:pt idx="128380">
                  <c:v>k7380</c:v>
                </c:pt>
                <c:pt idx="128331">
                  <c:v>k7381</c:v>
                </c:pt>
                <c:pt idx="128282">
                  <c:v>k7382</c:v>
                </c:pt>
                <c:pt idx="128233">
                  <c:v>k7383</c:v>
                </c:pt>
                <c:pt idx="128184">
                  <c:v>k7384</c:v>
                </c:pt>
                <c:pt idx="128135">
                  <c:v>k7385</c:v>
                </c:pt>
                <c:pt idx="128086">
                  <c:v>k7386</c:v>
                </c:pt>
                <c:pt idx="128037">
                  <c:v>k7387</c:v>
                </c:pt>
                <c:pt idx="127988">
                  <c:v>k7388</c:v>
                </c:pt>
                <c:pt idx="127939">
                  <c:v>k7389</c:v>
                </c:pt>
                <c:pt idx="127890">
                  <c:v>k7390</c:v>
                </c:pt>
                <c:pt idx="127841">
                  <c:v>k7391</c:v>
                </c:pt>
                <c:pt idx="127792">
                  <c:v>k7392</c:v>
                </c:pt>
                <c:pt idx="127743">
                  <c:v>k7393</c:v>
                </c:pt>
                <c:pt idx="127694">
                  <c:v>k7394</c:v>
                </c:pt>
                <c:pt idx="127645">
                  <c:v>k7395</c:v>
                </c:pt>
                <c:pt idx="127596">
                  <c:v>k7396</c:v>
                </c:pt>
                <c:pt idx="127547">
                  <c:v>k7397</c:v>
                </c:pt>
                <c:pt idx="127498">
                  <c:v>k7398</c:v>
                </c:pt>
                <c:pt idx="127449">
                  <c:v>k7399</c:v>
                </c:pt>
                <c:pt idx="127400">
                  <c:v>k7400</c:v>
                </c:pt>
                <c:pt idx="127351">
                  <c:v>k7401</c:v>
                </c:pt>
                <c:pt idx="127302">
                  <c:v>k7402</c:v>
                </c:pt>
                <c:pt idx="127253">
                  <c:v>k7403</c:v>
                </c:pt>
                <c:pt idx="127204">
                  <c:v>k7404</c:v>
                </c:pt>
                <c:pt idx="127155">
                  <c:v>k7405</c:v>
                </c:pt>
                <c:pt idx="127106">
                  <c:v>k7406</c:v>
                </c:pt>
                <c:pt idx="127057">
                  <c:v>k7407</c:v>
                </c:pt>
                <c:pt idx="127008">
                  <c:v>k7408</c:v>
                </c:pt>
                <c:pt idx="126959">
                  <c:v>k7409</c:v>
                </c:pt>
                <c:pt idx="126910">
                  <c:v>k7410</c:v>
                </c:pt>
                <c:pt idx="126861">
                  <c:v>k7411</c:v>
                </c:pt>
                <c:pt idx="126812">
                  <c:v>k7412</c:v>
                </c:pt>
                <c:pt idx="126763">
                  <c:v>k7413</c:v>
                </c:pt>
                <c:pt idx="126714">
                  <c:v>k7414</c:v>
                </c:pt>
                <c:pt idx="126665">
                  <c:v>k7415</c:v>
                </c:pt>
                <c:pt idx="126616">
                  <c:v>k7416</c:v>
                </c:pt>
                <c:pt idx="126567">
                  <c:v>k7417</c:v>
                </c:pt>
                <c:pt idx="126518">
                  <c:v>k7418</c:v>
                </c:pt>
                <c:pt idx="126469">
                  <c:v>k7419</c:v>
                </c:pt>
                <c:pt idx="126420">
                  <c:v>k7420</c:v>
                </c:pt>
                <c:pt idx="126371">
                  <c:v>k7421</c:v>
                </c:pt>
                <c:pt idx="126322">
                  <c:v>k7422</c:v>
                </c:pt>
                <c:pt idx="126273">
                  <c:v>k7423</c:v>
                </c:pt>
                <c:pt idx="126224">
                  <c:v>k7424</c:v>
                </c:pt>
                <c:pt idx="126175">
                  <c:v>k7425</c:v>
                </c:pt>
                <c:pt idx="126126">
                  <c:v>k7426</c:v>
                </c:pt>
                <c:pt idx="126077">
                  <c:v>k7427</c:v>
                </c:pt>
                <c:pt idx="126028">
                  <c:v>k7428</c:v>
                </c:pt>
                <c:pt idx="125979">
                  <c:v>k7429</c:v>
                </c:pt>
                <c:pt idx="125930">
                  <c:v>k7430</c:v>
                </c:pt>
                <c:pt idx="125881">
                  <c:v>k7431</c:v>
                </c:pt>
                <c:pt idx="125832">
                  <c:v>k7432</c:v>
                </c:pt>
                <c:pt idx="125783">
                  <c:v>k7433</c:v>
                </c:pt>
                <c:pt idx="125734">
                  <c:v>k7434</c:v>
                </c:pt>
                <c:pt idx="125685">
                  <c:v>k7435</c:v>
                </c:pt>
                <c:pt idx="125636">
                  <c:v>k7436</c:v>
                </c:pt>
                <c:pt idx="125587">
                  <c:v>k7437</c:v>
                </c:pt>
                <c:pt idx="125538">
                  <c:v>k7438</c:v>
                </c:pt>
                <c:pt idx="125489">
                  <c:v>k7439</c:v>
                </c:pt>
                <c:pt idx="125440">
                  <c:v>k7440</c:v>
                </c:pt>
                <c:pt idx="125391">
                  <c:v>k7441</c:v>
                </c:pt>
                <c:pt idx="125342">
                  <c:v>k7442</c:v>
                </c:pt>
                <c:pt idx="125293">
                  <c:v>k7443</c:v>
                </c:pt>
                <c:pt idx="125244">
                  <c:v>k7444</c:v>
                </c:pt>
                <c:pt idx="125195">
                  <c:v>k7445</c:v>
                </c:pt>
                <c:pt idx="125146">
                  <c:v>k7446</c:v>
                </c:pt>
                <c:pt idx="125097">
                  <c:v>k7447</c:v>
                </c:pt>
                <c:pt idx="125048">
                  <c:v>k7448</c:v>
                </c:pt>
                <c:pt idx="124999">
                  <c:v>k7449</c:v>
                </c:pt>
                <c:pt idx="124950">
                  <c:v>k7450</c:v>
                </c:pt>
                <c:pt idx="124901">
                  <c:v>k7451</c:v>
                </c:pt>
                <c:pt idx="124852">
                  <c:v>k7452</c:v>
                </c:pt>
                <c:pt idx="124803">
                  <c:v>k7453</c:v>
                </c:pt>
                <c:pt idx="124754">
                  <c:v>k7454</c:v>
                </c:pt>
                <c:pt idx="124705">
                  <c:v>k7455</c:v>
                </c:pt>
                <c:pt idx="124656">
                  <c:v>k7456</c:v>
                </c:pt>
                <c:pt idx="124607">
                  <c:v>k7457</c:v>
                </c:pt>
                <c:pt idx="124558">
                  <c:v>k7458</c:v>
                </c:pt>
                <c:pt idx="124509">
                  <c:v>k7459</c:v>
                </c:pt>
                <c:pt idx="124460">
                  <c:v>k7460</c:v>
                </c:pt>
                <c:pt idx="124411">
                  <c:v>k7461</c:v>
                </c:pt>
                <c:pt idx="124362">
                  <c:v>k7462</c:v>
                </c:pt>
                <c:pt idx="124313">
                  <c:v>k7463</c:v>
                </c:pt>
                <c:pt idx="124264">
                  <c:v>k7464</c:v>
                </c:pt>
                <c:pt idx="124215">
                  <c:v>k7465</c:v>
                </c:pt>
                <c:pt idx="124166">
                  <c:v>k7466</c:v>
                </c:pt>
                <c:pt idx="124117">
                  <c:v>k7467</c:v>
                </c:pt>
                <c:pt idx="124068">
                  <c:v>k7468</c:v>
                </c:pt>
                <c:pt idx="124019">
                  <c:v>k7469</c:v>
                </c:pt>
                <c:pt idx="123970">
                  <c:v>k7470</c:v>
                </c:pt>
                <c:pt idx="123921">
                  <c:v>k7471</c:v>
                </c:pt>
                <c:pt idx="123872">
                  <c:v>k7472</c:v>
                </c:pt>
                <c:pt idx="123823">
                  <c:v>k7473</c:v>
                </c:pt>
                <c:pt idx="123774">
                  <c:v>k7474</c:v>
                </c:pt>
                <c:pt idx="123725">
                  <c:v>k7475</c:v>
                </c:pt>
                <c:pt idx="123676">
                  <c:v>k7476</c:v>
                </c:pt>
                <c:pt idx="123627">
                  <c:v>k7477</c:v>
                </c:pt>
                <c:pt idx="123578">
                  <c:v>k7478</c:v>
                </c:pt>
                <c:pt idx="123529">
                  <c:v>k7479</c:v>
                </c:pt>
                <c:pt idx="123480">
                  <c:v>k7480</c:v>
                </c:pt>
                <c:pt idx="123431">
                  <c:v>k7481</c:v>
                </c:pt>
                <c:pt idx="123382">
                  <c:v>k7482</c:v>
                </c:pt>
                <c:pt idx="123333">
                  <c:v>k7483</c:v>
                </c:pt>
                <c:pt idx="123284">
                  <c:v>k7484</c:v>
                </c:pt>
                <c:pt idx="123235">
                  <c:v>k7485</c:v>
                </c:pt>
                <c:pt idx="123186">
                  <c:v>k7486</c:v>
                </c:pt>
                <c:pt idx="123137">
                  <c:v>k7487</c:v>
                </c:pt>
                <c:pt idx="123088">
                  <c:v>k7488</c:v>
                </c:pt>
                <c:pt idx="123039">
                  <c:v>k7489</c:v>
                </c:pt>
                <c:pt idx="122990">
                  <c:v>k7490</c:v>
                </c:pt>
                <c:pt idx="122941">
                  <c:v>k7491</c:v>
                </c:pt>
                <c:pt idx="122892">
                  <c:v>k7492</c:v>
                </c:pt>
                <c:pt idx="122843">
                  <c:v>k7493</c:v>
                </c:pt>
                <c:pt idx="122794">
                  <c:v>k7494</c:v>
                </c:pt>
                <c:pt idx="122745">
                  <c:v>k7495</c:v>
                </c:pt>
                <c:pt idx="122696">
                  <c:v>k7496</c:v>
                </c:pt>
                <c:pt idx="122647">
                  <c:v>k7497</c:v>
                </c:pt>
                <c:pt idx="122598">
                  <c:v>k7498</c:v>
                </c:pt>
                <c:pt idx="122549">
                  <c:v>k7499</c:v>
                </c:pt>
                <c:pt idx="122500">
                  <c:v>k7500</c:v>
                </c:pt>
                <c:pt idx="122451">
                  <c:v>k7501</c:v>
                </c:pt>
                <c:pt idx="122402">
                  <c:v>k7502</c:v>
                </c:pt>
                <c:pt idx="122353">
                  <c:v>k7503</c:v>
                </c:pt>
                <c:pt idx="122304">
                  <c:v>k7504</c:v>
                </c:pt>
                <c:pt idx="122255">
                  <c:v>k7505</c:v>
                </c:pt>
                <c:pt idx="122206">
                  <c:v>k7506</c:v>
                </c:pt>
                <c:pt idx="122157">
                  <c:v>k7507</c:v>
                </c:pt>
                <c:pt idx="122108">
                  <c:v>k7508</c:v>
                </c:pt>
                <c:pt idx="122059">
                  <c:v>k7509</c:v>
                </c:pt>
                <c:pt idx="122010">
                  <c:v>k7510</c:v>
                </c:pt>
                <c:pt idx="121961">
                  <c:v>k7511</c:v>
                </c:pt>
                <c:pt idx="121912">
                  <c:v>k7512</c:v>
                </c:pt>
                <c:pt idx="121863">
                  <c:v>k7513</c:v>
                </c:pt>
                <c:pt idx="121814">
                  <c:v>k7514</c:v>
                </c:pt>
                <c:pt idx="121765">
                  <c:v>k7515</c:v>
                </c:pt>
                <c:pt idx="121716">
                  <c:v>k7516</c:v>
                </c:pt>
                <c:pt idx="121667">
                  <c:v>k7517</c:v>
                </c:pt>
                <c:pt idx="121618">
                  <c:v>k7518</c:v>
                </c:pt>
                <c:pt idx="121569">
                  <c:v>k7519</c:v>
                </c:pt>
                <c:pt idx="121520">
                  <c:v>k7520</c:v>
                </c:pt>
                <c:pt idx="121471">
                  <c:v>k7521</c:v>
                </c:pt>
                <c:pt idx="121422">
                  <c:v>k7522</c:v>
                </c:pt>
                <c:pt idx="121373">
                  <c:v>k7523</c:v>
                </c:pt>
                <c:pt idx="121324">
                  <c:v>k7524</c:v>
                </c:pt>
                <c:pt idx="121275">
                  <c:v>k7525</c:v>
                </c:pt>
                <c:pt idx="121226">
                  <c:v>k7526</c:v>
                </c:pt>
                <c:pt idx="121177">
                  <c:v>k7527</c:v>
                </c:pt>
                <c:pt idx="121128">
                  <c:v>k7528</c:v>
                </c:pt>
                <c:pt idx="121079">
                  <c:v>k7529</c:v>
                </c:pt>
                <c:pt idx="121030">
                  <c:v>k7530</c:v>
                </c:pt>
                <c:pt idx="120981">
                  <c:v>k7531</c:v>
                </c:pt>
                <c:pt idx="120932">
                  <c:v>k7532</c:v>
                </c:pt>
                <c:pt idx="120883">
                  <c:v>k7533</c:v>
                </c:pt>
                <c:pt idx="120834">
                  <c:v>k7534</c:v>
                </c:pt>
                <c:pt idx="120785">
                  <c:v>k7535</c:v>
                </c:pt>
                <c:pt idx="120736">
                  <c:v>k7536</c:v>
                </c:pt>
                <c:pt idx="120687">
                  <c:v>k7537</c:v>
                </c:pt>
                <c:pt idx="120638">
                  <c:v>k7538</c:v>
                </c:pt>
                <c:pt idx="120589">
                  <c:v>k7539</c:v>
                </c:pt>
                <c:pt idx="120540">
                  <c:v>k7540</c:v>
                </c:pt>
                <c:pt idx="120491">
                  <c:v>k7541</c:v>
                </c:pt>
                <c:pt idx="120442">
                  <c:v>k7542</c:v>
                </c:pt>
                <c:pt idx="120393">
                  <c:v>k7543</c:v>
                </c:pt>
                <c:pt idx="120344">
                  <c:v>k7544</c:v>
                </c:pt>
                <c:pt idx="120295">
                  <c:v>k7545</c:v>
                </c:pt>
                <c:pt idx="120246">
                  <c:v>k7546</c:v>
                </c:pt>
                <c:pt idx="120197">
                  <c:v>k7547</c:v>
                </c:pt>
                <c:pt idx="120148">
                  <c:v>k7548</c:v>
                </c:pt>
                <c:pt idx="120099">
                  <c:v>k7549</c:v>
                </c:pt>
                <c:pt idx="120050">
                  <c:v>k7550</c:v>
                </c:pt>
                <c:pt idx="120001">
                  <c:v>k7551</c:v>
                </c:pt>
                <c:pt idx="119952">
                  <c:v>k7552</c:v>
                </c:pt>
                <c:pt idx="119903">
                  <c:v>k7553</c:v>
                </c:pt>
                <c:pt idx="119854">
                  <c:v>k7554</c:v>
                </c:pt>
                <c:pt idx="119805">
                  <c:v>k7555</c:v>
                </c:pt>
                <c:pt idx="119756">
                  <c:v>k7556</c:v>
                </c:pt>
                <c:pt idx="119707">
                  <c:v>k7557</c:v>
                </c:pt>
                <c:pt idx="119658">
                  <c:v>k7558</c:v>
                </c:pt>
                <c:pt idx="119609">
                  <c:v>k7559</c:v>
                </c:pt>
                <c:pt idx="119560">
                  <c:v>k7560</c:v>
                </c:pt>
                <c:pt idx="119511">
                  <c:v>k7561</c:v>
                </c:pt>
                <c:pt idx="119462">
                  <c:v>k7562</c:v>
                </c:pt>
                <c:pt idx="119413">
                  <c:v>k7563</c:v>
                </c:pt>
                <c:pt idx="119364">
                  <c:v>k7564</c:v>
                </c:pt>
                <c:pt idx="119315">
                  <c:v>k7565</c:v>
                </c:pt>
                <c:pt idx="119266">
                  <c:v>k7566</c:v>
                </c:pt>
                <c:pt idx="119217">
                  <c:v>k7567</c:v>
                </c:pt>
                <c:pt idx="119168">
                  <c:v>k7568</c:v>
                </c:pt>
                <c:pt idx="119119">
                  <c:v>k7569</c:v>
                </c:pt>
                <c:pt idx="119070">
                  <c:v>k7570</c:v>
                </c:pt>
                <c:pt idx="119021">
                  <c:v>k7571</c:v>
                </c:pt>
                <c:pt idx="118972">
                  <c:v>k7572</c:v>
                </c:pt>
                <c:pt idx="118923">
                  <c:v>k7573</c:v>
                </c:pt>
                <c:pt idx="118874">
                  <c:v>k7574</c:v>
                </c:pt>
                <c:pt idx="118825">
                  <c:v>k7575</c:v>
                </c:pt>
                <c:pt idx="118776">
                  <c:v>k7576</c:v>
                </c:pt>
                <c:pt idx="118727">
                  <c:v>k7577</c:v>
                </c:pt>
                <c:pt idx="118678">
                  <c:v>k7578</c:v>
                </c:pt>
                <c:pt idx="118629">
                  <c:v>k7579</c:v>
                </c:pt>
                <c:pt idx="118580">
                  <c:v>k7580</c:v>
                </c:pt>
                <c:pt idx="118531">
                  <c:v>k7581</c:v>
                </c:pt>
                <c:pt idx="118482">
                  <c:v>k7582</c:v>
                </c:pt>
                <c:pt idx="118433">
                  <c:v>k7583</c:v>
                </c:pt>
                <c:pt idx="118384">
                  <c:v>k7584</c:v>
                </c:pt>
                <c:pt idx="118335">
                  <c:v>k7585</c:v>
                </c:pt>
                <c:pt idx="118286">
                  <c:v>k7586</c:v>
                </c:pt>
                <c:pt idx="118237">
                  <c:v>k7587</c:v>
                </c:pt>
                <c:pt idx="118188">
                  <c:v>k7588</c:v>
                </c:pt>
                <c:pt idx="118139">
                  <c:v>k7589</c:v>
                </c:pt>
                <c:pt idx="118090">
                  <c:v>k7590</c:v>
                </c:pt>
                <c:pt idx="118041">
                  <c:v>k7591</c:v>
                </c:pt>
                <c:pt idx="117992">
                  <c:v>k7592</c:v>
                </c:pt>
                <c:pt idx="117943">
                  <c:v>k7593</c:v>
                </c:pt>
                <c:pt idx="117894">
                  <c:v>k7594</c:v>
                </c:pt>
                <c:pt idx="117845">
                  <c:v>k7595</c:v>
                </c:pt>
                <c:pt idx="117796">
                  <c:v>k7596</c:v>
                </c:pt>
                <c:pt idx="117747">
                  <c:v>k7597</c:v>
                </c:pt>
                <c:pt idx="117698">
                  <c:v>k7598</c:v>
                </c:pt>
                <c:pt idx="117649">
                  <c:v>k7599</c:v>
                </c:pt>
                <c:pt idx="117600">
                  <c:v>k7600</c:v>
                </c:pt>
                <c:pt idx="117551">
                  <c:v>k7601</c:v>
                </c:pt>
                <c:pt idx="117502">
                  <c:v>k7602</c:v>
                </c:pt>
                <c:pt idx="117453">
                  <c:v>k7603</c:v>
                </c:pt>
                <c:pt idx="117404">
                  <c:v>k7604</c:v>
                </c:pt>
                <c:pt idx="117355">
                  <c:v>k7605</c:v>
                </c:pt>
                <c:pt idx="117306">
                  <c:v>k7606</c:v>
                </c:pt>
                <c:pt idx="117257">
                  <c:v>k7607</c:v>
                </c:pt>
                <c:pt idx="117208">
                  <c:v>k7608</c:v>
                </c:pt>
                <c:pt idx="117159">
                  <c:v>k7609</c:v>
                </c:pt>
                <c:pt idx="117110">
                  <c:v>k7610</c:v>
                </c:pt>
                <c:pt idx="117061">
                  <c:v>k7611</c:v>
                </c:pt>
                <c:pt idx="117012">
                  <c:v>k7612</c:v>
                </c:pt>
                <c:pt idx="116963">
                  <c:v>k7613</c:v>
                </c:pt>
                <c:pt idx="116914">
                  <c:v>k7614</c:v>
                </c:pt>
                <c:pt idx="116865">
                  <c:v>k7615</c:v>
                </c:pt>
                <c:pt idx="116816">
                  <c:v>k7616</c:v>
                </c:pt>
                <c:pt idx="116767">
                  <c:v>k7617</c:v>
                </c:pt>
                <c:pt idx="116718">
                  <c:v>k7618</c:v>
                </c:pt>
                <c:pt idx="116669">
                  <c:v>k7619</c:v>
                </c:pt>
                <c:pt idx="116620">
                  <c:v>k7620</c:v>
                </c:pt>
                <c:pt idx="116571">
                  <c:v>k7621</c:v>
                </c:pt>
                <c:pt idx="116522">
                  <c:v>k7622</c:v>
                </c:pt>
                <c:pt idx="116473">
                  <c:v>k7623</c:v>
                </c:pt>
                <c:pt idx="116424">
                  <c:v>k7624</c:v>
                </c:pt>
                <c:pt idx="116375">
                  <c:v>k7625</c:v>
                </c:pt>
                <c:pt idx="116326">
                  <c:v>k7626</c:v>
                </c:pt>
                <c:pt idx="116277">
                  <c:v>k7627</c:v>
                </c:pt>
                <c:pt idx="116228">
                  <c:v>k7628</c:v>
                </c:pt>
                <c:pt idx="116179">
                  <c:v>k7629</c:v>
                </c:pt>
                <c:pt idx="116130">
                  <c:v>k7630</c:v>
                </c:pt>
                <c:pt idx="116081">
                  <c:v>k7631</c:v>
                </c:pt>
                <c:pt idx="116032">
                  <c:v>k7632</c:v>
                </c:pt>
                <c:pt idx="115983">
                  <c:v>k7633</c:v>
                </c:pt>
                <c:pt idx="115934">
                  <c:v>k7634</c:v>
                </c:pt>
                <c:pt idx="115885">
                  <c:v>k7635</c:v>
                </c:pt>
                <c:pt idx="115836">
                  <c:v>k7636</c:v>
                </c:pt>
                <c:pt idx="115787">
                  <c:v>k7637</c:v>
                </c:pt>
                <c:pt idx="115738">
                  <c:v>k7638</c:v>
                </c:pt>
                <c:pt idx="115689">
                  <c:v>k7639</c:v>
                </c:pt>
                <c:pt idx="115640">
                  <c:v>k7640</c:v>
                </c:pt>
                <c:pt idx="115591">
                  <c:v>k7641</c:v>
                </c:pt>
                <c:pt idx="115542">
                  <c:v>k7642</c:v>
                </c:pt>
                <c:pt idx="115493">
                  <c:v>k7643</c:v>
                </c:pt>
                <c:pt idx="115444">
                  <c:v>k7644</c:v>
                </c:pt>
                <c:pt idx="115395">
                  <c:v>k7645</c:v>
                </c:pt>
                <c:pt idx="115346">
                  <c:v>k7646</c:v>
                </c:pt>
                <c:pt idx="115297">
                  <c:v>k7647</c:v>
                </c:pt>
                <c:pt idx="115248">
                  <c:v>k7648</c:v>
                </c:pt>
                <c:pt idx="115199">
                  <c:v>k7649</c:v>
                </c:pt>
                <c:pt idx="115150">
                  <c:v>k7650</c:v>
                </c:pt>
                <c:pt idx="115101">
                  <c:v>k7651</c:v>
                </c:pt>
                <c:pt idx="115052">
                  <c:v>k7652</c:v>
                </c:pt>
                <c:pt idx="115003">
                  <c:v>k7653</c:v>
                </c:pt>
                <c:pt idx="114954">
                  <c:v>k7654</c:v>
                </c:pt>
                <c:pt idx="114905">
                  <c:v>k7655</c:v>
                </c:pt>
                <c:pt idx="114856">
                  <c:v>k7656</c:v>
                </c:pt>
                <c:pt idx="114807">
                  <c:v>k7657</c:v>
                </c:pt>
                <c:pt idx="114758">
                  <c:v>k7658</c:v>
                </c:pt>
                <c:pt idx="114709">
                  <c:v>k7659</c:v>
                </c:pt>
                <c:pt idx="114660">
                  <c:v>k7660</c:v>
                </c:pt>
                <c:pt idx="114611">
                  <c:v>k7661</c:v>
                </c:pt>
                <c:pt idx="114562">
                  <c:v>k7662</c:v>
                </c:pt>
                <c:pt idx="114513">
                  <c:v>k7663</c:v>
                </c:pt>
                <c:pt idx="114464">
                  <c:v>k7664</c:v>
                </c:pt>
                <c:pt idx="114415">
                  <c:v>k7665</c:v>
                </c:pt>
                <c:pt idx="114366">
                  <c:v>k7666</c:v>
                </c:pt>
                <c:pt idx="114317">
                  <c:v>k7667</c:v>
                </c:pt>
                <c:pt idx="114268">
                  <c:v>k7668</c:v>
                </c:pt>
                <c:pt idx="114219">
                  <c:v>k7669</c:v>
                </c:pt>
                <c:pt idx="114170">
                  <c:v>k7670</c:v>
                </c:pt>
                <c:pt idx="114121">
                  <c:v>k7671</c:v>
                </c:pt>
                <c:pt idx="114072">
                  <c:v>k7672</c:v>
                </c:pt>
                <c:pt idx="114023">
                  <c:v>k7673</c:v>
                </c:pt>
                <c:pt idx="113974">
                  <c:v>k7674</c:v>
                </c:pt>
                <c:pt idx="113925">
                  <c:v>k7675</c:v>
                </c:pt>
                <c:pt idx="113876">
                  <c:v>k7676</c:v>
                </c:pt>
                <c:pt idx="113827">
                  <c:v>k7677</c:v>
                </c:pt>
                <c:pt idx="113778">
                  <c:v>k7678</c:v>
                </c:pt>
                <c:pt idx="113729">
                  <c:v>k7679</c:v>
                </c:pt>
                <c:pt idx="113680">
                  <c:v>k7680</c:v>
                </c:pt>
                <c:pt idx="113631">
                  <c:v>k7681</c:v>
                </c:pt>
                <c:pt idx="113582">
                  <c:v>k7682</c:v>
                </c:pt>
                <c:pt idx="113533">
                  <c:v>k7683</c:v>
                </c:pt>
                <c:pt idx="113484">
                  <c:v>k7684</c:v>
                </c:pt>
                <c:pt idx="113435">
                  <c:v>k7685</c:v>
                </c:pt>
                <c:pt idx="113386">
                  <c:v>k7686</c:v>
                </c:pt>
                <c:pt idx="113337">
                  <c:v>k7687</c:v>
                </c:pt>
                <c:pt idx="113288">
                  <c:v>k7688</c:v>
                </c:pt>
                <c:pt idx="113239">
                  <c:v>k7689</c:v>
                </c:pt>
                <c:pt idx="113190">
                  <c:v>k7690</c:v>
                </c:pt>
                <c:pt idx="113141">
                  <c:v>k7691</c:v>
                </c:pt>
                <c:pt idx="113092">
                  <c:v>k7692</c:v>
                </c:pt>
                <c:pt idx="113043">
                  <c:v>k7693</c:v>
                </c:pt>
                <c:pt idx="112994">
                  <c:v>k7694</c:v>
                </c:pt>
                <c:pt idx="112945">
                  <c:v>k7695</c:v>
                </c:pt>
                <c:pt idx="112896">
                  <c:v>k7696</c:v>
                </c:pt>
                <c:pt idx="112847">
                  <c:v>k7697</c:v>
                </c:pt>
                <c:pt idx="112798">
                  <c:v>k7698</c:v>
                </c:pt>
                <c:pt idx="112749">
                  <c:v>k7699</c:v>
                </c:pt>
                <c:pt idx="112700">
                  <c:v>k7700</c:v>
                </c:pt>
                <c:pt idx="112651">
                  <c:v>k7701</c:v>
                </c:pt>
                <c:pt idx="112602">
                  <c:v>k7702</c:v>
                </c:pt>
                <c:pt idx="112553">
                  <c:v>k7703</c:v>
                </c:pt>
                <c:pt idx="112504">
                  <c:v>k7704</c:v>
                </c:pt>
                <c:pt idx="112455">
                  <c:v>k7705</c:v>
                </c:pt>
                <c:pt idx="112406">
                  <c:v>k7706</c:v>
                </c:pt>
                <c:pt idx="112357">
                  <c:v>k7707</c:v>
                </c:pt>
                <c:pt idx="112308">
                  <c:v>k7708</c:v>
                </c:pt>
                <c:pt idx="112259">
                  <c:v>k7709</c:v>
                </c:pt>
                <c:pt idx="112210">
                  <c:v>k7710</c:v>
                </c:pt>
                <c:pt idx="112161">
                  <c:v>k7711</c:v>
                </c:pt>
                <c:pt idx="112112">
                  <c:v>k7712</c:v>
                </c:pt>
                <c:pt idx="112063">
                  <c:v>k7713</c:v>
                </c:pt>
                <c:pt idx="112014">
                  <c:v>k7714</c:v>
                </c:pt>
                <c:pt idx="111965">
                  <c:v>k7715</c:v>
                </c:pt>
                <c:pt idx="111916">
                  <c:v>k7716</c:v>
                </c:pt>
                <c:pt idx="111867">
                  <c:v>k7717</c:v>
                </c:pt>
                <c:pt idx="111818">
                  <c:v>k7718</c:v>
                </c:pt>
                <c:pt idx="111769">
                  <c:v>k7719</c:v>
                </c:pt>
                <c:pt idx="111720">
                  <c:v>k7720</c:v>
                </c:pt>
                <c:pt idx="111671">
                  <c:v>k7721</c:v>
                </c:pt>
                <c:pt idx="111622">
                  <c:v>k7722</c:v>
                </c:pt>
                <c:pt idx="111573">
                  <c:v>k7723</c:v>
                </c:pt>
                <c:pt idx="111524">
                  <c:v>k7724</c:v>
                </c:pt>
                <c:pt idx="111475">
                  <c:v>k7725</c:v>
                </c:pt>
                <c:pt idx="111426">
                  <c:v>k7726</c:v>
                </c:pt>
                <c:pt idx="111377">
                  <c:v>k7727</c:v>
                </c:pt>
                <c:pt idx="111328">
                  <c:v>k7728</c:v>
                </c:pt>
                <c:pt idx="111279">
                  <c:v>k7729</c:v>
                </c:pt>
                <c:pt idx="111230">
                  <c:v>k7730</c:v>
                </c:pt>
                <c:pt idx="111181">
                  <c:v>k7731</c:v>
                </c:pt>
                <c:pt idx="111132">
                  <c:v>k7732</c:v>
                </c:pt>
                <c:pt idx="111083">
                  <c:v>k7733</c:v>
                </c:pt>
                <c:pt idx="111034">
                  <c:v>k7734</c:v>
                </c:pt>
                <c:pt idx="110985">
                  <c:v>k7735</c:v>
                </c:pt>
                <c:pt idx="110936">
                  <c:v>k7736</c:v>
                </c:pt>
                <c:pt idx="110887">
                  <c:v>k7737</c:v>
                </c:pt>
                <c:pt idx="110838">
                  <c:v>k7738</c:v>
                </c:pt>
                <c:pt idx="110789">
                  <c:v>k7739</c:v>
                </c:pt>
                <c:pt idx="110740">
                  <c:v>k7740</c:v>
                </c:pt>
                <c:pt idx="110691">
                  <c:v>k7741</c:v>
                </c:pt>
                <c:pt idx="110642">
                  <c:v>k7742</c:v>
                </c:pt>
                <c:pt idx="110593">
                  <c:v>k7743</c:v>
                </c:pt>
                <c:pt idx="110544">
                  <c:v>k7744</c:v>
                </c:pt>
                <c:pt idx="110495">
                  <c:v>k7745</c:v>
                </c:pt>
                <c:pt idx="110446">
                  <c:v>k7746</c:v>
                </c:pt>
                <c:pt idx="110397">
                  <c:v>k7747</c:v>
                </c:pt>
                <c:pt idx="110348">
                  <c:v>k7748</c:v>
                </c:pt>
                <c:pt idx="110299">
                  <c:v>k7749</c:v>
                </c:pt>
                <c:pt idx="110250">
                  <c:v>k7750</c:v>
                </c:pt>
                <c:pt idx="110201">
                  <c:v>k7751</c:v>
                </c:pt>
                <c:pt idx="110152">
                  <c:v>k7752</c:v>
                </c:pt>
                <c:pt idx="110103">
                  <c:v>k7753</c:v>
                </c:pt>
                <c:pt idx="110054">
                  <c:v>k7754</c:v>
                </c:pt>
                <c:pt idx="110005">
                  <c:v>k7755</c:v>
                </c:pt>
                <c:pt idx="109956">
                  <c:v>k7756</c:v>
                </c:pt>
                <c:pt idx="109907">
                  <c:v>k7757</c:v>
                </c:pt>
                <c:pt idx="109858">
                  <c:v>k7758</c:v>
                </c:pt>
                <c:pt idx="109809">
                  <c:v>k7759</c:v>
                </c:pt>
                <c:pt idx="109760">
                  <c:v>k7760</c:v>
                </c:pt>
                <c:pt idx="109711">
                  <c:v>k7761</c:v>
                </c:pt>
                <c:pt idx="109662">
                  <c:v>k7762</c:v>
                </c:pt>
                <c:pt idx="109613">
                  <c:v>k7763</c:v>
                </c:pt>
                <c:pt idx="109564">
                  <c:v>k7764</c:v>
                </c:pt>
                <c:pt idx="109515">
                  <c:v>k7765</c:v>
                </c:pt>
                <c:pt idx="109466">
                  <c:v>k7766</c:v>
                </c:pt>
                <c:pt idx="109417">
                  <c:v>k7767</c:v>
                </c:pt>
                <c:pt idx="109368">
                  <c:v>k7768</c:v>
                </c:pt>
                <c:pt idx="109319">
                  <c:v>k7769</c:v>
                </c:pt>
                <c:pt idx="109270">
                  <c:v>k7770</c:v>
                </c:pt>
                <c:pt idx="109221">
                  <c:v>k7771</c:v>
                </c:pt>
                <c:pt idx="109172">
                  <c:v>k7772</c:v>
                </c:pt>
                <c:pt idx="109123">
                  <c:v>k7773</c:v>
                </c:pt>
                <c:pt idx="109074">
                  <c:v>k7774</c:v>
                </c:pt>
                <c:pt idx="109025">
                  <c:v>k7775</c:v>
                </c:pt>
                <c:pt idx="108976">
                  <c:v>k7776</c:v>
                </c:pt>
                <c:pt idx="108927">
                  <c:v>k7777</c:v>
                </c:pt>
                <c:pt idx="108878">
                  <c:v>k7778</c:v>
                </c:pt>
                <c:pt idx="108829">
                  <c:v>k7779</c:v>
                </c:pt>
                <c:pt idx="108780">
                  <c:v>k7780</c:v>
                </c:pt>
                <c:pt idx="108731">
                  <c:v>k7781</c:v>
                </c:pt>
                <c:pt idx="108682">
                  <c:v>k7782</c:v>
                </c:pt>
                <c:pt idx="108633">
                  <c:v>k7783</c:v>
                </c:pt>
                <c:pt idx="108584">
                  <c:v>k7784</c:v>
                </c:pt>
                <c:pt idx="108535">
                  <c:v>k7785</c:v>
                </c:pt>
                <c:pt idx="108486">
                  <c:v>k7786</c:v>
                </c:pt>
                <c:pt idx="108437">
                  <c:v>k7787</c:v>
                </c:pt>
                <c:pt idx="108388">
                  <c:v>k7788</c:v>
                </c:pt>
                <c:pt idx="108339">
                  <c:v>k7789</c:v>
                </c:pt>
                <c:pt idx="108290">
                  <c:v>k7790</c:v>
                </c:pt>
                <c:pt idx="108241">
                  <c:v>k7791</c:v>
                </c:pt>
                <c:pt idx="108192">
                  <c:v>k7792</c:v>
                </c:pt>
                <c:pt idx="108143">
                  <c:v>k7793</c:v>
                </c:pt>
                <c:pt idx="108094">
                  <c:v>k7794</c:v>
                </c:pt>
                <c:pt idx="108045">
                  <c:v>k7795</c:v>
                </c:pt>
                <c:pt idx="107996">
                  <c:v>k7796</c:v>
                </c:pt>
                <c:pt idx="107947">
                  <c:v>k7797</c:v>
                </c:pt>
                <c:pt idx="107898">
                  <c:v>k7798</c:v>
                </c:pt>
                <c:pt idx="107849">
                  <c:v>k7799</c:v>
                </c:pt>
                <c:pt idx="107800">
                  <c:v>k7800</c:v>
                </c:pt>
                <c:pt idx="107751">
                  <c:v>k7801</c:v>
                </c:pt>
                <c:pt idx="107702">
                  <c:v>k7802</c:v>
                </c:pt>
                <c:pt idx="107653">
                  <c:v>k7803</c:v>
                </c:pt>
                <c:pt idx="107604">
                  <c:v>k7804</c:v>
                </c:pt>
                <c:pt idx="107555">
                  <c:v>k7805</c:v>
                </c:pt>
                <c:pt idx="107506">
                  <c:v>k7806</c:v>
                </c:pt>
                <c:pt idx="107457">
                  <c:v>k7807</c:v>
                </c:pt>
                <c:pt idx="107408">
                  <c:v>k7808</c:v>
                </c:pt>
                <c:pt idx="107359">
                  <c:v>k7809</c:v>
                </c:pt>
                <c:pt idx="107310">
                  <c:v>k7810</c:v>
                </c:pt>
                <c:pt idx="107261">
                  <c:v>k7811</c:v>
                </c:pt>
                <c:pt idx="107212">
                  <c:v>k7812</c:v>
                </c:pt>
                <c:pt idx="107163">
                  <c:v>k7813</c:v>
                </c:pt>
                <c:pt idx="107114">
                  <c:v>k7814</c:v>
                </c:pt>
                <c:pt idx="107065">
                  <c:v>k7815</c:v>
                </c:pt>
                <c:pt idx="107016">
                  <c:v>k7816</c:v>
                </c:pt>
                <c:pt idx="106967">
                  <c:v>k7817</c:v>
                </c:pt>
                <c:pt idx="106918">
                  <c:v>k7818</c:v>
                </c:pt>
                <c:pt idx="106869">
                  <c:v>k7819</c:v>
                </c:pt>
                <c:pt idx="106820">
                  <c:v>k7820</c:v>
                </c:pt>
                <c:pt idx="106771">
                  <c:v>k7821</c:v>
                </c:pt>
                <c:pt idx="106722">
                  <c:v>k7822</c:v>
                </c:pt>
                <c:pt idx="106673">
                  <c:v>k7823</c:v>
                </c:pt>
                <c:pt idx="106624">
                  <c:v>k7824</c:v>
                </c:pt>
                <c:pt idx="106575">
                  <c:v>k7825</c:v>
                </c:pt>
                <c:pt idx="106526">
                  <c:v>k7826</c:v>
                </c:pt>
                <c:pt idx="106477">
                  <c:v>k7827</c:v>
                </c:pt>
                <c:pt idx="106428">
                  <c:v>k7828</c:v>
                </c:pt>
                <c:pt idx="106379">
                  <c:v>k7829</c:v>
                </c:pt>
                <c:pt idx="106330">
                  <c:v>k7830</c:v>
                </c:pt>
                <c:pt idx="106281">
                  <c:v>k7831</c:v>
                </c:pt>
                <c:pt idx="106232">
                  <c:v>k7832</c:v>
                </c:pt>
                <c:pt idx="106183">
                  <c:v>k7833</c:v>
                </c:pt>
                <c:pt idx="106134">
                  <c:v>k7834</c:v>
                </c:pt>
                <c:pt idx="106085">
                  <c:v>k7835</c:v>
                </c:pt>
                <c:pt idx="106036">
                  <c:v>k7836</c:v>
                </c:pt>
                <c:pt idx="105987">
                  <c:v>k7837</c:v>
                </c:pt>
                <c:pt idx="105938">
                  <c:v>k7838</c:v>
                </c:pt>
                <c:pt idx="105889">
                  <c:v>k7839</c:v>
                </c:pt>
                <c:pt idx="105840">
                  <c:v>k7840</c:v>
                </c:pt>
                <c:pt idx="105791">
                  <c:v>k7841</c:v>
                </c:pt>
                <c:pt idx="105742">
                  <c:v>k7842</c:v>
                </c:pt>
                <c:pt idx="105693">
                  <c:v>k7843</c:v>
                </c:pt>
                <c:pt idx="105644">
                  <c:v>k7844</c:v>
                </c:pt>
                <c:pt idx="105595">
                  <c:v>k7845</c:v>
                </c:pt>
                <c:pt idx="105546">
                  <c:v>k7846</c:v>
                </c:pt>
                <c:pt idx="105497">
                  <c:v>k7847</c:v>
                </c:pt>
                <c:pt idx="105448">
                  <c:v>k7848</c:v>
                </c:pt>
                <c:pt idx="105399">
                  <c:v>k7849</c:v>
                </c:pt>
                <c:pt idx="105350">
                  <c:v>k7850</c:v>
                </c:pt>
                <c:pt idx="105301">
                  <c:v>k7851</c:v>
                </c:pt>
                <c:pt idx="105252">
                  <c:v>k7852</c:v>
                </c:pt>
                <c:pt idx="105203">
                  <c:v>k7853</c:v>
                </c:pt>
                <c:pt idx="105154">
                  <c:v>k7854</c:v>
                </c:pt>
                <c:pt idx="105105">
                  <c:v>k7855</c:v>
                </c:pt>
                <c:pt idx="105056">
                  <c:v>k7856</c:v>
                </c:pt>
                <c:pt idx="105007">
                  <c:v>k7857</c:v>
                </c:pt>
                <c:pt idx="104958">
                  <c:v>k7858</c:v>
                </c:pt>
                <c:pt idx="104909">
                  <c:v>k7859</c:v>
                </c:pt>
                <c:pt idx="104860">
                  <c:v>k7860</c:v>
                </c:pt>
                <c:pt idx="104811">
                  <c:v>k7861</c:v>
                </c:pt>
                <c:pt idx="104762">
                  <c:v>k7862</c:v>
                </c:pt>
                <c:pt idx="104713">
                  <c:v>k7863</c:v>
                </c:pt>
                <c:pt idx="104664">
                  <c:v>k7864</c:v>
                </c:pt>
                <c:pt idx="104615">
                  <c:v>k7865</c:v>
                </c:pt>
                <c:pt idx="104566">
                  <c:v>k7866</c:v>
                </c:pt>
                <c:pt idx="104517">
                  <c:v>k7867</c:v>
                </c:pt>
                <c:pt idx="104468">
                  <c:v>k7868</c:v>
                </c:pt>
                <c:pt idx="104419">
                  <c:v>k7869</c:v>
                </c:pt>
                <c:pt idx="104370">
                  <c:v>k7870</c:v>
                </c:pt>
                <c:pt idx="104321">
                  <c:v>k7871</c:v>
                </c:pt>
                <c:pt idx="104272">
                  <c:v>k7872</c:v>
                </c:pt>
                <c:pt idx="104223">
                  <c:v>k7873</c:v>
                </c:pt>
                <c:pt idx="104174">
                  <c:v>k7874</c:v>
                </c:pt>
                <c:pt idx="104125">
                  <c:v>k7875</c:v>
                </c:pt>
                <c:pt idx="104076">
                  <c:v>k7876</c:v>
                </c:pt>
                <c:pt idx="104027">
                  <c:v>k7877</c:v>
                </c:pt>
                <c:pt idx="103978">
                  <c:v>k7878</c:v>
                </c:pt>
                <c:pt idx="103929">
                  <c:v>k7879</c:v>
                </c:pt>
                <c:pt idx="103880">
                  <c:v>k7880</c:v>
                </c:pt>
                <c:pt idx="103831">
                  <c:v>k7881</c:v>
                </c:pt>
                <c:pt idx="103782">
                  <c:v>k7882</c:v>
                </c:pt>
                <c:pt idx="103733">
                  <c:v>k7883</c:v>
                </c:pt>
                <c:pt idx="103684">
                  <c:v>k7884</c:v>
                </c:pt>
                <c:pt idx="103635">
                  <c:v>k7885</c:v>
                </c:pt>
                <c:pt idx="103586">
                  <c:v>k7886</c:v>
                </c:pt>
                <c:pt idx="103537">
                  <c:v>k7887</c:v>
                </c:pt>
                <c:pt idx="103488">
                  <c:v>k7888</c:v>
                </c:pt>
                <c:pt idx="103439">
                  <c:v>k7889</c:v>
                </c:pt>
                <c:pt idx="103390">
                  <c:v>k7890</c:v>
                </c:pt>
                <c:pt idx="103341">
                  <c:v>k7891</c:v>
                </c:pt>
                <c:pt idx="103292">
                  <c:v>k7892</c:v>
                </c:pt>
                <c:pt idx="103243">
                  <c:v>k7893</c:v>
                </c:pt>
                <c:pt idx="103194">
                  <c:v>k7894</c:v>
                </c:pt>
                <c:pt idx="103145">
                  <c:v>k7895</c:v>
                </c:pt>
                <c:pt idx="103096">
                  <c:v>k7896</c:v>
                </c:pt>
                <c:pt idx="103047">
                  <c:v>k7897</c:v>
                </c:pt>
                <c:pt idx="102998">
                  <c:v>k7898</c:v>
                </c:pt>
                <c:pt idx="102949">
                  <c:v>k7899</c:v>
                </c:pt>
                <c:pt idx="102900">
                  <c:v>k7900</c:v>
                </c:pt>
                <c:pt idx="102851">
                  <c:v>k7901</c:v>
                </c:pt>
                <c:pt idx="102802">
                  <c:v>k7902</c:v>
                </c:pt>
                <c:pt idx="102753">
                  <c:v>k7903</c:v>
                </c:pt>
                <c:pt idx="102704">
                  <c:v>k7904</c:v>
                </c:pt>
                <c:pt idx="102655">
                  <c:v>k7905</c:v>
                </c:pt>
                <c:pt idx="102606">
                  <c:v>k7906</c:v>
                </c:pt>
                <c:pt idx="102557">
                  <c:v>k7907</c:v>
                </c:pt>
                <c:pt idx="102508">
                  <c:v>k7908</c:v>
                </c:pt>
                <c:pt idx="102459">
                  <c:v>k7909</c:v>
                </c:pt>
                <c:pt idx="102410">
                  <c:v>k7910</c:v>
                </c:pt>
                <c:pt idx="102361">
                  <c:v>k7911</c:v>
                </c:pt>
                <c:pt idx="102312">
                  <c:v>k7912</c:v>
                </c:pt>
                <c:pt idx="102263">
                  <c:v>k7913</c:v>
                </c:pt>
                <c:pt idx="102214">
                  <c:v>k7914</c:v>
                </c:pt>
                <c:pt idx="102165">
                  <c:v>k7915</c:v>
                </c:pt>
                <c:pt idx="102116">
                  <c:v>k7916</c:v>
                </c:pt>
                <c:pt idx="102067">
                  <c:v>k7917</c:v>
                </c:pt>
                <c:pt idx="102018">
                  <c:v>k7918</c:v>
                </c:pt>
                <c:pt idx="101969">
                  <c:v>k7919</c:v>
                </c:pt>
                <c:pt idx="101920">
                  <c:v>k7920</c:v>
                </c:pt>
                <c:pt idx="101871">
                  <c:v>k7921</c:v>
                </c:pt>
                <c:pt idx="101822">
                  <c:v>k7922</c:v>
                </c:pt>
                <c:pt idx="101773">
                  <c:v>k7923</c:v>
                </c:pt>
                <c:pt idx="101724">
                  <c:v>k7924</c:v>
                </c:pt>
                <c:pt idx="101675">
                  <c:v>k7925</c:v>
                </c:pt>
                <c:pt idx="101626">
                  <c:v>k7926</c:v>
                </c:pt>
                <c:pt idx="101577">
                  <c:v>k7927</c:v>
                </c:pt>
                <c:pt idx="101528">
                  <c:v>k7928</c:v>
                </c:pt>
                <c:pt idx="101479">
                  <c:v>k7929</c:v>
                </c:pt>
                <c:pt idx="101430">
                  <c:v>k7930</c:v>
                </c:pt>
                <c:pt idx="101381">
                  <c:v>k7931</c:v>
                </c:pt>
                <c:pt idx="101332">
                  <c:v>k7932</c:v>
                </c:pt>
                <c:pt idx="101283">
                  <c:v>k7933</c:v>
                </c:pt>
                <c:pt idx="101234">
                  <c:v>k7934</c:v>
                </c:pt>
                <c:pt idx="101185">
                  <c:v>k7935</c:v>
                </c:pt>
                <c:pt idx="101136">
                  <c:v>k7936</c:v>
                </c:pt>
                <c:pt idx="101087">
                  <c:v>k7937</c:v>
                </c:pt>
                <c:pt idx="101038">
                  <c:v>k7938</c:v>
                </c:pt>
                <c:pt idx="100989">
                  <c:v>k7939</c:v>
                </c:pt>
                <c:pt idx="100940">
                  <c:v>k7940</c:v>
                </c:pt>
                <c:pt idx="100891">
                  <c:v>k7941</c:v>
                </c:pt>
                <c:pt idx="100842">
                  <c:v>k7942</c:v>
                </c:pt>
                <c:pt idx="100793">
                  <c:v>k7943</c:v>
                </c:pt>
                <c:pt idx="100744">
                  <c:v>k7944</c:v>
                </c:pt>
                <c:pt idx="100695">
                  <c:v>k7945</c:v>
                </c:pt>
                <c:pt idx="100646">
                  <c:v>k7946</c:v>
                </c:pt>
                <c:pt idx="100597">
                  <c:v>k7947</c:v>
                </c:pt>
                <c:pt idx="100548">
                  <c:v>k7948</c:v>
                </c:pt>
                <c:pt idx="100499">
                  <c:v>k7949</c:v>
                </c:pt>
                <c:pt idx="100450">
                  <c:v>k7950</c:v>
                </c:pt>
                <c:pt idx="100401">
                  <c:v>k7951</c:v>
                </c:pt>
                <c:pt idx="100352">
                  <c:v>k7952</c:v>
                </c:pt>
                <c:pt idx="100303">
                  <c:v>k7953</c:v>
                </c:pt>
                <c:pt idx="100254">
                  <c:v>k7954</c:v>
                </c:pt>
                <c:pt idx="100205">
                  <c:v>k7955</c:v>
                </c:pt>
                <c:pt idx="100156">
                  <c:v>k7956</c:v>
                </c:pt>
                <c:pt idx="100107">
                  <c:v>k7957</c:v>
                </c:pt>
                <c:pt idx="100058">
                  <c:v>k7958</c:v>
                </c:pt>
                <c:pt idx="100009">
                  <c:v>k7959</c:v>
                </c:pt>
                <c:pt idx="99960">
                  <c:v>k7960</c:v>
                </c:pt>
                <c:pt idx="99911">
                  <c:v>k7961</c:v>
                </c:pt>
                <c:pt idx="99862">
                  <c:v>k7962</c:v>
                </c:pt>
                <c:pt idx="99813">
                  <c:v>k7963</c:v>
                </c:pt>
                <c:pt idx="99764">
                  <c:v>k7964</c:v>
                </c:pt>
                <c:pt idx="99715">
                  <c:v>k7965</c:v>
                </c:pt>
                <c:pt idx="99666">
                  <c:v>k7966</c:v>
                </c:pt>
                <c:pt idx="99617">
                  <c:v>k7967</c:v>
                </c:pt>
                <c:pt idx="99568">
                  <c:v>k7968</c:v>
                </c:pt>
                <c:pt idx="99519">
                  <c:v>k7969</c:v>
                </c:pt>
                <c:pt idx="99470">
                  <c:v>k7970</c:v>
                </c:pt>
                <c:pt idx="99421">
                  <c:v>k7971</c:v>
                </c:pt>
                <c:pt idx="99372">
                  <c:v>k7972</c:v>
                </c:pt>
                <c:pt idx="99323">
                  <c:v>k7973</c:v>
                </c:pt>
                <c:pt idx="99274">
                  <c:v>k7974</c:v>
                </c:pt>
                <c:pt idx="99225">
                  <c:v>k7975</c:v>
                </c:pt>
                <c:pt idx="99176">
                  <c:v>k7976</c:v>
                </c:pt>
                <c:pt idx="99127">
                  <c:v>k7977</c:v>
                </c:pt>
                <c:pt idx="99078">
                  <c:v>k7978</c:v>
                </c:pt>
                <c:pt idx="99029">
                  <c:v>k7979</c:v>
                </c:pt>
                <c:pt idx="98980">
                  <c:v>k7980</c:v>
                </c:pt>
                <c:pt idx="98931">
                  <c:v>k7981</c:v>
                </c:pt>
                <c:pt idx="98882">
                  <c:v>k7982</c:v>
                </c:pt>
                <c:pt idx="98833">
                  <c:v>k7983</c:v>
                </c:pt>
                <c:pt idx="98784">
                  <c:v>k7984</c:v>
                </c:pt>
                <c:pt idx="98735">
                  <c:v>k7985</c:v>
                </c:pt>
                <c:pt idx="98686">
                  <c:v>k7986</c:v>
                </c:pt>
                <c:pt idx="98637">
                  <c:v>k7987</c:v>
                </c:pt>
                <c:pt idx="98588">
                  <c:v>k7988</c:v>
                </c:pt>
                <c:pt idx="98539">
                  <c:v>k7989</c:v>
                </c:pt>
                <c:pt idx="98490">
                  <c:v>k7990</c:v>
                </c:pt>
                <c:pt idx="98441">
                  <c:v>k7991</c:v>
                </c:pt>
                <c:pt idx="98392">
                  <c:v>k7992</c:v>
                </c:pt>
                <c:pt idx="98343">
                  <c:v>k7993</c:v>
                </c:pt>
                <c:pt idx="98294">
                  <c:v>k7994</c:v>
                </c:pt>
                <c:pt idx="98245">
                  <c:v>k7995</c:v>
                </c:pt>
                <c:pt idx="98196">
                  <c:v>k7996</c:v>
                </c:pt>
                <c:pt idx="98147">
                  <c:v>k7997</c:v>
                </c:pt>
                <c:pt idx="98098">
                  <c:v>k7998</c:v>
                </c:pt>
                <c:pt idx="98049">
                  <c:v>k7999</c:v>
                </c:pt>
                <c:pt idx="98000">
                  <c:v>k8000</c:v>
                </c:pt>
                <c:pt idx="97951">
                  <c:v>k8001</c:v>
                </c:pt>
                <c:pt idx="97902">
                  <c:v>k8002</c:v>
                </c:pt>
                <c:pt idx="97853">
                  <c:v>k8003</c:v>
                </c:pt>
                <c:pt idx="97804">
                  <c:v>k8004</c:v>
                </c:pt>
                <c:pt idx="97755">
                  <c:v>k8005</c:v>
                </c:pt>
                <c:pt idx="97706">
                  <c:v>k8006</c:v>
                </c:pt>
                <c:pt idx="97657">
                  <c:v>k8007</c:v>
                </c:pt>
                <c:pt idx="97608">
                  <c:v>k8008</c:v>
                </c:pt>
                <c:pt idx="97559">
                  <c:v>k8009</c:v>
                </c:pt>
                <c:pt idx="97510">
                  <c:v>k8010</c:v>
                </c:pt>
                <c:pt idx="97461">
                  <c:v>k8011</c:v>
                </c:pt>
                <c:pt idx="97412">
                  <c:v>k8012</c:v>
                </c:pt>
                <c:pt idx="97363">
                  <c:v>k8013</c:v>
                </c:pt>
                <c:pt idx="97314">
                  <c:v>k8014</c:v>
                </c:pt>
                <c:pt idx="97265">
                  <c:v>k8015</c:v>
                </c:pt>
                <c:pt idx="97216">
                  <c:v>k8016</c:v>
                </c:pt>
                <c:pt idx="97167">
                  <c:v>k8017</c:v>
                </c:pt>
                <c:pt idx="97118">
                  <c:v>k8018</c:v>
                </c:pt>
                <c:pt idx="97069">
                  <c:v>k8019</c:v>
                </c:pt>
                <c:pt idx="97020">
                  <c:v>k8020</c:v>
                </c:pt>
                <c:pt idx="96971">
                  <c:v>k8021</c:v>
                </c:pt>
                <c:pt idx="96922">
                  <c:v>k8022</c:v>
                </c:pt>
                <c:pt idx="96873">
                  <c:v>k8023</c:v>
                </c:pt>
                <c:pt idx="96824">
                  <c:v>k8024</c:v>
                </c:pt>
                <c:pt idx="96775">
                  <c:v>k8025</c:v>
                </c:pt>
                <c:pt idx="96726">
                  <c:v>k8026</c:v>
                </c:pt>
                <c:pt idx="96677">
                  <c:v>k8027</c:v>
                </c:pt>
                <c:pt idx="96628">
                  <c:v>k8028</c:v>
                </c:pt>
                <c:pt idx="96579">
                  <c:v>k8029</c:v>
                </c:pt>
                <c:pt idx="96530">
                  <c:v>k8030</c:v>
                </c:pt>
                <c:pt idx="96481">
                  <c:v>k8031</c:v>
                </c:pt>
                <c:pt idx="96432">
                  <c:v>k8032</c:v>
                </c:pt>
                <c:pt idx="96383">
                  <c:v>k8033</c:v>
                </c:pt>
                <c:pt idx="96334">
                  <c:v>k8034</c:v>
                </c:pt>
                <c:pt idx="96285">
                  <c:v>k8035</c:v>
                </c:pt>
                <c:pt idx="96236">
                  <c:v>k8036</c:v>
                </c:pt>
                <c:pt idx="96187">
                  <c:v>k8037</c:v>
                </c:pt>
                <c:pt idx="96138">
                  <c:v>k8038</c:v>
                </c:pt>
                <c:pt idx="96089">
                  <c:v>k8039</c:v>
                </c:pt>
                <c:pt idx="96040">
                  <c:v>k8040</c:v>
                </c:pt>
                <c:pt idx="95991">
                  <c:v>k8041</c:v>
                </c:pt>
                <c:pt idx="95942">
                  <c:v>k8042</c:v>
                </c:pt>
                <c:pt idx="95893">
                  <c:v>k8043</c:v>
                </c:pt>
                <c:pt idx="95844">
                  <c:v>k8044</c:v>
                </c:pt>
                <c:pt idx="95795">
                  <c:v>k8045</c:v>
                </c:pt>
                <c:pt idx="95746">
                  <c:v>k8046</c:v>
                </c:pt>
                <c:pt idx="95697">
                  <c:v>k8047</c:v>
                </c:pt>
                <c:pt idx="95648">
                  <c:v>k8048</c:v>
                </c:pt>
                <c:pt idx="95599">
                  <c:v>k8049</c:v>
                </c:pt>
                <c:pt idx="95550">
                  <c:v>k8050</c:v>
                </c:pt>
                <c:pt idx="95501">
                  <c:v>k8051</c:v>
                </c:pt>
                <c:pt idx="95452">
                  <c:v>k8052</c:v>
                </c:pt>
                <c:pt idx="95403">
                  <c:v>k8053</c:v>
                </c:pt>
                <c:pt idx="95354">
                  <c:v>k8054</c:v>
                </c:pt>
                <c:pt idx="95305">
                  <c:v>k8055</c:v>
                </c:pt>
                <c:pt idx="95256">
                  <c:v>k8056</c:v>
                </c:pt>
                <c:pt idx="95207">
                  <c:v>k8057</c:v>
                </c:pt>
                <c:pt idx="95158">
                  <c:v>k8058</c:v>
                </c:pt>
                <c:pt idx="95109">
                  <c:v>k8059</c:v>
                </c:pt>
                <c:pt idx="95060">
                  <c:v>k8060</c:v>
                </c:pt>
                <c:pt idx="95011">
                  <c:v>k8061</c:v>
                </c:pt>
                <c:pt idx="94962">
                  <c:v>k8062</c:v>
                </c:pt>
                <c:pt idx="94913">
                  <c:v>k8063</c:v>
                </c:pt>
                <c:pt idx="94864">
                  <c:v>k8064</c:v>
                </c:pt>
                <c:pt idx="94815">
                  <c:v>k8065</c:v>
                </c:pt>
                <c:pt idx="94766">
                  <c:v>k8066</c:v>
                </c:pt>
                <c:pt idx="94717">
                  <c:v>k8067</c:v>
                </c:pt>
                <c:pt idx="94668">
                  <c:v>k8068</c:v>
                </c:pt>
                <c:pt idx="94619">
                  <c:v>k8069</c:v>
                </c:pt>
                <c:pt idx="94570">
                  <c:v>k8070</c:v>
                </c:pt>
                <c:pt idx="94521">
                  <c:v>k8071</c:v>
                </c:pt>
                <c:pt idx="94472">
                  <c:v>k8072</c:v>
                </c:pt>
                <c:pt idx="94423">
                  <c:v>k8073</c:v>
                </c:pt>
                <c:pt idx="94374">
                  <c:v>k8074</c:v>
                </c:pt>
                <c:pt idx="94325">
                  <c:v>k8075</c:v>
                </c:pt>
                <c:pt idx="94276">
                  <c:v>k8076</c:v>
                </c:pt>
                <c:pt idx="94227">
                  <c:v>k8077</c:v>
                </c:pt>
                <c:pt idx="94178">
                  <c:v>k8078</c:v>
                </c:pt>
                <c:pt idx="94129">
                  <c:v>k8079</c:v>
                </c:pt>
                <c:pt idx="94080">
                  <c:v>k8080</c:v>
                </c:pt>
                <c:pt idx="94031">
                  <c:v>k8081</c:v>
                </c:pt>
                <c:pt idx="93982">
                  <c:v>k8082</c:v>
                </c:pt>
                <c:pt idx="93933">
                  <c:v>k8083</c:v>
                </c:pt>
                <c:pt idx="93884">
                  <c:v>k8084</c:v>
                </c:pt>
                <c:pt idx="93835">
                  <c:v>k8085</c:v>
                </c:pt>
                <c:pt idx="93786">
                  <c:v>k8086</c:v>
                </c:pt>
                <c:pt idx="93737">
                  <c:v>k8087</c:v>
                </c:pt>
                <c:pt idx="93688">
                  <c:v>k8088</c:v>
                </c:pt>
                <c:pt idx="93639">
                  <c:v>k8089</c:v>
                </c:pt>
                <c:pt idx="93590">
                  <c:v>k8090</c:v>
                </c:pt>
                <c:pt idx="93541">
                  <c:v>k8091</c:v>
                </c:pt>
                <c:pt idx="93492">
                  <c:v>k8092</c:v>
                </c:pt>
                <c:pt idx="93443">
                  <c:v>k8093</c:v>
                </c:pt>
                <c:pt idx="93394">
                  <c:v>k8094</c:v>
                </c:pt>
                <c:pt idx="93345">
                  <c:v>k8095</c:v>
                </c:pt>
                <c:pt idx="93296">
                  <c:v>k8096</c:v>
                </c:pt>
                <c:pt idx="93247">
                  <c:v>k8097</c:v>
                </c:pt>
                <c:pt idx="93198">
                  <c:v>k8098</c:v>
                </c:pt>
                <c:pt idx="93149">
                  <c:v>k8099</c:v>
                </c:pt>
                <c:pt idx="93100">
                  <c:v>k8100</c:v>
                </c:pt>
                <c:pt idx="93051">
                  <c:v>k8101</c:v>
                </c:pt>
                <c:pt idx="93002">
                  <c:v>k8102</c:v>
                </c:pt>
                <c:pt idx="92953">
                  <c:v>k8103</c:v>
                </c:pt>
                <c:pt idx="92904">
                  <c:v>k8104</c:v>
                </c:pt>
                <c:pt idx="92855">
                  <c:v>k8105</c:v>
                </c:pt>
                <c:pt idx="92806">
                  <c:v>k8106</c:v>
                </c:pt>
                <c:pt idx="92757">
                  <c:v>k8107</c:v>
                </c:pt>
                <c:pt idx="92708">
                  <c:v>k8108</c:v>
                </c:pt>
                <c:pt idx="92659">
                  <c:v>k8109</c:v>
                </c:pt>
                <c:pt idx="92610">
                  <c:v>k8110</c:v>
                </c:pt>
                <c:pt idx="92561">
                  <c:v>k8111</c:v>
                </c:pt>
                <c:pt idx="92512">
                  <c:v>k8112</c:v>
                </c:pt>
                <c:pt idx="92463">
                  <c:v>k8113</c:v>
                </c:pt>
                <c:pt idx="92414">
                  <c:v>k8114</c:v>
                </c:pt>
                <c:pt idx="92365">
                  <c:v>k8115</c:v>
                </c:pt>
                <c:pt idx="92316">
                  <c:v>k8116</c:v>
                </c:pt>
                <c:pt idx="92267">
                  <c:v>k8117</c:v>
                </c:pt>
                <c:pt idx="92218">
                  <c:v>k8118</c:v>
                </c:pt>
                <c:pt idx="92169">
                  <c:v>k8119</c:v>
                </c:pt>
                <c:pt idx="92120">
                  <c:v>k8120</c:v>
                </c:pt>
                <c:pt idx="92071">
                  <c:v>k8121</c:v>
                </c:pt>
                <c:pt idx="92022">
                  <c:v>k8122</c:v>
                </c:pt>
                <c:pt idx="91973">
                  <c:v>k8123</c:v>
                </c:pt>
                <c:pt idx="91924">
                  <c:v>k8124</c:v>
                </c:pt>
                <c:pt idx="91875">
                  <c:v>k8125</c:v>
                </c:pt>
                <c:pt idx="91826">
                  <c:v>k8126</c:v>
                </c:pt>
                <c:pt idx="91777">
                  <c:v>k8127</c:v>
                </c:pt>
                <c:pt idx="91728">
                  <c:v>k8128</c:v>
                </c:pt>
                <c:pt idx="91679">
                  <c:v>k8129</c:v>
                </c:pt>
                <c:pt idx="91630">
                  <c:v>k8130</c:v>
                </c:pt>
                <c:pt idx="91581">
                  <c:v>k8131</c:v>
                </c:pt>
                <c:pt idx="91532">
                  <c:v>k8132</c:v>
                </c:pt>
                <c:pt idx="91483">
                  <c:v>k8133</c:v>
                </c:pt>
                <c:pt idx="91434">
                  <c:v>k8134</c:v>
                </c:pt>
                <c:pt idx="91385">
                  <c:v>k8135</c:v>
                </c:pt>
                <c:pt idx="91336">
                  <c:v>k8136</c:v>
                </c:pt>
                <c:pt idx="91287">
                  <c:v>k8137</c:v>
                </c:pt>
                <c:pt idx="91238">
                  <c:v>k8138</c:v>
                </c:pt>
                <c:pt idx="91189">
                  <c:v>k8139</c:v>
                </c:pt>
                <c:pt idx="91140">
                  <c:v>k8140</c:v>
                </c:pt>
                <c:pt idx="91091">
                  <c:v>k8141</c:v>
                </c:pt>
                <c:pt idx="91042">
                  <c:v>k8142</c:v>
                </c:pt>
                <c:pt idx="90993">
                  <c:v>k8143</c:v>
                </c:pt>
                <c:pt idx="90944">
                  <c:v>k8144</c:v>
                </c:pt>
                <c:pt idx="90895">
                  <c:v>k8145</c:v>
                </c:pt>
                <c:pt idx="90846">
                  <c:v>k8146</c:v>
                </c:pt>
                <c:pt idx="90797">
                  <c:v>k8147</c:v>
                </c:pt>
                <c:pt idx="90748">
                  <c:v>k8148</c:v>
                </c:pt>
                <c:pt idx="90699">
                  <c:v>k8149</c:v>
                </c:pt>
                <c:pt idx="90650">
                  <c:v>k8150</c:v>
                </c:pt>
                <c:pt idx="90601">
                  <c:v>k8151</c:v>
                </c:pt>
                <c:pt idx="90552">
                  <c:v>k8152</c:v>
                </c:pt>
                <c:pt idx="90503">
                  <c:v>k8153</c:v>
                </c:pt>
                <c:pt idx="90454">
                  <c:v>k8154</c:v>
                </c:pt>
                <c:pt idx="90405">
                  <c:v>k8155</c:v>
                </c:pt>
                <c:pt idx="90356">
                  <c:v>k8156</c:v>
                </c:pt>
                <c:pt idx="90307">
                  <c:v>k8157</c:v>
                </c:pt>
                <c:pt idx="90258">
                  <c:v>k8158</c:v>
                </c:pt>
                <c:pt idx="90209">
                  <c:v>k8159</c:v>
                </c:pt>
                <c:pt idx="90160">
                  <c:v>k8160</c:v>
                </c:pt>
                <c:pt idx="90111">
                  <c:v>k8161</c:v>
                </c:pt>
                <c:pt idx="90062">
                  <c:v>k8162</c:v>
                </c:pt>
                <c:pt idx="90013">
                  <c:v>k8163</c:v>
                </c:pt>
                <c:pt idx="89964">
                  <c:v>k8164</c:v>
                </c:pt>
                <c:pt idx="89915">
                  <c:v>k8165</c:v>
                </c:pt>
                <c:pt idx="89866">
                  <c:v>k8166</c:v>
                </c:pt>
                <c:pt idx="89817">
                  <c:v>k8167</c:v>
                </c:pt>
                <c:pt idx="89768">
                  <c:v>k8168</c:v>
                </c:pt>
                <c:pt idx="89719">
                  <c:v>k8169</c:v>
                </c:pt>
                <c:pt idx="89670">
                  <c:v>k8170</c:v>
                </c:pt>
                <c:pt idx="89621">
                  <c:v>k8171</c:v>
                </c:pt>
                <c:pt idx="89572">
                  <c:v>k8172</c:v>
                </c:pt>
                <c:pt idx="89523">
                  <c:v>k8173</c:v>
                </c:pt>
                <c:pt idx="89474">
                  <c:v>k8174</c:v>
                </c:pt>
                <c:pt idx="89425">
                  <c:v>k8175</c:v>
                </c:pt>
                <c:pt idx="89376">
                  <c:v>k8176</c:v>
                </c:pt>
                <c:pt idx="89327">
                  <c:v>k8177</c:v>
                </c:pt>
                <c:pt idx="89278">
                  <c:v>k8178</c:v>
                </c:pt>
                <c:pt idx="89229">
                  <c:v>k8179</c:v>
                </c:pt>
                <c:pt idx="89180">
                  <c:v>k8180</c:v>
                </c:pt>
                <c:pt idx="89131">
                  <c:v>k8181</c:v>
                </c:pt>
                <c:pt idx="89082">
                  <c:v>k8182</c:v>
                </c:pt>
                <c:pt idx="89033">
                  <c:v>k8183</c:v>
                </c:pt>
                <c:pt idx="88984">
                  <c:v>k8184</c:v>
                </c:pt>
                <c:pt idx="88935">
                  <c:v>k8185</c:v>
                </c:pt>
                <c:pt idx="88886">
                  <c:v>k8186</c:v>
                </c:pt>
                <c:pt idx="88837">
                  <c:v>k8187</c:v>
                </c:pt>
                <c:pt idx="88788">
                  <c:v>k8188</c:v>
                </c:pt>
                <c:pt idx="88739">
                  <c:v>k8189</c:v>
                </c:pt>
                <c:pt idx="88690">
                  <c:v>k8190</c:v>
                </c:pt>
                <c:pt idx="88641">
                  <c:v>k8191</c:v>
                </c:pt>
                <c:pt idx="88592">
                  <c:v>k8192</c:v>
                </c:pt>
                <c:pt idx="88543">
                  <c:v>k8193</c:v>
                </c:pt>
                <c:pt idx="88494">
                  <c:v>k8194</c:v>
                </c:pt>
                <c:pt idx="88445">
                  <c:v>k8195</c:v>
                </c:pt>
                <c:pt idx="88396">
                  <c:v>k8196</c:v>
                </c:pt>
                <c:pt idx="88347">
                  <c:v>k8197</c:v>
                </c:pt>
                <c:pt idx="88298">
                  <c:v>k8198</c:v>
                </c:pt>
                <c:pt idx="88249">
                  <c:v>k8199</c:v>
                </c:pt>
                <c:pt idx="88200">
                  <c:v>k8200</c:v>
                </c:pt>
                <c:pt idx="88151">
                  <c:v>k8201</c:v>
                </c:pt>
                <c:pt idx="88102">
                  <c:v>k8202</c:v>
                </c:pt>
                <c:pt idx="88053">
                  <c:v>k8203</c:v>
                </c:pt>
                <c:pt idx="88004">
                  <c:v>k8204</c:v>
                </c:pt>
                <c:pt idx="87955">
                  <c:v>k8205</c:v>
                </c:pt>
                <c:pt idx="87906">
                  <c:v>k8206</c:v>
                </c:pt>
                <c:pt idx="87857">
                  <c:v>k8207</c:v>
                </c:pt>
                <c:pt idx="87808">
                  <c:v>k8208</c:v>
                </c:pt>
                <c:pt idx="87759">
                  <c:v>k8209</c:v>
                </c:pt>
                <c:pt idx="87710">
                  <c:v>k8210</c:v>
                </c:pt>
                <c:pt idx="87661">
                  <c:v>k8211</c:v>
                </c:pt>
                <c:pt idx="87612">
                  <c:v>k8212</c:v>
                </c:pt>
                <c:pt idx="87563">
                  <c:v>k8213</c:v>
                </c:pt>
                <c:pt idx="87514">
                  <c:v>k8214</c:v>
                </c:pt>
                <c:pt idx="87465">
                  <c:v>k8215</c:v>
                </c:pt>
                <c:pt idx="87416">
                  <c:v>k8216</c:v>
                </c:pt>
                <c:pt idx="87367">
                  <c:v>k8217</c:v>
                </c:pt>
                <c:pt idx="87318">
                  <c:v>k8218</c:v>
                </c:pt>
                <c:pt idx="87269">
                  <c:v>k8219</c:v>
                </c:pt>
                <c:pt idx="87220">
                  <c:v>k8220</c:v>
                </c:pt>
                <c:pt idx="87171">
                  <c:v>k8221</c:v>
                </c:pt>
                <c:pt idx="87122">
                  <c:v>k8222</c:v>
                </c:pt>
                <c:pt idx="87073">
                  <c:v>k8223</c:v>
                </c:pt>
                <c:pt idx="87024">
                  <c:v>k8224</c:v>
                </c:pt>
                <c:pt idx="86975">
                  <c:v>k8225</c:v>
                </c:pt>
                <c:pt idx="86926">
                  <c:v>k8226</c:v>
                </c:pt>
                <c:pt idx="86877">
                  <c:v>k8227</c:v>
                </c:pt>
                <c:pt idx="86828">
                  <c:v>k8228</c:v>
                </c:pt>
                <c:pt idx="86779">
                  <c:v>k8229</c:v>
                </c:pt>
                <c:pt idx="86730">
                  <c:v>k8230</c:v>
                </c:pt>
                <c:pt idx="86681">
                  <c:v>k8231</c:v>
                </c:pt>
                <c:pt idx="86632">
                  <c:v>k8232</c:v>
                </c:pt>
                <c:pt idx="86583">
                  <c:v>k8233</c:v>
                </c:pt>
                <c:pt idx="86534">
                  <c:v>k8234</c:v>
                </c:pt>
                <c:pt idx="86485">
                  <c:v>k8235</c:v>
                </c:pt>
                <c:pt idx="86436">
                  <c:v>k8236</c:v>
                </c:pt>
                <c:pt idx="86387">
                  <c:v>k8237</c:v>
                </c:pt>
                <c:pt idx="86338">
                  <c:v>k8238</c:v>
                </c:pt>
                <c:pt idx="86289">
                  <c:v>k8239</c:v>
                </c:pt>
                <c:pt idx="86240">
                  <c:v>k8240</c:v>
                </c:pt>
                <c:pt idx="86191">
                  <c:v>k8241</c:v>
                </c:pt>
                <c:pt idx="86142">
                  <c:v>k8242</c:v>
                </c:pt>
                <c:pt idx="86093">
                  <c:v>k8243</c:v>
                </c:pt>
                <c:pt idx="86044">
                  <c:v>k8244</c:v>
                </c:pt>
                <c:pt idx="85995">
                  <c:v>k8245</c:v>
                </c:pt>
                <c:pt idx="85946">
                  <c:v>k8246</c:v>
                </c:pt>
                <c:pt idx="85897">
                  <c:v>k8247</c:v>
                </c:pt>
                <c:pt idx="85848">
                  <c:v>k8248</c:v>
                </c:pt>
                <c:pt idx="85799">
                  <c:v>k8249</c:v>
                </c:pt>
                <c:pt idx="85750">
                  <c:v>k8250</c:v>
                </c:pt>
                <c:pt idx="85701">
                  <c:v>k8251</c:v>
                </c:pt>
                <c:pt idx="85652">
                  <c:v>k8252</c:v>
                </c:pt>
                <c:pt idx="85603">
                  <c:v>k8253</c:v>
                </c:pt>
                <c:pt idx="85554">
                  <c:v>k8254</c:v>
                </c:pt>
                <c:pt idx="85505">
                  <c:v>k8255</c:v>
                </c:pt>
                <c:pt idx="85456">
                  <c:v>k8256</c:v>
                </c:pt>
                <c:pt idx="85407">
                  <c:v>k8257</c:v>
                </c:pt>
                <c:pt idx="85358">
                  <c:v>k8258</c:v>
                </c:pt>
                <c:pt idx="85309">
                  <c:v>k8259</c:v>
                </c:pt>
                <c:pt idx="85260">
                  <c:v>k8260</c:v>
                </c:pt>
                <c:pt idx="85211">
                  <c:v>k8261</c:v>
                </c:pt>
                <c:pt idx="85162">
                  <c:v>k8262</c:v>
                </c:pt>
                <c:pt idx="85113">
                  <c:v>k8263</c:v>
                </c:pt>
                <c:pt idx="85064">
                  <c:v>k8264</c:v>
                </c:pt>
                <c:pt idx="85015">
                  <c:v>k8265</c:v>
                </c:pt>
                <c:pt idx="84966">
                  <c:v>k8266</c:v>
                </c:pt>
                <c:pt idx="84917">
                  <c:v>k8267</c:v>
                </c:pt>
                <c:pt idx="84868">
                  <c:v>k8268</c:v>
                </c:pt>
                <c:pt idx="84819">
                  <c:v>k8269</c:v>
                </c:pt>
                <c:pt idx="84770">
                  <c:v>k8270</c:v>
                </c:pt>
                <c:pt idx="84721">
                  <c:v>k8271</c:v>
                </c:pt>
                <c:pt idx="84672">
                  <c:v>k8272</c:v>
                </c:pt>
                <c:pt idx="84623">
                  <c:v>k8273</c:v>
                </c:pt>
                <c:pt idx="84574">
                  <c:v>k8274</c:v>
                </c:pt>
                <c:pt idx="84525">
                  <c:v>k8275</c:v>
                </c:pt>
                <c:pt idx="84476">
                  <c:v>k8276</c:v>
                </c:pt>
                <c:pt idx="84427">
                  <c:v>k8277</c:v>
                </c:pt>
                <c:pt idx="84378">
                  <c:v>k8278</c:v>
                </c:pt>
                <c:pt idx="84329">
                  <c:v>k8279</c:v>
                </c:pt>
                <c:pt idx="84280">
                  <c:v>k8280</c:v>
                </c:pt>
                <c:pt idx="84231">
                  <c:v>k8281</c:v>
                </c:pt>
                <c:pt idx="84182">
                  <c:v>k8282</c:v>
                </c:pt>
                <c:pt idx="84133">
                  <c:v>k8283</c:v>
                </c:pt>
                <c:pt idx="84084">
                  <c:v>k8284</c:v>
                </c:pt>
                <c:pt idx="84035">
                  <c:v>k8285</c:v>
                </c:pt>
                <c:pt idx="83986">
                  <c:v>k8286</c:v>
                </c:pt>
                <c:pt idx="83937">
                  <c:v>k8287</c:v>
                </c:pt>
                <c:pt idx="83888">
                  <c:v>k8288</c:v>
                </c:pt>
                <c:pt idx="83839">
                  <c:v>k8289</c:v>
                </c:pt>
                <c:pt idx="83790">
                  <c:v>k8290</c:v>
                </c:pt>
                <c:pt idx="83741">
                  <c:v>k8291</c:v>
                </c:pt>
                <c:pt idx="83692">
                  <c:v>k8292</c:v>
                </c:pt>
                <c:pt idx="83643">
                  <c:v>k8293</c:v>
                </c:pt>
                <c:pt idx="83594">
                  <c:v>k8294</c:v>
                </c:pt>
                <c:pt idx="83545">
                  <c:v>k8295</c:v>
                </c:pt>
                <c:pt idx="83496">
                  <c:v>k8296</c:v>
                </c:pt>
                <c:pt idx="83447">
                  <c:v>k8297</c:v>
                </c:pt>
                <c:pt idx="83398">
                  <c:v>k8298</c:v>
                </c:pt>
                <c:pt idx="83349">
                  <c:v>k8299</c:v>
                </c:pt>
                <c:pt idx="83300">
                  <c:v>k8300</c:v>
                </c:pt>
                <c:pt idx="83251">
                  <c:v>k8301</c:v>
                </c:pt>
                <c:pt idx="83202">
                  <c:v>k8302</c:v>
                </c:pt>
                <c:pt idx="83153">
                  <c:v>k8303</c:v>
                </c:pt>
                <c:pt idx="83104">
                  <c:v>k8304</c:v>
                </c:pt>
                <c:pt idx="83055">
                  <c:v>k8305</c:v>
                </c:pt>
                <c:pt idx="83006">
                  <c:v>k8306</c:v>
                </c:pt>
                <c:pt idx="82957">
                  <c:v>k8307</c:v>
                </c:pt>
                <c:pt idx="82908">
                  <c:v>k8308</c:v>
                </c:pt>
                <c:pt idx="82859">
                  <c:v>k8309</c:v>
                </c:pt>
                <c:pt idx="82810">
                  <c:v>k8310</c:v>
                </c:pt>
                <c:pt idx="82761">
                  <c:v>k8311</c:v>
                </c:pt>
                <c:pt idx="82712">
                  <c:v>k8312</c:v>
                </c:pt>
                <c:pt idx="82663">
                  <c:v>k8313</c:v>
                </c:pt>
                <c:pt idx="82614">
                  <c:v>k8314</c:v>
                </c:pt>
                <c:pt idx="82565">
                  <c:v>k8315</c:v>
                </c:pt>
                <c:pt idx="82516">
                  <c:v>k8316</c:v>
                </c:pt>
                <c:pt idx="82467">
                  <c:v>k8317</c:v>
                </c:pt>
                <c:pt idx="82418">
                  <c:v>k8318</c:v>
                </c:pt>
                <c:pt idx="82369">
                  <c:v>k8319</c:v>
                </c:pt>
                <c:pt idx="82320">
                  <c:v>k8320</c:v>
                </c:pt>
                <c:pt idx="82271">
                  <c:v>k8321</c:v>
                </c:pt>
                <c:pt idx="82222">
                  <c:v>k8322</c:v>
                </c:pt>
                <c:pt idx="82173">
                  <c:v>k8323</c:v>
                </c:pt>
                <c:pt idx="82124">
                  <c:v>k8324</c:v>
                </c:pt>
                <c:pt idx="82075">
                  <c:v>k8325</c:v>
                </c:pt>
                <c:pt idx="82026">
                  <c:v>k8326</c:v>
                </c:pt>
                <c:pt idx="81977">
                  <c:v>k8327</c:v>
                </c:pt>
                <c:pt idx="81928">
                  <c:v>k8328</c:v>
                </c:pt>
                <c:pt idx="81879">
                  <c:v>k8329</c:v>
                </c:pt>
                <c:pt idx="81830">
                  <c:v>k8330</c:v>
                </c:pt>
                <c:pt idx="81781">
                  <c:v>k8331</c:v>
                </c:pt>
                <c:pt idx="81732">
                  <c:v>k8332</c:v>
                </c:pt>
                <c:pt idx="81683">
                  <c:v>k8333</c:v>
                </c:pt>
                <c:pt idx="81634">
                  <c:v>k8334</c:v>
                </c:pt>
                <c:pt idx="81585">
                  <c:v>k8335</c:v>
                </c:pt>
                <c:pt idx="81536">
                  <c:v>k8336</c:v>
                </c:pt>
                <c:pt idx="81487">
                  <c:v>k8337</c:v>
                </c:pt>
                <c:pt idx="81438">
                  <c:v>k8338</c:v>
                </c:pt>
                <c:pt idx="81389">
                  <c:v>k8339</c:v>
                </c:pt>
                <c:pt idx="81340">
                  <c:v>k8340</c:v>
                </c:pt>
                <c:pt idx="81291">
                  <c:v>k8341</c:v>
                </c:pt>
                <c:pt idx="81242">
                  <c:v>k8342</c:v>
                </c:pt>
                <c:pt idx="81193">
                  <c:v>k8343</c:v>
                </c:pt>
                <c:pt idx="81144">
                  <c:v>k8344</c:v>
                </c:pt>
                <c:pt idx="81095">
                  <c:v>k8345</c:v>
                </c:pt>
                <c:pt idx="81046">
                  <c:v>k8346</c:v>
                </c:pt>
                <c:pt idx="80997">
                  <c:v>k8347</c:v>
                </c:pt>
                <c:pt idx="80948">
                  <c:v>k8348</c:v>
                </c:pt>
                <c:pt idx="80899">
                  <c:v>k8349</c:v>
                </c:pt>
                <c:pt idx="80850">
                  <c:v>k8350</c:v>
                </c:pt>
                <c:pt idx="80801">
                  <c:v>k8351</c:v>
                </c:pt>
                <c:pt idx="80752">
                  <c:v>k8352</c:v>
                </c:pt>
                <c:pt idx="80703">
                  <c:v>k8353</c:v>
                </c:pt>
                <c:pt idx="80654">
                  <c:v>k8354</c:v>
                </c:pt>
                <c:pt idx="80605">
                  <c:v>k8355</c:v>
                </c:pt>
                <c:pt idx="80556">
                  <c:v>k8356</c:v>
                </c:pt>
                <c:pt idx="80507">
                  <c:v>k8357</c:v>
                </c:pt>
                <c:pt idx="80458">
                  <c:v>k8358</c:v>
                </c:pt>
                <c:pt idx="80409">
                  <c:v>k8359</c:v>
                </c:pt>
                <c:pt idx="80360">
                  <c:v>k8360</c:v>
                </c:pt>
                <c:pt idx="80311">
                  <c:v>k8361</c:v>
                </c:pt>
                <c:pt idx="80262">
                  <c:v>k8362</c:v>
                </c:pt>
                <c:pt idx="80213">
                  <c:v>k8363</c:v>
                </c:pt>
                <c:pt idx="80164">
                  <c:v>k8364</c:v>
                </c:pt>
                <c:pt idx="80115">
                  <c:v>k8365</c:v>
                </c:pt>
                <c:pt idx="80066">
                  <c:v>k8366</c:v>
                </c:pt>
                <c:pt idx="80017">
                  <c:v>k8367</c:v>
                </c:pt>
                <c:pt idx="79968">
                  <c:v>k8368</c:v>
                </c:pt>
                <c:pt idx="79919">
                  <c:v>k8369</c:v>
                </c:pt>
                <c:pt idx="79870">
                  <c:v>k8370</c:v>
                </c:pt>
                <c:pt idx="79821">
                  <c:v>k8371</c:v>
                </c:pt>
                <c:pt idx="79772">
                  <c:v>k8372</c:v>
                </c:pt>
                <c:pt idx="79723">
                  <c:v>k8373</c:v>
                </c:pt>
                <c:pt idx="79674">
                  <c:v>k8374</c:v>
                </c:pt>
                <c:pt idx="79625">
                  <c:v>k8375</c:v>
                </c:pt>
                <c:pt idx="79576">
                  <c:v>k8376</c:v>
                </c:pt>
                <c:pt idx="79527">
                  <c:v>k8377</c:v>
                </c:pt>
                <c:pt idx="79478">
                  <c:v>k8378</c:v>
                </c:pt>
                <c:pt idx="79429">
                  <c:v>k8379</c:v>
                </c:pt>
                <c:pt idx="79380">
                  <c:v>k8380</c:v>
                </c:pt>
                <c:pt idx="79331">
                  <c:v>k8381</c:v>
                </c:pt>
                <c:pt idx="79282">
                  <c:v>k8382</c:v>
                </c:pt>
                <c:pt idx="79233">
                  <c:v>k8383</c:v>
                </c:pt>
                <c:pt idx="79184">
                  <c:v>k8384</c:v>
                </c:pt>
                <c:pt idx="79135">
                  <c:v>k8385</c:v>
                </c:pt>
                <c:pt idx="79086">
                  <c:v>k8386</c:v>
                </c:pt>
                <c:pt idx="79037">
                  <c:v>k8387</c:v>
                </c:pt>
                <c:pt idx="78988">
                  <c:v>k8388</c:v>
                </c:pt>
                <c:pt idx="78939">
                  <c:v>k8389</c:v>
                </c:pt>
                <c:pt idx="78890">
                  <c:v>k8390</c:v>
                </c:pt>
                <c:pt idx="78841">
                  <c:v>k8391</c:v>
                </c:pt>
                <c:pt idx="78792">
                  <c:v>k8392</c:v>
                </c:pt>
                <c:pt idx="78743">
                  <c:v>k8393</c:v>
                </c:pt>
                <c:pt idx="78694">
                  <c:v>k8394</c:v>
                </c:pt>
                <c:pt idx="78645">
                  <c:v>k8395</c:v>
                </c:pt>
                <c:pt idx="78596">
                  <c:v>k8396</c:v>
                </c:pt>
                <c:pt idx="78547">
                  <c:v>k8397</c:v>
                </c:pt>
                <c:pt idx="78498">
                  <c:v>k8398</c:v>
                </c:pt>
                <c:pt idx="78449">
                  <c:v>k8399</c:v>
                </c:pt>
                <c:pt idx="78400">
                  <c:v>k8400</c:v>
                </c:pt>
                <c:pt idx="78351">
                  <c:v>k8401</c:v>
                </c:pt>
                <c:pt idx="78302">
                  <c:v>k8402</c:v>
                </c:pt>
                <c:pt idx="78253">
                  <c:v>k8403</c:v>
                </c:pt>
                <c:pt idx="78204">
                  <c:v>k8404</c:v>
                </c:pt>
                <c:pt idx="78155">
                  <c:v>k8405</c:v>
                </c:pt>
                <c:pt idx="78106">
                  <c:v>k8406</c:v>
                </c:pt>
                <c:pt idx="78057">
                  <c:v>k8407</c:v>
                </c:pt>
                <c:pt idx="78008">
                  <c:v>k8408</c:v>
                </c:pt>
                <c:pt idx="77959">
                  <c:v>k8409</c:v>
                </c:pt>
                <c:pt idx="77910">
                  <c:v>k8410</c:v>
                </c:pt>
                <c:pt idx="77861">
                  <c:v>k8411</c:v>
                </c:pt>
                <c:pt idx="77812">
                  <c:v>k8412</c:v>
                </c:pt>
                <c:pt idx="77763">
                  <c:v>k8413</c:v>
                </c:pt>
                <c:pt idx="77714">
                  <c:v>k8414</c:v>
                </c:pt>
                <c:pt idx="77665">
                  <c:v>k8415</c:v>
                </c:pt>
                <c:pt idx="77616">
                  <c:v>k8416</c:v>
                </c:pt>
                <c:pt idx="77567">
                  <c:v>k8417</c:v>
                </c:pt>
                <c:pt idx="77518">
                  <c:v>k8418</c:v>
                </c:pt>
                <c:pt idx="77469">
                  <c:v>k8419</c:v>
                </c:pt>
                <c:pt idx="77420">
                  <c:v>k8420</c:v>
                </c:pt>
                <c:pt idx="77371">
                  <c:v>k8421</c:v>
                </c:pt>
                <c:pt idx="77322">
                  <c:v>k8422</c:v>
                </c:pt>
                <c:pt idx="77273">
                  <c:v>k8423</c:v>
                </c:pt>
                <c:pt idx="77224">
                  <c:v>k8424</c:v>
                </c:pt>
                <c:pt idx="77175">
                  <c:v>k8425</c:v>
                </c:pt>
                <c:pt idx="77126">
                  <c:v>k8426</c:v>
                </c:pt>
                <c:pt idx="77077">
                  <c:v>k8427</c:v>
                </c:pt>
                <c:pt idx="77028">
                  <c:v>k8428</c:v>
                </c:pt>
                <c:pt idx="76979">
                  <c:v>k8429</c:v>
                </c:pt>
                <c:pt idx="76930">
                  <c:v>k8430</c:v>
                </c:pt>
                <c:pt idx="76881">
                  <c:v>k8431</c:v>
                </c:pt>
                <c:pt idx="76832">
                  <c:v>k8432</c:v>
                </c:pt>
                <c:pt idx="76783">
                  <c:v>k8433</c:v>
                </c:pt>
                <c:pt idx="76734">
                  <c:v>k8434</c:v>
                </c:pt>
                <c:pt idx="76685">
                  <c:v>k8435</c:v>
                </c:pt>
                <c:pt idx="76636">
                  <c:v>k8436</c:v>
                </c:pt>
                <c:pt idx="76587">
                  <c:v>k8437</c:v>
                </c:pt>
                <c:pt idx="76538">
                  <c:v>k8438</c:v>
                </c:pt>
                <c:pt idx="76489">
                  <c:v>k8439</c:v>
                </c:pt>
                <c:pt idx="76440">
                  <c:v>k8440</c:v>
                </c:pt>
                <c:pt idx="76391">
                  <c:v>k8441</c:v>
                </c:pt>
                <c:pt idx="76342">
                  <c:v>k8442</c:v>
                </c:pt>
                <c:pt idx="76293">
                  <c:v>k8443</c:v>
                </c:pt>
                <c:pt idx="76244">
                  <c:v>k8444</c:v>
                </c:pt>
                <c:pt idx="76195">
                  <c:v>k8445</c:v>
                </c:pt>
                <c:pt idx="76146">
                  <c:v>k8446</c:v>
                </c:pt>
                <c:pt idx="76097">
                  <c:v>k8447</c:v>
                </c:pt>
                <c:pt idx="76048">
                  <c:v>k8448</c:v>
                </c:pt>
                <c:pt idx="75999">
                  <c:v>k8449</c:v>
                </c:pt>
                <c:pt idx="75950">
                  <c:v>k8450</c:v>
                </c:pt>
                <c:pt idx="75901">
                  <c:v>k8451</c:v>
                </c:pt>
                <c:pt idx="75852">
                  <c:v>k8452</c:v>
                </c:pt>
                <c:pt idx="75803">
                  <c:v>k8453</c:v>
                </c:pt>
                <c:pt idx="75754">
                  <c:v>k8454</c:v>
                </c:pt>
                <c:pt idx="75705">
                  <c:v>k8455</c:v>
                </c:pt>
                <c:pt idx="75656">
                  <c:v>k8456</c:v>
                </c:pt>
                <c:pt idx="75607">
                  <c:v>k8457</c:v>
                </c:pt>
                <c:pt idx="75558">
                  <c:v>k8458</c:v>
                </c:pt>
                <c:pt idx="75509">
                  <c:v>k8459</c:v>
                </c:pt>
                <c:pt idx="75460">
                  <c:v>k8460</c:v>
                </c:pt>
                <c:pt idx="75411">
                  <c:v>k8461</c:v>
                </c:pt>
                <c:pt idx="75362">
                  <c:v>k8462</c:v>
                </c:pt>
                <c:pt idx="75313">
                  <c:v>k8463</c:v>
                </c:pt>
                <c:pt idx="75264">
                  <c:v>k8464</c:v>
                </c:pt>
                <c:pt idx="75215">
                  <c:v>k8465</c:v>
                </c:pt>
                <c:pt idx="75166">
                  <c:v>k8466</c:v>
                </c:pt>
                <c:pt idx="75117">
                  <c:v>k8467</c:v>
                </c:pt>
                <c:pt idx="75068">
                  <c:v>k8468</c:v>
                </c:pt>
                <c:pt idx="75019">
                  <c:v>k8469</c:v>
                </c:pt>
                <c:pt idx="74970">
                  <c:v>k8470</c:v>
                </c:pt>
                <c:pt idx="74921">
                  <c:v>k8471</c:v>
                </c:pt>
                <c:pt idx="74872">
                  <c:v>k8472</c:v>
                </c:pt>
                <c:pt idx="74823">
                  <c:v>k8473</c:v>
                </c:pt>
                <c:pt idx="74774">
                  <c:v>k8474</c:v>
                </c:pt>
                <c:pt idx="74725">
                  <c:v>k8475</c:v>
                </c:pt>
                <c:pt idx="74676">
                  <c:v>k8476</c:v>
                </c:pt>
                <c:pt idx="74627">
                  <c:v>k8477</c:v>
                </c:pt>
                <c:pt idx="74578">
                  <c:v>k8478</c:v>
                </c:pt>
                <c:pt idx="74529">
                  <c:v>k8479</c:v>
                </c:pt>
                <c:pt idx="74480">
                  <c:v>k8480</c:v>
                </c:pt>
                <c:pt idx="74431">
                  <c:v>k8481</c:v>
                </c:pt>
                <c:pt idx="74382">
                  <c:v>k8482</c:v>
                </c:pt>
                <c:pt idx="74333">
                  <c:v>k8483</c:v>
                </c:pt>
                <c:pt idx="74284">
                  <c:v>k8484</c:v>
                </c:pt>
                <c:pt idx="74235">
                  <c:v>k8485</c:v>
                </c:pt>
                <c:pt idx="74186">
                  <c:v>k8486</c:v>
                </c:pt>
                <c:pt idx="74137">
                  <c:v>k8487</c:v>
                </c:pt>
                <c:pt idx="74088">
                  <c:v>k8488</c:v>
                </c:pt>
                <c:pt idx="74039">
                  <c:v>k8489</c:v>
                </c:pt>
                <c:pt idx="73990">
                  <c:v>k8490</c:v>
                </c:pt>
                <c:pt idx="73941">
                  <c:v>k8491</c:v>
                </c:pt>
                <c:pt idx="73892">
                  <c:v>k8492</c:v>
                </c:pt>
                <c:pt idx="73843">
                  <c:v>k8493</c:v>
                </c:pt>
                <c:pt idx="73794">
                  <c:v>k8494</c:v>
                </c:pt>
                <c:pt idx="73745">
                  <c:v>k8495</c:v>
                </c:pt>
                <c:pt idx="73696">
                  <c:v>k8496</c:v>
                </c:pt>
                <c:pt idx="73647">
                  <c:v>k8497</c:v>
                </c:pt>
                <c:pt idx="73598">
                  <c:v>k8498</c:v>
                </c:pt>
                <c:pt idx="73549">
                  <c:v>k8499</c:v>
                </c:pt>
                <c:pt idx="73500">
                  <c:v>k8500</c:v>
                </c:pt>
                <c:pt idx="73451">
                  <c:v>k8501</c:v>
                </c:pt>
                <c:pt idx="73402">
                  <c:v>k8502</c:v>
                </c:pt>
                <c:pt idx="73353">
                  <c:v>k8503</c:v>
                </c:pt>
                <c:pt idx="73304">
                  <c:v>k8504</c:v>
                </c:pt>
                <c:pt idx="73255">
                  <c:v>k8505</c:v>
                </c:pt>
                <c:pt idx="73206">
                  <c:v>k8506</c:v>
                </c:pt>
                <c:pt idx="73157">
                  <c:v>k8507</c:v>
                </c:pt>
                <c:pt idx="73108">
                  <c:v>k8508</c:v>
                </c:pt>
                <c:pt idx="73059">
                  <c:v>k8509</c:v>
                </c:pt>
                <c:pt idx="73010">
                  <c:v>k8510</c:v>
                </c:pt>
                <c:pt idx="72961">
                  <c:v>k8511</c:v>
                </c:pt>
                <c:pt idx="72912">
                  <c:v>k8512</c:v>
                </c:pt>
                <c:pt idx="72863">
                  <c:v>k8513</c:v>
                </c:pt>
                <c:pt idx="72814">
                  <c:v>k8514</c:v>
                </c:pt>
                <c:pt idx="72765">
                  <c:v>k8515</c:v>
                </c:pt>
                <c:pt idx="72716">
                  <c:v>k8516</c:v>
                </c:pt>
                <c:pt idx="72667">
                  <c:v>k8517</c:v>
                </c:pt>
                <c:pt idx="72618">
                  <c:v>k8518</c:v>
                </c:pt>
                <c:pt idx="72569">
                  <c:v>k8519</c:v>
                </c:pt>
                <c:pt idx="72520">
                  <c:v>k8520</c:v>
                </c:pt>
                <c:pt idx="72471">
                  <c:v>k8521</c:v>
                </c:pt>
                <c:pt idx="72422">
                  <c:v>k8522</c:v>
                </c:pt>
                <c:pt idx="72373">
                  <c:v>k8523</c:v>
                </c:pt>
                <c:pt idx="72324">
                  <c:v>k8524</c:v>
                </c:pt>
                <c:pt idx="72275">
                  <c:v>k8525</c:v>
                </c:pt>
                <c:pt idx="72226">
                  <c:v>k8526</c:v>
                </c:pt>
                <c:pt idx="72177">
                  <c:v>k8527</c:v>
                </c:pt>
                <c:pt idx="72128">
                  <c:v>k8528</c:v>
                </c:pt>
                <c:pt idx="72079">
                  <c:v>k8529</c:v>
                </c:pt>
                <c:pt idx="72030">
                  <c:v>k8530</c:v>
                </c:pt>
                <c:pt idx="71981">
                  <c:v>k8531</c:v>
                </c:pt>
                <c:pt idx="71932">
                  <c:v>k8532</c:v>
                </c:pt>
                <c:pt idx="71883">
                  <c:v>k8533</c:v>
                </c:pt>
                <c:pt idx="71834">
                  <c:v>k8534</c:v>
                </c:pt>
                <c:pt idx="71785">
                  <c:v>k8535</c:v>
                </c:pt>
                <c:pt idx="71736">
                  <c:v>k8536</c:v>
                </c:pt>
                <c:pt idx="71687">
                  <c:v>k8537</c:v>
                </c:pt>
                <c:pt idx="71638">
                  <c:v>k8538</c:v>
                </c:pt>
                <c:pt idx="71589">
                  <c:v>k8539</c:v>
                </c:pt>
                <c:pt idx="71540">
                  <c:v>k8540</c:v>
                </c:pt>
                <c:pt idx="71491">
                  <c:v>k8541</c:v>
                </c:pt>
                <c:pt idx="71442">
                  <c:v>k8542</c:v>
                </c:pt>
                <c:pt idx="71393">
                  <c:v>k8543</c:v>
                </c:pt>
                <c:pt idx="71344">
                  <c:v>k8544</c:v>
                </c:pt>
                <c:pt idx="71295">
                  <c:v>k8545</c:v>
                </c:pt>
                <c:pt idx="71246">
                  <c:v>k8546</c:v>
                </c:pt>
                <c:pt idx="71197">
                  <c:v>k8547</c:v>
                </c:pt>
                <c:pt idx="71148">
                  <c:v>k8548</c:v>
                </c:pt>
                <c:pt idx="71099">
                  <c:v>k8549</c:v>
                </c:pt>
                <c:pt idx="71050">
                  <c:v>k8550</c:v>
                </c:pt>
                <c:pt idx="71001">
                  <c:v>k8551</c:v>
                </c:pt>
                <c:pt idx="70952">
                  <c:v>k8552</c:v>
                </c:pt>
                <c:pt idx="70903">
                  <c:v>k8553</c:v>
                </c:pt>
                <c:pt idx="70854">
                  <c:v>k8554</c:v>
                </c:pt>
                <c:pt idx="70805">
                  <c:v>k8555</c:v>
                </c:pt>
                <c:pt idx="70756">
                  <c:v>k8556</c:v>
                </c:pt>
                <c:pt idx="70707">
                  <c:v>k8557</c:v>
                </c:pt>
                <c:pt idx="70658">
                  <c:v>k8558</c:v>
                </c:pt>
                <c:pt idx="70609">
                  <c:v>k8559</c:v>
                </c:pt>
                <c:pt idx="70560">
                  <c:v>k8560</c:v>
                </c:pt>
                <c:pt idx="70511">
                  <c:v>k8561</c:v>
                </c:pt>
                <c:pt idx="70462">
                  <c:v>k8562</c:v>
                </c:pt>
                <c:pt idx="70413">
                  <c:v>k8563</c:v>
                </c:pt>
                <c:pt idx="70364">
                  <c:v>k8564</c:v>
                </c:pt>
                <c:pt idx="70315">
                  <c:v>k8565</c:v>
                </c:pt>
                <c:pt idx="70266">
                  <c:v>k8566</c:v>
                </c:pt>
                <c:pt idx="70217">
                  <c:v>k8567</c:v>
                </c:pt>
                <c:pt idx="70168">
                  <c:v>k8568</c:v>
                </c:pt>
                <c:pt idx="70119">
                  <c:v>k8569</c:v>
                </c:pt>
                <c:pt idx="70070">
                  <c:v>k8570</c:v>
                </c:pt>
                <c:pt idx="70021">
                  <c:v>k8571</c:v>
                </c:pt>
                <c:pt idx="69972">
                  <c:v>k8572</c:v>
                </c:pt>
                <c:pt idx="69923">
                  <c:v>k8573</c:v>
                </c:pt>
                <c:pt idx="69874">
                  <c:v>k8574</c:v>
                </c:pt>
                <c:pt idx="69825">
                  <c:v>k8575</c:v>
                </c:pt>
                <c:pt idx="69776">
                  <c:v>k8576</c:v>
                </c:pt>
                <c:pt idx="69727">
                  <c:v>k8577</c:v>
                </c:pt>
                <c:pt idx="69678">
                  <c:v>k8578</c:v>
                </c:pt>
                <c:pt idx="69629">
                  <c:v>k8579</c:v>
                </c:pt>
                <c:pt idx="69580">
                  <c:v>k8580</c:v>
                </c:pt>
                <c:pt idx="69531">
                  <c:v>k8581</c:v>
                </c:pt>
                <c:pt idx="69482">
                  <c:v>k8582</c:v>
                </c:pt>
                <c:pt idx="69433">
                  <c:v>k8583</c:v>
                </c:pt>
                <c:pt idx="69384">
                  <c:v>k8584</c:v>
                </c:pt>
                <c:pt idx="69335">
                  <c:v>k8585</c:v>
                </c:pt>
                <c:pt idx="69286">
                  <c:v>k8586</c:v>
                </c:pt>
                <c:pt idx="69237">
                  <c:v>k8587</c:v>
                </c:pt>
                <c:pt idx="69188">
                  <c:v>k8588</c:v>
                </c:pt>
                <c:pt idx="69139">
                  <c:v>k8589</c:v>
                </c:pt>
                <c:pt idx="69090">
                  <c:v>k8590</c:v>
                </c:pt>
                <c:pt idx="69041">
                  <c:v>k8591</c:v>
                </c:pt>
                <c:pt idx="68992">
                  <c:v>k8592</c:v>
                </c:pt>
                <c:pt idx="68943">
                  <c:v>k8593</c:v>
                </c:pt>
                <c:pt idx="68894">
                  <c:v>k8594</c:v>
                </c:pt>
                <c:pt idx="68845">
                  <c:v>k8595</c:v>
                </c:pt>
                <c:pt idx="68796">
                  <c:v>k8596</c:v>
                </c:pt>
                <c:pt idx="68747">
                  <c:v>k8597</c:v>
                </c:pt>
                <c:pt idx="68698">
                  <c:v>k8598</c:v>
                </c:pt>
                <c:pt idx="68649">
                  <c:v>k8599</c:v>
                </c:pt>
                <c:pt idx="68600">
                  <c:v>k8600</c:v>
                </c:pt>
                <c:pt idx="68551">
                  <c:v>k8601</c:v>
                </c:pt>
                <c:pt idx="68502">
                  <c:v>k8602</c:v>
                </c:pt>
                <c:pt idx="68453">
                  <c:v>k8603</c:v>
                </c:pt>
                <c:pt idx="68404">
                  <c:v>k8604</c:v>
                </c:pt>
                <c:pt idx="68355">
                  <c:v>k8605</c:v>
                </c:pt>
                <c:pt idx="68306">
                  <c:v>k8606</c:v>
                </c:pt>
                <c:pt idx="68257">
                  <c:v>k8607</c:v>
                </c:pt>
                <c:pt idx="68208">
                  <c:v>k8608</c:v>
                </c:pt>
                <c:pt idx="68159">
                  <c:v>k8609</c:v>
                </c:pt>
                <c:pt idx="68110">
                  <c:v>k8610</c:v>
                </c:pt>
                <c:pt idx="68061">
                  <c:v>k8611</c:v>
                </c:pt>
                <c:pt idx="68012">
                  <c:v>k8612</c:v>
                </c:pt>
                <c:pt idx="67963">
                  <c:v>k8613</c:v>
                </c:pt>
                <c:pt idx="67914">
                  <c:v>k8614</c:v>
                </c:pt>
                <c:pt idx="67865">
                  <c:v>k8615</c:v>
                </c:pt>
                <c:pt idx="67816">
                  <c:v>k8616</c:v>
                </c:pt>
                <c:pt idx="67767">
                  <c:v>k8617</c:v>
                </c:pt>
                <c:pt idx="67718">
                  <c:v>k8618</c:v>
                </c:pt>
                <c:pt idx="67669">
                  <c:v>k8619</c:v>
                </c:pt>
                <c:pt idx="67620">
                  <c:v>k8620</c:v>
                </c:pt>
                <c:pt idx="67571">
                  <c:v>k8621</c:v>
                </c:pt>
                <c:pt idx="67522">
                  <c:v>k8622</c:v>
                </c:pt>
                <c:pt idx="67473">
                  <c:v>k8623</c:v>
                </c:pt>
                <c:pt idx="67424">
                  <c:v>k8624</c:v>
                </c:pt>
                <c:pt idx="67375">
                  <c:v>k8625</c:v>
                </c:pt>
                <c:pt idx="67326">
                  <c:v>k8626</c:v>
                </c:pt>
                <c:pt idx="67277">
                  <c:v>k8627</c:v>
                </c:pt>
                <c:pt idx="67228">
                  <c:v>k8628</c:v>
                </c:pt>
                <c:pt idx="67179">
                  <c:v>k8629</c:v>
                </c:pt>
                <c:pt idx="67130">
                  <c:v>k8630</c:v>
                </c:pt>
                <c:pt idx="67081">
                  <c:v>k8631</c:v>
                </c:pt>
                <c:pt idx="67032">
                  <c:v>k8632</c:v>
                </c:pt>
                <c:pt idx="66983">
                  <c:v>k8633</c:v>
                </c:pt>
                <c:pt idx="66934">
                  <c:v>k8634</c:v>
                </c:pt>
                <c:pt idx="66885">
                  <c:v>k8635</c:v>
                </c:pt>
                <c:pt idx="66836">
                  <c:v>k8636</c:v>
                </c:pt>
                <c:pt idx="66787">
                  <c:v>k8637</c:v>
                </c:pt>
                <c:pt idx="66738">
                  <c:v>k8638</c:v>
                </c:pt>
                <c:pt idx="66689">
                  <c:v>k8639</c:v>
                </c:pt>
                <c:pt idx="66640">
                  <c:v>k8640</c:v>
                </c:pt>
                <c:pt idx="66591">
                  <c:v>k8641</c:v>
                </c:pt>
                <c:pt idx="66542">
                  <c:v>k8642</c:v>
                </c:pt>
                <c:pt idx="66493">
                  <c:v>k8643</c:v>
                </c:pt>
                <c:pt idx="66444">
                  <c:v>k8644</c:v>
                </c:pt>
                <c:pt idx="66395">
                  <c:v>k8645</c:v>
                </c:pt>
                <c:pt idx="66346">
                  <c:v>k8646</c:v>
                </c:pt>
                <c:pt idx="66297">
                  <c:v>k8647</c:v>
                </c:pt>
                <c:pt idx="66248">
                  <c:v>k8648</c:v>
                </c:pt>
                <c:pt idx="66199">
                  <c:v>k8649</c:v>
                </c:pt>
                <c:pt idx="66150">
                  <c:v>k8650</c:v>
                </c:pt>
                <c:pt idx="66101">
                  <c:v>k8651</c:v>
                </c:pt>
                <c:pt idx="66052">
                  <c:v>k8652</c:v>
                </c:pt>
                <c:pt idx="66003">
                  <c:v>k8653</c:v>
                </c:pt>
                <c:pt idx="65954">
                  <c:v>k8654</c:v>
                </c:pt>
                <c:pt idx="65905">
                  <c:v>k8655</c:v>
                </c:pt>
                <c:pt idx="65856">
                  <c:v>k8656</c:v>
                </c:pt>
                <c:pt idx="65807">
                  <c:v>k8657</c:v>
                </c:pt>
                <c:pt idx="65758">
                  <c:v>k8658</c:v>
                </c:pt>
                <c:pt idx="65709">
                  <c:v>k8659</c:v>
                </c:pt>
                <c:pt idx="65660">
                  <c:v>k8660</c:v>
                </c:pt>
                <c:pt idx="65611">
                  <c:v>k8661</c:v>
                </c:pt>
                <c:pt idx="65562">
                  <c:v>k8662</c:v>
                </c:pt>
                <c:pt idx="65513">
                  <c:v>k8663</c:v>
                </c:pt>
                <c:pt idx="65464">
                  <c:v>k8664</c:v>
                </c:pt>
                <c:pt idx="65415">
                  <c:v>k8665</c:v>
                </c:pt>
                <c:pt idx="65366">
                  <c:v>k8666</c:v>
                </c:pt>
                <c:pt idx="65317">
                  <c:v>k8667</c:v>
                </c:pt>
                <c:pt idx="65268">
                  <c:v>k8668</c:v>
                </c:pt>
                <c:pt idx="65219">
                  <c:v>k8669</c:v>
                </c:pt>
                <c:pt idx="65170">
                  <c:v>k8670</c:v>
                </c:pt>
                <c:pt idx="65121">
                  <c:v>k8671</c:v>
                </c:pt>
                <c:pt idx="65072">
                  <c:v>k8672</c:v>
                </c:pt>
                <c:pt idx="65023">
                  <c:v>k8673</c:v>
                </c:pt>
                <c:pt idx="64974">
                  <c:v>k8674</c:v>
                </c:pt>
                <c:pt idx="64925">
                  <c:v>k8675</c:v>
                </c:pt>
                <c:pt idx="64876">
                  <c:v>k8676</c:v>
                </c:pt>
                <c:pt idx="64827">
                  <c:v>k8677</c:v>
                </c:pt>
                <c:pt idx="64778">
                  <c:v>k8678</c:v>
                </c:pt>
                <c:pt idx="64729">
                  <c:v>k8679</c:v>
                </c:pt>
                <c:pt idx="64680">
                  <c:v>k8680</c:v>
                </c:pt>
                <c:pt idx="64631">
                  <c:v>k8681</c:v>
                </c:pt>
                <c:pt idx="64582">
                  <c:v>k8682</c:v>
                </c:pt>
                <c:pt idx="64533">
                  <c:v>k8683</c:v>
                </c:pt>
                <c:pt idx="64484">
                  <c:v>k8684</c:v>
                </c:pt>
                <c:pt idx="64435">
                  <c:v>k8685</c:v>
                </c:pt>
                <c:pt idx="64386">
                  <c:v>k8686</c:v>
                </c:pt>
                <c:pt idx="64337">
                  <c:v>k8687</c:v>
                </c:pt>
                <c:pt idx="64288">
                  <c:v>k8688</c:v>
                </c:pt>
                <c:pt idx="64239">
                  <c:v>k8689</c:v>
                </c:pt>
                <c:pt idx="64190">
                  <c:v>k8690</c:v>
                </c:pt>
                <c:pt idx="64141">
                  <c:v>k8691</c:v>
                </c:pt>
                <c:pt idx="64092">
                  <c:v>k8692</c:v>
                </c:pt>
                <c:pt idx="64043">
                  <c:v>k8693</c:v>
                </c:pt>
                <c:pt idx="63994">
                  <c:v>k8694</c:v>
                </c:pt>
                <c:pt idx="63945">
                  <c:v>k8695</c:v>
                </c:pt>
                <c:pt idx="63896">
                  <c:v>k8696</c:v>
                </c:pt>
                <c:pt idx="63847">
                  <c:v>k8697</c:v>
                </c:pt>
                <c:pt idx="63798">
                  <c:v>k8698</c:v>
                </c:pt>
                <c:pt idx="63749">
                  <c:v>k8699</c:v>
                </c:pt>
                <c:pt idx="63700">
                  <c:v>k8700</c:v>
                </c:pt>
                <c:pt idx="63651">
                  <c:v>k8701</c:v>
                </c:pt>
                <c:pt idx="63602">
                  <c:v>k8702</c:v>
                </c:pt>
                <c:pt idx="63553">
                  <c:v>k8703</c:v>
                </c:pt>
                <c:pt idx="63504">
                  <c:v>k8704</c:v>
                </c:pt>
                <c:pt idx="63455">
                  <c:v>k8705</c:v>
                </c:pt>
                <c:pt idx="63406">
                  <c:v>k8706</c:v>
                </c:pt>
                <c:pt idx="63357">
                  <c:v>k8707</c:v>
                </c:pt>
                <c:pt idx="63308">
                  <c:v>k8708</c:v>
                </c:pt>
                <c:pt idx="63259">
                  <c:v>k8709</c:v>
                </c:pt>
                <c:pt idx="63210">
                  <c:v>k8710</c:v>
                </c:pt>
                <c:pt idx="63161">
                  <c:v>k8711</c:v>
                </c:pt>
                <c:pt idx="63112">
                  <c:v>k8712</c:v>
                </c:pt>
                <c:pt idx="63063">
                  <c:v>k8713</c:v>
                </c:pt>
                <c:pt idx="63014">
                  <c:v>k8714</c:v>
                </c:pt>
                <c:pt idx="62965">
                  <c:v>k8715</c:v>
                </c:pt>
                <c:pt idx="62916">
                  <c:v>k8716</c:v>
                </c:pt>
                <c:pt idx="62867">
                  <c:v>k8717</c:v>
                </c:pt>
                <c:pt idx="62818">
                  <c:v>k8718</c:v>
                </c:pt>
                <c:pt idx="62769">
                  <c:v>k8719</c:v>
                </c:pt>
                <c:pt idx="62720">
                  <c:v>k8720</c:v>
                </c:pt>
                <c:pt idx="62671">
                  <c:v>k8721</c:v>
                </c:pt>
                <c:pt idx="62622">
                  <c:v>k8722</c:v>
                </c:pt>
                <c:pt idx="62573">
                  <c:v>k8723</c:v>
                </c:pt>
                <c:pt idx="62524">
                  <c:v>k8724</c:v>
                </c:pt>
                <c:pt idx="62475">
                  <c:v>k8725</c:v>
                </c:pt>
                <c:pt idx="62426">
                  <c:v>k8726</c:v>
                </c:pt>
                <c:pt idx="62377">
                  <c:v>k8727</c:v>
                </c:pt>
                <c:pt idx="62328">
                  <c:v>k8728</c:v>
                </c:pt>
                <c:pt idx="62279">
                  <c:v>k8729</c:v>
                </c:pt>
                <c:pt idx="62230">
                  <c:v>k8730</c:v>
                </c:pt>
                <c:pt idx="62181">
                  <c:v>k8731</c:v>
                </c:pt>
                <c:pt idx="62132">
                  <c:v>k8732</c:v>
                </c:pt>
                <c:pt idx="62083">
                  <c:v>k8733</c:v>
                </c:pt>
                <c:pt idx="62034">
                  <c:v>k8734</c:v>
                </c:pt>
                <c:pt idx="61985">
                  <c:v>k8735</c:v>
                </c:pt>
                <c:pt idx="61936">
                  <c:v>k8736</c:v>
                </c:pt>
                <c:pt idx="61887">
                  <c:v>k8737</c:v>
                </c:pt>
                <c:pt idx="61838">
                  <c:v>k8738</c:v>
                </c:pt>
                <c:pt idx="61789">
                  <c:v>k8739</c:v>
                </c:pt>
                <c:pt idx="61740">
                  <c:v>k8740</c:v>
                </c:pt>
                <c:pt idx="61691">
                  <c:v>k8741</c:v>
                </c:pt>
                <c:pt idx="61642">
                  <c:v>k8742</c:v>
                </c:pt>
                <c:pt idx="61593">
                  <c:v>k8743</c:v>
                </c:pt>
                <c:pt idx="61544">
                  <c:v>k8744</c:v>
                </c:pt>
                <c:pt idx="61495">
                  <c:v>k8745</c:v>
                </c:pt>
                <c:pt idx="61446">
                  <c:v>k8746</c:v>
                </c:pt>
                <c:pt idx="61397">
                  <c:v>k8747</c:v>
                </c:pt>
                <c:pt idx="61348">
                  <c:v>k8748</c:v>
                </c:pt>
                <c:pt idx="61299">
                  <c:v>k8749</c:v>
                </c:pt>
                <c:pt idx="61250">
                  <c:v>k8750</c:v>
                </c:pt>
                <c:pt idx="61201">
                  <c:v>k8751</c:v>
                </c:pt>
                <c:pt idx="61152">
                  <c:v>k8752</c:v>
                </c:pt>
                <c:pt idx="61103">
                  <c:v>k8753</c:v>
                </c:pt>
                <c:pt idx="61054">
                  <c:v>k8754</c:v>
                </c:pt>
                <c:pt idx="61005">
                  <c:v>k8755</c:v>
                </c:pt>
                <c:pt idx="60956">
                  <c:v>k8756</c:v>
                </c:pt>
                <c:pt idx="60907">
                  <c:v>k8757</c:v>
                </c:pt>
                <c:pt idx="60858">
                  <c:v>k8758</c:v>
                </c:pt>
                <c:pt idx="60809">
                  <c:v>k8759</c:v>
                </c:pt>
                <c:pt idx="60760">
                  <c:v>k8760</c:v>
                </c:pt>
                <c:pt idx="60711">
                  <c:v>k8761</c:v>
                </c:pt>
                <c:pt idx="60662">
                  <c:v>k8762</c:v>
                </c:pt>
                <c:pt idx="60613">
                  <c:v>k8763</c:v>
                </c:pt>
                <c:pt idx="60564">
                  <c:v>k8764</c:v>
                </c:pt>
                <c:pt idx="60515">
                  <c:v>k8765</c:v>
                </c:pt>
                <c:pt idx="60466">
                  <c:v>k8766</c:v>
                </c:pt>
                <c:pt idx="60417">
                  <c:v>k8767</c:v>
                </c:pt>
                <c:pt idx="60368">
                  <c:v>k8768</c:v>
                </c:pt>
                <c:pt idx="60319">
                  <c:v>k8769</c:v>
                </c:pt>
                <c:pt idx="60270">
                  <c:v>k8770</c:v>
                </c:pt>
                <c:pt idx="60221">
                  <c:v>k8771</c:v>
                </c:pt>
                <c:pt idx="60172">
                  <c:v>k8772</c:v>
                </c:pt>
                <c:pt idx="60123">
                  <c:v>k8773</c:v>
                </c:pt>
                <c:pt idx="60074">
                  <c:v>k8774</c:v>
                </c:pt>
                <c:pt idx="60025">
                  <c:v>k8775</c:v>
                </c:pt>
                <c:pt idx="59976">
                  <c:v>k8776</c:v>
                </c:pt>
                <c:pt idx="59927">
                  <c:v>k8777</c:v>
                </c:pt>
                <c:pt idx="59878">
                  <c:v>k8778</c:v>
                </c:pt>
                <c:pt idx="59829">
                  <c:v>k8779</c:v>
                </c:pt>
                <c:pt idx="59780">
                  <c:v>k8780</c:v>
                </c:pt>
                <c:pt idx="59731">
                  <c:v>k8781</c:v>
                </c:pt>
                <c:pt idx="59682">
                  <c:v>k8782</c:v>
                </c:pt>
                <c:pt idx="59633">
                  <c:v>k8783</c:v>
                </c:pt>
                <c:pt idx="59584">
                  <c:v>k8784</c:v>
                </c:pt>
                <c:pt idx="59535">
                  <c:v>k8785</c:v>
                </c:pt>
                <c:pt idx="59486">
                  <c:v>k8786</c:v>
                </c:pt>
                <c:pt idx="59437">
                  <c:v>k8787</c:v>
                </c:pt>
                <c:pt idx="59388">
                  <c:v>k8788</c:v>
                </c:pt>
                <c:pt idx="59339">
                  <c:v>k8789</c:v>
                </c:pt>
                <c:pt idx="59290">
                  <c:v>k8790</c:v>
                </c:pt>
                <c:pt idx="59241">
                  <c:v>k8791</c:v>
                </c:pt>
                <c:pt idx="59192">
                  <c:v>k8792</c:v>
                </c:pt>
                <c:pt idx="59143">
                  <c:v>k8793</c:v>
                </c:pt>
                <c:pt idx="59094">
                  <c:v>k8794</c:v>
                </c:pt>
                <c:pt idx="59045">
                  <c:v>k8795</c:v>
                </c:pt>
                <c:pt idx="58996">
                  <c:v>k8796</c:v>
                </c:pt>
                <c:pt idx="58947">
                  <c:v>k8797</c:v>
                </c:pt>
                <c:pt idx="58898">
                  <c:v>k8798</c:v>
                </c:pt>
                <c:pt idx="58849">
                  <c:v>k8799</c:v>
                </c:pt>
                <c:pt idx="58800">
                  <c:v>k8800</c:v>
                </c:pt>
                <c:pt idx="58751">
                  <c:v>k8801</c:v>
                </c:pt>
                <c:pt idx="58702">
                  <c:v>k8802</c:v>
                </c:pt>
                <c:pt idx="58653">
                  <c:v>k8803</c:v>
                </c:pt>
                <c:pt idx="58604">
                  <c:v>k8804</c:v>
                </c:pt>
                <c:pt idx="58555">
                  <c:v>k8805</c:v>
                </c:pt>
                <c:pt idx="58506">
                  <c:v>k8806</c:v>
                </c:pt>
                <c:pt idx="58457">
                  <c:v>k8807</c:v>
                </c:pt>
                <c:pt idx="58408">
                  <c:v>k8808</c:v>
                </c:pt>
                <c:pt idx="58359">
                  <c:v>k8809</c:v>
                </c:pt>
                <c:pt idx="58310">
                  <c:v>k8810</c:v>
                </c:pt>
                <c:pt idx="58261">
                  <c:v>k8811</c:v>
                </c:pt>
                <c:pt idx="58212">
                  <c:v>k8812</c:v>
                </c:pt>
                <c:pt idx="58163">
                  <c:v>k8813</c:v>
                </c:pt>
                <c:pt idx="58114">
                  <c:v>k8814</c:v>
                </c:pt>
                <c:pt idx="58065">
                  <c:v>k8815</c:v>
                </c:pt>
                <c:pt idx="58016">
                  <c:v>k8816</c:v>
                </c:pt>
                <c:pt idx="57967">
                  <c:v>k8817</c:v>
                </c:pt>
                <c:pt idx="57918">
                  <c:v>k8818</c:v>
                </c:pt>
                <c:pt idx="57869">
                  <c:v>k8819</c:v>
                </c:pt>
                <c:pt idx="57820">
                  <c:v>k8820</c:v>
                </c:pt>
                <c:pt idx="57771">
                  <c:v>k8821</c:v>
                </c:pt>
                <c:pt idx="57722">
                  <c:v>k8822</c:v>
                </c:pt>
                <c:pt idx="57673">
                  <c:v>k8823</c:v>
                </c:pt>
                <c:pt idx="57624">
                  <c:v>k8824</c:v>
                </c:pt>
                <c:pt idx="57575">
                  <c:v>k8825</c:v>
                </c:pt>
                <c:pt idx="57526">
                  <c:v>k8826</c:v>
                </c:pt>
                <c:pt idx="57477">
                  <c:v>k8827</c:v>
                </c:pt>
                <c:pt idx="57428">
                  <c:v>k8828</c:v>
                </c:pt>
                <c:pt idx="57379">
                  <c:v>k8829</c:v>
                </c:pt>
                <c:pt idx="57330">
                  <c:v>k8830</c:v>
                </c:pt>
                <c:pt idx="57281">
                  <c:v>k8831</c:v>
                </c:pt>
                <c:pt idx="57232">
                  <c:v>k8832</c:v>
                </c:pt>
                <c:pt idx="57183">
                  <c:v>k8833</c:v>
                </c:pt>
                <c:pt idx="57134">
                  <c:v>k8834</c:v>
                </c:pt>
                <c:pt idx="57085">
                  <c:v>k8835</c:v>
                </c:pt>
                <c:pt idx="57036">
                  <c:v>k8836</c:v>
                </c:pt>
                <c:pt idx="56987">
                  <c:v>k8837</c:v>
                </c:pt>
                <c:pt idx="56938">
                  <c:v>k8838</c:v>
                </c:pt>
                <c:pt idx="56889">
                  <c:v>k8839</c:v>
                </c:pt>
                <c:pt idx="56840">
                  <c:v>k8840</c:v>
                </c:pt>
                <c:pt idx="56791">
                  <c:v>k8841</c:v>
                </c:pt>
                <c:pt idx="56742">
                  <c:v>k8842</c:v>
                </c:pt>
                <c:pt idx="56693">
                  <c:v>k8843</c:v>
                </c:pt>
                <c:pt idx="56644">
                  <c:v>k8844</c:v>
                </c:pt>
                <c:pt idx="56595">
                  <c:v>k8845</c:v>
                </c:pt>
                <c:pt idx="56546">
                  <c:v>k8846</c:v>
                </c:pt>
                <c:pt idx="56497">
                  <c:v>k8847</c:v>
                </c:pt>
                <c:pt idx="56448">
                  <c:v>k8848</c:v>
                </c:pt>
                <c:pt idx="56399">
                  <c:v>k8849</c:v>
                </c:pt>
                <c:pt idx="56350">
                  <c:v>k8850</c:v>
                </c:pt>
                <c:pt idx="56301">
                  <c:v>k8851</c:v>
                </c:pt>
                <c:pt idx="56252">
                  <c:v>k8852</c:v>
                </c:pt>
                <c:pt idx="56203">
                  <c:v>k8853</c:v>
                </c:pt>
                <c:pt idx="56154">
                  <c:v>k8854</c:v>
                </c:pt>
                <c:pt idx="56105">
                  <c:v>k8855</c:v>
                </c:pt>
                <c:pt idx="56056">
                  <c:v>k8856</c:v>
                </c:pt>
                <c:pt idx="56007">
                  <c:v>k8857</c:v>
                </c:pt>
                <c:pt idx="55958">
                  <c:v>k8858</c:v>
                </c:pt>
                <c:pt idx="55909">
                  <c:v>k8859</c:v>
                </c:pt>
                <c:pt idx="55860">
                  <c:v>k8860</c:v>
                </c:pt>
                <c:pt idx="55811">
                  <c:v>k8861</c:v>
                </c:pt>
                <c:pt idx="55762">
                  <c:v>k8862</c:v>
                </c:pt>
                <c:pt idx="55713">
                  <c:v>k8863</c:v>
                </c:pt>
                <c:pt idx="55664">
                  <c:v>k8864</c:v>
                </c:pt>
                <c:pt idx="55615">
                  <c:v>k8865</c:v>
                </c:pt>
                <c:pt idx="55566">
                  <c:v>k8866</c:v>
                </c:pt>
                <c:pt idx="55517">
                  <c:v>k8867</c:v>
                </c:pt>
                <c:pt idx="55468">
                  <c:v>k8868</c:v>
                </c:pt>
                <c:pt idx="55419">
                  <c:v>k8869</c:v>
                </c:pt>
                <c:pt idx="55370">
                  <c:v>k8870</c:v>
                </c:pt>
                <c:pt idx="55321">
                  <c:v>k8871</c:v>
                </c:pt>
                <c:pt idx="55272">
                  <c:v>k8872</c:v>
                </c:pt>
                <c:pt idx="55223">
                  <c:v>k8873</c:v>
                </c:pt>
                <c:pt idx="55174">
                  <c:v>k8874</c:v>
                </c:pt>
                <c:pt idx="55125">
                  <c:v>k8875</c:v>
                </c:pt>
                <c:pt idx="55076">
                  <c:v>k8876</c:v>
                </c:pt>
                <c:pt idx="55027">
                  <c:v>k8877</c:v>
                </c:pt>
                <c:pt idx="54978">
                  <c:v>k8878</c:v>
                </c:pt>
                <c:pt idx="54929">
                  <c:v>k8879</c:v>
                </c:pt>
                <c:pt idx="54880">
                  <c:v>k8880</c:v>
                </c:pt>
                <c:pt idx="54831">
                  <c:v>k8881</c:v>
                </c:pt>
                <c:pt idx="54782">
                  <c:v>k8882</c:v>
                </c:pt>
                <c:pt idx="54733">
                  <c:v>k8883</c:v>
                </c:pt>
                <c:pt idx="54684">
                  <c:v>k8884</c:v>
                </c:pt>
                <c:pt idx="54635">
                  <c:v>k8885</c:v>
                </c:pt>
                <c:pt idx="54586">
                  <c:v>k8886</c:v>
                </c:pt>
                <c:pt idx="54537">
                  <c:v>k8887</c:v>
                </c:pt>
                <c:pt idx="54488">
                  <c:v>k8888</c:v>
                </c:pt>
                <c:pt idx="54439">
                  <c:v>k8889</c:v>
                </c:pt>
                <c:pt idx="54390">
                  <c:v>k8890</c:v>
                </c:pt>
                <c:pt idx="54341">
                  <c:v>k8891</c:v>
                </c:pt>
                <c:pt idx="54292">
                  <c:v>k8892</c:v>
                </c:pt>
                <c:pt idx="54243">
                  <c:v>k8893</c:v>
                </c:pt>
                <c:pt idx="54194">
                  <c:v>k8894</c:v>
                </c:pt>
                <c:pt idx="54145">
                  <c:v>k8895</c:v>
                </c:pt>
                <c:pt idx="54096">
                  <c:v>k8896</c:v>
                </c:pt>
                <c:pt idx="54047">
                  <c:v>k8897</c:v>
                </c:pt>
                <c:pt idx="53998">
                  <c:v>k8898</c:v>
                </c:pt>
                <c:pt idx="53949">
                  <c:v>k8899</c:v>
                </c:pt>
                <c:pt idx="53900">
                  <c:v>k8900</c:v>
                </c:pt>
                <c:pt idx="53851">
                  <c:v>k8901</c:v>
                </c:pt>
                <c:pt idx="53802">
                  <c:v>k8902</c:v>
                </c:pt>
                <c:pt idx="53753">
                  <c:v>k8903</c:v>
                </c:pt>
                <c:pt idx="53704">
                  <c:v>k8904</c:v>
                </c:pt>
                <c:pt idx="53655">
                  <c:v>k8905</c:v>
                </c:pt>
                <c:pt idx="53606">
                  <c:v>k8906</c:v>
                </c:pt>
                <c:pt idx="53557">
                  <c:v>k8907</c:v>
                </c:pt>
                <c:pt idx="53508">
                  <c:v>k8908</c:v>
                </c:pt>
                <c:pt idx="53459">
                  <c:v>k8909</c:v>
                </c:pt>
                <c:pt idx="53410">
                  <c:v>k8910</c:v>
                </c:pt>
                <c:pt idx="53361">
                  <c:v>k8911</c:v>
                </c:pt>
                <c:pt idx="53312">
                  <c:v>k8912</c:v>
                </c:pt>
                <c:pt idx="53263">
                  <c:v>k8913</c:v>
                </c:pt>
                <c:pt idx="53214">
                  <c:v>k8914</c:v>
                </c:pt>
                <c:pt idx="53165">
                  <c:v>k8915</c:v>
                </c:pt>
                <c:pt idx="53116">
                  <c:v>k8916</c:v>
                </c:pt>
                <c:pt idx="53067">
                  <c:v>k8917</c:v>
                </c:pt>
                <c:pt idx="53018">
                  <c:v>k8918</c:v>
                </c:pt>
                <c:pt idx="52969">
                  <c:v>k8919</c:v>
                </c:pt>
                <c:pt idx="52920">
                  <c:v>k8920</c:v>
                </c:pt>
                <c:pt idx="52871">
                  <c:v>k8921</c:v>
                </c:pt>
                <c:pt idx="52822">
                  <c:v>k8922</c:v>
                </c:pt>
                <c:pt idx="52773">
                  <c:v>k8923</c:v>
                </c:pt>
                <c:pt idx="52724">
                  <c:v>k8924</c:v>
                </c:pt>
                <c:pt idx="52675">
                  <c:v>k8925</c:v>
                </c:pt>
                <c:pt idx="52626">
                  <c:v>k8926</c:v>
                </c:pt>
                <c:pt idx="52577">
                  <c:v>k8927</c:v>
                </c:pt>
                <c:pt idx="52528">
                  <c:v>k8928</c:v>
                </c:pt>
                <c:pt idx="52479">
                  <c:v>k8929</c:v>
                </c:pt>
                <c:pt idx="52430">
                  <c:v>k8930</c:v>
                </c:pt>
                <c:pt idx="52381">
                  <c:v>k8931</c:v>
                </c:pt>
                <c:pt idx="52332">
                  <c:v>k8932</c:v>
                </c:pt>
                <c:pt idx="52283">
                  <c:v>k8933</c:v>
                </c:pt>
                <c:pt idx="52234">
                  <c:v>k8934</c:v>
                </c:pt>
                <c:pt idx="52185">
                  <c:v>k8935</c:v>
                </c:pt>
                <c:pt idx="52136">
                  <c:v>k8936</c:v>
                </c:pt>
                <c:pt idx="52087">
                  <c:v>k8937</c:v>
                </c:pt>
                <c:pt idx="52038">
                  <c:v>k8938</c:v>
                </c:pt>
                <c:pt idx="51989">
                  <c:v>k8939</c:v>
                </c:pt>
                <c:pt idx="51940">
                  <c:v>k8940</c:v>
                </c:pt>
                <c:pt idx="51891">
                  <c:v>k8941</c:v>
                </c:pt>
                <c:pt idx="51842">
                  <c:v>k8942</c:v>
                </c:pt>
                <c:pt idx="51793">
                  <c:v>k8943</c:v>
                </c:pt>
                <c:pt idx="51744">
                  <c:v>k8944</c:v>
                </c:pt>
                <c:pt idx="51695">
                  <c:v>k8945</c:v>
                </c:pt>
                <c:pt idx="51646">
                  <c:v>k8946</c:v>
                </c:pt>
                <c:pt idx="51597">
                  <c:v>k8947</c:v>
                </c:pt>
                <c:pt idx="51548">
                  <c:v>k8948</c:v>
                </c:pt>
                <c:pt idx="51499">
                  <c:v>k8949</c:v>
                </c:pt>
                <c:pt idx="51450">
                  <c:v>k8950</c:v>
                </c:pt>
                <c:pt idx="51401">
                  <c:v>k8951</c:v>
                </c:pt>
                <c:pt idx="51352">
                  <c:v>k8952</c:v>
                </c:pt>
                <c:pt idx="51303">
                  <c:v>k8953</c:v>
                </c:pt>
                <c:pt idx="51254">
                  <c:v>k8954</c:v>
                </c:pt>
                <c:pt idx="51205">
                  <c:v>k8955</c:v>
                </c:pt>
                <c:pt idx="51156">
                  <c:v>k8956</c:v>
                </c:pt>
                <c:pt idx="51107">
                  <c:v>k8957</c:v>
                </c:pt>
                <c:pt idx="51058">
                  <c:v>k8958</c:v>
                </c:pt>
                <c:pt idx="51009">
                  <c:v>k8959</c:v>
                </c:pt>
                <c:pt idx="50960">
                  <c:v>k8960</c:v>
                </c:pt>
                <c:pt idx="50911">
                  <c:v>k8961</c:v>
                </c:pt>
                <c:pt idx="50862">
                  <c:v>k8962</c:v>
                </c:pt>
                <c:pt idx="50813">
                  <c:v>k8963</c:v>
                </c:pt>
                <c:pt idx="50764">
                  <c:v>k8964</c:v>
                </c:pt>
                <c:pt idx="50715">
                  <c:v>k8965</c:v>
                </c:pt>
                <c:pt idx="50666">
                  <c:v>k8966</c:v>
                </c:pt>
                <c:pt idx="50617">
                  <c:v>k8967</c:v>
                </c:pt>
                <c:pt idx="50568">
                  <c:v>k8968</c:v>
                </c:pt>
                <c:pt idx="50519">
                  <c:v>k8969</c:v>
                </c:pt>
                <c:pt idx="50470">
                  <c:v>k8970</c:v>
                </c:pt>
                <c:pt idx="50421">
                  <c:v>k8971</c:v>
                </c:pt>
                <c:pt idx="50372">
                  <c:v>k8972</c:v>
                </c:pt>
                <c:pt idx="50323">
                  <c:v>k8973</c:v>
                </c:pt>
                <c:pt idx="50274">
                  <c:v>k8974</c:v>
                </c:pt>
                <c:pt idx="50225">
                  <c:v>k8975</c:v>
                </c:pt>
                <c:pt idx="50176">
                  <c:v>k8976</c:v>
                </c:pt>
                <c:pt idx="50127">
                  <c:v>k8977</c:v>
                </c:pt>
                <c:pt idx="50078">
                  <c:v>k8978</c:v>
                </c:pt>
                <c:pt idx="50029">
                  <c:v>k8979</c:v>
                </c:pt>
                <c:pt idx="49980">
                  <c:v>k8980</c:v>
                </c:pt>
                <c:pt idx="49931">
                  <c:v>k8981</c:v>
                </c:pt>
                <c:pt idx="49882">
                  <c:v>k8982</c:v>
                </c:pt>
                <c:pt idx="49833">
                  <c:v>k8983</c:v>
                </c:pt>
                <c:pt idx="49784">
                  <c:v>k8984</c:v>
                </c:pt>
                <c:pt idx="49735">
                  <c:v>k8985</c:v>
                </c:pt>
                <c:pt idx="49686">
                  <c:v>k8986</c:v>
                </c:pt>
                <c:pt idx="49637">
                  <c:v>k8987</c:v>
                </c:pt>
                <c:pt idx="49588">
                  <c:v>k8988</c:v>
                </c:pt>
                <c:pt idx="49539">
                  <c:v>k8989</c:v>
                </c:pt>
                <c:pt idx="49490">
                  <c:v>k8990</c:v>
                </c:pt>
                <c:pt idx="49441">
                  <c:v>k8991</c:v>
                </c:pt>
                <c:pt idx="49392">
                  <c:v>k8992</c:v>
                </c:pt>
                <c:pt idx="49343">
                  <c:v>k8993</c:v>
                </c:pt>
                <c:pt idx="49294">
                  <c:v>k8994</c:v>
                </c:pt>
                <c:pt idx="49245">
                  <c:v>k8995</c:v>
                </c:pt>
                <c:pt idx="49196">
                  <c:v>k8996</c:v>
                </c:pt>
                <c:pt idx="49147">
                  <c:v>k8997</c:v>
                </c:pt>
                <c:pt idx="49098">
                  <c:v>k8998</c:v>
                </c:pt>
                <c:pt idx="49049">
                  <c:v>k8999</c:v>
                </c:pt>
                <c:pt idx="49000">
                  <c:v>k9000</c:v>
                </c:pt>
                <c:pt idx="48951">
                  <c:v>k9001</c:v>
                </c:pt>
                <c:pt idx="48902">
                  <c:v>k9002</c:v>
                </c:pt>
                <c:pt idx="48853">
                  <c:v>k9003</c:v>
                </c:pt>
                <c:pt idx="48804">
                  <c:v>k9004</c:v>
                </c:pt>
                <c:pt idx="48755">
                  <c:v>k9005</c:v>
                </c:pt>
                <c:pt idx="48706">
                  <c:v>k9006</c:v>
                </c:pt>
                <c:pt idx="48657">
                  <c:v>k9007</c:v>
                </c:pt>
                <c:pt idx="48608">
                  <c:v>k9008</c:v>
                </c:pt>
                <c:pt idx="48559">
                  <c:v>k9009</c:v>
                </c:pt>
                <c:pt idx="48510">
                  <c:v>k9010</c:v>
                </c:pt>
                <c:pt idx="48461">
                  <c:v>k9011</c:v>
                </c:pt>
                <c:pt idx="48412">
                  <c:v>k9012</c:v>
                </c:pt>
                <c:pt idx="48363">
                  <c:v>k9013</c:v>
                </c:pt>
                <c:pt idx="48314">
                  <c:v>k9014</c:v>
                </c:pt>
                <c:pt idx="48265">
                  <c:v>k9015</c:v>
                </c:pt>
                <c:pt idx="48216">
                  <c:v>k9016</c:v>
                </c:pt>
                <c:pt idx="48167">
                  <c:v>k9017</c:v>
                </c:pt>
                <c:pt idx="48118">
                  <c:v>k9018</c:v>
                </c:pt>
                <c:pt idx="48069">
                  <c:v>k9019</c:v>
                </c:pt>
                <c:pt idx="48020">
                  <c:v>k9020</c:v>
                </c:pt>
                <c:pt idx="47971">
                  <c:v>k9021</c:v>
                </c:pt>
                <c:pt idx="47922">
                  <c:v>k9022</c:v>
                </c:pt>
                <c:pt idx="47873">
                  <c:v>k9023</c:v>
                </c:pt>
                <c:pt idx="47824">
                  <c:v>k9024</c:v>
                </c:pt>
                <c:pt idx="47775">
                  <c:v>k9025</c:v>
                </c:pt>
                <c:pt idx="47726">
                  <c:v>k9026</c:v>
                </c:pt>
                <c:pt idx="47677">
                  <c:v>k9027</c:v>
                </c:pt>
                <c:pt idx="47628">
                  <c:v>k9028</c:v>
                </c:pt>
                <c:pt idx="47579">
                  <c:v>k9029</c:v>
                </c:pt>
                <c:pt idx="47530">
                  <c:v>k9030</c:v>
                </c:pt>
                <c:pt idx="47481">
                  <c:v>k9031</c:v>
                </c:pt>
                <c:pt idx="47432">
                  <c:v>k9032</c:v>
                </c:pt>
                <c:pt idx="47383">
                  <c:v>k9033</c:v>
                </c:pt>
                <c:pt idx="47334">
                  <c:v>k9034</c:v>
                </c:pt>
                <c:pt idx="47285">
                  <c:v>k9035</c:v>
                </c:pt>
                <c:pt idx="47236">
                  <c:v>k9036</c:v>
                </c:pt>
                <c:pt idx="47187">
                  <c:v>k9037</c:v>
                </c:pt>
                <c:pt idx="47138">
                  <c:v>k9038</c:v>
                </c:pt>
                <c:pt idx="47089">
                  <c:v>k9039</c:v>
                </c:pt>
                <c:pt idx="47040">
                  <c:v>k9040</c:v>
                </c:pt>
                <c:pt idx="46991">
                  <c:v>k9041</c:v>
                </c:pt>
                <c:pt idx="46942">
                  <c:v>k9042</c:v>
                </c:pt>
                <c:pt idx="46893">
                  <c:v>k9043</c:v>
                </c:pt>
                <c:pt idx="46844">
                  <c:v>k9044</c:v>
                </c:pt>
                <c:pt idx="46795">
                  <c:v>k9045</c:v>
                </c:pt>
                <c:pt idx="46746">
                  <c:v>k9046</c:v>
                </c:pt>
                <c:pt idx="46697">
                  <c:v>k9047</c:v>
                </c:pt>
                <c:pt idx="46648">
                  <c:v>k9048</c:v>
                </c:pt>
                <c:pt idx="46599">
                  <c:v>k9049</c:v>
                </c:pt>
                <c:pt idx="46550">
                  <c:v>k9050</c:v>
                </c:pt>
                <c:pt idx="46501">
                  <c:v>k9051</c:v>
                </c:pt>
                <c:pt idx="46452">
                  <c:v>k9052</c:v>
                </c:pt>
                <c:pt idx="46403">
                  <c:v>k9053</c:v>
                </c:pt>
                <c:pt idx="46354">
                  <c:v>k9054</c:v>
                </c:pt>
                <c:pt idx="46305">
                  <c:v>k9055</c:v>
                </c:pt>
                <c:pt idx="46256">
                  <c:v>k9056</c:v>
                </c:pt>
                <c:pt idx="46207">
                  <c:v>k9057</c:v>
                </c:pt>
                <c:pt idx="46158">
                  <c:v>k9058</c:v>
                </c:pt>
                <c:pt idx="46109">
                  <c:v>k9059</c:v>
                </c:pt>
                <c:pt idx="46060">
                  <c:v>k9060</c:v>
                </c:pt>
                <c:pt idx="46011">
                  <c:v>k9061</c:v>
                </c:pt>
                <c:pt idx="45962">
                  <c:v>k9062</c:v>
                </c:pt>
                <c:pt idx="45913">
                  <c:v>k9063</c:v>
                </c:pt>
                <c:pt idx="45864">
                  <c:v>k9064</c:v>
                </c:pt>
                <c:pt idx="45815">
                  <c:v>k9065</c:v>
                </c:pt>
                <c:pt idx="45766">
                  <c:v>k9066</c:v>
                </c:pt>
                <c:pt idx="45717">
                  <c:v>k9067</c:v>
                </c:pt>
                <c:pt idx="45668">
                  <c:v>k9068</c:v>
                </c:pt>
                <c:pt idx="45619">
                  <c:v>k9069</c:v>
                </c:pt>
                <c:pt idx="45570">
                  <c:v>k9070</c:v>
                </c:pt>
                <c:pt idx="45521">
                  <c:v>k9071</c:v>
                </c:pt>
                <c:pt idx="45472">
                  <c:v>k9072</c:v>
                </c:pt>
                <c:pt idx="45423">
                  <c:v>k9073</c:v>
                </c:pt>
                <c:pt idx="45374">
                  <c:v>k9074</c:v>
                </c:pt>
                <c:pt idx="45325">
                  <c:v>k9075</c:v>
                </c:pt>
                <c:pt idx="45276">
                  <c:v>k9076</c:v>
                </c:pt>
                <c:pt idx="45227">
                  <c:v>k9077</c:v>
                </c:pt>
                <c:pt idx="45178">
                  <c:v>k9078</c:v>
                </c:pt>
                <c:pt idx="45129">
                  <c:v>k9079</c:v>
                </c:pt>
                <c:pt idx="45080">
                  <c:v>k9080</c:v>
                </c:pt>
                <c:pt idx="45031">
                  <c:v>k9081</c:v>
                </c:pt>
                <c:pt idx="44982">
                  <c:v>k9082</c:v>
                </c:pt>
                <c:pt idx="44933">
                  <c:v>k9083</c:v>
                </c:pt>
                <c:pt idx="44884">
                  <c:v>k9084</c:v>
                </c:pt>
                <c:pt idx="44835">
                  <c:v>k9085</c:v>
                </c:pt>
                <c:pt idx="44786">
                  <c:v>k9086</c:v>
                </c:pt>
                <c:pt idx="44737">
                  <c:v>k9087</c:v>
                </c:pt>
                <c:pt idx="44688">
                  <c:v>k9088</c:v>
                </c:pt>
                <c:pt idx="44639">
                  <c:v>k9089</c:v>
                </c:pt>
                <c:pt idx="44590">
                  <c:v>k9090</c:v>
                </c:pt>
                <c:pt idx="44541">
                  <c:v>k9091</c:v>
                </c:pt>
                <c:pt idx="44492">
                  <c:v>k9092</c:v>
                </c:pt>
                <c:pt idx="44443">
                  <c:v>k9093</c:v>
                </c:pt>
                <c:pt idx="44394">
                  <c:v>k9094</c:v>
                </c:pt>
                <c:pt idx="44345">
                  <c:v>k9095</c:v>
                </c:pt>
                <c:pt idx="44296">
                  <c:v>k9096</c:v>
                </c:pt>
                <c:pt idx="44247">
                  <c:v>k9097</c:v>
                </c:pt>
                <c:pt idx="44198">
                  <c:v>k9098</c:v>
                </c:pt>
                <c:pt idx="44149">
                  <c:v>k9099</c:v>
                </c:pt>
                <c:pt idx="44100">
                  <c:v>k9100</c:v>
                </c:pt>
                <c:pt idx="44051">
                  <c:v>k9101</c:v>
                </c:pt>
                <c:pt idx="44002">
                  <c:v>k9102</c:v>
                </c:pt>
                <c:pt idx="43953">
                  <c:v>k9103</c:v>
                </c:pt>
                <c:pt idx="43904">
                  <c:v>k9104</c:v>
                </c:pt>
                <c:pt idx="43855">
                  <c:v>k9105</c:v>
                </c:pt>
                <c:pt idx="43806">
                  <c:v>k9106</c:v>
                </c:pt>
                <c:pt idx="43757">
                  <c:v>k9107</c:v>
                </c:pt>
                <c:pt idx="43708">
                  <c:v>k9108</c:v>
                </c:pt>
                <c:pt idx="43659">
                  <c:v>k9109</c:v>
                </c:pt>
                <c:pt idx="43610">
                  <c:v>k9110</c:v>
                </c:pt>
                <c:pt idx="43561">
                  <c:v>k9111</c:v>
                </c:pt>
                <c:pt idx="43512">
                  <c:v>k9112</c:v>
                </c:pt>
                <c:pt idx="43463">
                  <c:v>k9113</c:v>
                </c:pt>
                <c:pt idx="43414">
                  <c:v>k9114</c:v>
                </c:pt>
                <c:pt idx="43365">
                  <c:v>k9115</c:v>
                </c:pt>
                <c:pt idx="43316">
                  <c:v>k9116</c:v>
                </c:pt>
                <c:pt idx="43267">
                  <c:v>k9117</c:v>
                </c:pt>
                <c:pt idx="43218">
                  <c:v>k9118</c:v>
                </c:pt>
                <c:pt idx="43169">
                  <c:v>k9119</c:v>
                </c:pt>
                <c:pt idx="43120">
                  <c:v>k9120</c:v>
                </c:pt>
                <c:pt idx="43071">
                  <c:v>k9121</c:v>
                </c:pt>
                <c:pt idx="43022">
                  <c:v>k9122</c:v>
                </c:pt>
                <c:pt idx="42973">
                  <c:v>k9123</c:v>
                </c:pt>
                <c:pt idx="42924">
                  <c:v>k9124</c:v>
                </c:pt>
                <c:pt idx="42875">
                  <c:v>k9125</c:v>
                </c:pt>
                <c:pt idx="42826">
                  <c:v>k9126</c:v>
                </c:pt>
                <c:pt idx="42777">
                  <c:v>k9127</c:v>
                </c:pt>
                <c:pt idx="42728">
                  <c:v>k9128</c:v>
                </c:pt>
                <c:pt idx="42679">
                  <c:v>k9129</c:v>
                </c:pt>
                <c:pt idx="42630">
                  <c:v>k9130</c:v>
                </c:pt>
                <c:pt idx="42581">
                  <c:v>k9131</c:v>
                </c:pt>
                <c:pt idx="42532">
                  <c:v>k9132</c:v>
                </c:pt>
                <c:pt idx="42483">
                  <c:v>k9133</c:v>
                </c:pt>
                <c:pt idx="42434">
                  <c:v>k9134</c:v>
                </c:pt>
                <c:pt idx="42385">
                  <c:v>k9135</c:v>
                </c:pt>
                <c:pt idx="42336">
                  <c:v>k9136</c:v>
                </c:pt>
                <c:pt idx="42287">
                  <c:v>k9137</c:v>
                </c:pt>
                <c:pt idx="42238">
                  <c:v>k9138</c:v>
                </c:pt>
                <c:pt idx="42189">
                  <c:v>k9139</c:v>
                </c:pt>
                <c:pt idx="42140">
                  <c:v>k9140</c:v>
                </c:pt>
                <c:pt idx="42091">
                  <c:v>k9141</c:v>
                </c:pt>
                <c:pt idx="42042">
                  <c:v>k9142</c:v>
                </c:pt>
                <c:pt idx="41993">
                  <c:v>k9143</c:v>
                </c:pt>
                <c:pt idx="41944">
                  <c:v>k9144</c:v>
                </c:pt>
                <c:pt idx="41895">
                  <c:v>k9145</c:v>
                </c:pt>
                <c:pt idx="41846">
                  <c:v>k9146</c:v>
                </c:pt>
                <c:pt idx="41797">
                  <c:v>k9147</c:v>
                </c:pt>
                <c:pt idx="41748">
                  <c:v>k9148</c:v>
                </c:pt>
                <c:pt idx="41699">
                  <c:v>k9149</c:v>
                </c:pt>
                <c:pt idx="41650">
                  <c:v>k9150</c:v>
                </c:pt>
                <c:pt idx="41601">
                  <c:v>k9151</c:v>
                </c:pt>
                <c:pt idx="41552">
                  <c:v>k9152</c:v>
                </c:pt>
                <c:pt idx="41503">
                  <c:v>k9153</c:v>
                </c:pt>
                <c:pt idx="41454">
                  <c:v>k9154</c:v>
                </c:pt>
                <c:pt idx="41405">
                  <c:v>k9155</c:v>
                </c:pt>
                <c:pt idx="41356">
                  <c:v>k9156</c:v>
                </c:pt>
                <c:pt idx="41307">
                  <c:v>k9157</c:v>
                </c:pt>
                <c:pt idx="41258">
                  <c:v>k9158</c:v>
                </c:pt>
                <c:pt idx="41209">
                  <c:v>k9159</c:v>
                </c:pt>
                <c:pt idx="41160">
                  <c:v>k9160</c:v>
                </c:pt>
                <c:pt idx="41111">
                  <c:v>k9161</c:v>
                </c:pt>
                <c:pt idx="41062">
                  <c:v>k9162</c:v>
                </c:pt>
                <c:pt idx="41013">
                  <c:v>k9163</c:v>
                </c:pt>
                <c:pt idx="40964">
                  <c:v>k9164</c:v>
                </c:pt>
                <c:pt idx="40915">
                  <c:v>k9165</c:v>
                </c:pt>
                <c:pt idx="40866">
                  <c:v>k9166</c:v>
                </c:pt>
                <c:pt idx="40817">
                  <c:v>k9167</c:v>
                </c:pt>
                <c:pt idx="40768">
                  <c:v>k9168</c:v>
                </c:pt>
                <c:pt idx="40719">
                  <c:v>k9169</c:v>
                </c:pt>
                <c:pt idx="40670">
                  <c:v>k9170</c:v>
                </c:pt>
                <c:pt idx="40621">
                  <c:v>k9171</c:v>
                </c:pt>
                <c:pt idx="40572">
                  <c:v>k9172</c:v>
                </c:pt>
                <c:pt idx="40523">
                  <c:v>k9173</c:v>
                </c:pt>
                <c:pt idx="40474">
                  <c:v>k9174</c:v>
                </c:pt>
                <c:pt idx="40425">
                  <c:v>k9175</c:v>
                </c:pt>
                <c:pt idx="40376">
                  <c:v>k9176</c:v>
                </c:pt>
                <c:pt idx="40327">
                  <c:v>k9177</c:v>
                </c:pt>
                <c:pt idx="40278">
                  <c:v>k9178</c:v>
                </c:pt>
                <c:pt idx="40229">
                  <c:v>k9179</c:v>
                </c:pt>
                <c:pt idx="40180">
                  <c:v>k9180</c:v>
                </c:pt>
                <c:pt idx="40131">
                  <c:v>k9181</c:v>
                </c:pt>
                <c:pt idx="40082">
                  <c:v>k9182</c:v>
                </c:pt>
                <c:pt idx="40033">
                  <c:v>k9183</c:v>
                </c:pt>
                <c:pt idx="39984">
                  <c:v>k9184</c:v>
                </c:pt>
                <c:pt idx="39935">
                  <c:v>k9185</c:v>
                </c:pt>
                <c:pt idx="39886">
                  <c:v>k9186</c:v>
                </c:pt>
                <c:pt idx="39837">
                  <c:v>k9187</c:v>
                </c:pt>
                <c:pt idx="39788">
                  <c:v>k9188</c:v>
                </c:pt>
                <c:pt idx="39739">
                  <c:v>k9189</c:v>
                </c:pt>
                <c:pt idx="39690">
                  <c:v>k9190</c:v>
                </c:pt>
                <c:pt idx="39641">
                  <c:v>k9191</c:v>
                </c:pt>
                <c:pt idx="39592">
                  <c:v>k9192</c:v>
                </c:pt>
                <c:pt idx="39543">
                  <c:v>k9193</c:v>
                </c:pt>
                <c:pt idx="39494">
                  <c:v>k9194</c:v>
                </c:pt>
                <c:pt idx="39445">
                  <c:v>k9195</c:v>
                </c:pt>
                <c:pt idx="39396">
                  <c:v>k9196</c:v>
                </c:pt>
                <c:pt idx="39347">
                  <c:v>k9197</c:v>
                </c:pt>
                <c:pt idx="39298">
                  <c:v>k9198</c:v>
                </c:pt>
                <c:pt idx="39249">
                  <c:v>k9199</c:v>
                </c:pt>
                <c:pt idx="39200">
                  <c:v>k9200</c:v>
                </c:pt>
                <c:pt idx="39151">
                  <c:v>k9201</c:v>
                </c:pt>
                <c:pt idx="39102">
                  <c:v>k9202</c:v>
                </c:pt>
                <c:pt idx="39053">
                  <c:v>k9203</c:v>
                </c:pt>
                <c:pt idx="39004">
                  <c:v>k9204</c:v>
                </c:pt>
                <c:pt idx="38955">
                  <c:v>k9205</c:v>
                </c:pt>
                <c:pt idx="38906">
                  <c:v>k9206</c:v>
                </c:pt>
                <c:pt idx="38857">
                  <c:v>k9207</c:v>
                </c:pt>
                <c:pt idx="38808">
                  <c:v>k9208</c:v>
                </c:pt>
                <c:pt idx="38759">
                  <c:v>k9209</c:v>
                </c:pt>
                <c:pt idx="38710">
                  <c:v>k9210</c:v>
                </c:pt>
                <c:pt idx="38661">
                  <c:v>k9211</c:v>
                </c:pt>
                <c:pt idx="38612">
                  <c:v>k9212</c:v>
                </c:pt>
                <c:pt idx="38563">
                  <c:v>k9213</c:v>
                </c:pt>
                <c:pt idx="38514">
                  <c:v>k9214</c:v>
                </c:pt>
                <c:pt idx="38465">
                  <c:v>k9215</c:v>
                </c:pt>
                <c:pt idx="38416">
                  <c:v>k9216</c:v>
                </c:pt>
                <c:pt idx="38367">
                  <c:v>k9217</c:v>
                </c:pt>
                <c:pt idx="38318">
                  <c:v>k9218</c:v>
                </c:pt>
                <c:pt idx="38269">
                  <c:v>k9219</c:v>
                </c:pt>
                <c:pt idx="38220">
                  <c:v>k9220</c:v>
                </c:pt>
                <c:pt idx="38171">
                  <c:v>k9221</c:v>
                </c:pt>
                <c:pt idx="38122">
                  <c:v>k9222</c:v>
                </c:pt>
                <c:pt idx="38073">
                  <c:v>k9223</c:v>
                </c:pt>
                <c:pt idx="38024">
                  <c:v>k9224</c:v>
                </c:pt>
                <c:pt idx="37975">
                  <c:v>k9225</c:v>
                </c:pt>
                <c:pt idx="37926">
                  <c:v>k9226</c:v>
                </c:pt>
                <c:pt idx="37877">
                  <c:v>k9227</c:v>
                </c:pt>
                <c:pt idx="37828">
                  <c:v>k9228</c:v>
                </c:pt>
                <c:pt idx="37779">
                  <c:v>k9229</c:v>
                </c:pt>
                <c:pt idx="37730">
                  <c:v>k9230</c:v>
                </c:pt>
                <c:pt idx="37681">
                  <c:v>k9231</c:v>
                </c:pt>
                <c:pt idx="37632">
                  <c:v>k9232</c:v>
                </c:pt>
                <c:pt idx="37583">
                  <c:v>k9233</c:v>
                </c:pt>
                <c:pt idx="37534">
                  <c:v>k9234</c:v>
                </c:pt>
                <c:pt idx="37485">
                  <c:v>k9235</c:v>
                </c:pt>
                <c:pt idx="37436">
                  <c:v>k9236</c:v>
                </c:pt>
                <c:pt idx="37387">
                  <c:v>k9237</c:v>
                </c:pt>
                <c:pt idx="37338">
                  <c:v>k9238</c:v>
                </c:pt>
                <c:pt idx="37289">
                  <c:v>k9239</c:v>
                </c:pt>
                <c:pt idx="37240">
                  <c:v>k9240</c:v>
                </c:pt>
                <c:pt idx="37191">
                  <c:v>k9241</c:v>
                </c:pt>
                <c:pt idx="37142">
                  <c:v>k9242</c:v>
                </c:pt>
                <c:pt idx="37093">
                  <c:v>k9243</c:v>
                </c:pt>
                <c:pt idx="37044">
                  <c:v>k9244</c:v>
                </c:pt>
                <c:pt idx="36995">
                  <c:v>k9245</c:v>
                </c:pt>
                <c:pt idx="36946">
                  <c:v>k9246</c:v>
                </c:pt>
                <c:pt idx="36897">
                  <c:v>k9247</c:v>
                </c:pt>
                <c:pt idx="36848">
                  <c:v>k9248</c:v>
                </c:pt>
                <c:pt idx="36799">
                  <c:v>k9249</c:v>
                </c:pt>
                <c:pt idx="36750">
                  <c:v>k9250</c:v>
                </c:pt>
                <c:pt idx="36701">
                  <c:v>k9251</c:v>
                </c:pt>
                <c:pt idx="36652">
                  <c:v>k9252</c:v>
                </c:pt>
                <c:pt idx="36603">
                  <c:v>k9253</c:v>
                </c:pt>
                <c:pt idx="36554">
                  <c:v>k9254</c:v>
                </c:pt>
                <c:pt idx="36505">
                  <c:v>k9255</c:v>
                </c:pt>
                <c:pt idx="36456">
                  <c:v>k9256</c:v>
                </c:pt>
                <c:pt idx="36407">
                  <c:v>k9257</c:v>
                </c:pt>
                <c:pt idx="36358">
                  <c:v>k9258</c:v>
                </c:pt>
                <c:pt idx="36309">
                  <c:v>k9259</c:v>
                </c:pt>
                <c:pt idx="36260">
                  <c:v>k9260</c:v>
                </c:pt>
                <c:pt idx="36211">
                  <c:v>k9261</c:v>
                </c:pt>
                <c:pt idx="36162">
                  <c:v>k9262</c:v>
                </c:pt>
                <c:pt idx="36113">
                  <c:v>k9263</c:v>
                </c:pt>
                <c:pt idx="36064">
                  <c:v>k9264</c:v>
                </c:pt>
                <c:pt idx="36015">
                  <c:v>k9265</c:v>
                </c:pt>
                <c:pt idx="35966">
                  <c:v>k9266</c:v>
                </c:pt>
                <c:pt idx="35917">
                  <c:v>k9267</c:v>
                </c:pt>
                <c:pt idx="35868">
                  <c:v>k9268</c:v>
                </c:pt>
                <c:pt idx="35819">
                  <c:v>k9269</c:v>
                </c:pt>
                <c:pt idx="35770">
                  <c:v>k9270</c:v>
                </c:pt>
                <c:pt idx="35721">
                  <c:v>k9271</c:v>
                </c:pt>
                <c:pt idx="35672">
                  <c:v>k9272</c:v>
                </c:pt>
                <c:pt idx="35623">
                  <c:v>k9273</c:v>
                </c:pt>
                <c:pt idx="35574">
                  <c:v>k9274</c:v>
                </c:pt>
                <c:pt idx="35525">
                  <c:v>k9275</c:v>
                </c:pt>
                <c:pt idx="35476">
                  <c:v>k9276</c:v>
                </c:pt>
                <c:pt idx="35427">
                  <c:v>k9277</c:v>
                </c:pt>
                <c:pt idx="35378">
                  <c:v>k9278</c:v>
                </c:pt>
                <c:pt idx="35329">
                  <c:v>k9279</c:v>
                </c:pt>
                <c:pt idx="35280">
                  <c:v>k9280</c:v>
                </c:pt>
                <c:pt idx="35231">
                  <c:v>k9281</c:v>
                </c:pt>
                <c:pt idx="35182">
                  <c:v>k9282</c:v>
                </c:pt>
                <c:pt idx="35133">
                  <c:v>k9283</c:v>
                </c:pt>
                <c:pt idx="35084">
                  <c:v>k9284</c:v>
                </c:pt>
                <c:pt idx="35035">
                  <c:v>k9285</c:v>
                </c:pt>
                <c:pt idx="34986">
                  <c:v>k9286</c:v>
                </c:pt>
                <c:pt idx="34937">
                  <c:v>k9287</c:v>
                </c:pt>
                <c:pt idx="34888">
                  <c:v>k9288</c:v>
                </c:pt>
                <c:pt idx="34839">
                  <c:v>k9289</c:v>
                </c:pt>
                <c:pt idx="34790">
                  <c:v>k9290</c:v>
                </c:pt>
                <c:pt idx="34741">
                  <c:v>k9291</c:v>
                </c:pt>
                <c:pt idx="34692">
                  <c:v>k9292</c:v>
                </c:pt>
                <c:pt idx="34643">
                  <c:v>k9293</c:v>
                </c:pt>
                <c:pt idx="34594">
                  <c:v>k9294</c:v>
                </c:pt>
                <c:pt idx="34545">
                  <c:v>k9295</c:v>
                </c:pt>
                <c:pt idx="34496">
                  <c:v>k9296</c:v>
                </c:pt>
                <c:pt idx="34447">
                  <c:v>k9297</c:v>
                </c:pt>
                <c:pt idx="34398">
                  <c:v>k9298</c:v>
                </c:pt>
                <c:pt idx="34349">
                  <c:v>k9299</c:v>
                </c:pt>
                <c:pt idx="34300">
                  <c:v>k9300</c:v>
                </c:pt>
                <c:pt idx="34251">
                  <c:v>k9301</c:v>
                </c:pt>
                <c:pt idx="34202">
                  <c:v>k9302</c:v>
                </c:pt>
                <c:pt idx="34153">
                  <c:v>k9303</c:v>
                </c:pt>
                <c:pt idx="34104">
                  <c:v>k9304</c:v>
                </c:pt>
                <c:pt idx="34055">
                  <c:v>k9305</c:v>
                </c:pt>
                <c:pt idx="34006">
                  <c:v>k9306</c:v>
                </c:pt>
                <c:pt idx="33957">
                  <c:v>k9307</c:v>
                </c:pt>
                <c:pt idx="33908">
                  <c:v>k9308</c:v>
                </c:pt>
                <c:pt idx="33859">
                  <c:v>k9309</c:v>
                </c:pt>
                <c:pt idx="33810">
                  <c:v>k9310</c:v>
                </c:pt>
                <c:pt idx="33761">
                  <c:v>k9311</c:v>
                </c:pt>
                <c:pt idx="33712">
                  <c:v>k9312</c:v>
                </c:pt>
                <c:pt idx="33663">
                  <c:v>k9313</c:v>
                </c:pt>
                <c:pt idx="33614">
                  <c:v>k9314</c:v>
                </c:pt>
                <c:pt idx="33565">
                  <c:v>k9315</c:v>
                </c:pt>
                <c:pt idx="33516">
                  <c:v>k9316</c:v>
                </c:pt>
                <c:pt idx="33467">
                  <c:v>k9317</c:v>
                </c:pt>
                <c:pt idx="33418">
                  <c:v>k9318</c:v>
                </c:pt>
                <c:pt idx="33369">
                  <c:v>k9319</c:v>
                </c:pt>
                <c:pt idx="33320">
                  <c:v>k9320</c:v>
                </c:pt>
                <c:pt idx="33271">
                  <c:v>k9321</c:v>
                </c:pt>
                <c:pt idx="33222">
                  <c:v>k9322</c:v>
                </c:pt>
                <c:pt idx="33173">
                  <c:v>k9323</c:v>
                </c:pt>
                <c:pt idx="33124">
                  <c:v>k9324</c:v>
                </c:pt>
                <c:pt idx="33075">
                  <c:v>k9325</c:v>
                </c:pt>
                <c:pt idx="33026">
                  <c:v>k9326</c:v>
                </c:pt>
                <c:pt idx="32977">
                  <c:v>k9327</c:v>
                </c:pt>
                <c:pt idx="32928">
                  <c:v>k9328</c:v>
                </c:pt>
                <c:pt idx="32879">
                  <c:v>k9329</c:v>
                </c:pt>
                <c:pt idx="32830">
                  <c:v>k9330</c:v>
                </c:pt>
                <c:pt idx="32781">
                  <c:v>k9331</c:v>
                </c:pt>
                <c:pt idx="32732">
                  <c:v>k9332</c:v>
                </c:pt>
                <c:pt idx="32683">
                  <c:v>k9333</c:v>
                </c:pt>
                <c:pt idx="32634">
                  <c:v>k9334</c:v>
                </c:pt>
                <c:pt idx="32585">
                  <c:v>k9335</c:v>
                </c:pt>
                <c:pt idx="32536">
                  <c:v>k9336</c:v>
                </c:pt>
                <c:pt idx="32487">
                  <c:v>k9337</c:v>
                </c:pt>
                <c:pt idx="32438">
                  <c:v>k9338</c:v>
                </c:pt>
                <c:pt idx="32389">
                  <c:v>k9339</c:v>
                </c:pt>
                <c:pt idx="32340">
                  <c:v>k9340</c:v>
                </c:pt>
                <c:pt idx="32291">
                  <c:v>k9341</c:v>
                </c:pt>
                <c:pt idx="32242">
                  <c:v>k9342</c:v>
                </c:pt>
                <c:pt idx="32193">
                  <c:v>k9343</c:v>
                </c:pt>
                <c:pt idx="32144">
                  <c:v>k9344</c:v>
                </c:pt>
                <c:pt idx="32095">
                  <c:v>k9345</c:v>
                </c:pt>
                <c:pt idx="32046">
                  <c:v>k9346</c:v>
                </c:pt>
                <c:pt idx="31997">
                  <c:v>k9347</c:v>
                </c:pt>
                <c:pt idx="31948">
                  <c:v>k9348</c:v>
                </c:pt>
                <c:pt idx="31899">
                  <c:v>k9349</c:v>
                </c:pt>
                <c:pt idx="31850">
                  <c:v>k9350</c:v>
                </c:pt>
                <c:pt idx="31801">
                  <c:v>k9351</c:v>
                </c:pt>
                <c:pt idx="31752">
                  <c:v>k9352</c:v>
                </c:pt>
                <c:pt idx="31703">
                  <c:v>k9353</c:v>
                </c:pt>
                <c:pt idx="31654">
                  <c:v>k9354</c:v>
                </c:pt>
                <c:pt idx="31605">
                  <c:v>k9355</c:v>
                </c:pt>
                <c:pt idx="31556">
                  <c:v>k9356</c:v>
                </c:pt>
                <c:pt idx="31507">
                  <c:v>k9357</c:v>
                </c:pt>
                <c:pt idx="31458">
                  <c:v>k9358</c:v>
                </c:pt>
                <c:pt idx="31409">
                  <c:v>k9359</c:v>
                </c:pt>
                <c:pt idx="31360">
                  <c:v>k9360</c:v>
                </c:pt>
                <c:pt idx="31311">
                  <c:v>k9361</c:v>
                </c:pt>
                <c:pt idx="31262">
                  <c:v>k9362</c:v>
                </c:pt>
                <c:pt idx="31213">
                  <c:v>k9363</c:v>
                </c:pt>
                <c:pt idx="31164">
                  <c:v>k9364</c:v>
                </c:pt>
                <c:pt idx="31115">
                  <c:v>k9365</c:v>
                </c:pt>
                <c:pt idx="31066">
                  <c:v>k9366</c:v>
                </c:pt>
                <c:pt idx="31017">
                  <c:v>k9367</c:v>
                </c:pt>
                <c:pt idx="30968">
                  <c:v>k9368</c:v>
                </c:pt>
                <c:pt idx="30919">
                  <c:v>k9369</c:v>
                </c:pt>
                <c:pt idx="30870">
                  <c:v>k9370</c:v>
                </c:pt>
                <c:pt idx="30821">
                  <c:v>k9371</c:v>
                </c:pt>
                <c:pt idx="30772">
                  <c:v>k9372</c:v>
                </c:pt>
                <c:pt idx="30723">
                  <c:v>k9373</c:v>
                </c:pt>
                <c:pt idx="30674">
                  <c:v>k9374</c:v>
                </c:pt>
                <c:pt idx="30625">
                  <c:v>k9375</c:v>
                </c:pt>
                <c:pt idx="30576">
                  <c:v>k9376</c:v>
                </c:pt>
                <c:pt idx="30527">
                  <c:v>k9377</c:v>
                </c:pt>
                <c:pt idx="30478">
                  <c:v>k9378</c:v>
                </c:pt>
                <c:pt idx="30429">
                  <c:v>k9379</c:v>
                </c:pt>
                <c:pt idx="30380">
                  <c:v>k9380</c:v>
                </c:pt>
                <c:pt idx="30331">
                  <c:v>k9381</c:v>
                </c:pt>
                <c:pt idx="30282">
                  <c:v>k9382</c:v>
                </c:pt>
                <c:pt idx="30233">
                  <c:v>k9383</c:v>
                </c:pt>
                <c:pt idx="30184">
                  <c:v>k9384</c:v>
                </c:pt>
                <c:pt idx="30135">
                  <c:v>k9385</c:v>
                </c:pt>
                <c:pt idx="30086">
                  <c:v>k9386</c:v>
                </c:pt>
                <c:pt idx="30037">
                  <c:v>k9387</c:v>
                </c:pt>
                <c:pt idx="29988">
                  <c:v>k9388</c:v>
                </c:pt>
                <c:pt idx="29939">
                  <c:v>k9389</c:v>
                </c:pt>
                <c:pt idx="29890">
                  <c:v>k9390</c:v>
                </c:pt>
                <c:pt idx="29841">
                  <c:v>k9391</c:v>
                </c:pt>
                <c:pt idx="29792">
                  <c:v>k9392</c:v>
                </c:pt>
                <c:pt idx="29743">
                  <c:v>k9393</c:v>
                </c:pt>
                <c:pt idx="29694">
                  <c:v>k9394</c:v>
                </c:pt>
                <c:pt idx="29645">
                  <c:v>k9395</c:v>
                </c:pt>
                <c:pt idx="29596">
                  <c:v>k9396</c:v>
                </c:pt>
                <c:pt idx="29547">
                  <c:v>k9397</c:v>
                </c:pt>
                <c:pt idx="29498">
                  <c:v>k9398</c:v>
                </c:pt>
                <c:pt idx="29449">
                  <c:v>k9399</c:v>
                </c:pt>
                <c:pt idx="29400">
                  <c:v>k9400</c:v>
                </c:pt>
                <c:pt idx="29351">
                  <c:v>k9401</c:v>
                </c:pt>
                <c:pt idx="29302">
                  <c:v>k9402</c:v>
                </c:pt>
                <c:pt idx="29253">
                  <c:v>k9403</c:v>
                </c:pt>
                <c:pt idx="29204">
                  <c:v>k9404</c:v>
                </c:pt>
                <c:pt idx="29155">
                  <c:v>k9405</c:v>
                </c:pt>
                <c:pt idx="29106">
                  <c:v>k9406</c:v>
                </c:pt>
                <c:pt idx="29057">
                  <c:v>k9407</c:v>
                </c:pt>
                <c:pt idx="29008">
                  <c:v>k9408</c:v>
                </c:pt>
                <c:pt idx="28959">
                  <c:v>k9409</c:v>
                </c:pt>
                <c:pt idx="28910">
                  <c:v>k9410</c:v>
                </c:pt>
                <c:pt idx="28861">
                  <c:v>k9411</c:v>
                </c:pt>
                <c:pt idx="28812">
                  <c:v>k9412</c:v>
                </c:pt>
                <c:pt idx="28763">
                  <c:v>k9413</c:v>
                </c:pt>
                <c:pt idx="28714">
                  <c:v>k9414</c:v>
                </c:pt>
                <c:pt idx="28665">
                  <c:v>k9415</c:v>
                </c:pt>
                <c:pt idx="28616">
                  <c:v>k9416</c:v>
                </c:pt>
                <c:pt idx="28567">
                  <c:v>k9417</c:v>
                </c:pt>
                <c:pt idx="28518">
                  <c:v>k9418</c:v>
                </c:pt>
                <c:pt idx="28469">
                  <c:v>k9419</c:v>
                </c:pt>
                <c:pt idx="28420">
                  <c:v>k9420</c:v>
                </c:pt>
                <c:pt idx="28371">
                  <c:v>k9421</c:v>
                </c:pt>
                <c:pt idx="28322">
                  <c:v>k9422</c:v>
                </c:pt>
                <c:pt idx="28273">
                  <c:v>k9423</c:v>
                </c:pt>
                <c:pt idx="28224">
                  <c:v>k9424</c:v>
                </c:pt>
                <c:pt idx="28175">
                  <c:v>k9425</c:v>
                </c:pt>
                <c:pt idx="28126">
                  <c:v>k9426</c:v>
                </c:pt>
                <c:pt idx="28077">
                  <c:v>k9427</c:v>
                </c:pt>
                <c:pt idx="28028">
                  <c:v>k9428</c:v>
                </c:pt>
                <c:pt idx="27979">
                  <c:v>k9429</c:v>
                </c:pt>
                <c:pt idx="27930">
                  <c:v>k9430</c:v>
                </c:pt>
                <c:pt idx="27881">
                  <c:v>k9431</c:v>
                </c:pt>
                <c:pt idx="27832">
                  <c:v>k9432</c:v>
                </c:pt>
                <c:pt idx="27783">
                  <c:v>k9433</c:v>
                </c:pt>
                <c:pt idx="27734">
                  <c:v>k9434</c:v>
                </c:pt>
                <c:pt idx="27685">
                  <c:v>k9435</c:v>
                </c:pt>
                <c:pt idx="27636">
                  <c:v>k9436</c:v>
                </c:pt>
                <c:pt idx="27587">
                  <c:v>k9437</c:v>
                </c:pt>
                <c:pt idx="27538">
                  <c:v>k9438</c:v>
                </c:pt>
                <c:pt idx="27489">
                  <c:v>k9439</c:v>
                </c:pt>
                <c:pt idx="27440">
                  <c:v>k9440</c:v>
                </c:pt>
                <c:pt idx="27391">
                  <c:v>k9441</c:v>
                </c:pt>
                <c:pt idx="27342">
                  <c:v>k9442</c:v>
                </c:pt>
                <c:pt idx="27293">
                  <c:v>k9443</c:v>
                </c:pt>
                <c:pt idx="27244">
                  <c:v>k9444</c:v>
                </c:pt>
                <c:pt idx="27195">
                  <c:v>k9445</c:v>
                </c:pt>
                <c:pt idx="27146">
                  <c:v>k9446</c:v>
                </c:pt>
                <c:pt idx="27097">
                  <c:v>k9447</c:v>
                </c:pt>
                <c:pt idx="27048">
                  <c:v>k9448</c:v>
                </c:pt>
                <c:pt idx="26999">
                  <c:v>k9449</c:v>
                </c:pt>
                <c:pt idx="26950">
                  <c:v>k9450</c:v>
                </c:pt>
                <c:pt idx="26901">
                  <c:v>k9451</c:v>
                </c:pt>
                <c:pt idx="26852">
                  <c:v>k9452</c:v>
                </c:pt>
                <c:pt idx="26803">
                  <c:v>k9453</c:v>
                </c:pt>
                <c:pt idx="26754">
                  <c:v>k9454</c:v>
                </c:pt>
                <c:pt idx="26705">
                  <c:v>k9455</c:v>
                </c:pt>
                <c:pt idx="26656">
                  <c:v>k9456</c:v>
                </c:pt>
                <c:pt idx="26607">
                  <c:v>k9457</c:v>
                </c:pt>
                <c:pt idx="26558">
                  <c:v>k9458</c:v>
                </c:pt>
                <c:pt idx="26509">
                  <c:v>k9459</c:v>
                </c:pt>
                <c:pt idx="26460">
                  <c:v>k9460</c:v>
                </c:pt>
                <c:pt idx="26411">
                  <c:v>k9461</c:v>
                </c:pt>
                <c:pt idx="26362">
                  <c:v>k9462</c:v>
                </c:pt>
                <c:pt idx="26313">
                  <c:v>k9463</c:v>
                </c:pt>
                <c:pt idx="26264">
                  <c:v>k9464</c:v>
                </c:pt>
                <c:pt idx="26215">
                  <c:v>k9465</c:v>
                </c:pt>
                <c:pt idx="26166">
                  <c:v>k9466</c:v>
                </c:pt>
                <c:pt idx="26117">
                  <c:v>k9467</c:v>
                </c:pt>
                <c:pt idx="26068">
                  <c:v>k9468</c:v>
                </c:pt>
                <c:pt idx="26019">
                  <c:v>k9469</c:v>
                </c:pt>
                <c:pt idx="25970">
                  <c:v>k9470</c:v>
                </c:pt>
                <c:pt idx="25921">
                  <c:v>k9471</c:v>
                </c:pt>
                <c:pt idx="25872">
                  <c:v>k9472</c:v>
                </c:pt>
                <c:pt idx="25823">
                  <c:v>k9473</c:v>
                </c:pt>
                <c:pt idx="25774">
                  <c:v>k9474</c:v>
                </c:pt>
                <c:pt idx="25725">
                  <c:v>k9475</c:v>
                </c:pt>
                <c:pt idx="25676">
                  <c:v>k9476</c:v>
                </c:pt>
                <c:pt idx="25627">
                  <c:v>k9477</c:v>
                </c:pt>
                <c:pt idx="25578">
                  <c:v>k9478</c:v>
                </c:pt>
                <c:pt idx="25529">
                  <c:v>k9479</c:v>
                </c:pt>
                <c:pt idx="25480">
                  <c:v>k9480</c:v>
                </c:pt>
                <c:pt idx="25431">
                  <c:v>k9481</c:v>
                </c:pt>
                <c:pt idx="25382">
                  <c:v>k9482</c:v>
                </c:pt>
                <c:pt idx="25333">
                  <c:v>k9483</c:v>
                </c:pt>
                <c:pt idx="25284">
                  <c:v>k9484</c:v>
                </c:pt>
                <c:pt idx="25235">
                  <c:v>k9485</c:v>
                </c:pt>
                <c:pt idx="25186">
                  <c:v>k9486</c:v>
                </c:pt>
                <c:pt idx="25137">
                  <c:v>k9487</c:v>
                </c:pt>
                <c:pt idx="25088">
                  <c:v>k9488</c:v>
                </c:pt>
                <c:pt idx="25039">
                  <c:v>k9489</c:v>
                </c:pt>
                <c:pt idx="24990">
                  <c:v>k9490</c:v>
                </c:pt>
                <c:pt idx="24941">
                  <c:v>k9491</c:v>
                </c:pt>
                <c:pt idx="24892">
                  <c:v>k9492</c:v>
                </c:pt>
                <c:pt idx="24843">
                  <c:v>k9493</c:v>
                </c:pt>
                <c:pt idx="24794">
                  <c:v>k9494</c:v>
                </c:pt>
                <c:pt idx="24745">
                  <c:v>k9495</c:v>
                </c:pt>
                <c:pt idx="24696">
                  <c:v>k9496</c:v>
                </c:pt>
                <c:pt idx="24647">
                  <c:v>k9497</c:v>
                </c:pt>
                <c:pt idx="24598">
                  <c:v>k9498</c:v>
                </c:pt>
                <c:pt idx="24549">
                  <c:v>k9499</c:v>
                </c:pt>
                <c:pt idx="24500">
                  <c:v>k9500</c:v>
                </c:pt>
                <c:pt idx="24451">
                  <c:v>k9501</c:v>
                </c:pt>
                <c:pt idx="24402">
                  <c:v>k9502</c:v>
                </c:pt>
                <c:pt idx="24353">
                  <c:v>k9503</c:v>
                </c:pt>
                <c:pt idx="24304">
                  <c:v>k9504</c:v>
                </c:pt>
                <c:pt idx="24255">
                  <c:v>k9505</c:v>
                </c:pt>
                <c:pt idx="24206">
                  <c:v>k9506</c:v>
                </c:pt>
                <c:pt idx="24157">
                  <c:v>k9507</c:v>
                </c:pt>
                <c:pt idx="24108">
                  <c:v>k9508</c:v>
                </c:pt>
                <c:pt idx="24059">
                  <c:v>k9509</c:v>
                </c:pt>
                <c:pt idx="24010">
                  <c:v>k9510</c:v>
                </c:pt>
                <c:pt idx="23961">
                  <c:v>k9511</c:v>
                </c:pt>
                <c:pt idx="23912">
                  <c:v>k9512</c:v>
                </c:pt>
                <c:pt idx="23863">
                  <c:v>k9513</c:v>
                </c:pt>
                <c:pt idx="23814">
                  <c:v>k9514</c:v>
                </c:pt>
                <c:pt idx="23765">
                  <c:v>k9515</c:v>
                </c:pt>
                <c:pt idx="23716">
                  <c:v>k9516</c:v>
                </c:pt>
                <c:pt idx="23667">
                  <c:v>k9517</c:v>
                </c:pt>
                <c:pt idx="23618">
                  <c:v>k9518</c:v>
                </c:pt>
                <c:pt idx="23569">
                  <c:v>k9519</c:v>
                </c:pt>
                <c:pt idx="23520">
                  <c:v>k9520</c:v>
                </c:pt>
                <c:pt idx="23471">
                  <c:v>k9521</c:v>
                </c:pt>
                <c:pt idx="23422">
                  <c:v>k9522</c:v>
                </c:pt>
                <c:pt idx="23373">
                  <c:v>k9523</c:v>
                </c:pt>
                <c:pt idx="23324">
                  <c:v>k9524</c:v>
                </c:pt>
                <c:pt idx="23275">
                  <c:v>k9525</c:v>
                </c:pt>
                <c:pt idx="23226">
                  <c:v>k9526</c:v>
                </c:pt>
                <c:pt idx="23177">
                  <c:v>k9527</c:v>
                </c:pt>
                <c:pt idx="23128">
                  <c:v>k9528</c:v>
                </c:pt>
                <c:pt idx="23079">
                  <c:v>k9529</c:v>
                </c:pt>
                <c:pt idx="23030">
                  <c:v>k9530</c:v>
                </c:pt>
                <c:pt idx="22981">
                  <c:v>k9531</c:v>
                </c:pt>
                <c:pt idx="22932">
                  <c:v>k9532</c:v>
                </c:pt>
                <c:pt idx="22883">
                  <c:v>k9533</c:v>
                </c:pt>
                <c:pt idx="22834">
                  <c:v>k9534</c:v>
                </c:pt>
                <c:pt idx="22785">
                  <c:v>k9535</c:v>
                </c:pt>
                <c:pt idx="22736">
                  <c:v>k9536</c:v>
                </c:pt>
                <c:pt idx="22687">
                  <c:v>k9537</c:v>
                </c:pt>
                <c:pt idx="22638">
                  <c:v>k9538</c:v>
                </c:pt>
                <c:pt idx="22589">
                  <c:v>k9539</c:v>
                </c:pt>
                <c:pt idx="22540">
                  <c:v>k9540</c:v>
                </c:pt>
                <c:pt idx="22491">
                  <c:v>k9541</c:v>
                </c:pt>
                <c:pt idx="22442">
                  <c:v>k9542</c:v>
                </c:pt>
                <c:pt idx="22393">
                  <c:v>k9543</c:v>
                </c:pt>
                <c:pt idx="22344">
                  <c:v>k9544</c:v>
                </c:pt>
                <c:pt idx="22295">
                  <c:v>k9545</c:v>
                </c:pt>
                <c:pt idx="22246">
                  <c:v>k9546</c:v>
                </c:pt>
                <c:pt idx="22197">
                  <c:v>k9547</c:v>
                </c:pt>
                <c:pt idx="22148">
                  <c:v>k9548</c:v>
                </c:pt>
                <c:pt idx="22099">
                  <c:v>k9549</c:v>
                </c:pt>
                <c:pt idx="22050">
                  <c:v>k9550</c:v>
                </c:pt>
                <c:pt idx="22001">
                  <c:v>k9551</c:v>
                </c:pt>
                <c:pt idx="21952">
                  <c:v>k9552</c:v>
                </c:pt>
                <c:pt idx="21903">
                  <c:v>k9553</c:v>
                </c:pt>
                <c:pt idx="21854">
                  <c:v>k9554</c:v>
                </c:pt>
                <c:pt idx="21805">
                  <c:v>k9555</c:v>
                </c:pt>
                <c:pt idx="21756">
                  <c:v>k9556</c:v>
                </c:pt>
                <c:pt idx="21707">
                  <c:v>k9557</c:v>
                </c:pt>
                <c:pt idx="21658">
                  <c:v>k9558</c:v>
                </c:pt>
                <c:pt idx="21609">
                  <c:v>k9559</c:v>
                </c:pt>
                <c:pt idx="21560">
                  <c:v>k9560</c:v>
                </c:pt>
                <c:pt idx="21511">
                  <c:v>k9561</c:v>
                </c:pt>
                <c:pt idx="21462">
                  <c:v>k9562</c:v>
                </c:pt>
                <c:pt idx="21413">
                  <c:v>k9563</c:v>
                </c:pt>
                <c:pt idx="21364">
                  <c:v>k9564</c:v>
                </c:pt>
                <c:pt idx="21315">
                  <c:v>k9565</c:v>
                </c:pt>
                <c:pt idx="21266">
                  <c:v>k9566</c:v>
                </c:pt>
                <c:pt idx="21217">
                  <c:v>k9567</c:v>
                </c:pt>
                <c:pt idx="21168">
                  <c:v>k9568</c:v>
                </c:pt>
                <c:pt idx="21119">
                  <c:v>k9569</c:v>
                </c:pt>
                <c:pt idx="21070">
                  <c:v>k9570</c:v>
                </c:pt>
                <c:pt idx="21021">
                  <c:v>k9571</c:v>
                </c:pt>
                <c:pt idx="20972">
                  <c:v>k9572</c:v>
                </c:pt>
                <c:pt idx="20923">
                  <c:v>k9573</c:v>
                </c:pt>
                <c:pt idx="20874">
                  <c:v>k9574</c:v>
                </c:pt>
                <c:pt idx="20825">
                  <c:v>k9575</c:v>
                </c:pt>
                <c:pt idx="20776">
                  <c:v>k9576</c:v>
                </c:pt>
                <c:pt idx="20727">
                  <c:v>k9577</c:v>
                </c:pt>
                <c:pt idx="20678">
                  <c:v>k9578</c:v>
                </c:pt>
                <c:pt idx="20629">
                  <c:v>k9579</c:v>
                </c:pt>
                <c:pt idx="20580">
                  <c:v>k9580</c:v>
                </c:pt>
                <c:pt idx="20531">
                  <c:v>k9581</c:v>
                </c:pt>
                <c:pt idx="20482">
                  <c:v>k9582</c:v>
                </c:pt>
                <c:pt idx="20433">
                  <c:v>k9583</c:v>
                </c:pt>
                <c:pt idx="20384">
                  <c:v>k9584</c:v>
                </c:pt>
                <c:pt idx="20335">
                  <c:v>k9585</c:v>
                </c:pt>
                <c:pt idx="20286">
                  <c:v>k9586</c:v>
                </c:pt>
                <c:pt idx="20237">
                  <c:v>k9587</c:v>
                </c:pt>
                <c:pt idx="20188">
                  <c:v>k9588</c:v>
                </c:pt>
                <c:pt idx="20139">
                  <c:v>k9589</c:v>
                </c:pt>
                <c:pt idx="20090">
                  <c:v>k9590</c:v>
                </c:pt>
                <c:pt idx="20041">
                  <c:v>k9591</c:v>
                </c:pt>
                <c:pt idx="19992">
                  <c:v>k9592</c:v>
                </c:pt>
                <c:pt idx="19943">
                  <c:v>k9593</c:v>
                </c:pt>
                <c:pt idx="19894">
                  <c:v>k9594</c:v>
                </c:pt>
                <c:pt idx="19845">
                  <c:v>k9595</c:v>
                </c:pt>
                <c:pt idx="19796">
                  <c:v>k9596</c:v>
                </c:pt>
                <c:pt idx="19747">
                  <c:v>k9597</c:v>
                </c:pt>
                <c:pt idx="19698">
                  <c:v>k9598</c:v>
                </c:pt>
                <c:pt idx="19649">
                  <c:v>k9599</c:v>
                </c:pt>
                <c:pt idx="19600">
                  <c:v>k9600</c:v>
                </c:pt>
                <c:pt idx="19551">
                  <c:v>k9601</c:v>
                </c:pt>
                <c:pt idx="19502">
                  <c:v>k9602</c:v>
                </c:pt>
                <c:pt idx="19453">
                  <c:v>k9603</c:v>
                </c:pt>
                <c:pt idx="19404">
                  <c:v>k9604</c:v>
                </c:pt>
                <c:pt idx="19355">
                  <c:v>k9605</c:v>
                </c:pt>
                <c:pt idx="19306">
                  <c:v>k9606</c:v>
                </c:pt>
                <c:pt idx="19257">
                  <c:v>k9607</c:v>
                </c:pt>
                <c:pt idx="19208">
                  <c:v>k9608</c:v>
                </c:pt>
                <c:pt idx="19159">
                  <c:v>k9609</c:v>
                </c:pt>
                <c:pt idx="19110">
                  <c:v>k9610</c:v>
                </c:pt>
                <c:pt idx="19061">
                  <c:v>k9611</c:v>
                </c:pt>
                <c:pt idx="19012">
                  <c:v>k9612</c:v>
                </c:pt>
                <c:pt idx="18963">
                  <c:v>k9613</c:v>
                </c:pt>
                <c:pt idx="18914">
                  <c:v>k9614</c:v>
                </c:pt>
                <c:pt idx="18865">
                  <c:v>k9615</c:v>
                </c:pt>
                <c:pt idx="18816">
                  <c:v>k9616</c:v>
                </c:pt>
                <c:pt idx="18767">
                  <c:v>k9617</c:v>
                </c:pt>
                <c:pt idx="18718">
                  <c:v>k9618</c:v>
                </c:pt>
                <c:pt idx="18669">
                  <c:v>k9619</c:v>
                </c:pt>
                <c:pt idx="18620">
                  <c:v>k9620</c:v>
                </c:pt>
                <c:pt idx="18571">
                  <c:v>k9621</c:v>
                </c:pt>
                <c:pt idx="18522">
                  <c:v>k9622</c:v>
                </c:pt>
                <c:pt idx="18473">
                  <c:v>k9623</c:v>
                </c:pt>
                <c:pt idx="18424">
                  <c:v>k9624</c:v>
                </c:pt>
                <c:pt idx="18375">
                  <c:v>k9625</c:v>
                </c:pt>
                <c:pt idx="18326">
                  <c:v>k9626</c:v>
                </c:pt>
                <c:pt idx="18277">
                  <c:v>k9627</c:v>
                </c:pt>
                <c:pt idx="18228">
                  <c:v>k9628</c:v>
                </c:pt>
                <c:pt idx="18179">
                  <c:v>k9629</c:v>
                </c:pt>
                <c:pt idx="18130">
                  <c:v>k9630</c:v>
                </c:pt>
                <c:pt idx="18081">
                  <c:v>k9631</c:v>
                </c:pt>
                <c:pt idx="18032">
                  <c:v>k9632</c:v>
                </c:pt>
                <c:pt idx="17983">
                  <c:v>k9633</c:v>
                </c:pt>
                <c:pt idx="17934">
                  <c:v>k9634</c:v>
                </c:pt>
                <c:pt idx="17885">
                  <c:v>k9635</c:v>
                </c:pt>
                <c:pt idx="17836">
                  <c:v>k9636</c:v>
                </c:pt>
                <c:pt idx="17787">
                  <c:v>k9637</c:v>
                </c:pt>
                <c:pt idx="17738">
                  <c:v>k9638</c:v>
                </c:pt>
                <c:pt idx="17689">
                  <c:v>k9639</c:v>
                </c:pt>
                <c:pt idx="17640">
                  <c:v>k9640</c:v>
                </c:pt>
                <c:pt idx="17591">
                  <c:v>k9641</c:v>
                </c:pt>
                <c:pt idx="17542">
                  <c:v>k9642</c:v>
                </c:pt>
                <c:pt idx="17493">
                  <c:v>k9643</c:v>
                </c:pt>
                <c:pt idx="17444">
                  <c:v>k9644</c:v>
                </c:pt>
                <c:pt idx="17395">
                  <c:v>k9645</c:v>
                </c:pt>
                <c:pt idx="17346">
                  <c:v>k9646</c:v>
                </c:pt>
                <c:pt idx="17297">
                  <c:v>k9647</c:v>
                </c:pt>
                <c:pt idx="17248">
                  <c:v>k9648</c:v>
                </c:pt>
                <c:pt idx="17199">
                  <c:v>k9649</c:v>
                </c:pt>
                <c:pt idx="17150">
                  <c:v>k9650</c:v>
                </c:pt>
                <c:pt idx="17101">
                  <c:v>k9651</c:v>
                </c:pt>
                <c:pt idx="17052">
                  <c:v>k9652</c:v>
                </c:pt>
                <c:pt idx="17003">
                  <c:v>k9653</c:v>
                </c:pt>
                <c:pt idx="16954">
                  <c:v>k9654</c:v>
                </c:pt>
                <c:pt idx="16905">
                  <c:v>k9655</c:v>
                </c:pt>
                <c:pt idx="16856">
                  <c:v>k9656</c:v>
                </c:pt>
                <c:pt idx="16807">
                  <c:v>k9657</c:v>
                </c:pt>
                <c:pt idx="16758">
                  <c:v>k9658</c:v>
                </c:pt>
                <c:pt idx="16709">
                  <c:v>k9659</c:v>
                </c:pt>
                <c:pt idx="16660">
                  <c:v>k9660</c:v>
                </c:pt>
                <c:pt idx="16611">
                  <c:v>k9661</c:v>
                </c:pt>
                <c:pt idx="16562">
                  <c:v>k9662</c:v>
                </c:pt>
                <c:pt idx="16513">
                  <c:v>k9663</c:v>
                </c:pt>
                <c:pt idx="16464">
                  <c:v>k9664</c:v>
                </c:pt>
                <c:pt idx="16415">
                  <c:v>k9665</c:v>
                </c:pt>
                <c:pt idx="16366">
                  <c:v>k9666</c:v>
                </c:pt>
                <c:pt idx="16317">
                  <c:v>k9667</c:v>
                </c:pt>
                <c:pt idx="16268">
                  <c:v>k9668</c:v>
                </c:pt>
                <c:pt idx="16219">
                  <c:v>k9669</c:v>
                </c:pt>
                <c:pt idx="16170">
                  <c:v>k9670</c:v>
                </c:pt>
                <c:pt idx="16121">
                  <c:v>k9671</c:v>
                </c:pt>
                <c:pt idx="16072">
                  <c:v>k9672</c:v>
                </c:pt>
                <c:pt idx="16023">
                  <c:v>k9673</c:v>
                </c:pt>
                <c:pt idx="15974">
                  <c:v>k9674</c:v>
                </c:pt>
                <c:pt idx="15925">
                  <c:v>k9675</c:v>
                </c:pt>
                <c:pt idx="15876">
                  <c:v>k9676</c:v>
                </c:pt>
                <c:pt idx="15827">
                  <c:v>k9677</c:v>
                </c:pt>
                <c:pt idx="15778">
                  <c:v>k9678</c:v>
                </c:pt>
                <c:pt idx="15729">
                  <c:v>k9679</c:v>
                </c:pt>
                <c:pt idx="15680">
                  <c:v>k9680</c:v>
                </c:pt>
                <c:pt idx="15631">
                  <c:v>k9681</c:v>
                </c:pt>
                <c:pt idx="15582">
                  <c:v>k9682</c:v>
                </c:pt>
                <c:pt idx="15533">
                  <c:v>k9683</c:v>
                </c:pt>
                <c:pt idx="15484">
                  <c:v>k9684</c:v>
                </c:pt>
                <c:pt idx="15435">
                  <c:v>k9685</c:v>
                </c:pt>
                <c:pt idx="15386">
                  <c:v>k9686</c:v>
                </c:pt>
                <c:pt idx="15337">
                  <c:v>k9687</c:v>
                </c:pt>
                <c:pt idx="15288">
                  <c:v>k9688</c:v>
                </c:pt>
                <c:pt idx="15239">
                  <c:v>k9689</c:v>
                </c:pt>
                <c:pt idx="15190">
                  <c:v>k9690</c:v>
                </c:pt>
                <c:pt idx="15141">
                  <c:v>k9691</c:v>
                </c:pt>
                <c:pt idx="15092">
                  <c:v>k9692</c:v>
                </c:pt>
                <c:pt idx="15043">
                  <c:v>k9693</c:v>
                </c:pt>
                <c:pt idx="14994">
                  <c:v>k9694</c:v>
                </c:pt>
                <c:pt idx="14945">
                  <c:v>k9695</c:v>
                </c:pt>
                <c:pt idx="14896">
                  <c:v>k9696</c:v>
                </c:pt>
                <c:pt idx="14847">
                  <c:v>k9697</c:v>
                </c:pt>
                <c:pt idx="14798">
                  <c:v>k9698</c:v>
                </c:pt>
                <c:pt idx="14749">
                  <c:v>k9699</c:v>
                </c:pt>
                <c:pt idx="14700">
                  <c:v>k9700</c:v>
                </c:pt>
                <c:pt idx="14651">
                  <c:v>k9701</c:v>
                </c:pt>
                <c:pt idx="14602">
                  <c:v>k9702</c:v>
                </c:pt>
                <c:pt idx="14553">
                  <c:v>k9703</c:v>
                </c:pt>
                <c:pt idx="14504">
                  <c:v>k9704</c:v>
                </c:pt>
                <c:pt idx="14455">
                  <c:v>k9705</c:v>
                </c:pt>
                <c:pt idx="14406">
                  <c:v>k9706</c:v>
                </c:pt>
                <c:pt idx="14357">
                  <c:v>k9707</c:v>
                </c:pt>
                <c:pt idx="14308">
                  <c:v>k9708</c:v>
                </c:pt>
                <c:pt idx="14259">
                  <c:v>k9709</c:v>
                </c:pt>
                <c:pt idx="14210">
                  <c:v>k9710</c:v>
                </c:pt>
                <c:pt idx="14161">
                  <c:v>k9711</c:v>
                </c:pt>
                <c:pt idx="14112">
                  <c:v>k9712</c:v>
                </c:pt>
                <c:pt idx="14063">
                  <c:v>k9713</c:v>
                </c:pt>
                <c:pt idx="14014">
                  <c:v>k9714</c:v>
                </c:pt>
                <c:pt idx="13965">
                  <c:v>k9715</c:v>
                </c:pt>
                <c:pt idx="13916">
                  <c:v>k9716</c:v>
                </c:pt>
                <c:pt idx="13867">
                  <c:v>k9717</c:v>
                </c:pt>
                <c:pt idx="13818">
                  <c:v>k9718</c:v>
                </c:pt>
                <c:pt idx="13769">
                  <c:v>k9719</c:v>
                </c:pt>
                <c:pt idx="13720">
                  <c:v>k9720</c:v>
                </c:pt>
                <c:pt idx="13671">
                  <c:v>k9721</c:v>
                </c:pt>
                <c:pt idx="13622">
                  <c:v>k9722</c:v>
                </c:pt>
                <c:pt idx="13573">
                  <c:v>k9723</c:v>
                </c:pt>
                <c:pt idx="13524">
                  <c:v>k9724</c:v>
                </c:pt>
                <c:pt idx="13475">
                  <c:v>k9725</c:v>
                </c:pt>
                <c:pt idx="13426">
                  <c:v>k9726</c:v>
                </c:pt>
                <c:pt idx="13377">
                  <c:v>k9727</c:v>
                </c:pt>
                <c:pt idx="13328">
                  <c:v>k9728</c:v>
                </c:pt>
                <c:pt idx="13279">
                  <c:v>k9729</c:v>
                </c:pt>
                <c:pt idx="13230">
                  <c:v>k9730</c:v>
                </c:pt>
                <c:pt idx="13181">
                  <c:v>k9731</c:v>
                </c:pt>
                <c:pt idx="13132">
                  <c:v>k9732</c:v>
                </c:pt>
                <c:pt idx="13083">
                  <c:v>k9733</c:v>
                </c:pt>
                <c:pt idx="13034">
                  <c:v>k9734</c:v>
                </c:pt>
                <c:pt idx="12985">
                  <c:v>k9735</c:v>
                </c:pt>
                <c:pt idx="12936">
                  <c:v>k9736</c:v>
                </c:pt>
                <c:pt idx="12887">
                  <c:v>k9737</c:v>
                </c:pt>
                <c:pt idx="12838">
                  <c:v>k9738</c:v>
                </c:pt>
                <c:pt idx="12789">
                  <c:v>k9739</c:v>
                </c:pt>
                <c:pt idx="12740">
                  <c:v>k9740</c:v>
                </c:pt>
                <c:pt idx="12691">
                  <c:v>k9741</c:v>
                </c:pt>
                <c:pt idx="12642">
                  <c:v>k9742</c:v>
                </c:pt>
                <c:pt idx="12593">
                  <c:v>k9743</c:v>
                </c:pt>
                <c:pt idx="12544">
                  <c:v>k9744</c:v>
                </c:pt>
                <c:pt idx="12495">
                  <c:v>k9745</c:v>
                </c:pt>
                <c:pt idx="12446">
                  <c:v>k9746</c:v>
                </c:pt>
                <c:pt idx="12397">
                  <c:v>k9747</c:v>
                </c:pt>
                <c:pt idx="12348">
                  <c:v>k9748</c:v>
                </c:pt>
                <c:pt idx="12299">
                  <c:v>k9749</c:v>
                </c:pt>
                <c:pt idx="12250">
                  <c:v>k9750</c:v>
                </c:pt>
                <c:pt idx="12201">
                  <c:v>k9751</c:v>
                </c:pt>
                <c:pt idx="12152">
                  <c:v>k9752</c:v>
                </c:pt>
                <c:pt idx="12103">
                  <c:v>k9753</c:v>
                </c:pt>
                <c:pt idx="12054">
                  <c:v>k9754</c:v>
                </c:pt>
                <c:pt idx="12005">
                  <c:v>k9755</c:v>
                </c:pt>
                <c:pt idx="11956">
                  <c:v>k9756</c:v>
                </c:pt>
                <c:pt idx="11907">
                  <c:v>k9757</c:v>
                </c:pt>
                <c:pt idx="11858">
                  <c:v>k9758</c:v>
                </c:pt>
                <c:pt idx="11809">
                  <c:v>k9759</c:v>
                </c:pt>
                <c:pt idx="11760">
                  <c:v>k9760</c:v>
                </c:pt>
                <c:pt idx="11711">
                  <c:v>k9761</c:v>
                </c:pt>
                <c:pt idx="11662">
                  <c:v>k9762</c:v>
                </c:pt>
                <c:pt idx="11613">
                  <c:v>k9763</c:v>
                </c:pt>
                <c:pt idx="11564">
                  <c:v>k9764</c:v>
                </c:pt>
                <c:pt idx="11515">
                  <c:v>k9765</c:v>
                </c:pt>
                <c:pt idx="11466">
                  <c:v>k9766</c:v>
                </c:pt>
                <c:pt idx="11417">
                  <c:v>k9767</c:v>
                </c:pt>
                <c:pt idx="11368">
                  <c:v>k9768</c:v>
                </c:pt>
                <c:pt idx="11319">
                  <c:v>k9769</c:v>
                </c:pt>
                <c:pt idx="11270">
                  <c:v>k9770</c:v>
                </c:pt>
                <c:pt idx="11221">
                  <c:v>k9771</c:v>
                </c:pt>
                <c:pt idx="11172">
                  <c:v>k9772</c:v>
                </c:pt>
                <c:pt idx="11123">
                  <c:v>k9773</c:v>
                </c:pt>
                <c:pt idx="11074">
                  <c:v>k9774</c:v>
                </c:pt>
                <c:pt idx="11025">
                  <c:v>k9775</c:v>
                </c:pt>
                <c:pt idx="10976">
                  <c:v>k9776</c:v>
                </c:pt>
                <c:pt idx="10927">
                  <c:v>k9777</c:v>
                </c:pt>
                <c:pt idx="10878">
                  <c:v>k9778</c:v>
                </c:pt>
                <c:pt idx="10829">
                  <c:v>k9779</c:v>
                </c:pt>
                <c:pt idx="10780">
                  <c:v>k9780</c:v>
                </c:pt>
                <c:pt idx="10731">
                  <c:v>k9781</c:v>
                </c:pt>
                <c:pt idx="10682">
                  <c:v>k9782</c:v>
                </c:pt>
                <c:pt idx="10633">
                  <c:v>k9783</c:v>
                </c:pt>
                <c:pt idx="10584">
                  <c:v>k9784</c:v>
                </c:pt>
                <c:pt idx="10535">
                  <c:v>k9785</c:v>
                </c:pt>
                <c:pt idx="10486">
                  <c:v>k9786</c:v>
                </c:pt>
                <c:pt idx="10437">
                  <c:v>k9787</c:v>
                </c:pt>
                <c:pt idx="10388">
                  <c:v>k9788</c:v>
                </c:pt>
                <c:pt idx="10339">
                  <c:v>k9789</c:v>
                </c:pt>
                <c:pt idx="10290">
                  <c:v>k9790</c:v>
                </c:pt>
                <c:pt idx="10241">
                  <c:v>k9791</c:v>
                </c:pt>
                <c:pt idx="10192">
                  <c:v>k9792</c:v>
                </c:pt>
                <c:pt idx="10143">
                  <c:v>k9793</c:v>
                </c:pt>
                <c:pt idx="10094">
                  <c:v>k9794</c:v>
                </c:pt>
                <c:pt idx="10045">
                  <c:v>k9795</c:v>
                </c:pt>
                <c:pt idx="9996">
                  <c:v>k9796</c:v>
                </c:pt>
                <c:pt idx="9947">
                  <c:v>k9797</c:v>
                </c:pt>
                <c:pt idx="9898">
                  <c:v>k9798</c:v>
                </c:pt>
                <c:pt idx="9849">
                  <c:v>k9799</c:v>
                </c:pt>
                <c:pt idx="9800">
                  <c:v>k9800</c:v>
                </c:pt>
                <c:pt idx="9751">
                  <c:v>k9801</c:v>
                </c:pt>
                <c:pt idx="9702">
                  <c:v>k9802</c:v>
                </c:pt>
                <c:pt idx="9653">
                  <c:v>k9803</c:v>
                </c:pt>
                <c:pt idx="9604">
                  <c:v>k9804</c:v>
                </c:pt>
                <c:pt idx="9555">
                  <c:v>k9805</c:v>
                </c:pt>
                <c:pt idx="9506">
                  <c:v>k9806</c:v>
                </c:pt>
                <c:pt idx="9457">
                  <c:v>k9807</c:v>
                </c:pt>
                <c:pt idx="9408">
                  <c:v>k9808</c:v>
                </c:pt>
                <c:pt idx="9359">
                  <c:v>k9809</c:v>
                </c:pt>
                <c:pt idx="9310">
                  <c:v>k9810</c:v>
                </c:pt>
                <c:pt idx="9261">
                  <c:v>k9811</c:v>
                </c:pt>
                <c:pt idx="9212">
                  <c:v>k9812</c:v>
                </c:pt>
                <c:pt idx="9163">
                  <c:v>k9813</c:v>
                </c:pt>
                <c:pt idx="9114">
                  <c:v>k9814</c:v>
                </c:pt>
                <c:pt idx="9065">
                  <c:v>k9815</c:v>
                </c:pt>
                <c:pt idx="9016">
                  <c:v>k9816</c:v>
                </c:pt>
                <c:pt idx="8967">
                  <c:v>k9817</c:v>
                </c:pt>
                <c:pt idx="8918">
                  <c:v>k9818</c:v>
                </c:pt>
                <c:pt idx="8869">
                  <c:v>k9819</c:v>
                </c:pt>
                <c:pt idx="8820">
                  <c:v>k9820</c:v>
                </c:pt>
                <c:pt idx="8771">
                  <c:v>k9821</c:v>
                </c:pt>
                <c:pt idx="8722">
                  <c:v>k9822</c:v>
                </c:pt>
                <c:pt idx="8673">
                  <c:v>k9823</c:v>
                </c:pt>
                <c:pt idx="8624">
                  <c:v>k9824</c:v>
                </c:pt>
                <c:pt idx="8575">
                  <c:v>k9825</c:v>
                </c:pt>
                <c:pt idx="8526">
                  <c:v>k9826</c:v>
                </c:pt>
                <c:pt idx="8477">
                  <c:v>k9827</c:v>
                </c:pt>
                <c:pt idx="8428">
                  <c:v>k9828</c:v>
                </c:pt>
                <c:pt idx="8379">
                  <c:v>k9829</c:v>
                </c:pt>
                <c:pt idx="8330">
                  <c:v>k9830</c:v>
                </c:pt>
                <c:pt idx="8281">
                  <c:v>k9831</c:v>
                </c:pt>
                <c:pt idx="8232">
                  <c:v>k9832</c:v>
                </c:pt>
                <c:pt idx="8183">
                  <c:v>k9833</c:v>
                </c:pt>
                <c:pt idx="8134">
                  <c:v>k9834</c:v>
                </c:pt>
                <c:pt idx="8085">
                  <c:v>k9835</c:v>
                </c:pt>
                <c:pt idx="8036">
                  <c:v>k9836</c:v>
                </c:pt>
                <c:pt idx="7987">
                  <c:v>k9837</c:v>
                </c:pt>
                <c:pt idx="7938">
                  <c:v>k9838</c:v>
                </c:pt>
                <c:pt idx="7889">
                  <c:v>k9839</c:v>
                </c:pt>
                <c:pt idx="7840">
                  <c:v>k9840</c:v>
                </c:pt>
                <c:pt idx="7791">
                  <c:v>k9841</c:v>
                </c:pt>
                <c:pt idx="7742">
                  <c:v>k9842</c:v>
                </c:pt>
                <c:pt idx="7693">
                  <c:v>k9843</c:v>
                </c:pt>
                <c:pt idx="7644">
                  <c:v>k9844</c:v>
                </c:pt>
                <c:pt idx="7595">
                  <c:v>k9845</c:v>
                </c:pt>
                <c:pt idx="7546">
                  <c:v>k9846</c:v>
                </c:pt>
                <c:pt idx="7497">
                  <c:v>k9847</c:v>
                </c:pt>
                <c:pt idx="7448">
                  <c:v>k9848</c:v>
                </c:pt>
                <c:pt idx="7399">
                  <c:v>k9849</c:v>
                </c:pt>
                <c:pt idx="7350">
                  <c:v>k9850</c:v>
                </c:pt>
                <c:pt idx="7301">
                  <c:v>k9851</c:v>
                </c:pt>
                <c:pt idx="7252">
                  <c:v>k9852</c:v>
                </c:pt>
                <c:pt idx="7203">
                  <c:v>k9853</c:v>
                </c:pt>
                <c:pt idx="7154">
                  <c:v>k9854</c:v>
                </c:pt>
                <c:pt idx="7105">
                  <c:v>k9855</c:v>
                </c:pt>
                <c:pt idx="7056">
                  <c:v>k9856</c:v>
                </c:pt>
                <c:pt idx="7007">
                  <c:v>k9857</c:v>
                </c:pt>
                <c:pt idx="6958">
                  <c:v>k9858</c:v>
                </c:pt>
                <c:pt idx="6909">
                  <c:v>k9859</c:v>
                </c:pt>
                <c:pt idx="6860">
                  <c:v>k9860</c:v>
                </c:pt>
                <c:pt idx="6811">
                  <c:v>k9861</c:v>
                </c:pt>
                <c:pt idx="6762">
                  <c:v>k9862</c:v>
                </c:pt>
                <c:pt idx="6713">
                  <c:v>k9863</c:v>
                </c:pt>
                <c:pt idx="6664">
                  <c:v>k9864</c:v>
                </c:pt>
                <c:pt idx="6615">
                  <c:v>k9865</c:v>
                </c:pt>
                <c:pt idx="6566">
                  <c:v>k9866</c:v>
                </c:pt>
                <c:pt idx="6517">
                  <c:v>k9867</c:v>
                </c:pt>
                <c:pt idx="6468">
                  <c:v>k9868</c:v>
                </c:pt>
                <c:pt idx="6419">
                  <c:v>k9869</c:v>
                </c:pt>
                <c:pt idx="6370">
                  <c:v>k9870</c:v>
                </c:pt>
                <c:pt idx="6321">
                  <c:v>k9871</c:v>
                </c:pt>
                <c:pt idx="6272">
                  <c:v>k9872</c:v>
                </c:pt>
                <c:pt idx="6223">
                  <c:v>k9873</c:v>
                </c:pt>
                <c:pt idx="6174">
                  <c:v>k9874</c:v>
                </c:pt>
                <c:pt idx="6125">
                  <c:v>k9875</c:v>
                </c:pt>
                <c:pt idx="6076">
                  <c:v>k9876</c:v>
                </c:pt>
                <c:pt idx="6027">
                  <c:v>k9877</c:v>
                </c:pt>
                <c:pt idx="5978">
                  <c:v>k9878</c:v>
                </c:pt>
                <c:pt idx="5929">
                  <c:v>k9879</c:v>
                </c:pt>
                <c:pt idx="5880">
                  <c:v>k9880</c:v>
                </c:pt>
                <c:pt idx="5831">
                  <c:v>k9881</c:v>
                </c:pt>
                <c:pt idx="5782">
                  <c:v>k9882</c:v>
                </c:pt>
                <c:pt idx="5733">
                  <c:v>k9883</c:v>
                </c:pt>
                <c:pt idx="5684">
                  <c:v>k9884</c:v>
                </c:pt>
                <c:pt idx="5635">
                  <c:v>k9885</c:v>
                </c:pt>
                <c:pt idx="5586">
                  <c:v>k9886</c:v>
                </c:pt>
                <c:pt idx="5537">
                  <c:v>k9887</c:v>
                </c:pt>
                <c:pt idx="5488">
                  <c:v>k9888</c:v>
                </c:pt>
                <c:pt idx="5439">
                  <c:v>k9889</c:v>
                </c:pt>
                <c:pt idx="5390">
                  <c:v>k9890</c:v>
                </c:pt>
                <c:pt idx="5341">
                  <c:v>k9891</c:v>
                </c:pt>
                <c:pt idx="5292">
                  <c:v>k9892</c:v>
                </c:pt>
                <c:pt idx="5243">
                  <c:v>k9893</c:v>
                </c:pt>
                <c:pt idx="5194">
                  <c:v>k9894</c:v>
                </c:pt>
                <c:pt idx="5145">
                  <c:v>k9895</c:v>
                </c:pt>
                <c:pt idx="5096">
                  <c:v>k9896</c:v>
                </c:pt>
                <c:pt idx="5047">
                  <c:v>k9897</c:v>
                </c:pt>
                <c:pt idx="4998">
                  <c:v>k9898</c:v>
                </c:pt>
                <c:pt idx="4949">
                  <c:v>k9899</c:v>
                </c:pt>
                <c:pt idx="4900">
                  <c:v>k9900</c:v>
                </c:pt>
                <c:pt idx="4851">
                  <c:v>k9901</c:v>
                </c:pt>
                <c:pt idx="4802">
                  <c:v>k9902</c:v>
                </c:pt>
                <c:pt idx="4753">
                  <c:v>k9903</c:v>
                </c:pt>
                <c:pt idx="4704">
                  <c:v>k9904</c:v>
                </c:pt>
                <c:pt idx="4655">
                  <c:v>k9905</c:v>
                </c:pt>
                <c:pt idx="4606">
                  <c:v>k9906</c:v>
                </c:pt>
                <c:pt idx="4557">
                  <c:v>k9907</c:v>
                </c:pt>
                <c:pt idx="4508">
                  <c:v>k9908</c:v>
                </c:pt>
                <c:pt idx="4459">
                  <c:v>k9909</c:v>
                </c:pt>
                <c:pt idx="4410">
                  <c:v>k9910</c:v>
                </c:pt>
                <c:pt idx="4361">
                  <c:v>k9911</c:v>
                </c:pt>
                <c:pt idx="4312">
                  <c:v>k9912</c:v>
                </c:pt>
                <c:pt idx="4263">
                  <c:v>k9913</c:v>
                </c:pt>
                <c:pt idx="4214">
                  <c:v>k9914</c:v>
                </c:pt>
                <c:pt idx="4165">
                  <c:v>k9915</c:v>
                </c:pt>
                <c:pt idx="4116">
                  <c:v>k9916</c:v>
                </c:pt>
                <c:pt idx="4067">
                  <c:v>k9917</c:v>
                </c:pt>
                <c:pt idx="4018">
                  <c:v>k9918</c:v>
                </c:pt>
                <c:pt idx="3969">
                  <c:v>k9919</c:v>
                </c:pt>
                <c:pt idx="3920">
                  <c:v>k9920</c:v>
                </c:pt>
                <c:pt idx="3871">
                  <c:v>k9921</c:v>
                </c:pt>
                <c:pt idx="3822">
                  <c:v>k9922</c:v>
                </c:pt>
                <c:pt idx="3773">
                  <c:v>k9923</c:v>
                </c:pt>
                <c:pt idx="3724">
                  <c:v>k9924</c:v>
                </c:pt>
                <c:pt idx="3675">
                  <c:v>k9925</c:v>
                </c:pt>
                <c:pt idx="3626">
                  <c:v>k9926</c:v>
                </c:pt>
                <c:pt idx="3577">
                  <c:v>k9927</c:v>
                </c:pt>
                <c:pt idx="3528">
                  <c:v>k9928</c:v>
                </c:pt>
                <c:pt idx="3479">
                  <c:v>k9929</c:v>
                </c:pt>
                <c:pt idx="3430">
                  <c:v>k9930</c:v>
                </c:pt>
                <c:pt idx="3381">
                  <c:v>k9931</c:v>
                </c:pt>
                <c:pt idx="3332">
                  <c:v>k9932</c:v>
                </c:pt>
                <c:pt idx="3283">
                  <c:v>k9933</c:v>
                </c:pt>
                <c:pt idx="3234">
                  <c:v>k9934</c:v>
                </c:pt>
                <c:pt idx="3185">
                  <c:v>k9935</c:v>
                </c:pt>
                <c:pt idx="3136">
                  <c:v>k9936</c:v>
                </c:pt>
                <c:pt idx="3087">
                  <c:v>k9937</c:v>
                </c:pt>
                <c:pt idx="3038">
                  <c:v>k9938</c:v>
                </c:pt>
                <c:pt idx="2989">
                  <c:v>k9939</c:v>
                </c:pt>
                <c:pt idx="2940">
                  <c:v>k9940</c:v>
                </c:pt>
                <c:pt idx="2891">
                  <c:v>k9941</c:v>
                </c:pt>
                <c:pt idx="2842">
                  <c:v>k9942</c:v>
                </c:pt>
                <c:pt idx="2793">
                  <c:v>k9943</c:v>
                </c:pt>
                <c:pt idx="2744">
                  <c:v>k9944</c:v>
                </c:pt>
                <c:pt idx="2695">
                  <c:v>k9945</c:v>
                </c:pt>
                <c:pt idx="2646">
                  <c:v>k9946</c:v>
                </c:pt>
                <c:pt idx="2597">
                  <c:v>k9947</c:v>
                </c:pt>
                <c:pt idx="2548">
                  <c:v>k9948</c:v>
                </c:pt>
                <c:pt idx="2499">
                  <c:v>k9949</c:v>
                </c:pt>
                <c:pt idx="2450">
                  <c:v>k9950</c:v>
                </c:pt>
                <c:pt idx="2401">
                  <c:v>k9951</c:v>
                </c:pt>
                <c:pt idx="2352">
                  <c:v>k9952</c:v>
                </c:pt>
                <c:pt idx="2303">
                  <c:v>k9953</c:v>
                </c:pt>
                <c:pt idx="2254">
                  <c:v>k9954</c:v>
                </c:pt>
                <c:pt idx="2205">
                  <c:v>k9955</c:v>
                </c:pt>
                <c:pt idx="2156">
                  <c:v>k9956</c:v>
                </c:pt>
                <c:pt idx="2107">
                  <c:v>k9957</c:v>
                </c:pt>
                <c:pt idx="2058">
                  <c:v>k9958</c:v>
                </c:pt>
                <c:pt idx="2009">
                  <c:v>k9959</c:v>
                </c:pt>
                <c:pt idx="1960">
                  <c:v>k9960</c:v>
                </c:pt>
                <c:pt idx="1911">
                  <c:v>k9961</c:v>
                </c:pt>
                <c:pt idx="1862">
                  <c:v>k9962</c:v>
                </c:pt>
                <c:pt idx="1813">
                  <c:v>k9963</c:v>
                </c:pt>
                <c:pt idx="1764">
                  <c:v>k9964</c:v>
                </c:pt>
                <c:pt idx="1715">
                  <c:v>k9965</c:v>
                </c:pt>
                <c:pt idx="1666">
                  <c:v>k9966</c:v>
                </c:pt>
                <c:pt idx="1617">
                  <c:v>k9967</c:v>
                </c:pt>
                <c:pt idx="1568">
                  <c:v>k9968</c:v>
                </c:pt>
                <c:pt idx="1519">
                  <c:v>k9969</c:v>
                </c:pt>
                <c:pt idx="1470">
                  <c:v>k9970</c:v>
                </c:pt>
                <c:pt idx="1421">
                  <c:v>k9971</c:v>
                </c:pt>
                <c:pt idx="1372">
                  <c:v>k9972</c:v>
                </c:pt>
                <c:pt idx="1323">
                  <c:v>k9973</c:v>
                </c:pt>
                <c:pt idx="1274">
                  <c:v>k9974</c:v>
                </c:pt>
                <c:pt idx="1225">
                  <c:v>k9975</c:v>
                </c:pt>
                <c:pt idx="1176">
                  <c:v>k9976</c:v>
                </c:pt>
                <c:pt idx="1127">
                  <c:v>k9977</c:v>
                </c:pt>
                <c:pt idx="1078">
                  <c:v>k9978</c:v>
                </c:pt>
                <c:pt idx="1029">
                  <c:v>k9979</c:v>
                </c:pt>
                <c:pt idx="980">
                  <c:v>k9980</c:v>
                </c:pt>
                <c:pt idx="931">
                  <c:v>k9981</c:v>
                </c:pt>
                <c:pt idx="882">
                  <c:v>k9982</c:v>
                </c:pt>
                <c:pt idx="833">
                  <c:v>k9983</c:v>
                </c:pt>
                <c:pt idx="784">
                  <c:v>k9984</c:v>
                </c:pt>
                <c:pt idx="735">
                  <c:v>k9985</c:v>
                </c:pt>
                <c:pt idx="686">
                  <c:v>k9986</c:v>
                </c:pt>
                <c:pt idx="637">
                  <c:v>k9987</c:v>
                </c:pt>
                <c:pt idx="588">
                  <c:v>k9988</c:v>
                </c:pt>
                <c:pt idx="539">
                  <c:v>k9989</c:v>
                </c:pt>
                <c:pt idx="490">
                  <c:v>k9990</c:v>
                </c:pt>
                <c:pt idx="441">
                  <c:v>k9991</c:v>
                </c:pt>
                <c:pt idx="392">
                  <c:v>k9992</c:v>
                </c:pt>
                <c:pt idx="343">
                  <c:v>k9993</c:v>
                </c:pt>
                <c:pt idx="294">
                  <c:v>k9994</c:v>
                </c:pt>
                <c:pt idx="245">
                  <c:v>k9995</c:v>
                </c:pt>
                <c:pt idx="196">
                  <c:v>k9996</c:v>
                </c:pt>
                <c:pt idx="147">
                  <c:v>k9997</c:v>
                </c:pt>
                <c:pt idx="98">
                  <c:v>k9998</c:v>
                </c:pt>
                <c:pt idx="49">
                  <c:v>k9999</c:v>
                </c:pt>
              </c:strCache>
            </c:strRef>
          </c:cat>
          <c:val>
            <c:numRef>
              <c:numCache>
                <c:ptCount val="999999"/>
                <c:pt idx="490000">
                  <c:v>0</c:v>
                </c:pt>
                <c:pt idx="489951">
                  <c:v>1</c:v>
                </c:pt>
                <c:pt idx="489902">
                  <c:v>2</c:v>
                </c:pt>
                <c:pt idx="489853">
                  <c:v>3</c:v>
                </c:pt>
                <c:pt idx="489804">
                  <c:v>4</c:v>
                </c:pt>
                <c:pt idx="489755">
                  <c:v>5</c:v>
                </c:pt>
                <c:pt idx="489706">
                  <c:v>6</c:v>
                </c:pt>
                <c:pt idx="489657">
                  <c:v>7</c:v>
                </c:pt>
                <c:pt idx="489608">
                  <c:v>8</c:v>
                </c:pt>
                <c:pt idx="489559">
                  <c:v>9</c:v>
                </c:pt>
                <c:pt idx="489510">
                  <c:v>10</c:v>
                </c:pt>
                <c:pt idx="489461">
                  <c:v>11</c:v>
                </c:pt>
                <c:pt idx="489412">
                  <c:v>12</c:v>
                </c:pt>
                <c:pt idx="489363">
                  <c:v>13</c:v>
                </c:pt>
                <c:pt idx="489314">
                  <c:v>14</c:v>
                </c:pt>
                <c:pt idx="489265">
                  <c:v>15</c:v>
                </c:pt>
                <c:pt idx="489216">
                  <c:v>16</c:v>
                </c:pt>
                <c:pt idx="489167">
                  <c:v>17</c:v>
                </c:pt>
                <c:pt idx="489118">
                  <c:v>18</c:v>
                </c:pt>
                <c:pt idx="489069">
                  <c:v>19</c:v>
                </c:pt>
                <c:pt idx="489020">
                  <c:v>20</c:v>
                </c:pt>
                <c:pt idx="488971">
                  <c:v>21</c:v>
                </c:pt>
                <c:pt idx="488922">
                  <c:v>22</c:v>
                </c:pt>
                <c:pt idx="488873">
                  <c:v>23</c:v>
                </c:pt>
                <c:pt idx="488824">
                  <c:v>24</c:v>
                </c:pt>
                <c:pt idx="488775">
                  <c:v>25</c:v>
                </c:pt>
                <c:pt idx="488726">
                  <c:v>26</c:v>
                </c:pt>
                <c:pt idx="488677">
                  <c:v>27</c:v>
                </c:pt>
                <c:pt idx="488628">
                  <c:v>28</c:v>
                </c:pt>
                <c:pt idx="488579">
                  <c:v>29</c:v>
                </c:pt>
                <c:pt idx="488530">
                  <c:v>30</c:v>
                </c:pt>
                <c:pt idx="488481">
                  <c:v>31</c:v>
                </c:pt>
                <c:pt idx="488432">
                  <c:v>32</c:v>
                </c:pt>
                <c:pt idx="488383">
                  <c:v>33</c:v>
                </c:pt>
                <c:pt idx="488334">
                  <c:v>34</c:v>
                </c:pt>
                <c:pt idx="488285">
                  <c:v>35</c:v>
                </c:pt>
                <c:pt idx="488236">
                  <c:v>36</c:v>
                </c:pt>
                <c:pt idx="488187">
                  <c:v>37</c:v>
                </c:pt>
                <c:pt idx="488138">
                  <c:v>38</c:v>
                </c:pt>
                <c:pt idx="488089">
                  <c:v>39</c:v>
                </c:pt>
                <c:pt idx="488040">
                  <c:v>40</c:v>
                </c:pt>
                <c:pt idx="487991">
                  <c:v>41</c:v>
                </c:pt>
                <c:pt idx="487942">
                  <c:v>42</c:v>
                </c:pt>
                <c:pt idx="487893">
                  <c:v>43</c:v>
                </c:pt>
                <c:pt idx="487844">
                  <c:v>44</c:v>
                </c:pt>
                <c:pt idx="487795">
                  <c:v>45</c:v>
                </c:pt>
                <c:pt idx="487746">
                  <c:v>46</c:v>
                </c:pt>
                <c:pt idx="487697">
                  <c:v>47</c:v>
                </c:pt>
                <c:pt idx="487648">
                  <c:v>48</c:v>
                </c:pt>
                <c:pt idx="487599">
                  <c:v>49</c:v>
                </c:pt>
                <c:pt idx="487550">
                  <c:v>50</c:v>
                </c:pt>
                <c:pt idx="487501">
                  <c:v>51</c:v>
                </c:pt>
                <c:pt idx="487452">
                  <c:v>52</c:v>
                </c:pt>
                <c:pt idx="487403">
                  <c:v>53</c:v>
                </c:pt>
                <c:pt idx="487354">
                  <c:v>54</c:v>
                </c:pt>
                <c:pt idx="487305">
                  <c:v>55</c:v>
                </c:pt>
                <c:pt idx="487256">
                  <c:v>56</c:v>
                </c:pt>
                <c:pt idx="487207">
                  <c:v>57</c:v>
                </c:pt>
                <c:pt idx="487158">
                  <c:v>58</c:v>
                </c:pt>
                <c:pt idx="487109">
                  <c:v>59</c:v>
                </c:pt>
                <c:pt idx="487060">
                  <c:v>60</c:v>
                </c:pt>
                <c:pt idx="487011">
                  <c:v>61</c:v>
                </c:pt>
                <c:pt idx="486962">
                  <c:v>62</c:v>
                </c:pt>
                <c:pt idx="486913">
                  <c:v>63</c:v>
                </c:pt>
                <c:pt idx="486864">
                  <c:v>64</c:v>
                </c:pt>
                <c:pt idx="486815">
                  <c:v>65</c:v>
                </c:pt>
                <c:pt idx="486766">
                  <c:v>66</c:v>
                </c:pt>
                <c:pt idx="486717">
                  <c:v>67</c:v>
                </c:pt>
                <c:pt idx="486668">
                  <c:v>68</c:v>
                </c:pt>
                <c:pt idx="486619">
                  <c:v>69</c:v>
                </c:pt>
                <c:pt idx="486570">
                  <c:v>70</c:v>
                </c:pt>
                <c:pt idx="486521">
                  <c:v>71</c:v>
                </c:pt>
                <c:pt idx="486472">
                  <c:v>72</c:v>
                </c:pt>
                <c:pt idx="486423">
                  <c:v>73</c:v>
                </c:pt>
                <c:pt idx="486374">
                  <c:v>74</c:v>
                </c:pt>
                <c:pt idx="486325">
                  <c:v>75</c:v>
                </c:pt>
                <c:pt idx="486276">
                  <c:v>76</c:v>
                </c:pt>
                <c:pt idx="486227">
                  <c:v>77</c:v>
                </c:pt>
                <c:pt idx="486178">
                  <c:v>78</c:v>
                </c:pt>
                <c:pt idx="486129">
                  <c:v>79</c:v>
                </c:pt>
                <c:pt idx="486080">
                  <c:v>80</c:v>
                </c:pt>
                <c:pt idx="486031">
                  <c:v>81</c:v>
                </c:pt>
                <c:pt idx="485982">
                  <c:v>82</c:v>
                </c:pt>
                <c:pt idx="485933">
                  <c:v>83</c:v>
                </c:pt>
                <c:pt idx="485884">
                  <c:v>84</c:v>
                </c:pt>
                <c:pt idx="485835">
                  <c:v>85</c:v>
                </c:pt>
                <c:pt idx="485786">
                  <c:v>86</c:v>
                </c:pt>
                <c:pt idx="485737">
                  <c:v>87</c:v>
                </c:pt>
                <c:pt idx="485688">
                  <c:v>88</c:v>
                </c:pt>
                <c:pt idx="485639">
                  <c:v>89</c:v>
                </c:pt>
                <c:pt idx="485590">
                  <c:v>90</c:v>
                </c:pt>
                <c:pt idx="485541">
                  <c:v>91</c:v>
                </c:pt>
                <c:pt idx="485492">
                  <c:v>92</c:v>
                </c:pt>
                <c:pt idx="485443">
                  <c:v>93</c:v>
                </c:pt>
                <c:pt idx="485394">
                  <c:v>94</c:v>
                </c:pt>
                <c:pt idx="485345">
                  <c:v>95</c:v>
                </c:pt>
                <c:pt idx="485296">
                  <c:v>96</c:v>
                </c:pt>
                <c:pt idx="485247">
                  <c:v>97</c:v>
                </c:pt>
                <c:pt idx="485198">
                  <c:v>98</c:v>
                </c:pt>
                <c:pt idx="485149">
                  <c:v>99</c:v>
                </c:pt>
                <c:pt idx="485100">
                  <c:v>100</c:v>
                </c:pt>
                <c:pt idx="485051">
                  <c:v>101</c:v>
                </c:pt>
                <c:pt idx="485002">
                  <c:v>102</c:v>
                </c:pt>
                <c:pt idx="484953">
                  <c:v>103</c:v>
                </c:pt>
                <c:pt idx="484904">
                  <c:v>104</c:v>
                </c:pt>
                <c:pt idx="484855">
                  <c:v>105</c:v>
                </c:pt>
                <c:pt idx="484806">
                  <c:v>106</c:v>
                </c:pt>
                <c:pt idx="484757">
                  <c:v>107</c:v>
                </c:pt>
                <c:pt idx="484708">
                  <c:v>108</c:v>
                </c:pt>
                <c:pt idx="484659">
                  <c:v>109</c:v>
                </c:pt>
                <c:pt idx="484610">
                  <c:v>110</c:v>
                </c:pt>
                <c:pt idx="484561">
                  <c:v>111</c:v>
                </c:pt>
                <c:pt idx="484512">
                  <c:v>112</c:v>
                </c:pt>
                <c:pt idx="484463">
                  <c:v>113</c:v>
                </c:pt>
                <c:pt idx="484414">
                  <c:v>114</c:v>
                </c:pt>
                <c:pt idx="484365">
                  <c:v>115</c:v>
                </c:pt>
                <c:pt idx="484316">
                  <c:v>116</c:v>
                </c:pt>
                <c:pt idx="484267">
                  <c:v>117</c:v>
                </c:pt>
                <c:pt idx="484218">
                  <c:v>118</c:v>
                </c:pt>
                <c:pt idx="484169">
                  <c:v>119</c:v>
                </c:pt>
                <c:pt idx="484120">
                  <c:v>120</c:v>
                </c:pt>
                <c:pt idx="484071">
                  <c:v>121</c:v>
                </c:pt>
                <c:pt idx="484022">
                  <c:v>122</c:v>
                </c:pt>
                <c:pt idx="483973">
                  <c:v>123</c:v>
                </c:pt>
                <c:pt idx="483924">
                  <c:v>124</c:v>
                </c:pt>
                <c:pt idx="483875">
                  <c:v>125</c:v>
                </c:pt>
                <c:pt idx="483826">
                  <c:v>126</c:v>
                </c:pt>
                <c:pt idx="483777">
                  <c:v>127</c:v>
                </c:pt>
                <c:pt idx="483728">
                  <c:v>128</c:v>
                </c:pt>
                <c:pt idx="483679">
                  <c:v>129</c:v>
                </c:pt>
                <c:pt idx="483630">
                  <c:v>130</c:v>
                </c:pt>
                <c:pt idx="483581">
                  <c:v>131</c:v>
                </c:pt>
                <c:pt idx="483532">
                  <c:v>132</c:v>
                </c:pt>
                <c:pt idx="483483">
                  <c:v>133</c:v>
                </c:pt>
                <c:pt idx="483434">
                  <c:v>134</c:v>
                </c:pt>
                <c:pt idx="483385">
                  <c:v>135</c:v>
                </c:pt>
                <c:pt idx="483336">
                  <c:v>136</c:v>
                </c:pt>
                <c:pt idx="483287">
                  <c:v>137</c:v>
                </c:pt>
                <c:pt idx="483238">
                  <c:v>138</c:v>
                </c:pt>
                <c:pt idx="483189">
                  <c:v>139</c:v>
                </c:pt>
                <c:pt idx="483140">
                  <c:v>140</c:v>
                </c:pt>
                <c:pt idx="483091">
                  <c:v>141</c:v>
                </c:pt>
                <c:pt idx="483042">
                  <c:v>142</c:v>
                </c:pt>
                <c:pt idx="482993">
                  <c:v>143</c:v>
                </c:pt>
                <c:pt idx="482944">
                  <c:v>144</c:v>
                </c:pt>
                <c:pt idx="482895">
                  <c:v>145</c:v>
                </c:pt>
                <c:pt idx="482846">
                  <c:v>146</c:v>
                </c:pt>
                <c:pt idx="482797">
                  <c:v>147</c:v>
                </c:pt>
                <c:pt idx="482748">
                  <c:v>148</c:v>
                </c:pt>
                <c:pt idx="482699">
                  <c:v>149</c:v>
                </c:pt>
                <c:pt idx="482650">
                  <c:v>150</c:v>
                </c:pt>
                <c:pt idx="482601">
                  <c:v>151</c:v>
                </c:pt>
                <c:pt idx="482552">
                  <c:v>152</c:v>
                </c:pt>
                <c:pt idx="482503">
                  <c:v>153</c:v>
                </c:pt>
                <c:pt idx="482454">
                  <c:v>154</c:v>
                </c:pt>
                <c:pt idx="482405">
                  <c:v>155</c:v>
                </c:pt>
                <c:pt idx="482356">
                  <c:v>156</c:v>
                </c:pt>
                <c:pt idx="482307">
                  <c:v>157</c:v>
                </c:pt>
                <c:pt idx="482258">
                  <c:v>158</c:v>
                </c:pt>
                <c:pt idx="482209">
                  <c:v>159</c:v>
                </c:pt>
                <c:pt idx="482160">
                  <c:v>160</c:v>
                </c:pt>
                <c:pt idx="482111">
                  <c:v>161</c:v>
                </c:pt>
                <c:pt idx="482062">
                  <c:v>162</c:v>
                </c:pt>
                <c:pt idx="482013">
                  <c:v>163</c:v>
                </c:pt>
                <c:pt idx="481964">
                  <c:v>164</c:v>
                </c:pt>
                <c:pt idx="481915">
                  <c:v>165</c:v>
                </c:pt>
                <c:pt idx="481866">
                  <c:v>166</c:v>
                </c:pt>
                <c:pt idx="481817">
                  <c:v>167</c:v>
                </c:pt>
                <c:pt idx="481768">
                  <c:v>168</c:v>
                </c:pt>
                <c:pt idx="481719">
                  <c:v>169</c:v>
                </c:pt>
                <c:pt idx="481670">
                  <c:v>170</c:v>
                </c:pt>
                <c:pt idx="481621">
                  <c:v>171</c:v>
                </c:pt>
                <c:pt idx="481572">
                  <c:v>172</c:v>
                </c:pt>
                <c:pt idx="481523">
                  <c:v>173</c:v>
                </c:pt>
                <c:pt idx="481474">
                  <c:v>174</c:v>
                </c:pt>
                <c:pt idx="481425">
                  <c:v>175</c:v>
                </c:pt>
                <c:pt idx="481376">
                  <c:v>176</c:v>
                </c:pt>
                <c:pt idx="481327">
                  <c:v>177</c:v>
                </c:pt>
                <c:pt idx="481278">
                  <c:v>178</c:v>
                </c:pt>
                <c:pt idx="481229">
                  <c:v>179</c:v>
                </c:pt>
                <c:pt idx="481180">
                  <c:v>180</c:v>
                </c:pt>
                <c:pt idx="481131">
                  <c:v>181</c:v>
                </c:pt>
                <c:pt idx="481082">
                  <c:v>182</c:v>
                </c:pt>
                <c:pt idx="481033">
                  <c:v>183</c:v>
                </c:pt>
                <c:pt idx="480984">
                  <c:v>184</c:v>
                </c:pt>
                <c:pt idx="480935">
                  <c:v>185</c:v>
                </c:pt>
                <c:pt idx="480886">
                  <c:v>186</c:v>
                </c:pt>
                <c:pt idx="480837">
                  <c:v>187</c:v>
                </c:pt>
                <c:pt idx="480788">
                  <c:v>188</c:v>
                </c:pt>
                <c:pt idx="480739">
                  <c:v>189</c:v>
                </c:pt>
                <c:pt idx="480690">
                  <c:v>190</c:v>
                </c:pt>
                <c:pt idx="480641">
                  <c:v>191</c:v>
                </c:pt>
                <c:pt idx="480592">
                  <c:v>192</c:v>
                </c:pt>
                <c:pt idx="480543">
                  <c:v>193</c:v>
                </c:pt>
                <c:pt idx="480494">
                  <c:v>194</c:v>
                </c:pt>
                <c:pt idx="480445">
                  <c:v>195</c:v>
                </c:pt>
                <c:pt idx="480396">
                  <c:v>196</c:v>
                </c:pt>
                <c:pt idx="480347">
                  <c:v>197</c:v>
                </c:pt>
                <c:pt idx="480298">
                  <c:v>198</c:v>
                </c:pt>
                <c:pt idx="480249">
                  <c:v>199</c:v>
                </c:pt>
                <c:pt idx="480200">
                  <c:v>200</c:v>
                </c:pt>
                <c:pt idx="480151">
                  <c:v>201</c:v>
                </c:pt>
                <c:pt idx="480102">
                  <c:v>202</c:v>
                </c:pt>
                <c:pt idx="480053">
                  <c:v>203</c:v>
                </c:pt>
                <c:pt idx="480004">
                  <c:v>204</c:v>
                </c:pt>
                <c:pt idx="479955">
                  <c:v>205</c:v>
                </c:pt>
                <c:pt idx="479906">
                  <c:v>206</c:v>
                </c:pt>
                <c:pt idx="479857">
                  <c:v>207</c:v>
                </c:pt>
                <c:pt idx="479808">
                  <c:v>208</c:v>
                </c:pt>
                <c:pt idx="479759">
                  <c:v>209</c:v>
                </c:pt>
                <c:pt idx="479710">
                  <c:v>210</c:v>
                </c:pt>
                <c:pt idx="479661">
                  <c:v>211</c:v>
                </c:pt>
                <c:pt idx="479612">
                  <c:v>212</c:v>
                </c:pt>
                <c:pt idx="479563">
                  <c:v>213</c:v>
                </c:pt>
                <c:pt idx="479514">
                  <c:v>214</c:v>
                </c:pt>
                <c:pt idx="479465">
                  <c:v>215</c:v>
                </c:pt>
                <c:pt idx="479416">
                  <c:v>216</c:v>
                </c:pt>
                <c:pt idx="479367">
                  <c:v>217</c:v>
                </c:pt>
                <c:pt idx="479318">
                  <c:v>218</c:v>
                </c:pt>
                <c:pt idx="479269">
                  <c:v>219</c:v>
                </c:pt>
                <c:pt idx="479220">
                  <c:v>220</c:v>
                </c:pt>
                <c:pt idx="479171">
                  <c:v>221</c:v>
                </c:pt>
                <c:pt idx="479122">
                  <c:v>222</c:v>
                </c:pt>
                <c:pt idx="479073">
                  <c:v>223</c:v>
                </c:pt>
                <c:pt idx="479024">
                  <c:v>224</c:v>
                </c:pt>
                <c:pt idx="478975">
                  <c:v>225</c:v>
                </c:pt>
                <c:pt idx="478926">
                  <c:v>226</c:v>
                </c:pt>
                <c:pt idx="478877">
                  <c:v>227</c:v>
                </c:pt>
                <c:pt idx="478828">
                  <c:v>228</c:v>
                </c:pt>
                <c:pt idx="478779">
                  <c:v>229</c:v>
                </c:pt>
                <c:pt idx="478730">
                  <c:v>230</c:v>
                </c:pt>
                <c:pt idx="478681">
                  <c:v>231</c:v>
                </c:pt>
                <c:pt idx="478632">
                  <c:v>232</c:v>
                </c:pt>
                <c:pt idx="478583">
                  <c:v>233</c:v>
                </c:pt>
                <c:pt idx="478534">
                  <c:v>234</c:v>
                </c:pt>
                <c:pt idx="478485">
                  <c:v>235</c:v>
                </c:pt>
                <c:pt idx="478436">
                  <c:v>236</c:v>
                </c:pt>
                <c:pt idx="478387">
                  <c:v>237</c:v>
                </c:pt>
                <c:pt idx="478338">
                  <c:v>238</c:v>
                </c:pt>
                <c:pt idx="478289">
                  <c:v>239</c:v>
                </c:pt>
                <c:pt idx="478240">
                  <c:v>240</c:v>
                </c:pt>
                <c:pt idx="478191">
                  <c:v>241</c:v>
                </c:pt>
                <c:pt idx="478142">
                  <c:v>242</c:v>
                </c:pt>
                <c:pt idx="478093">
                  <c:v>243</c:v>
                </c:pt>
                <c:pt idx="478044">
                  <c:v>244</c:v>
                </c:pt>
                <c:pt idx="477995">
                  <c:v>245</c:v>
                </c:pt>
                <c:pt idx="477946">
                  <c:v>246</c:v>
                </c:pt>
                <c:pt idx="477897">
                  <c:v>247</c:v>
                </c:pt>
                <c:pt idx="477848">
                  <c:v>248</c:v>
                </c:pt>
                <c:pt idx="477799">
                  <c:v>249</c:v>
                </c:pt>
                <c:pt idx="477750">
                  <c:v>250</c:v>
                </c:pt>
                <c:pt idx="477701">
                  <c:v>251</c:v>
                </c:pt>
                <c:pt idx="477652">
                  <c:v>252</c:v>
                </c:pt>
                <c:pt idx="477603">
                  <c:v>253</c:v>
                </c:pt>
                <c:pt idx="477554">
                  <c:v>254</c:v>
                </c:pt>
                <c:pt idx="477505">
                  <c:v>255</c:v>
                </c:pt>
                <c:pt idx="477456">
                  <c:v>256</c:v>
                </c:pt>
                <c:pt idx="477407">
                  <c:v>257</c:v>
                </c:pt>
                <c:pt idx="477358">
                  <c:v>258</c:v>
                </c:pt>
                <c:pt idx="477309">
                  <c:v>259</c:v>
                </c:pt>
                <c:pt idx="477260">
                  <c:v>260</c:v>
                </c:pt>
                <c:pt idx="477211">
                  <c:v>261</c:v>
                </c:pt>
                <c:pt idx="477162">
                  <c:v>262</c:v>
                </c:pt>
                <c:pt idx="477113">
                  <c:v>263</c:v>
                </c:pt>
                <c:pt idx="477064">
                  <c:v>264</c:v>
                </c:pt>
                <c:pt idx="477015">
                  <c:v>265</c:v>
                </c:pt>
                <c:pt idx="476966">
                  <c:v>266</c:v>
                </c:pt>
                <c:pt idx="476917">
                  <c:v>267</c:v>
                </c:pt>
                <c:pt idx="476868">
                  <c:v>268</c:v>
                </c:pt>
                <c:pt idx="476819">
                  <c:v>269</c:v>
                </c:pt>
                <c:pt idx="476770">
                  <c:v>270</c:v>
                </c:pt>
                <c:pt idx="476721">
                  <c:v>271</c:v>
                </c:pt>
                <c:pt idx="476672">
                  <c:v>272</c:v>
                </c:pt>
                <c:pt idx="476623">
                  <c:v>273</c:v>
                </c:pt>
                <c:pt idx="476574">
                  <c:v>274</c:v>
                </c:pt>
                <c:pt idx="476525">
                  <c:v>275</c:v>
                </c:pt>
                <c:pt idx="476476">
                  <c:v>276</c:v>
                </c:pt>
                <c:pt idx="476427">
                  <c:v>277</c:v>
                </c:pt>
                <c:pt idx="476378">
                  <c:v>278</c:v>
                </c:pt>
                <c:pt idx="476329">
                  <c:v>279</c:v>
                </c:pt>
                <c:pt idx="476280">
                  <c:v>280</c:v>
                </c:pt>
                <c:pt idx="476231">
                  <c:v>281</c:v>
                </c:pt>
                <c:pt idx="476182">
                  <c:v>282</c:v>
                </c:pt>
                <c:pt idx="476133">
                  <c:v>283</c:v>
                </c:pt>
                <c:pt idx="476084">
                  <c:v>284</c:v>
                </c:pt>
                <c:pt idx="476035">
                  <c:v>285</c:v>
                </c:pt>
                <c:pt idx="475986">
                  <c:v>286</c:v>
                </c:pt>
                <c:pt idx="475937">
                  <c:v>287</c:v>
                </c:pt>
                <c:pt idx="475888">
                  <c:v>288</c:v>
                </c:pt>
                <c:pt idx="475839">
                  <c:v>289</c:v>
                </c:pt>
                <c:pt idx="475790">
                  <c:v>290</c:v>
                </c:pt>
                <c:pt idx="475741">
                  <c:v>291</c:v>
                </c:pt>
                <c:pt idx="475692">
                  <c:v>292</c:v>
                </c:pt>
                <c:pt idx="475643">
                  <c:v>293</c:v>
                </c:pt>
                <c:pt idx="475594">
                  <c:v>294</c:v>
                </c:pt>
                <c:pt idx="475545">
                  <c:v>295</c:v>
                </c:pt>
                <c:pt idx="475496">
                  <c:v>296</c:v>
                </c:pt>
                <c:pt idx="475447">
                  <c:v>297</c:v>
                </c:pt>
                <c:pt idx="475398">
                  <c:v>298</c:v>
                </c:pt>
                <c:pt idx="475349">
                  <c:v>299</c:v>
                </c:pt>
                <c:pt idx="475300">
                  <c:v>300</c:v>
                </c:pt>
                <c:pt idx="475251">
                  <c:v>301</c:v>
                </c:pt>
                <c:pt idx="475202">
                  <c:v>302</c:v>
                </c:pt>
                <c:pt idx="475153">
                  <c:v>303</c:v>
                </c:pt>
                <c:pt idx="475104">
                  <c:v>304</c:v>
                </c:pt>
                <c:pt idx="475055">
                  <c:v>305</c:v>
                </c:pt>
                <c:pt idx="475006">
                  <c:v>306</c:v>
                </c:pt>
                <c:pt idx="474957">
                  <c:v>307</c:v>
                </c:pt>
                <c:pt idx="474908">
                  <c:v>308</c:v>
                </c:pt>
                <c:pt idx="474859">
                  <c:v>309</c:v>
                </c:pt>
                <c:pt idx="474810">
                  <c:v>310</c:v>
                </c:pt>
                <c:pt idx="474761">
                  <c:v>311</c:v>
                </c:pt>
                <c:pt idx="474712">
                  <c:v>312</c:v>
                </c:pt>
                <c:pt idx="474663">
                  <c:v>313</c:v>
                </c:pt>
                <c:pt idx="474614">
                  <c:v>314</c:v>
                </c:pt>
                <c:pt idx="474565">
                  <c:v>315</c:v>
                </c:pt>
                <c:pt idx="474516">
                  <c:v>316</c:v>
                </c:pt>
                <c:pt idx="474467">
                  <c:v>317</c:v>
                </c:pt>
                <c:pt idx="474418">
                  <c:v>318</c:v>
                </c:pt>
                <c:pt idx="474369">
                  <c:v>319</c:v>
                </c:pt>
                <c:pt idx="474320">
                  <c:v>320</c:v>
                </c:pt>
                <c:pt idx="474271">
                  <c:v>321</c:v>
                </c:pt>
                <c:pt idx="474222">
                  <c:v>322</c:v>
                </c:pt>
                <c:pt idx="474173">
                  <c:v>323</c:v>
                </c:pt>
                <c:pt idx="474124">
                  <c:v>324</c:v>
                </c:pt>
                <c:pt idx="474075">
                  <c:v>325</c:v>
                </c:pt>
                <c:pt idx="474026">
                  <c:v>326</c:v>
                </c:pt>
                <c:pt idx="473977">
                  <c:v>327</c:v>
                </c:pt>
                <c:pt idx="473928">
                  <c:v>328</c:v>
                </c:pt>
                <c:pt idx="473879">
                  <c:v>329</c:v>
                </c:pt>
                <c:pt idx="473830">
                  <c:v>330</c:v>
                </c:pt>
                <c:pt idx="473781">
                  <c:v>331</c:v>
                </c:pt>
                <c:pt idx="473732">
                  <c:v>332</c:v>
                </c:pt>
                <c:pt idx="473683">
                  <c:v>333</c:v>
                </c:pt>
                <c:pt idx="473634">
                  <c:v>334</c:v>
                </c:pt>
                <c:pt idx="473585">
                  <c:v>335</c:v>
                </c:pt>
                <c:pt idx="473536">
                  <c:v>336</c:v>
                </c:pt>
                <c:pt idx="473487">
                  <c:v>337</c:v>
                </c:pt>
                <c:pt idx="473438">
                  <c:v>338</c:v>
                </c:pt>
                <c:pt idx="473389">
                  <c:v>339</c:v>
                </c:pt>
                <c:pt idx="473340">
                  <c:v>340</c:v>
                </c:pt>
                <c:pt idx="473291">
                  <c:v>341</c:v>
                </c:pt>
                <c:pt idx="473242">
                  <c:v>342</c:v>
                </c:pt>
                <c:pt idx="473193">
                  <c:v>343</c:v>
                </c:pt>
                <c:pt idx="473144">
                  <c:v>344</c:v>
                </c:pt>
                <c:pt idx="473095">
                  <c:v>345</c:v>
                </c:pt>
                <c:pt idx="473046">
                  <c:v>346</c:v>
                </c:pt>
                <c:pt idx="472997">
                  <c:v>347</c:v>
                </c:pt>
                <c:pt idx="472948">
                  <c:v>348</c:v>
                </c:pt>
                <c:pt idx="472899">
                  <c:v>349</c:v>
                </c:pt>
                <c:pt idx="472850">
                  <c:v>350</c:v>
                </c:pt>
                <c:pt idx="472801">
                  <c:v>351</c:v>
                </c:pt>
                <c:pt idx="472752">
                  <c:v>352</c:v>
                </c:pt>
                <c:pt idx="472703">
                  <c:v>353</c:v>
                </c:pt>
                <c:pt idx="472654">
                  <c:v>354</c:v>
                </c:pt>
                <c:pt idx="472605">
                  <c:v>355</c:v>
                </c:pt>
                <c:pt idx="472556">
                  <c:v>356</c:v>
                </c:pt>
                <c:pt idx="472507">
                  <c:v>357</c:v>
                </c:pt>
                <c:pt idx="472458">
                  <c:v>358</c:v>
                </c:pt>
                <c:pt idx="472409">
                  <c:v>359</c:v>
                </c:pt>
                <c:pt idx="472360">
                  <c:v>360</c:v>
                </c:pt>
                <c:pt idx="472311">
                  <c:v>361</c:v>
                </c:pt>
                <c:pt idx="472262">
                  <c:v>362</c:v>
                </c:pt>
                <c:pt idx="472213">
                  <c:v>363</c:v>
                </c:pt>
                <c:pt idx="472164">
                  <c:v>364</c:v>
                </c:pt>
                <c:pt idx="472115">
                  <c:v>365</c:v>
                </c:pt>
                <c:pt idx="472066">
                  <c:v>366</c:v>
                </c:pt>
                <c:pt idx="472017">
                  <c:v>367</c:v>
                </c:pt>
                <c:pt idx="471968">
                  <c:v>368</c:v>
                </c:pt>
                <c:pt idx="471919">
                  <c:v>369</c:v>
                </c:pt>
                <c:pt idx="471870">
                  <c:v>370</c:v>
                </c:pt>
                <c:pt idx="471821">
                  <c:v>371</c:v>
                </c:pt>
                <c:pt idx="471772">
                  <c:v>372</c:v>
                </c:pt>
                <c:pt idx="471723">
                  <c:v>373</c:v>
                </c:pt>
                <c:pt idx="471674">
                  <c:v>374</c:v>
                </c:pt>
                <c:pt idx="471625">
                  <c:v>375</c:v>
                </c:pt>
                <c:pt idx="471576">
                  <c:v>376</c:v>
                </c:pt>
                <c:pt idx="471527">
                  <c:v>377</c:v>
                </c:pt>
                <c:pt idx="471478">
                  <c:v>378</c:v>
                </c:pt>
                <c:pt idx="471429">
                  <c:v>379</c:v>
                </c:pt>
                <c:pt idx="471380">
                  <c:v>380</c:v>
                </c:pt>
                <c:pt idx="471331">
                  <c:v>381</c:v>
                </c:pt>
                <c:pt idx="471282">
                  <c:v>382</c:v>
                </c:pt>
                <c:pt idx="471233">
                  <c:v>383</c:v>
                </c:pt>
                <c:pt idx="471184">
                  <c:v>384</c:v>
                </c:pt>
                <c:pt idx="471135">
                  <c:v>385</c:v>
                </c:pt>
                <c:pt idx="471086">
                  <c:v>386</c:v>
                </c:pt>
                <c:pt idx="471037">
                  <c:v>387</c:v>
                </c:pt>
                <c:pt idx="470988">
                  <c:v>388</c:v>
                </c:pt>
                <c:pt idx="470939">
                  <c:v>389</c:v>
                </c:pt>
                <c:pt idx="470890">
                  <c:v>390</c:v>
                </c:pt>
                <c:pt idx="470841">
                  <c:v>391</c:v>
                </c:pt>
                <c:pt idx="470792">
                  <c:v>392</c:v>
                </c:pt>
                <c:pt idx="470743">
                  <c:v>393</c:v>
                </c:pt>
                <c:pt idx="470694">
                  <c:v>394</c:v>
                </c:pt>
                <c:pt idx="470645">
                  <c:v>395</c:v>
                </c:pt>
                <c:pt idx="470596">
                  <c:v>396</c:v>
                </c:pt>
                <c:pt idx="470547">
                  <c:v>397</c:v>
                </c:pt>
                <c:pt idx="470498">
                  <c:v>398</c:v>
                </c:pt>
                <c:pt idx="470449">
                  <c:v>399</c:v>
                </c:pt>
                <c:pt idx="470400">
                  <c:v>400</c:v>
                </c:pt>
                <c:pt idx="470351">
                  <c:v>401</c:v>
                </c:pt>
                <c:pt idx="470302">
                  <c:v>402</c:v>
                </c:pt>
                <c:pt idx="470253">
                  <c:v>403</c:v>
                </c:pt>
                <c:pt idx="470204">
                  <c:v>404</c:v>
                </c:pt>
                <c:pt idx="470155">
                  <c:v>405</c:v>
                </c:pt>
                <c:pt idx="470106">
                  <c:v>406</c:v>
                </c:pt>
                <c:pt idx="470057">
                  <c:v>407</c:v>
                </c:pt>
                <c:pt idx="470008">
                  <c:v>408</c:v>
                </c:pt>
                <c:pt idx="469959">
                  <c:v>409</c:v>
                </c:pt>
                <c:pt idx="469910">
                  <c:v>410</c:v>
                </c:pt>
                <c:pt idx="469861">
                  <c:v>411</c:v>
                </c:pt>
                <c:pt idx="469812">
                  <c:v>412</c:v>
                </c:pt>
                <c:pt idx="469763">
                  <c:v>413</c:v>
                </c:pt>
                <c:pt idx="469714">
                  <c:v>414</c:v>
                </c:pt>
                <c:pt idx="469665">
                  <c:v>415</c:v>
                </c:pt>
                <c:pt idx="469616">
                  <c:v>416</c:v>
                </c:pt>
                <c:pt idx="469567">
                  <c:v>417</c:v>
                </c:pt>
                <c:pt idx="469518">
                  <c:v>418</c:v>
                </c:pt>
                <c:pt idx="469469">
                  <c:v>419</c:v>
                </c:pt>
                <c:pt idx="469420">
                  <c:v>420</c:v>
                </c:pt>
                <c:pt idx="469371">
                  <c:v>421</c:v>
                </c:pt>
                <c:pt idx="469322">
                  <c:v>422</c:v>
                </c:pt>
                <c:pt idx="469273">
                  <c:v>423</c:v>
                </c:pt>
                <c:pt idx="469224">
                  <c:v>424</c:v>
                </c:pt>
                <c:pt idx="469175">
                  <c:v>425</c:v>
                </c:pt>
                <c:pt idx="469126">
                  <c:v>426</c:v>
                </c:pt>
                <c:pt idx="469077">
                  <c:v>427</c:v>
                </c:pt>
                <c:pt idx="469028">
                  <c:v>428</c:v>
                </c:pt>
                <c:pt idx="468979">
                  <c:v>429</c:v>
                </c:pt>
                <c:pt idx="468930">
                  <c:v>430</c:v>
                </c:pt>
                <c:pt idx="468881">
                  <c:v>431</c:v>
                </c:pt>
                <c:pt idx="468832">
                  <c:v>432</c:v>
                </c:pt>
                <c:pt idx="468783">
                  <c:v>433</c:v>
                </c:pt>
                <c:pt idx="468734">
                  <c:v>434</c:v>
                </c:pt>
                <c:pt idx="468685">
                  <c:v>435</c:v>
                </c:pt>
                <c:pt idx="468636">
                  <c:v>436</c:v>
                </c:pt>
                <c:pt idx="468587">
                  <c:v>437</c:v>
                </c:pt>
                <c:pt idx="468538">
                  <c:v>438</c:v>
                </c:pt>
                <c:pt idx="468489">
                  <c:v>439</c:v>
                </c:pt>
                <c:pt idx="468440">
                  <c:v>440</c:v>
                </c:pt>
                <c:pt idx="468391">
                  <c:v>441</c:v>
                </c:pt>
                <c:pt idx="468342">
                  <c:v>442</c:v>
                </c:pt>
                <c:pt idx="468293">
                  <c:v>443</c:v>
                </c:pt>
                <c:pt idx="468244">
                  <c:v>444</c:v>
                </c:pt>
                <c:pt idx="468195">
                  <c:v>445</c:v>
                </c:pt>
                <c:pt idx="468146">
                  <c:v>446</c:v>
                </c:pt>
                <c:pt idx="468097">
                  <c:v>447</c:v>
                </c:pt>
                <c:pt idx="468048">
                  <c:v>448</c:v>
                </c:pt>
                <c:pt idx="467999">
                  <c:v>449</c:v>
                </c:pt>
                <c:pt idx="467950">
                  <c:v>450</c:v>
                </c:pt>
                <c:pt idx="467901">
                  <c:v>451</c:v>
                </c:pt>
                <c:pt idx="467852">
                  <c:v>452</c:v>
                </c:pt>
                <c:pt idx="467803">
                  <c:v>453</c:v>
                </c:pt>
                <c:pt idx="467754">
                  <c:v>454</c:v>
                </c:pt>
                <c:pt idx="467705">
                  <c:v>455</c:v>
                </c:pt>
                <c:pt idx="467656">
                  <c:v>456</c:v>
                </c:pt>
                <c:pt idx="467607">
                  <c:v>457</c:v>
                </c:pt>
                <c:pt idx="467558">
                  <c:v>458</c:v>
                </c:pt>
                <c:pt idx="467509">
                  <c:v>459</c:v>
                </c:pt>
                <c:pt idx="467460">
                  <c:v>460</c:v>
                </c:pt>
                <c:pt idx="467411">
                  <c:v>461</c:v>
                </c:pt>
                <c:pt idx="467362">
                  <c:v>462</c:v>
                </c:pt>
                <c:pt idx="467313">
                  <c:v>463</c:v>
                </c:pt>
                <c:pt idx="467264">
                  <c:v>464</c:v>
                </c:pt>
                <c:pt idx="467215">
                  <c:v>465</c:v>
                </c:pt>
                <c:pt idx="467166">
                  <c:v>466</c:v>
                </c:pt>
                <c:pt idx="467117">
                  <c:v>467</c:v>
                </c:pt>
                <c:pt idx="467068">
                  <c:v>468</c:v>
                </c:pt>
                <c:pt idx="467019">
                  <c:v>469</c:v>
                </c:pt>
                <c:pt idx="466970">
                  <c:v>470</c:v>
                </c:pt>
                <c:pt idx="466921">
                  <c:v>471</c:v>
                </c:pt>
                <c:pt idx="466872">
                  <c:v>472</c:v>
                </c:pt>
                <c:pt idx="466823">
                  <c:v>473</c:v>
                </c:pt>
                <c:pt idx="466774">
                  <c:v>474</c:v>
                </c:pt>
                <c:pt idx="466725">
                  <c:v>475</c:v>
                </c:pt>
                <c:pt idx="466676">
                  <c:v>476</c:v>
                </c:pt>
                <c:pt idx="466627">
                  <c:v>477</c:v>
                </c:pt>
                <c:pt idx="466578">
                  <c:v>478</c:v>
                </c:pt>
                <c:pt idx="466529">
                  <c:v>479</c:v>
                </c:pt>
                <c:pt idx="466480">
                  <c:v>480</c:v>
                </c:pt>
                <c:pt idx="466431">
                  <c:v>481</c:v>
                </c:pt>
                <c:pt idx="466382">
                  <c:v>482</c:v>
                </c:pt>
                <c:pt idx="466333">
                  <c:v>483</c:v>
                </c:pt>
                <c:pt idx="466284">
                  <c:v>484</c:v>
                </c:pt>
                <c:pt idx="466235">
                  <c:v>485</c:v>
                </c:pt>
                <c:pt idx="466186">
                  <c:v>486</c:v>
                </c:pt>
                <c:pt idx="466137">
                  <c:v>487</c:v>
                </c:pt>
                <c:pt idx="466088">
                  <c:v>488</c:v>
                </c:pt>
                <c:pt idx="466039">
                  <c:v>489</c:v>
                </c:pt>
                <c:pt idx="465990">
                  <c:v>490</c:v>
                </c:pt>
                <c:pt idx="465941">
                  <c:v>491</c:v>
                </c:pt>
                <c:pt idx="465892">
                  <c:v>492</c:v>
                </c:pt>
                <c:pt idx="465843">
                  <c:v>493</c:v>
                </c:pt>
                <c:pt idx="465794">
                  <c:v>494</c:v>
                </c:pt>
                <c:pt idx="465745">
                  <c:v>495</c:v>
                </c:pt>
                <c:pt idx="465696">
                  <c:v>496</c:v>
                </c:pt>
                <c:pt idx="465647">
                  <c:v>497</c:v>
                </c:pt>
                <c:pt idx="465598">
                  <c:v>498</c:v>
                </c:pt>
                <c:pt idx="465549">
                  <c:v>499</c:v>
                </c:pt>
                <c:pt idx="465500">
                  <c:v>500</c:v>
                </c:pt>
                <c:pt idx="465451">
                  <c:v>501</c:v>
                </c:pt>
                <c:pt idx="465402">
                  <c:v>502</c:v>
                </c:pt>
                <c:pt idx="465353">
                  <c:v>503</c:v>
                </c:pt>
                <c:pt idx="465304">
                  <c:v>504</c:v>
                </c:pt>
                <c:pt idx="465255">
                  <c:v>505</c:v>
                </c:pt>
                <c:pt idx="465206">
                  <c:v>506</c:v>
                </c:pt>
                <c:pt idx="465157">
                  <c:v>507</c:v>
                </c:pt>
                <c:pt idx="465108">
                  <c:v>508</c:v>
                </c:pt>
                <c:pt idx="465059">
                  <c:v>509</c:v>
                </c:pt>
                <c:pt idx="465010">
                  <c:v>510</c:v>
                </c:pt>
                <c:pt idx="464961">
                  <c:v>511</c:v>
                </c:pt>
                <c:pt idx="464912">
                  <c:v>512</c:v>
                </c:pt>
                <c:pt idx="464863">
                  <c:v>513</c:v>
                </c:pt>
                <c:pt idx="464814">
                  <c:v>514</c:v>
                </c:pt>
                <c:pt idx="464765">
                  <c:v>515</c:v>
                </c:pt>
                <c:pt idx="464716">
                  <c:v>516</c:v>
                </c:pt>
                <c:pt idx="464667">
                  <c:v>517</c:v>
                </c:pt>
                <c:pt idx="464618">
                  <c:v>518</c:v>
                </c:pt>
                <c:pt idx="464569">
                  <c:v>519</c:v>
                </c:pt>
                <c:pt idx="464520">
                  <c:v>520</c:v>
                </c:pt>
                <c:pt idx="464471">
                  <c:v>521</c:v>
                </c:pt>
                <c:pt idx="464422">
                  <c:v>522</c:v>
                </c:pt>
                <c:pt idx="464373">
                  <c:v>523</c:v>
                </c:pt>
                <c:pt idx="464324">
                  <c:v>524</c:v>
                </c:pt>
                <c:pt idx="464275">
                  <c:v>525</c:v>
                </c:pt>
                <c:pt idx="464226">
                  <c:v>526</c:v>
                </c:pt>
                <c:pt idx="464177">
                  <c:v>527</c:v>
                </c:pt>
                <c:pt idx="464128">
                  <c:v>528</c:v>
                </c:pt>
                <c:pt idx="464079">
                  <c:v>529</c:v>
                </c:pt>
                <c:pt idx="464030">
                  <c:v>530</c:v>
                </c:pt>
                <c:pt idx="463981">
                  <c:v>531</c:v>
                </c:pt>
                <c:pt idx="463932">
                  <c:v>532</c:v>
                </c:pt>
                <c:pt idx="463883">
                  <c:v>533</c:v>
                </c:pt>
                <c:pt idx="463834">
                  <c:v>534</c:v>
                </c:pt>
                <c:pt idx="463785">
                  <c:v>535</c:v>
                </c:pt>
                <c:pt idx="463736">
                  <c:v>536</c:v>
                </c:pt>
                <c:pt idx="463687">
                  <c:v>537</c:v>
                </c:pt>
                <c:pt idx="463638">
                  <c:v>538</c:v>
                </c:pt>
                <c:pt idx="463589">
                  <c:v>539</c:v>
                </c:pt>
                <c:pt idx="463540">
                  <c:v>540</c:v>
                </c:pt>
                <c:pt idx="463491">
                  <c:v>541</c:v>
                </c:pt>
                <c:pt idx="463442">
                  <c:v>542</c:v>
                </c:pt>
                <c:pt idx="463393">
                  <c:v>543</c:v>
                </c:pt>
                <c:pt idx="463344">
                  <c:v>544</c:v>
                </c:pt>
                <c:pt idx="463295">
                  <c:v>545</c:v>
                </c:pt>
                <c:pt idx="463246">
                  <c:v>546</c:v>
                </c:pt>
                <c:pt idx="463197">
                  <c:v>547</c:v>
                </c:pt>
                <c:pt idx="463148">
                  <c:v>548</c:v>
                </c:pt>
                <c:pt idx="463099">
                  <c:v>549</c:v>
                </c:pt>
                <c:pt idx="463050">
                  <c:v>550</c:v>
                </c:pt>
                <c:pt idx="463001">
                  <c:v>551</c:v>
                </c:pt>
                <c:pt idx="462952">
                  <c:v>552</c:v>
                </c:pt>
                <c:pt idx="462903">
                  <c:v>553</c:v>
                </c:pt>
                <c:pt idx="462854">
                  <c:v>554</c:v>
                </c:pt>
                <c:pt idx="462805">
                  <c:v>555</c:v>
                </c:pt>
                <c:pt idx="462756">
                  <c:v>556</c:v>
                </c:pt>
                <c:pt idx="462707">
                  <c:v>557</c:v>
                </c:pt>
                <c:pt idx="462658">
                  <c:v>558</c:v>
                </c:pt>
                <c:pt idx="462609">
                  <c:v>559</c:v>
                </c:pt>
                <c:pt idx="462560">
                  <c:v>560</c:v>
                </c:pt>
                <c:pt idx="462511">
                  <c:v>561</c:v>
                </c:pt>
                <c:pt idx="462462">
                  <c:v>562</c:v>
                </c:pt>
                <c:pt idx="462413">
                  <c:v>563</c:v>
                </c:pt>
                <c:pt idx="462364">
                  <c:v>564</c:v>
                </c:pt>
                <c:pt idx="462315">
                  <c:v>565</c:v>
                </c:pt>
                <c:pt idx="462266">
                  <c:v>566</c:v>
                </c:pt>
                <c:pt idx="462217">
                  <c:v>567</c:v>
                </c:pt>
                <c:pt idx="462168">
                  <c:v>568</c:v>
                </c:pt>
                <c:pt idx="462119">
                  <c:v>569</c:v>
                </c:pt>
                <c:pt idx="462070">
                  <c:v>570</c:v>
                </c:pt>
                <c:pt idx="462021">
                  <c:v>571</c:v>
                </c:pt>
                <c:pt idx="461972">
                  <c:v>572</c:v>
                </c:pt>
                <c:pt idx="461923">
                  <c:v>573</c:v>
                </c:pt>
                <c:pt idx="461874">
                  <c:v>574</c:v>
                </c:pt>
                <c:pt idx="461825">
                  <c:v>575</c:v>
                </c:pt>
                <c:pt idx="461776">
                  <c:v>576</c:v>
                </c:pt>
                <c:pt idx="461727">
                  <c:v>577</c:v>
                </c:pt>
                <c:pt idx="461678">
                  <c:v>578</c:v>
                </c:pt>
                <c:pt idx="461629">
                  <c:v>579</c:v>
                </c:pt>
                <c:pt idx="461580">
                  <c:v>580</c:v>
                </c:pt>
                <c:pt idx="461531">
                  <c:v>581</c:v>
                </c:pt>
                <c:pt idx="461482">
                  <c:v>582</c:v>
                </c:pt>
                <c:pt idx="461433">
                  <c:v>583</c:v>
                </c:pt>
                <c:pt idx="461384">
                  <c:v>584</c:v>
                </c:pt>
                <c:pt idx="461335">
                  <c:v>585</c:v>
                </c:pt>
                <c:pt idx="461286">
                  <c:v>586</c:v>
                </c:pt>
                <c:pt idx="461237">
                  <c:v>587</c:v>
                </c:pt>
                <c:pt idx="461188">
                  <c:v>588</c:v>
                </c:pt>
                <c:pt idx="461139">
                  <c:v>589</c:v>
                </c:pt>
                <c:pt idx="461090">
                  <c:v>590</c:v>
                </c:pt>
                <c:pt idx="461041">
                  <c:v>591</c:v>
                </c:pt>
                <c:pt idx="460992">
                  <c:v>592</c:v>
                </c:pt>
                <c:pt idx="460943">
                  <c:v>593</c:v>
                </c:pt>
                <c:pt idx="460894">
                  <c:v>594</c:v>
                </c:pt>
                <c:pt idx="460845">
                  <c:v>595</c:v>
                </c:pt>
                <c:pt idx="460796">
                  <c:v>596</c:v>
                </c:pt>
                <c:pt idx="460747">
                  <c:v>597</c:v>
                </c:pt>
                <c:pt idx="460698">
                  <c:v>598</c:v>
                </c:pt>
                <c:pt idx="460649">
                  <c:v>599</c:v>
                </c:pt>
                <c:pt idx="460600">
                  <c:v>600</c:v>
                </c:pt>
                <c:pt idx="460551">
                  <c:v>601</c:v>
                </c:pt>
                <c:pt idx="460502">
                  <c:v>602</c:v>
                </c:pt>
                <c:pt idx="460453">
                  <c:v>603</c:v>
                </c:pt>
                <c:pt idx="460404">
                  <c:v>604</c:v>
                </c:pt>
                <c:pt idx="460355">
                  <c:v>605</c:v>
                </c:pt>
                <c:pt idx="460306">
                  <c:v>606</c:v>
                </c:pt>
                <c:pt idx="460257">
                  <c:v>607</c:v>
                </c:pt>
                <c:pt idx="460208">
                  <c:v>608</c:v>
                </c:pt>
                <c:pt idx="460159">
                  <c:v>609</c:v>
                </c:pt>
                <c:pt idx="460110">
                  <c:v>610</c:v>
                </c:pt>
                <c:pt idx="460061">
                  <c:v>611</c:v>
                </c:pt>
                <c:pt idx="460012">
                  <c:v>612</c:v>
                </c:pt>
                <c:pt idx="459963">
                  <c:v>613</c:v>
                </c:pt>
                <c:pt idx="459914">
                  <c:v>614</c:v>
                </c:pt>
                <c:pt idx="459865">
                  <c:v>615</c:v>
                </c:pt>
                <c:pt idx="459816">
                  <c:v>616</c:v>
                </c:pt>
                <c:pt idx="459767">
                  <c:v>617</c:v>
                </c:pt>
                <c:pt idx="459718">
                  <c:v>618</c:v>
                </c:pt>
                <c:pt idx="459669">
                  <c:v>619</c:v>
                </c:pt>
                <c:pt idx="459620">
                  <c:v>620</c:v>
                </c:pt>
                <c:pt idx="459571">
                  <c:v>621</c:v>
                </c:pt>
                <c:pt idx="459522">
                  <c:v>622</c:v>
                </c:pt>
                <c:pt idx="459473">
                  <c:v>623</c:v>
                </c:pt>
                <c:pt idx="459424">
                  <c:v>624</c:v>
                </c:pt>
                <c:pt idx="459375">
                  <c:v>625</c:v>
                </c:pt>
                <c:pt idx="459326">
                  <c:v>626</c:v>
                </c:pt>
                <c:pt idx="459277">
                  <c:v>627</c:v>
                </c:pt>
                <c:pt idx="459228">
                  <c:v>628</c:v>
                </c:pt>
                <c:pt idx="459179">
                  <c:v>629</c:v>
                </c:pt>
                <c:pt idx="459130">
                  <c:v>630</c:v>
                </c:pt>
                <c:pt idx="459081">
                  <c:v>631</c:v>
                </c:pt>
                <c:pt idx="459032">
                  <c:v>632</c:v>
                </c:pt>
                <c:pt idx="458983">
                  <c:v>633</c:v>
                </c:pt>
                <c:pt idx="458934">
                  <c:v>634</c:v>
                </c:pt>
                <c:pt idx="458885">
                  <c:v>635</c:v>
                </c:pt>
                <c:pt idx="458836">
                  <c:v>636</c:v>
                </c:pt>
                <c:pt idx="458787">
                  <c:v>637</c:v>
                </c:pt>
                <c:pt idx="458738">
                  <c:v>638</c:v>
                </c:pt>
                <c:pt idx="458689">
                  <c:v>639</c:v>
                </c:pt>
                <c:pt idx="458640">
                  <c:v>640</c:v>
                </c:pt>
                <c:pt idx="458591">
                  <c:v>641</c:v>
                </c:pt>
                <c:pt idx="458542">
                  <c:v>642</c:v>
                </c:pt>
                <c:pt idx="458493">
                  <c:v>643</c:v>
                </c:pt>
                <c:pt idx="458444">
                  <c:v>644</c:v>
                </c:pt>
                <c:pt idx="458395">
                  <c:v>645</c:v>
                </c:pt>
                <c:pt idx="458346">
                  <c:v>646</c:v>
                </c:pt>
                <c:pt idx="458297">
                  <c:v>647</c:v>
                </c:pt>
                <c:pt idx="458248">
                  <c:v>648</c:v>
                </c:pt>
                <c:pt idx="458199">
                  <c:v>649</c:v>
                </c:pt>
                <c:pt idx="458150">
                  <c:v>650</c:v>
                </c:pt>
                <c:pt idx="458101">
                  <c:v>651</c:v>
                </c:pt>
                <c:pt idx="458052">
                  <c:v>652</c:v>
                </c:pt>
                <c:pt idx="458003">
                  <c:v>653</c:v>
                </c:pt>
                <c:pt idx="457954">
                  <c:v>654</c:v>
                </c:pt>
                <c:pt idx="457905">
                  <c:v>655</c:v>
                </c:pt>
                <c:pt idx="457856">
                  <c:v>656</c:v>
                </c:pt>
                <c:pt idx="457807">
                  <c:v>657</c:v>
                </c:pt>
                <c:pt idx="457758">
                  <c:v>658</c:v>
                </c:pt>
                <c:pt idx="457709">
                  <c:v>659</c:v>
                </c:pt>
                <c:pt idx="457660">
                  <c:v>660</c:v>
                </c:pt>
                <c:pt idx="457611">
                  <c:v>661</c:v>
                </c:pt>
                <c:pt idx="457562">
                  <c:v>662</c:v>
                </c:pt>
                <c:pt idx="457513">
                  <c:v>663</c:v>
                </c:pt>
                <c:pt idx="457464">
                  <c:v>664</c:v>
                </c:pt>
                <c:pt idx="457415">
                  <c:v>665</c:v>
                </c:pt>
                <c:pt idx="457366">
                  <c:v>666</c:v>
                </c:pt>
                <c:pt idx="457317">
                  <c:v>667</c:v>
                </c:pt>
                <c:pt idx="457268">
                  <c:v>668</c:v>
                </c:pt>
                <c:pt idx="457219">
                  <c:v>669</c:v>
                </c:pt>
                <c:pt idx="457170">
                  <c:v>670</c:v>
                </c:pt>
                <c:pt idx="457121">
                  <c:v>671</c:v>
                </c:pt>
                <c:pt idx="457072">
                  <c:v>672</c:v>
                </c:pt>
                <c:pt idx="457023">
                  <c:v>673</c:v>
                </c:pt>
                <c:pt idx="456974">
                  <c:v>674</c:v>
                </c:pt>
                <c:pt idx="456925">
                  <c:v>675</c:v>
                </c:pt>
                <c:pt idx="456876">
                  <c:v>676</c:v>
                </c:pt>
                <c:pt idx="456827">
                  <c:v>677</c:v>
                </c:pt>
                <c:pt idx="456778">
                  <c:v>678</c:v>
                </c:pt>
                <c:pt idx="456729">
                  <c:v>679</c:v>
                </c:pt>
                <c:pt idx="456680">
                  <c:v>680</c:v>
                </c:pt>
                <c:pt idx="456631">
                  <c:v>681</c:v>
                </c:pt>
                <c:pt idx="456582">
                  <c:v>682</c:v>
                </c:pt>
                <c:pt idx="456533">
                  <c:v>683</c:v>
                </c:pt>
                <c:pt idx="456484">
                  <c:v>684</c:v>
                </c:pt>
                <c:pt idx="456435">
                  <c:v>685</c:v>
                </c:pt>
                <c:pt idx="456386">
                  <c:v>686</c:v>
                </c:pt>
                <c:pt idx="456337">
                  <c:v>687</c:v>
                </c:pt>
                <c:pt idx="456288">
                  <c:v>688</c:v>
                </c:pt>
                <c:pt idx="456239">
                  <c:v>689</c:v>
                </c:pt>
                <c:pt idx="456190">
                  <c:v>690</c:v>
                </c:pt>
                <c:pt idx="456141">
                  <c:v>691</c:v>
                </c:pt>
                <c:pt idx="456092">
                  <c:v>692</c:v>
                </c:pt>
                <c:pt idx="456043">
                  <c:v>693</c:v>
                </c:pt>
                <c:pt idx="455994">
                  <c:v>694</c:v>
                </c:pt>
                <c:pt idx="455945">
                  <c:v>695</c:v>
                </c:pt>
                <c:pt idx="455896">
                  <c:v>696</c:v>
                </c:pt>
                <c:pt idx="455847">
                  <c:v>697</c:v>
                </c:pt>
                <c:pt idx="455798">
                  <c:v>698</c:v>
                </c:pt>
                <c:pt idx="455749">
                  <c:v>699</c:v>
                </c:pt>
                <c:pt idx="455700">
                  <c:v>700</c:v>
                </c:pt>
                <c:pt idx="455651">
                  <c:v>701</c:v>
                </c:pt>
                <c:pt idx="455602">
                  <c:v>702</c:v>
                </c:pt>
                <c:pt idx="455553">
                  <c:v>703</c:v>
                </c:pt>
                <c:pt idx="455504">
                  <c:v>704</c:v>
                </c:pt>
                <c:pt idx="455455">
                  <c:v>705</c:v>
                </c:pt>
                <c:pt idx="455406">
                  <c:v>706</c:v>
                </c:pt>
                <c:pt idx="455357">
                  <c:v>707</c:v>
                </c:pt>
                <c:pt idx="455308">
                  <c:v>708</c:v>
                </c:pt>
                <c:pt idx="455259">
                  <c:v>709</c:v>
                </c:pt>
                <c:pt idx="455210">
                  <c:v>710</c:v>
                </c:pt>
                <c:pt idx="455161">
                  <c:v>711</c:v>
                </c:pt>
                <c:pt idx="455112">
                  <c:v>712</c:v>
                </c:pt>
                <c:pt idx="455063">
                  <c:v>713</c:v>
                </c:pt>
                <c:pt idx="455014">
                  <c:v>714</c:v>
                </c:pt>
                <c:pt idx="454965">
                  <c:v>715</c:v>
                </c:pt>
                <c:pt idx="454916">
                  <c:v>716</c:v>
                </c:pt>
                <c:pt idx="454867">
                  <c:v>717</c:v>
                </c:pt>
                <c:pt idx="454818">
                  <c:v>718</c:v>
                </c:pt>
                <c:pt idx="454769">
                  <c:v>719</c:v>
                </c:pt>
                <c:pt idx="454720">
                  <c:v>720</c:v>
                </c:pt>
                <c:pt idx="454671">
                  <c:v>721</c:v>
                </c:pt>
                <c:pt idx="454622">
                  <c:v>722</c:v>
                </c:pt>
                <c:pt idx="454573">
                  <c:v>723</c:v>
                </c:pt>
                <c:pt idx="454524">
                  <c:v>724</c:v>
                </c:pt>
                <c:pt idx="454475">
                  <c:v>725</c:v>
                </c:pt>
                <c:pt idx="454426">
                  <c:v>726</c:v>
                </c:pt>
                <c:pt idx="454377">
                  <c:v>727</c:v>
                </c:pt>
                <c:pt idx="454328">
                  <c:v>728</c:v>
                </c:pt>
                <c:pt idx="454279">
                  <c:v>729</c:v>
                </c:pt>
                <c:pt idx="454230">
                  <c:v>730</c:v>
                </c:pt>
                <c:pt idx="454181">
                  <c:v>731</c:v>
                </c:pt>
                <c:pt idx="454132">
                  <c:v>732</c:v>
                </c:pt>
                <c:pt idx="454083">
                  <c:v>733</c:v>
                </c:pt>
                <c:pt idx="454034">
                  <c:v>734</c:v>
                </c:pt>
                <c:pt idx="453985">
                  <c:v>735</c:v>
                </c:pt>
                <c:pt idx="453936">
                  <c:v>736</c:v>
                </c:pt>
                <c:pt idx="453887">
                  <c:v>737</c:v>
                </c:pt>
                <c:pt idx="453838">
                  <c:v>738</c:v>
                </c:pt>
                <c:pt idx="453789">
                  <c:v>739</c:v>
                </c:pt>
                <c:pt idx="453740">
                  <c:v>740</c:v>
                </c:pt>
                <c:pt idx="453691">
                  <c:v>741</c:v>
                </c:pt>
                <c:pt idx="453642">
                  <c:v>742</c:v>
                </c:pt>
                <c:pt idx="453593">
                  <c:v>743</c:v>
                </c:pt>
                <c:pt idx="453544">
                  <c:v>744</c:v>
                </c:pt>
                <c:pt idx="453495">
                  <c:v>745</c:v>
                </c:pt>
                <c:pt idx="453446">
                  <c:v>746</c:v>
                </c:pt>
                <c:pt idx="453397">
                  <c:v>747</c:v>
                </c:pt>
                <c:pt idx="453348">
                  <c:v>748</c:v>
                </c:pt>
                <c:pt idx="453299">
                  <c:v>749</c:v>
                </c:pt>
                <c:pt idx="453250">
                  <c:v>750</c:v>
                </c:pt>
                <c:pt idx="453201">
                  <c:v>751</c:v>
                </c:pt>
                <c:pt idx="453152">
                  <c:v>752</c:v>
                </c:pt>
                <c:pt idx="453103">
                  <c:v>753</c:v>
                </c:pt>
                <c:pt idx="453054">
                  <c:v>754</c:v>
                </c:pt>
                <c:pt idx="453005">
                  <c:v>755</c:v>
                </c:pt>
                <c:pt idx="452956">
                  <c:v>756</c:v>
                </c:pt>
                <c:pt idx="452907">
                  <c:v>757</c:v>
                </c:pt>
                <c:pt idx="452858">
                  <c:v>758</c:v>
                </c:pt>
                <c:pt idx="452809">
                  <c:v>759</c:v>
                </c:pt>
                <c:pt idx="452760">
                  <c:v>760</c:v>
                </c:pt>
                <c:pt idx="452711">
                  <c:v>761</c:v>
                </c:pt>
                <c:pt idx="452662">
                  <c:v>762</c:v>
                </c:pt>
                <c:pt idx="452613">
                  <c:v>763</c:v>
                </c:pt>
                <c:pt idx="452564">
                  <c:v>764</c:v>
                </c:pt>
                <c:pt idx="452515">
                  <c:v>765</c:v>
                </c:pt>
                <c:pt idx="452466">
                  <c:v>766</c:v>
                </c:pt>
                <c:pt idx="452417">
                  <c:v>767</c:v>
                </c:pt>
                <c:pt idx="452368">
                  <c:v>768</c:v>
                </c:pt>
                <c:pt idx="452319">
                  <c:v>769</c:v>
                </c:pt>
                <c:pt idx="452270">
                  <c:v>770</c:v>
                </c:pt>
                <c:pt idx="452221">
                  <c:v>771</c:v>
                </c:pt>
                <c:pt idx="452172">
                  <c:v>772</c:v>
                </c:pt>
                <c:pt idx="452123">
                  <c:v>773</c:v>
                </c:pt>
                <c:pt idx="452074">
                  <c:v>774</c:v>
                </c:pt>
                <c:pt idx="452025">
                  <c:v>775</c:v>
                </c:pt>
                <c:pt idx="451976">
                  <c:v>776</c:v>
                </c:pt>
                <c:pt idx="451927">
                  <c:v>777</c:v>
                </c:pt>
                <c:pt idx="451878">
                  <c:v>778</c:v>
                </c:pt>
                <c:pt idx="451829">
                  <c:v>779</c:v>
                </c:pt>
                <c:pt idx="451780">
                  <c:v>780</c:v>
                </c:pt>
                <c:pt idx="451731">
                  <c:v>781</c:v>
                </c:pt>
                <c:pt idx="451682">
                  <c:v>782</c:v>
                </c:pt>
                <c:pt idx="451633">
                  <c:v>783</c:v>
                </c:pt>
                <c:pt idx="451584">
                  <c:v>784</c:v>
                </c:pt>
                <c:pt idx="451535">
                  <c:v>785</c:v>
                </c:pt>
                <c:pt idx="451486">
                  <c:v>786</c:v>
                </c:pt>
                <c:pt idx="451437">
                  <c:v>787</c:v>
                </c:pt>
                <c:pt idx="451388">
                  <c:v>788</c:v>
                </c:pt>
                <c:pt idx="451339">
                  <c:v>789</c:v>
                </c:pt>
                <c:pt idx="451290">
                  <c:v>790</c:v>
                </c:pt>
                <c:pt idx="451241">
                  <c:v>791</c:v>
                </c:pt>
                <c:pt idx="451192">
                  <c:v>792</c:v>
                </c:pt>
                <c:pt idx="451143">
                  <c:v>793</c:v>
                </c:pt>
                <c:pt idx="451094">
                  <c:v>794</c:v>
                </c:pt>
                <c:pt idx="451045">
                  <c:v>795</c:v>
                </c:pt>
                <c:pt idx="450996">
                  <c:v>796</c:v>
                </c:pt>
                <c:pt idx="450947">
                  <c:v>797</c:v>
                </c:pt>
                <c:pt idx="450898">
                  <c:v>798</c:v>
                </c:pt>
                <c:pt idx="450849">
                  <c:v>799</c:v>
                </c:pt>
                <c:pt idx="450800">
                  <c:v>800</c:v>
                </c:pt>
                <c:pt idx="450751">
                  <c:v>801</c:v>
                </c:pt>
                <c:pt idx="450702">
                  <c:v>802</c:v>
                </c:pt>
                <c:pt idx="450653">
                  <c:v>803</c:v>
                </c:pt>
                <c:pt idx="450604">
                  <c:v>804</c:v>
                </c:pt>
                <c:pt idx="450555">
                  <c:v>805</c:v>
                </c:pt>
                <c:pt idx="450506">
                  <c:v>806</c:v>
                </c:pt>
                <c:pt idx="450457">
                  <c:v>807</c:v>
                </c:pt>
                <c:pt idx="450408">
                  <c:v>808</c:v>
                </c:pt>
                <c:pt idx="450359">
                  <c:v>809</c:v>
                </c:pt>
                <c:pt idx="450310">
                  <c:v>810</c:v>
                </c:pt>
                <c:pt idx="450261">
                  <c:v>811</c:v>
                </c:pt>
                <c:pt idx="450212">
                  <c:v>812</c:v>
                </c:pt>
                <c:pt idx="450163">
                  <c:v>813</c:v>
                </c:pt>
                <c:pt idx="450114">
                  <c:v>814</c:v>
                </c:pt>
                <c:pt idx="450065">
                  <c:v>815</c:v>
                </c:pt>
                <c:pt idx="450016">
                  <c:v>816</c:v>
                </c:pt>
                <c:pt idx="449967">
                  <c:v>817</c:v>
                </c:pt>
                <c:pt idx="449918">
                  <c:v>818</c:v>
                </c:pt>
                <c:pt idx="449869">
                  <c:v>819</c:v>
                </c:pt>
                <c:pt idx="449820">
                  <c:v>820</c:v>
                </c:pt>
                <c:pt idx="449771">
                  <c:v>821</c:v>
                </c:pt>
                <c:pt idx="449722">
                  <c:v>822</c:v>
                </c:pt>
                <c:pt idx="449673">
                  <c:v>823</c:v>
                </c:pt>
                <c:pt idx="449624">
                  <c:v>824</c:v>
                </c:pt>
                <c:pt idx="449575">
                  <c:v>825</c:v>
                </c:pt>
                <c:pt idx="449526">
                  <c:v>826</c:v>
                </c:pt>
                <c:pt idx="449477">
                  <c:v>827</c:v>
                </c:pt>
                <c:pt idx="449428">
                  <c:v>828</c:v>
                </c:pt>
                <c:pt idx="449379">
                  <c:v>829</c:v>
                </c:pt>
                <c:pt idx="449330">
                  <c:v>830</c:v>
                </c:pt>
                <c:pt idx="449281">
                  <c:v>831</c:v>
                </c:pt>
                <c:pt idx="449232">
                  <c:v>832</c:v>
                </c:pt>
                <c:pt idx="449183">
                  <c:v>833</c:v>
                </c:pt>
                <c:pt idx="449134">
                  <c:v>834</c:v>
                </c:pt>
                <c:pt idx="449085">
                  <c:v>835</c:v>
                </c:pt>
                <c:pt idx="449036">
                  <c:v>836</c:v>
                </c:pt>
                <c:pt idx="448987">
                  <c:v>837</c:v>
                </c:pt>
                <c:pt idx="448938">
                  <c:v>838</c:v>
                </c:pt>
                <c:pt idx="448889">
                  <c:v>839</c:v>
                </c:pt>
                <c:pt idx="448840">
                  <c:v>840</c:v>
                </c:pt>
                <c:pt idx="448791">
                  <c:v>841</c:v>
                </c:pt>
                <c:pt idx="448742">
                  <c:v>842</c:v>
                </c:pt>
                <c:pt idx="448693">
                  <c:v>843</c:v>
                </c:pt>
                <c:pt idx="448644">
                  <c:v>844</c:v>
                </c:pt>
                <c:pt idx="448595">
                  <c:v>845</c:v>
                </c:pt>
                <c:pt idx="448546">
                  <c:v>846</c:v>
                </c:pt>
                <c:pt idx="448497">
                  <c:v>847</c:v>
                </c:pt>
                <c:pt idx="448448">
                  <c:v>848</c:v>
                </c:pt>
                <c:pt idx="448399">
                  <c:v>849</c:v>
                </c:pt>
                <c:pt idx="448350">
                  <c:v>850</c:v>
                </c:pt>
                <c:pt idx="448301">
                  <c:v>851</c:v>
                </c:pt>
                <c:pt idx="448252">
                  <c:v>852</c:v>
                </c:pt>
                <c:pt idx="448203">
                  <c:v>853</c:v>
                </c:pt>
                <c:pt idx="448154">
                  <c:v>854</c:v>
                </c:pt>
                <c:pt idx="448105">
                  <c:v>855</c:v>
                </c:pt>
                <c:pt idx="448056">
                  <c:v>856</c:v>
                </c:pt>
                <c:pt idx="448007">
                  <c:v>857</c:v>
                </c:pt>
                <c:pt idx="447958">
                  <c:v>858</c:v>
                </c:pt>
                <c:pt idx="447909">
                  <c:v>859</c:v>
                </c:pt>
                <c:pt idx="447860">
                  <c:v>860</c:v>
                </c:pt>
                <c:pt idx="447811">
                  <c:v>861</c:v>
                </c:pt>
                <c:pt idx="447762">
                  <c:v>862</c:v>
                </c:pt>
                <c:pt idx="447713">
                  <c:v>863</c:v>
                </c:pt>
                <c:pt idx="447664">
                  <c:v>864</c:v>
                </c:pt>
                <c:pt idx="447615">
                  <c:v>865</c:v>
                </c:pt>
                <c:pt idx="447566">
                  <c:v>866</c:v>
                </c:pt>
                <c:pt idx="447517">
                  <c:v>867</c:v>
                </c:pt>
                <c:pt idx="447468">
                  <c:v>868</c:v>
                </c:pt>
                <c:pt idx="447419">
                  <c:v>869</c:v>
                </c:pt>
                <c:pt idx="447370">
                  <c:v>870</c:v>
                </c:pt>
                <c:pt idx="447321">
                  <c:v>871</c:v>
                </c:pt>
                <c:pt idx="447272">
                  <c:v>872</c:v>
                </c:pt>
                <c:pt idx="447223">
                  <c:v>873</c:v>
                </c:pt>
                <c:pt idx="447174">
                  <c:v>874</c:v>
                </c:pt>
                <c:pt idx="447125">
                  <c:v>875</c:v>
                </c:pt>
                <c:pt idx="447076">
                  <c:v>876</c:v>
                </c:pt>
                <c:pt idx="447027">
                  <c:v>877</c:v>
                </c:pt>
                <c:pt idx="446978">
                  <c:v>878</c:v>
                </c:pt>
                <c:pt idx="446929">
                  <c:v>879</c:v>
                </c:pt>
                <c:pt idx="446880">
                  <c:v>880</c:v>
                </c:pt>
                <c:pt idx="446831">
                  <c:v>881</c:v>
                </c:pt>
                <c:pt idx="446782">
                  <c:v>882</c:v>
                </c:pt>
                <c:pt idx="446733">
                  <c:v>883</c:v>
                </c:pt>
                <c:pt idx="446684">
                  <c:v>884</c:v>
                </c:pt>
                <c:pt idx="446635">
                  <c:v>885</c:v>
                </c:pt>
                <c:pt idx="446586">
                  <c:v>886</c:v>
                </c:pt>
                <c:pt idx="446537">
                  <c:v>887</c:v>
                </c:pt>
                <c:pt idx="446488">
                  <c:v>888</c:v>
                </c:pt>
                <c:pt idx="446439">
                  <c:v>889</c:v>
                </c:pt>
                <c:pt idx="446390">
                  <c:v>890</c:v>
                </c:pt>
                <c:pt idx="446341">
                  <c:v>891</c:v>
                </c:pt>
                <c:pt idx="446292">
                  <c:v>892</c:v>
                </c:pt>
                <c:pt idx="446243">
                  <c:v>893</c:v>
                </c:pt>
                <c:pt idx="446194">
                  <c:v>894</c:v>
                </c:pt>
                <c:pt idx="446145">
                  <c:v>895</c:v>
                </c:pt>
                <c:pt idx="446096">
                  <c:v>896</c:v>
                </c:pt>
                <c:pt idx="446047">
                  <c:v>897</c:v>
                </c:pt>
                <c:pt idx="445998">
                  <c:v>898</c:v>
                </c:pt>
                <c:pt idx="445949">
                  <c:v>899</c:v>
                </c:pt>
                <c:pt idx="445900">
                  <c:v>900</c:v>
                </c:pt>
                <c:pt idx="445851">
                  <c:v>901</c:v>
                </c:pt>
                <c:pt idx="445802">
                  <c:v>902</c:v>
                </c:pt>
                <c:pt idx="445753">
                  <c:v>903</c:v>
                </c:pt>
                <c:pt idx="445704">
                  <c:v>904</c:v>
                </c:pt>
                <c:pt idx="445655">
                  <c:v>905</c:v>
                </c:pt>
                <c:pt idx="445606">
                  <c:v>906</c:v>
                </c:pt>
                <c:pt idx="445557">
                  <c:v>907</c:v>
                </c:pt>
                <c:pt idx="445508">
                  <c:v>908</c:v>
                </c:pt>
                <c:pt idx="445459">
                  <c:v>909</c:v>
                </c:pt>
                <c:pt idx="445410">
                  <c:v>910</c:v>
                </c:pt>
                <c:pt idx="445361">
                  <c:v>911</c:v>
                </c:pt>
                <c:pt idx="445312">
                  <c:v>912</c:v>
                </c:pt>
                <c:pt idx="445263">
                  <c:v>913</c:v>
                </c:pt>
                <c:pt idx="445214">
                  <c:v>914</c:v>
                </c:pt>
                <c:pt idx="445165">
                  <c:v>915</c:v>
                </c:pt>
                <c:pt idx="445116">
                  <c:v>916</c:v>
                </c:pt>
                <c:pt idx="445067">
                  <c:v>917</c:v>
                </c:pt>
                <c:pt idx="445018">
                  <c:v>918</c:v>
                </c:pt>
                <c:pt idx="444969">
                  <c:v>919</c:v>
                </c:pt>
                <c:pt idx="444920">
                  <c:v>920</c:v>
                </c:pt>
                <c:pt idx="444871">
                  <c:v>921</c:v>
                </c:pt>
                <c:pt idx="444822">
                  <c:v>922</c:v>
                </c:pt>
                <c:pt idx="444773">
                  <c:v>923</c:v>
                </c:pt>
                <c:pt idx="444724">
                  <c:v>924</c:v>
                </c:pt>
                <c:pt idx="444675">
                  <c:v>925</c:v>
                </c:pt>
                <c:pt idx="444626">
                  <c:v>926</c:v>
                </c:pt>
                <c:pt idx="444577">
                  <c:v>927</c:v>
                </c:pt>
                <c:pt idx="444528">
                  <c:v>928</c:v>
                </c:pt>
                <c:pt idx="444479">
                  <c:v>929</c:v>
                </c:pt>
                <c:pt idx="444430">
                  <c:v>930</c:v>
                </c:pt>
                <c:pt idx="444381">
                  <c:v>931</c:v>
                </c:pt>
                <c:pt idx="444332">
                  <c:v>932</c:v>
                </c:pt>
                <c:pt idx="444283">
                  <c:v>933</c:v>
                </c:pt>
                <c:pt idx="444234">
                  <c:v>934</c:v>
                </c:pt>
                <c:pt idx="444185">
                  <c:v>935</c:v>
                </c:pt>
                <c:pt idx="444136">
                  <c:v>936</c:v>
                </c:pt>
                <c:pt idx="444087">
                  <c:v>937</c:v>
                </c:pt>
                <c:pt idx="444038">
                  <c:v>938</c:v>
                </c:pt>
                <c:pt idx="443989">
                  <c:v>939</c:v>
                </c:pt>
                <c:pt idx="443940">
                  <c:v>940</c:v>
                </c:pt>
                <c:pt idx="443891">
                  <c:v>941</c:v>
                </c:pt>
                <c:pt idx="443842">
                  <c:v>942</c:v>
                </c:pt>
                <c:pt idx="443793">
                  <c:v>943</c:v>
                </c:pt>
                <c:pt idx="443744">
                  <c:v>944</c:v>
                </c:pt>
                <c:pt idx="443695">
                  <c:v>945</c:v>
                </c:pt>
                <c:pt idx="443646">
                  <c:v>946</c:v>
                </c:pt>
                <c:pt idx="443597">
                  <c:v>947</c:v>
                </c:pt>
                <c:pt idx="443548">
                  <c:v>948</c:v>
                </c:pt>
                <c:pt idx="443499">
                  <c:v>949</c:v>
                </c:pt>
                <c:pt idx="443450">
                  <c:v>950</c:v>
                </c:pt>
                <c:pt idx="443401">
                  <c:v>951</c:v>
                </c:pt>
                <c:pt idx="443352">
                  <c:v>952</c:v>
                </c:pt>
                <c:pt idx="443303">
                  <c:v>953</c:v>
                </c:pt>
                <c:pt idx="443254">
                  <c:v>954</c:v>
                </c:pt>
                <c:pt idx="443205">
                  <c:v>955</c:v>
                </c:pt>
                <c:pt idx="443156">
                  <c:v>956</c:v>
                </c:pt>
                <c:pt idx="443107">
                  <c:v>957</c:v>
                </c:pt>
                <c:pt idx="443058">
                  <c:v>958</c:v>
                </c:pt>
                <c:pt idx="443009">
                  <c:v>959</c:v>
                </c:pt>
                <c:pt idx="442960">
                  <c:v>960</c:v>
                </c:pt>
                <c:pt idx="442911">
                  <c:v>961</c:v>
                </c:pt>
                <c:pt idx="442862">
                  <c:v>962</c:v>
                </c:pt>
                <c:pt idx="442813">
                  <c:v>963</c:v>
                </c:pt>
                <c:pt idx="442764">
                  <c:v>964</c:v>
                </c:pt>
                <c:pt idx="442715">
                  <c:v>965</c:v>
                </c:pt>
                <c:pt idx="442666">
                  <c:v>966</c:v>
                </c:pt>
                <c:pt idx="442617">
                  <c:v>967</c:v>
                </c:pt>
                <c:pt idx="442568">
                  <c:v>968</c:v>
                </c:pt>
                <c:pt idx="442519">
                  <c:v>969</c:v>
                </c:pt>
                <c:pt idx="442470">
                  <c:v>970</c:v>
                </c:pt>
                <c:pt idx="442421">
                  <c:v>971</c:v>
                </c:pt>
                <c:pt idx="442372">
                  <c:v>972</c:v>
                </c:pt>
                <c:pt idx="442323">
                  <c:v>973</c:v>
                </c:pt>
                <c:pt idx="442274">
                  <c:v>974</c:v>
                </c:pt>
                <c:pt idx="442225">
                  <c:v>975</c:v>
                </c:pt>
                <c:pt idx="442176">
                  <c:v>976</c:v>
                </c:pt>
                <c:pt idx="442127">
                  <c:v>977</c:v>
                </c:pt>
                <c:pt idx="442078">
                  <c:v>978</c:v>
                </c:pt>
                <c:pt idx="442029">
                  <c:v>979</c:v>
                </c:pt>
                <c:pt idx="441980">
                  <c:v>980</c:v>
                </c:pt>
                <c:pt idx="441931">
                  <c:v>981</c:v>
                </c:pt>
                <c:pt idx="441882">
                  <c:v>982</c:v>
                </c:pt>
                <c:pt idx="441833">
                  <c:v>983</c:v>
                </c:pt>
                <c:pt idx="441784">
                  <c:v>984</c:v>
                </c:pt>
                <c:pt idx="441735">
                  <c:v>985</c:v>
                </c:pt>
                <c:pt idx="441686">
                  <c:v>986</c:v>
                </c:pt>
                <c:pt idx="441637">
                  <c:v>987</c:v>
                </c:pt>
                <c:pt idx="441588">
                  <c:v>988</c:v>
                </c:pt>
                <c:pt idx="441539">
                  <c:v>989</c:v>
                </c:pt>
                <c:pt idx="441490">
                  <c:v>990</c:v>
                </c:pt>
                <c:pt idx="441441">
                  <c:v>991</c:v>
                </c:pt>
                <c:pt idx="441392">
                  <c:v>992</c:v>
                </c:pt>
                <c:pt idx="441343">
                  <c:v>993</c:v>
                </c:pt>
                <c:pt idx="441294">
                  <c:v>994</c:v>
                </c:pt>
                <c:pt idx="441245">
                  <c:v>995</c:v>
                </c:pt>
                <c:pt idx="441196">
                  <c:v>996</c:v>
                </c:pt>
                <c:pt idx="441147">
                  <c:v>997</c:v>
                </c:pt>
                <c:pt idx="441098">
                  <c:v>998</c:v>
                </c:pt>
                <c:pt idx="441049">
                  <c:v>999</c:v>
                </c:pt>
                <c:pt idx="441000">
                  <c:v>1000</c:v>
                </c:pt>
                <c:pt idx="440951">
                  <c:v>1001</c:v>
                </c:pt>
                <c:pt idx="440902">
                  <c:v>1002</c:v>
                </c:pt>
                <c:pt idx="440853">
                  <c:v>1003</c:v>
                </c:pt>
                <c:pt idx="440804">
                  <c:v>1004</c:v>
                </c:pt>
                <c:pt idx="440755">
                  <c:v>1005</c:v>
                </c:pt>
                <c:pt idx="440706">
                  <c:v>1006</c:v>
                </c:pt>
                <c:pt idx="440657">
                  <c:v>1007</c:v>
                </c:pt>
                <c:pt idx="440608">
                  <c:v>1008</c:v>
                </c:pt>
                <c:pt idx="440559">
                  <c:v>1009</c:v>
                </c:pt>
                <c:pt idx="440510">
                  <c:v>1010</c:v>
                </c:pt>
                <c:pt idx="440461">
                  <c:v>1011</c:v>
                </c:pt>
                <c:pt idx="440412">
                  <c:v>1012</c:v>
                </c:pt>
                <c:pt idx="440363">
                  <c:v>1013</c:v>
                </c:pt>
                <c:pt idx="440314">
                  <c:v>1014</c:v>
                </c:pt>
                <c:pt idx="440265">
                  <c:v>1015</c:v>
                </c:pt>
                <c:pt idx="440216">
                  <c:v>1016</c:v>
                </c:pt>
                <c:pt idx="440167">
                  <c:v>1017</c:v>
                </c:pt>
                <c:pt idx="440118">
                  <c:v>1018</c:v>
                </c:pt>
                <c:pt idx="440069">
                  <c:v>1019</c:v>
                </c:pt>
                <c:pt idx="440020">
                  <c:v>1020</c:v>
                </c:pt>
                <c:pt idx="439971">
                  <c:v>1021</c:v>
                </c:pt>
                <c:pt idx="439922">
                  <c:v>1022</c:v>
                </c:pt>
                <c:pt idx="439873">
                  <c:v>1023</c:v>
                </c:pt>
                <c:pt idx="439824">
                  <c:v>1024</c:v>
                </c:pt>
                <c:pt idx="439775">
                  <c:v>1025</c:v>
                </c:pt>
                <c:pt idx="439726">
                  <c:v>1026</c:v>
                </c:pt>
                <c:pt idx="439677">
                  <c:v>1027</c:v>
                </c:pt>
                <c:pt idx="439628">
                  <c:v>1028</c:v>
                </c:pt>
                <c:pt idx="439579">
                  <c:v>1029</c:v>
                </c:pt>
                <c:pt idx="439530">
                  <c:v>1030</c:v>
                </c:pt>
                <c:pt idx="439481">
                  <c:v>1031</c:v>
                </c:pt>
                <c:pt idx="439432">
                  <c:v>1032</c:v>
                </c:pt>
                <c:pt idx="439383">
                  <c:v>1033</c:v>
                </c:pt>
                <c:pt idx="439334">
                  <c:v>1034</c:v>
                </c:pt>
                <c:pt idx="439285">
                  <c:v>1035</c:v>
                </c:pt>
                <c:pt idx="439236">
                  <c:v>1036</c:v>
                </c:pt>
                <c:pt idx="439187">
                  <c:v>1037</c:v>
                </c:pt>
                <c:pt idx="439138">
                  <c:v>1038</c:v>
                </c:pt>
                <c:pt idx="439089">
                  <c:v>1039</c:v>
                </c:pt>
                <c:pt idx="439040">
                  <c:v>1040</c:v>
                </c:pt>
                <c:pt idx="438991">
                  <c:v>1041</c:v>
                </c:pt>
                <c:pt idx="438942">
                  <c:v>1042</c:v>
                </c:pt>
                <c:pt idx="438893">
                  <c:v>1043</c:v>
                </c:pt>
                <c:pt idx="438844">
                  <c:v>1044</c:v>
                </c:pt>
                <c:pt idx="438795">
                  <c:v>1045</c:v>
                </c:pt>
                <c:pt idx="438746">
                  <c:v>1046</c:v>
                </c:pt>
                <c:pt idx="438697">
                  <c:v>1047</c:v>
                </c:pt>
                <c:pt idx="438648">
                  <c:v>1048</c:v>
                </c:pt>
                <c:pt idx="438599">
                  <c:v>1049</c:v>
                </c:pt>
                <c:pt idx="438550">
                  <c:v>1050</c:v>
                </c:pt>
                <c:pt idx="438501">
                  <c:v>1051</c:v>
                </c:pt>
                <c:pt idx="438452">
                  <c:v>1052</c:v>
                </c:pt>
                <c:pt idx="438403">
                  <c:v>1053</c:v>
                </c:pt>
                <c:pt idx="438354">
                  <c:v>1054</c:v>
                </c:pt>
                <c:pt idx="438305">
                  <c:v>1055</c:v>
                </c:pt>
                <c:pt idx="438256">
                  <c:v>1056</c:v>
                </c:pt>
                <c:pt idx="438207">
                  <c:v>1057</c:v>
                </c:pt>
                <c:pt idx="438158">
                  <c:v>1058</c:v>
                </c:pt>
                <c:pt idx="438109">
                  <c:v>1059</c:v>
                </c:pt>
                <c:pt idx="438060">
                  <c:v>1060</c:v>
                </c:pt>
                <c:pt idx="438011">
                  <c:v>1061</c:v>
                </c:pt>
                <c:pt idx="437962">
                  <c:v>1062</c:v>
                </c:pt>
                <c:pt idx="437913">
                  <c:v>1063</c:v>
                </c:pt>
                <c:pt idx="437864">
                  <c:v>1064</c:v>
                </c:pt>
                <c:pt idx="437815">
                  <c:v>1065</c:v>
                </c:pt>
                <c:pt idx="437766">
                  <c:v>1066</c:v>
                </c:pt>
                <c:pt idx="437717">
                  <c:v>1067</c:v>
                </c:pt>
                <c:pt idx="437668">
                  <c:v>1068</c:v>
                </c:pt>
                <c:pt idx="437619">
                  <c:v>1069</c:v>
                </c:pt>
                <c:pt idx="437570">
                  <c:v>1070</c:v>
                </c:pt>
                <c:pt idx="437521">
                  <c:v>1071</c:v>
                </c:pt>
                <c:pt idx="437472">
                  <c:v>1072</c:v>
                </c:pt>
                <c:pt idx="437423">
                  <c:v>1073</c:v>
                </c:pt>
                <c:pt idx="437374">
                  <c:v>1074</c:v>
                </c:pt>
                <c:pt idx="437325">
                  <c:v>1075</c:v>
                </c:pt>
                <c:pt idx="437276">
                  <c:v>1076</c:v>
                </c:pt>
                <c:pt idx="437227">
                  <c:v>1077</c:v>
                </c:pt>
                <c:pt idx="437178">
                  <c:v>1078</c:v>
                </c:pt>
                <c:pt idx="437129">
                  <c:v>1079</c:v>
                </c:pt>
                <c:pt idx="437080">
                  <c:v>1080</c:v>
                </c:pt>
                <c:pt idx="437031">
                  <c:v>1081</c:v>
                </c:pt>
                <c:pt idx="436982">
                  <c:v>1082</c:v>
                </c:pt>
                <c:pt idx="436933">
                  <c:v>1083</c:v>
                </c:pt>
                <c:pt idx="436884">
                  <c:v>1084</c:v>
                </c:pt>
                <c:pt idx="436835">
                  <c:v>1085</c:v>
                </c:pt>
                <c:pt idx="436786">
                  <c:v>1086</c:v>
                </c:pt>
                <c:pt idx="436737">
                  <c:v>1087</c:v>
                </c:pt>
                <c:pt idx="436688">
                  <c:v>1088</c:v>
                </c:pt>
                <c:pt idx="436639">
                  <c:v>1089</c:v>
                </c:pt>
                <c:pt idx="436590">
                  <c:v>1090</c:v>
                </c:pt>
                <c:pt idx="436541">
                  <c:v>1091</c:v>
                </c:pt>
                <c:pt idx="436492">
                  <c:v>1092</c:v>
                </c:pt>
                <c:pt idx="436443">
                  <c:v>1093</c:v>
                </c:pt>
                <c:pt idx="436394">
                  <c:v>1094</c:v>
                </c:pt>
                <c:pt idx="436345">
                  <c:v>1095</c:v>
                </c:pt>
                <c:pt idx="436296">
                  <c:v>1096</c:v>
                </c:pt>
                <c:pt idx="436247">
                  <c:v>1097</c:v>
                </c:pt>
                <c:pt idx="436198">
                  <c:v>1098</c:v>
                </c:pt>
                <c:pt idx="436149">
                  <c:v>1099</c:v>
                </c:pt>
                <c:pt idx="436100">
                  <c:v>1100</c:v>
                </c:pt>
                <c:pt idx="436051">
                  <c:v>1101</c:v>
                </c:pt>
                <c:pt idx="436002">
                  <c:v>1102</c:v>
                </c:pt>
                <c:pt idx="435953">
                  <c:v>1103</c:v>
                </c:pt>
                <c:pt idx="435904">
                  <c:v>1104</c:v>
                </c:pt>
                <c:pt idx="435855">
                  <c:v>1105</c:v>
                </c:pt>
                <c:pt idx="435806">
                  <c:v>1106</c:v>
                </c:pt>
                <c:pt idx="435757">
                  <c:v>1107</c:v>
                </c:pt>
                <c:pt idx="435708">
                  <c:v>1108</c:v>
                </c:pt>
                <c:pt idx="435659">
                  <c:v>1109</c:v>
                </c:pt>
                <c:pt idx="435610">
                  <c:v>1110</c:v>
                </c:pt>
                <c:pt idx="435561">
                  <c:v>1111</c:v>
                </c:pt>
                <c:pt idx="435512">
                  <c:v>1112</c:v>
                </c:pt>
                <c:pt idx="435463">
                  <c:v>1113</c:v>
                </c:pt>
                <c:pt idx="435414">
                  <c:v>1114</c:v>
                </c:pt>
                <c:pt idx="435365">
                  <c:v>1115</c:v>
                </c:pt>
                <c:pt idx="435316">
                  <c:v>1116</c:v>
                </c:pt>
                <c:pt idx="435267">
                  <c:v>1117</c:v>
                </c:pt>
                <c:pt idx="435218">
                  <c:v>1118</c:v>
                </c:pt>
                <c:pt idx="435169">
                  <c:v>1119</c:v>
                </c:pt>
                <c:pt idx="435120">
                  <c:v>1120</c:v>
                </c:pt>
                <c:pt idx="435071">
                  <c:v>1121</c:v>
                </c:pt>
                <c:pt idx="435022">
                  <c:v>1122</c:v>
                </c:pt>
                <c:pt idx="434973">
                  <c:v>1123</c:v>
                </c:pt>
                <c:pt idx="434924">
                  <c:v>1124</c:v>
                </c:pt>
                <c:pt idx="434875">
                  <c:v>1125</c:v>
                </c:pt>
                <c:pt idx="434826">
                  <c:v>1126</c:v>
                </c:pt>
                <c:pt idx="434777">
                  <c:v>1127</c:v>
                </c:pt>
                <c:pt idx="434728">
                  <c:v>1128</c:v>
                </c:pt>
                <c:pt idx="434679">
                  <c:v>1129</c:v>
                </c:pt>
                <c:pt idx="434630">
                  <c:v>1130</c:v>
                </c:pt>
                <c:pt idx="434581">
                  <c:v>1131</c:v>
                </c:pt>
                <c:pt idx="434532">
                  <c:v>1132</c:v>
                </c:pt>
                <c:pt idx="434483">
                  <c:v>1133</c:v>
                </c:pt>
                <c:pt idx="434434">
                  <c:v>1134</c:v>
                </c:pt>
                <c:pt idx="434385">
                  <c:v>1135</c:v>
                </c:pt>
                <c:pt idx="434336">
                  <c:v>1136</c:v>
                </c:pt>
                <c:pt idx="434287">
                  <c:v>1137</c:v>
                </c:pt>
                <c:pt idx="434238">
                  <c:v>1138</c:v>
                </c:pt>
                <c:pt idx="434189">
                  <c:v>1139</c:v>
                </c:pt>
                <c:pt idx="434140">
                  <c:v>1140</c:v>
                </c:pt>
                <c:pt idx="434091">
                  <c:v>1141</c:v>
                </c:pt>
                <c:pt idx="434042">
                  <c:v>1142</c:v>
                </c:pt>
                <c:pt idx="433993">
                  <c:v>1143</c:v>
                </c:pt>
                <c:pt idx="433944">
                  <c:v>1144</c:v>
                </c:pt>
                <c:pt idx="433895">
                  <c:v>1145</c:v>
                </c:pt>
                <c:pt idx="433846">
                  <c:v>1146</c:v>
                </c:pt>
                <c:pt idx="433797">
                  <c:v>1147</c:v>
                </c:pt>
                <c:pt idx="433748">
                  <c:v>1148</c:v>
                </c:pt>
                <c:pt idx="433699">
                  <c:v>1149</c:v>
                </c:pt>
                <c:pt idx="433650">
                  <c:v>1150</c:v>
                </c:pt>
                <c:pt idx="433601">
                  <c:v>1151</c:v>
                </c:pt>
                <c:pt idx="433552">
                  <c:v>1152</c:v>
                </c:pt>
                <c:pt idx="433503">
                  <c:v>1153</c:v>
                </c:pt>
                <c:pt idx="433454">
                  <c:v>1154</c:v>
                </c:pt>
                <c:pt idx="433405">
                  <c:v>1155</c:v>
                </c:pt>
                <c:pt idx="433356">
                  <c:v>1156</c:v>
                </c:pt>
                <c:pt idx="433307">
                  <c:v>1157</c:v>
                </c:pt>
                <c:pt idx="433258">
                  <c:v>1158</c:v>
                </c:pt>
                <c:pt idx="433209">
                  <c:v>1159</c:v>
                </c:pt>
                <c:pt idx="433160">
                  <c:v>1160</c:v>
                </c:pt>
                <c:pt idx="433111">
                  <c:v>1161</c:v>
                </c:pt>
                <c:pt idx="433062">
                  <c:v>1162</c:v>
                </c:pt>
                <c:pt idx="433013">
                  <c:v>1163</c:v>
                </c:pt>
                <c:pt idx="432964">
                  <c:v>1164</c:v>
                </c:pt>
                <c:pt idx="432915">
                  <c:v>1165</c:v>
                </c:pt>
                <c:pt idx="432866">
                  <c:v>1166</c:v>
                </c:pt>
                <c:pt idx="432817">
                  <c:v>1167</c:v>
                </c:pt>
                <c:pt idx="432768">
                  <c:v>1168</c:v>
                </c:pt>
                <c:pt idx="432719">
                  <c:v>1169</c:v>
                </c:pt>
                <c:pt idx="432670">
                  <c:v>1170</c:v>
                </c:pt>
                <c:pt idx="432621">
                  <c:v>1171</c:v>
                </c:pt>
                <c:pt idx="432572">
                  <c:v>1172</c:v>
                </c:pt>
                <c:pt idx="432523">
                  <c:v>1173</c:v>
                </c:pt>
                <c:pt idx="432474">
                  <c:v>1174</c:v>
                </c:pt>
                <c:pt idx="432425">
                  <c:v>1175</c:v>
                </c:pt>
                <c:pt idx="432376">
                  <c:v>1176</c:v>
                </c:pt>
                <c:pt idx="432327">
                  <c:v>1177</c:v>
                </c:pt>
                <c:pt idx="432278">
                  <c:v>1178</c:v>
                </c:pt>
                <c:pt idx="432229">
                  <c:v>1179</c:v>
                </c:pt>
                <c:pt idx="432180">
                  <c:v>1180</c:v>
                </c:pt>
                <c:pt idx="432131">
                  <c:v>1181</c:v>
                </c:pt>
                <c:pt idx="432082">
                  <c:v>1182</c:v>
                </c:pt>
                <c:pt idx="432033">
                  <c:v>1183</c:v>
                </c:pt>
                <c:pt idx="431984">
                  <c:v>1184</c:v>
                </c:pt>
                <c:pt idx="431935">
                  <c:v>1185</c:v>
                </c:pt>
                <c:pt idx="431886">
                  <c:v>1186</c:v>
                </c:pt>
                <c:pt idx="431837">
                  <c:v>1187</c:v>
                </c:pt>
                <c:pt idx="431788">
                  <c:v>1188</c:v>
                </c:pt>
                <c:pt idx="431739">
                  <c:v>1189</c:v>
                </c:pt>
                <c:pt idx="431690">
                  <c:v>1190</c:v>
                </c:pt>
                <c:pt idx="431641">
                  <c:v>1191</c:v>
                </c:pt>
                <c:pt idx="431592">
                  <c:v>1192</c:v>
                </c:pt>
                <c:pt idx="431543">
                  <c:v>1193</c:v>
                </c:pt>
                <c:pt idx="431494">
                  <c:v>1194</c:v>
                </c:pt>
                <c:pt idx="431445">
                  <c:v>1195</c:v>
                </c:pt>
                <c:pt idx="431396">
                  <c:v>1196</c:v>
                </c:pt>
                <c:pt idx="431347">
                  <c:v>1197</c:v>
                </c:pt>
                <c:pt idx="431298">
                  <c:v>1198</c:v>
                </c:pt>
                <c:pt idx="431249">
                  <c:v>1199</c:v>
                </c:pt>
                <c:pt idx="431200">
                  <c:v>1200</c:v>
                </c:pt>
                <c:pt idx="431151">
                  <c:v>1201</c:v>
                </c:pt>
                <c:pt idx="431102">
                  <c:v>1202</c:v>
                </c:pt>
                <c:pt idx="431053">
                  <c:v>1203</c:v>
                </c:pt>
                <c:pt idx="431004">
                  <c:v>1204</c:v>
                </c:pt>
                <c:pt idx="430955">
                  <c:v>1205</c:v>
                </c:pt>
                <c:pt idx="430906">
                  <c:v>1206</c:v>
                </c:pt>
                <c:pt idx="430857">
                  <c:v>1207</c:v>
                </c:pt>
                <c:pt idx="430808">
                  <c:v>1208</c:v>
                </c:pt>
                <c:pt idx="430759">
                  <c:v>1209</c:v>
                </c:pt>
                <c:pt idx="430710">
                  <c:v>1210</c:v>
                </c:pt>
                <c:pt idx="430661">
                  <c:v>1211</c:v>
                </c:pt>
                <c:pt idx="430612">
                  <c:v>1212</c:v>
                </c:pt>
                <c:pt idx="430563">
                  <c:v>1213</c:v>
                </c:pt>
                <c:pt idx="430514">
                  <c:v>1214</c:v>
                </c:pt>
                <c:pt idx="430465">
                  <c:v>1215</c:v>
                </c:pt>
                <c:pt idx="430416">
                  <c:v>1216</c:v>
                </c:pt>
                <c:pt idx="430367">
                  <c:v>1217</c:v>
                </c:pt>
                <c:pt idx="430318">
                  <c:v>1218</c:v>
                </c:pt>
                <c:pt idx="430269">
                  <c:v>1219</c:v>
                </c:pt>
                <c:pt idx="430220">
                  <c:v>1220</c:v>
                </c:pt>
                <c:pt idx="430171">
                  <c:v>1221</c:v>
                </c:pt>
                <c:pt idx="430122">
                  <c:v>1222</c:v>
                </c:pt>
                <c:pt idx="430073">
                  <c:v>1223</c:v>
                </c:pt>
                <c:pt idx="430024">
                  <c:v>1224</c:v>
                </c:pt>
                <c:pt idx="429975">
                  <c:v>1225</c:v>
                </c:pt>
                <c:pt idx="429926">
                  <c:v>1226</c:v>
                </c:pt>
                <c:pt idx="429877">
                  <c:v>1227</c:v>
                </c:pt>
                <c:pt idx="429828">
                  <c:v>1228</c:v>
                </c:pt>
                <c:pt idx="429779">
                  <c:v>1229</c:v>
                </c:pt>
                <c:pt idx="429730">
                  <c:v>1230</c:v>
                </c:pt>
                <c:pt idx="429681">
                  <c:v>1231</c:v>
                </c:pt>
                <c:pt idx="429632">
                  <c:v>1232</c:v>
                </c:pt>
                <c:pt idx="429583">
                  <c:v>1233</c:v>
                </c:pt>
                <c:pt idx="429534">
                  <c:v>1234</c:v>
                </c:pt>
                <c:pt idx="429485">
                  <c:v>1235</c:v>
                </c:pt>
                <c:pt idx="429436">
                  <c:v>1236</c:v>
                </c:pt>
                <c:pt idx="429387">
                  <c:v>1237</c:v>
                </c:pt>
                <c:pt idx="429338">
                  <c:v>1238</c:v>
                </c:pt>
                <c:pt idx="429289">
                  <c:v>1239</c:v>
                </c:pt>
                <c:pt idx="429240">
                  <c:v>1240</c:v>
                </c:pt>
                <c:pt idx="429191">
                  <c:v>1241</c:v>
                </c:pt>
                <c:pt idx="429142">
                  <c:v>1242</c:v>
                </c:pt>
                <c:pt idx="429093">
                  <c:v>1243</c:v>
                </c:pt>
                <c:pt idx="429044">
                  <c:v>1244</c:v>
                </c:pt>
                <c:pt idx="428995">
                  <c:v>1245</c:v>
                </c:pt>
                <c:pt idx="428946">
                  <c:v>1246</c:v>
                </c:pt>
                <c:pt idx="428897">
                  <c:v>1247</c:v>
                </c:pt>
                <c:pt idx="428848">
                  <c:v>1248</c:v>
                </c:pt>
                <c:pt idx="428799">
                  <c:v>1249</c:v>
                </c:pt>
                <c:pt idx="428750">
                  <c:v>1250</c:v>
                </c:pt>
                <c:pt idx="428701">
                  <c:v>1251</c:v>
                </c:pt>
                <c:pt idx="428652">
                  <c:v>1252</c:v>
                </c:pt>
                <c:pt idx="428603">
                  <c:v>1253</c:v>
                </c:pt>
                <c:pt idx="428554">
                  <c:v>1254</c:v>
                </c:pt>
                <c:pt idx="428505">
                  <c:v>1255</c:v>
                </c:pt>
                <c:pt idx="428456">
                  <c:v>1256</c:v>
                </c:pt>
                <c:pt idx="428407">
                  <c:v>1257</c:v>
                </c:pt>
                <c:pt idx="428358">
                  <c:v>1258</c:v>
                </c:pt>
                <c:pt idx="428309">
                  <c:v>1259</c:v>
                </c:pt>
                <c:pt idx="428260">
                  <c:v>1260</c:v>
                </c:pt>
                <c:pt idx="428211">
                  <c:v>1261</c:v>
                </c:pt>
                <c:pt idx="428162">
                  <c:v>1262</c:v>
                </c:pt>
                <c:pt idx="428113">
                  <c:v>1263</c:v>
                </c:pt>
                <c:pt idx="428064">
                  <c:v>1264</c:v>
                </c:pt>
                <c:pt idx="428015">
                  <c:v>1265</c:v>
                </c:pt>
                <c:pt idx="427966">
                  <c:v>1266</c:v>
                </c:pt>
                <c:pt idx="427917">
                  <c:v>1267</c:v>
                </c:pt>
                <c:pt idx="427868">
                  <c:v>1268</c:v>
                </c:pt>
                <c:pt idx="427819">
                  <c:v>1269</c:v>
                </c:pt>
                <c:pt idx="427770">
                  <c:v>1270</c:v>
                </c:pt>
                <c:pt idx="427721">
                  <c:v>1271</c:v>
                </c:pt>
                <c:pt idx="427672">
                  <c:v>1272</c:v>
                </c:pt>
                <c:pt idx="427623">
                  <c:v>1273</c:v>
                </c:pt>
                <c:pt idx="427574">
                  <c:v>1274</c:v>
                </c:pt>
                <c:pt idx="427525">
                  <c:v>1275</c:v>
                </c:pt>
                <c:pt idx="427476">
                  <c:v>1276</c:v>
                </c:pt>
                <c:pt idx="427427">
                  <c:v>1277</c:v>
                </c:pt>
                <c:pt idx="427378">
                  <c:v>1278</c:v>
                </c:pt>
                <c:pt idx="427329">
                  <c:v>1279</c:v>
                </c:pt>
                <c:pt idx="427280">
                  <c:v>1280</c:v>
                </c:pt>
                <c:pt idx="427231">
                  <c:v>1281</c:v>
                </c:pt>
                <c:pt idx="427182">
                  <c:v>1282</c:v>
                </c:pt>
                <c:pt idx="427133">
                  <c:v>1283</c:v>
                </c:pt>
                <c:pt idx="427084">
                  <c:v>1284</c:v>
                </c:pt>
                <c:pt idx="427035">
                  <c:v>1285</c:v>
                </c:pt>
                <c:pt idx="426986">
                  <c:v>1286</c:v>
                </c:pt>
                <c:pt idx="426937">
                  <c:v>1287</c:v>
                </c:pt>
                <c:pt idx="426888">
                  <c:v>1288</c:v>
                </c:pt>
                <c:pt idx="426839">
                  <c:v>1289</c:v>
                </c:pt>
                <c:pt idx="426790">
                  <c:v>1290</c:v>
                </c:pt>
                <c:pt idx="426741">
                  <c:v>1291</c:v>
                </c:pt>
                <c:pt idx="426692">
                  <c:v>1292</c:v>
                </c:pt>
                <c:pt idx="426643">
                  <c:v>1293</c:v>
                </c:pt>
                <c:pt idx="426594">
                  <c:v>1294</c:v>
                </c:pt>
                <c:pt idx="426545">
                  <c:v>1295</c:v>
                </c:pt>
                <c:pt idx="426496">
                  <c:v>1296</c:v>
                </c:pt>
                <c:pt idx="426447">
                  <c:v>1297</c:v>
                </c:pt>
                <c:pt idx="426398">
                  <c:v>1298</c:v>
                </c:pt>
                <c:pt idx="426349">
                  <c:v>1299</c:v>
                </c:pt>
                <c:pt idx="426300">
                  <c:v>1300</c:v>
                </c:pt>
                <c:pt idx="426251">
                  <c:v>1301</c:v>
                </c:pt>
                <c:pt idx="426202">
                  <c:v>1302</c:v>
                </c:pt>
                <c:pt idx="426153">
                  <c:v>1303</c:v>
                </c:pt>
                <c:pt idx="426104">
                  <c:v>1304</c:v>
                </c:pt>
                <c:pt idx="426055">
                  <c:v>1305</c:v>
                </c:pt>
                <c:pt idx="426006">
                  <c:v>1306</c:v>
                </c:pt>
                <c:pt idx="425957">
                  <c:v>1307</c:v>
                </c:pt>
                <c:pt idx="425908">
                  <c:v>1308</c:v>
                </c:pt>
                <c:pt idx="425859">
                  <c:v>1309</c:v>
                </c:pt>
                <c:pt idx="425810">
                  <c:v>1310</c:v>
                </c:pt>
                <c:pt idx="425761">
                  <c:v>1311</c:v>
                </c:pt>
                <c:pt idx="425712">
                  <c:v>1312</c:v>
                </c:pt>
                <c:pt idx="425663">
                  <c:v>1313</c:v>
                </c:pt>
                <c:pt idx="425614">
                  <c:v>1314</c:v>
                </c:pt>
                <c:pt idx="425565">
                  <c:v>1315</c:v>
                </c:pt>
                <c:pt idx="425516">
                  <c:v>1316</c:v>
                </c:pt>
                <c:pt idx="425467">
                  <c:v>1317</c:v>
                </c:pt>
                <c:pt idx="425418">
                  <c:v>1318</c:v>
                </c:pt>
                <c:pt idx="425369">
                  <c:v>1319</c:v>
                </c:pt>
                <c:pt idx="425320">
                  <c:v>1320</c:v>
                </c:pt>
                <c:pt idx="425271">
                  <c:v>1321</c:v>
                </c:pt>
                <c:pt idx="425222">
                  <c:v>1322</c:v>
                </c:pt>
                <c:pt idx="425173">
                  <c:v>1323</c:v>
                </c:pt>
                <c:pt idx="425124">
                  <c:v>1324</c:v>
                </c:pt>
                <c:pt idx="425075">
                  <c:v>1325</c:v>
                </c:pt>
                <c:pt idx="425026">
                  <c:v>1326</c:v>
                </c:pt>
                <c:pt idx="424977">
                  <c:v>1327</c:v>
                </c:pt>
                <c:pt idx="424928">
                  <c:v>1328</c:v>
                </c:pt>
                <c:pt idx="424879">
                  <c:v>1329</c:v>
                </c:pt>
                <c:pt idx="424830">
                  <c:v>1330</c:v>
                </c:pt>
                <c:pt idx="424781">
                  <c:v>1331</c:v>
                </c:pt>
                <c:pt idx="424732">
                  <c:v>1332</c:v>
                </c:pt>
                <c:pt idx="424683">
                  <c:v>1333</c:v>
                </c:pt>
                <c:pt idx="424634">
                  <c:v>1334</c:v>
                </c:pt>
                <c:pt idx="424585">
                  <c:v>1335</c:v>
                </c:pt>
                <c:pt idx="424536">
                  <c:v>1336</c:v>
                </c:pt>
                <c:pt idx="424487">
                  <c:v>1337</c:v>
                </c:pt>
                <c:pt idx="424438">
                  <c:v>1338</c:v>
                </c:pt>
                <c:pt idx="424389">
                  <c:v>1339</c:v>
                </c:pt>
                <c:pt idx="424340">
                  <c:v>1340</c:v>
                </c:pt>
                <c:pt idx="424291">
                  <c:v>1341</c:v>
                </c:pt>
                <c:pt idx="424242">
                  <c:v>1342</c:v>
                </c:pt>
                <c:pt idx="424193">
                  <c:v>1343</c:v>
                </c:pt>
                <c:pt idx="424144">
                  <c:v>1344</c:v>
                </c:pt>
                <c:pt idx="424095">
                  <c:v>1345</c:v>
                </c:pt>
                <c:pt idx="424046">
                  <c:v>1346</c:v>
                </c:pt>
                <c:pt idx="423997">
                  <c:v>1347</c:v>
                </c:pt>
                <c:pt idx="423948">
                  <c:v>1348</c:v>
                </c:pt>
                <c:pt idx="423899">
                  <c:v>1349</c:v>
                </c:pt>
                <c:pt idx="423850">
                  <c:v>1350</c:v>
                </c:pt>
                <c:pt idx="423801">
                  <c:v>1351</c:v>
                </c:pt>
                <c:pt idx="423752">
                  <c:v>1352</c:v>
                </c:pt>
                <c:pt idx="423703">
                  <c:v>1353</c:v>
                </c:pt>
                <c:pt idx="423654">
                  <c:v>1354</c:v>
                </c:pt>
                <c:pt idx="423605">
                  <c:v>1355</c:v>
                </c:pt>
                <c:pt idx="423556">
                  <c:v>1356</c:v>
                </c:pt>
                <c:pt idx="423507">
                  <c:v>1357</c:v>
                </c:pt>
                <c:pt idx="423458">
                  <c:v>1358</c:v>
                </c:pt>
                <c:pt idx="423409">
                  <c:v>1359</c:v>
                </c:pt>
                <c:pt idx="423360">
                  <c:v>1360</c:v>
                </c:pt>
                <c:pt idx="423311">
                  <c:v>1361</c:v>
                </c:pt>
                <c:pt idx="423262">
                  <c:v>1362</c:v>
                </c:pt>
                <c:pt idx="423213">
                  <c:v>1363</c:v>
                </c:pt>
                <c:pt idx="423164">
                  <c:v>1364</c:v>
                </c:pt>
                <c:pt idx="423115">
                  <c:v>1365</c:v>
                </c:pt>
                <c:pt idx="423066">
                  <c:v>1366</c:v>
                </c:pt>
                <c:pt idx="423017">
                  <c:v>1367</c:v>
                </c:pt>
                <c:pt idx="422968">
                  <c:v>1368</c:v>
                </c:pt>
                <c:pt idx="422919">
                  <c:v>1369</c:v>
                </c:pt>
                <c:pt idx="422870">
                  <c:v>1370</c:v>
                </c:pt>
                <c:pt idx="422821">
                  <c:v>1371</c:v>
                </c:pt>
                <c:pt idx="422772">
                  <c:v>1372</c:v>
                </c:pt>
                <c:pt idx="422723">
                  <c:v>1373</c:v>
                </c:pt>
                <c:pt idx="422674">
                  <c:v>1374</c:v>
                </c:pt>
                <c:pt idx="422625">
                  <c:v>1375</c:v>
                </c:pt>
                <c:pt idx="422576">
                  <c:v>1376</c:v>
                </c:pt>
                <c:pt idx="422527">
                  <c:v>1377</c:v>
                </c:pt>
                <c:pt idx="422478">
                  <c:v>1378</c:v>
                </c:pt>
                <c:pt idx="422429">
                  <c:v>1379</c:v>
                </c:pt>
                <c:pt idx="422380">
                  <c:v>1380</c:v>
                </c:pt>
                <c:pt idx="422331">
                  <c:v>1381</c:v>
                </c:pt>
                <c:pt idx="422282">
                  <c:v>1382</c:v>
                </c:pt>
                <c:pt idx="422233">
                  <c:v>1383</c:v>
                </c:pt>
                <c:pt idx="422184">
                  <c:v>1384</c:v>
                </c:pt>
                <c:pt idx="422135">
                  <c:v>1385</c:v>
                </c:pt>
                <c:pt idx="422086">
                  <c:v>1386</c:v>
                </c:pt>
                <c:pt idx="422037">
                  <c:v>1387</c:v>
                </c:pt>
                <c:pt idx="421988">
                  <c:v>1388</c:v>
                </c:pt>
                <c:pt idx="421939">
                  <c:v>1389</c:v>
                </c:pt>
                <c:pt idx="421890">
                  <c:v>1390</c:v>
                </c:pt>
                <c:pt idx="421841">
                  <c:v>1391</c:v>
                </c:pt>
                <c:pt idx="421792">
                  <c:v>1392</c:v>
                </c:pt>
                <c:pt idx="421743">
                  <c:v>1393</c:v>
                </c:pt>
                <c:pt idx="421694">
                  <c:v>1394</c:v>
                </c:pt>
                <c:pt idx="421645">
                  <c:v>1395</c:v>
                </c:pt>
                <c:pt idx="421596">
                  <c:v>1396</c:v>
                </c:pt>
                <c:pt idx="421547">
                  <c:v>1397</c:v>
                </c:pt>
                <c:pt idx="421498">
                  <c:v>1398</c:v>
                </c:pt>
                <c:pt idx="421449">
                  <c:v>1399</c:v>
                </c:pt>
                <c:pt idx="421400">
                  <c:v>1400</c:v>
                </c:pt>
                <c:pt idx="421351">
                  <c:v>1401</c:v>
                </c:pt>
                <c:pt idx="421302">
                  <c:v>1402</c:v>
                </c:pt>
                <c:pt idx="421253">
                  <c:v>1403</c:v>
                </c:pt>
                <c:pt idx="421204">
                  <c:v>1404</c:v>
                </c:pt>
                <c:pt idx="421155">
                  <c:v>1405</c:v>
                </c:pt>
                <c:pt idx="421106">
                  <c:v>1406</c:v>
                </c:pt>
                <c:pt idx="421057">
                  <c:v>1407</c:v>
                </c:pt>
                <c:pt idx="421008">
                  <c:v>1408</c:v>
                </c:pt>
                <c:pt idx="420959">
                  <c:v>1409</c:v>
                </c:pt>
                <c:pt idx="420910">
                  <c:v>1410</c:v>
                </c:pt>
                <c:pt idx="420861">
                  <c:v>1411</c:v>
                </c:pt>
                <c:pt idx="420812">
                  <c:v>1412</c:v>
                </c:pt>
                <c:pt idx="420763">
                  <c:v>1413</c:v>
                </c:pt>
                <c:pt idx="420714">
                  <c:v>1414</c:v>
                </c:pt>
                <c:pt idx="420665">
                  <c:v>1415</c:v>
                </c:pt>
                <c:pt idx="420616">
                  <c:v>1416</c:v>
                </c:pt>
                <c:pt idx="420567">
                  <c:v>1417</c:v>
                </c:pt>
                <c:pt idx="420518">
                  <c:v>1418</c:v>
                </c:pt>
                <c:pt idx="420469">
                  <c:v>1419</c:v>
                </c:pt>
                <c:pt idx="420420">
                  <c:v>1420</c:v>
                </c:pt>
                <c:pt idx="420371">
                  <c:v>1421</c:v>
                </c:pt>
                <c:pt idx="420322">
                  <c:v>1422</c:v>
                </c:pt>
                <c:pt idx="420273">
                  <c:v>1423</c:v>
                </c:pt>
                <c:pt idx="420224">
                  <c:v>1424</c:v>
                </c:pt>
                <c:pt idx="420175">
                  <c:v>1425</c:v>
                </c:pt>
                <c:pt idx="420126">
                  <c:v>1426</c:v>
                </c:pt>
                <c:pt idx="420077">
                  <c:v>1427</c:v>
                </c:pt>
                <c:pt idx="420028">
                  <c:v>1428</c:v>
                </c:pt>
                <c:pt idx="419979">
                  <c:v>1429</c:v>
                </c:pt>
                <c:pt idx="419930">
                  <c:v>1430</c:v>
                </c:pt>
                <c:pt idx="419881">
                  <c:v>1431</c:v>
                </c:pt>
                <c:pt idx="419832">
                  <c:v>1432</c:v>
                </c:pt>
                <c:pt idx="419783">
                  <c:v>1433</c:v>
                </c:pt>
                <c:pt idx="419734">
                  <c:v>1434</c:v>
                </c:pt>
                <c:pt idx="419685">
                  <c:v>1435</c:v>
                </c:pt>
                <c:pt idx="419636">
                  <c:v>1436</c:v>
                </c:pt>
                <c:pt idx="419587">
                  <c:v>1437</c:v>
                </c:pt>
                <c:pt idx="419538">
                  <c:v>1438</c:v>
                </c:pt>
                <c:pt idx="419489">
                  <c:v>1439</c:v>
                </c:pt>
                <c:pt idx="419440">
                  <c:v>1440</c:v>
                </c:pt>
                <c:pt idx="419391">
                  <c:v>1441</c:v>
                </c:pt>
                <c:pt idx="419342">
                  <c:v>1442</c:v>
                </c:pt>
                <c:pt idx="419293">
                  <c:v>1443</c:v>
                </c:pt>
                <c:pt idx="419244">
                  <c:v>1444</c:v>
                </c:pt>
                <c:pt idx="419195">
                  <c:v>1445</c:v>
                </c:pt>
                <c:pt idx="419146">
                  <c:v>1446</c:v>
                </c:pt>
                <c:pt idx="419097">
                  <c:v>1447</c:v>
                </c:pt>
                <c:pt idx="419048">
                  <c:v>1448</c:v>
                </c:pt>
                <c:pt idx="418999">
                  <c:v>1449</c:v>
                </c:pt>
                <c:pt idx="418950">
                  <c:v>1450</c:v>
                </c:pt>
                <c:pt idx="418901">
                  <c:v>1451</c:v>
                </c:pt>
                <c:pt idx="418852">
                  <c:v>1452</c:v>
                </c:pt>
                <c:pt idx="418803">
                  <c:v>1453</c:v>
                </c:pt>
                <c:pt idx="418754">
                  <c:v>1454</c:v>
                </c:pt>
                <c:pt idx="418705">
                  <c:v>1455</c:v>
                </c:pt>
                <c:pt idx="418656">
                  <c:v>1456</c:v>
                </c:pt>
                <c:pt idx="418607">
                  <c:v>1457</c:v>
                </c:pt>
                <c:pt idx="418558">
                  <c:v>1458</c:v>
                </c:pt>
                <c:pt idx="418509">
                  <c:v>1459</c:v>
                </c:pt>
                <c:pt idx="418460">
                  <c:v>1460</c:v>
                </c:pt>
                <c:pt idx="418411">
                  <c:v>1461</c:v>
                </c:pt>
                <c:pt idx="418362">
                  <c:v>1462</c:v>
                </c:pt>
                <c:pt idx="418313">
                  <c:v>1463</c:v>
                </c:pt>
                <c:pt idx="418264">
                  <c:v>1464</c:v>
                </c:pt>
                <c:pt idx="418215">
                  <c:v>1465</c:v>
                </c:pt>
                <c:pt idx="418166">
                  <c:v>1466</c:v>
                </c:pt>
                <c:pt idx="418117">
                  <c:v>1467</c:v>
                </c:pt>
                <c:pt idx="418068">
                  <c:v>1468</c:v>
                </c:pt>
                <c:pt idx="418019">
                  <c:v>1469</c:v>
                </c:pt>
                <c:pt idx="417970">
                  <c:v>1470</c:v>
                </c:pt>
                <c:pt idx="417921">
                  <c:v>1471</c:v>
                </c:pt>
                <c:pt idx="417872">
                  <c:v>1472</c:v>
                </c:pt>
                <c:pt idx="417823">
                  <c:v>1473</c:v>
                </c:pt>
                <c:pt idx="417774">
                  <c:v>1474</c:v>
                </c:pt>
                <c:pt idx="417725">
                  <c:v>1475</c:v>
                </c:pt>
                <c:pt idx="417676">
                  <c:v>1476</c:v>
                </c:pt>
                <c:pt idx="417627">
                  <c:v>1477</c:v>
                </c:pt>
                <c:pt idx="417578">
                  <c:v>1478</c:v>
                </c:pt>
                <c:pt idx="417529">
                  <c:v>1479</c:v>
                </c:pt>
                <c:pt idx="417480">
                  <c:v>1480</c:v>
                </c:pt>
                <c:pt idx="417431">
                  <c:v>1481</c:v>
                </c:pt>
                <c:pt idx="417382">
                  <c:v>1482</c:v>
                </c:pt>
                <c:pt idx="417333">
                  <c:v>1483</c:v>
                </c:pt>
                <c:pt idx="417284">
                  <c:v>1484</c:v>
                </c:pt>
                <c:pt idx="417235">
                  <c:v>1485</c:v>
                </c:pt>
                <c:pt idx="417186">
                  <c:v>1486</c:v>
                </c:pt>
                <c:pt idx="417137">
                  <c:v>1487</c:v>
                </c:pt>
                <c:pt idx="417088">
                  <c:v>1488</c:v>
                </c:pt>
                <c:pt idx="417039">
                  <c:v>1489</c:v>
                </c:pt>
                <c:pt idx="416990">
                  <c:v>1490</c:v>
                </c:pt>
                <c:pt idx="416941">
                  <c:v>1491</c:v>
                </c:pt>
                <c:pt idx="416892">
                  <c:v>1492</c:v>
                </c:pt>
                <c:pt idx="416843">
                  <c:v>1493</c:v>
                </c:pt>
                <c:pt idx="416794">
                  <c:v>1494</c:v>
                </c:pt>
                <c:pt idx="416745">
                  <c:v>1495</c:v>
                </c:pt>
                <c:pt idx="416696">
                  <c:v>1496</c:v>
                </c:pt>
                <c:pt idx="416647">
                  <c:v>1497</c:v>
                </c:pt>
                <c:pt idx="416598">
                  <c:v>1498</c:v>
                </c:pt>
                <c:pt idx="416549">
                  <c:v>1499</c:v>
                </c:pt>
                <c:pt idx="416500">
                  <c:v>1500</c:v>
                </c:pt>
                <c:pt idx="416451">
                  <c:v>1501</c:v>
                </c:pt>
                <c:pt idx="416402">
                  <c:v>1502</c:v>
                </c:pt>
                <c:pt idx="416353">
                  <c:v>1503</c:v>
                </c:pt>
                <c:pt idx="416304">
                  <c:v>1504</c:v>
                </c:pt>
                <c:pt idx="416255">
                  <c:v>1505</c:v>
                </c:pt>
                <c:pt idx="416206">
                  <c:v>1506</c:v>
                </c:pt>
                <c:pt idx="416157">
                  <c:v>1507</c:v>
                </c:pt>
                <c:pt idx="416108">
                  <c:v>1508</c:v>
                </c:pt>
                <c:pt idx="416059">
                  <c:v>1509</c:v>
                </c:pt>
                <c:pt idx="416010">
                  <c:v>1510</c:v>
                </c:pt>
                <c:pt idx="415961">
                  <c:v>1511</c:v>
                </c:pt>
                <c:pt idx="415912">
                  <c:v>1512</c:v>
                </c:pt>
                <c:pt idx="415863">
                  <c:v>1513</c:v>
                </c:pt>
                <c:pt idx="415814">
                  <c:v>1514</c:v>
                </c:pt>
                <c:pt idx="415765">
                  <c:v>1515</c:v>
                </c:pt>
                <c:pt idx="415716">
                  <c:v>1516</c:v>
                </c:pt>
                <c:pt idx="415667">
                  <c:v>1517</c:v>
                </c:pt>
                <c:pt idx="415618">
                  <c:v>1518</c:v>
                </c:pt>
                <c:pt idx="415569">
                  <c:v>1519</c:v>
                </c:pt>
                <c:pt idx="415520">
                  <c:v>1520</c:v>
                </c:pt>
                <c:pt idx="415471">
                  <c:v>1521</c:v>
                </c:pt>
                <c:pt idx="415422">
                  <c:v>1522</c:v>
                </c:pt>
                <c:pt idx="415373">
                  <c:v>1523</c:v>
                </c:pt>
                <c:pt idx="415324">
                  <c:v>1524</c:v>
                </c:pt>
                <c:pt idx="415275">
                  <c:v>1525</c:v>
                </c:pt>
                <c:pt idx="415226">
                  <c:v>1526</c:v>
                </c:pt>
                <c:pt idx="415177">
                  <c:v>1527</c:v>
                </c:pt>
                <c:pt idx="415128">
                  <c:v>1528</c:v>
                </c:pt>
                <c:pt idx="415079">
                  <c:v>1529</c:v>
                </c:pt>
                <c:pt idx="415030">
                  <c:v>1530</c:v>
                </c:pt>
                <c:pt idx="414981">
                  <c:v>1531</c:v>
                </c:pt>
                <c:pt idx="414932">
                  <c:v>1532</c:v>
                </c:pt>
                <c:pt idx="414883">
                  <c:v>1533</c:v>
                </c:pt>
                <c:pt idx="414834">
                  <c:v>1534</c:v>
                </c:pt>
                <c:pt idx="414785">
                  <c:v>1535</c:v>
                </c:pt>
                <c:pt idx="414736">
                  <c:v>1536</c:v>
                </c:pt>
                <c:pt idx="414687">
                  <c:v>1537</c:v>
                </c:pt>
                <c:pt idx="414638">
                  <c:v>1538</c:v>
                </c:pt>
                <c:pt idx="414589">
                  <c:v>1539</c:v>
                </c:pt>
                <c:pt idx="414540">
                  <c:v>1540</c:v>
                </c:pt>
                <c:pt idx="414491">
                  <c:v>1541</c:v>
                </c:pt>
                <c:pt idx="414442">
                  <c:v>1542</c:v>
                </c:pt>
                <c:pt idx="414393">
                  <c:v>1543</c:v>
                </c:pt>
                <c:pt idx="414344">
                  <c:v>1544</c:v>
                </c:pt>
                <c:pt idx="414295">
                  <c:v>1545</c:v>
                </c:pt>
                <c:pt idx="414246">
                  <c:v>1546</c:v>
                </c:pt>
                <c:pt idx="414197">
                  <c:v>1547</c:v>
                </c:pt>
                <c:pt idx="414148">
                  <c:v>1548</c:v>
                </c:pt>
                <c:pt idx="414099">
                  <c:v>1549</c:v>
                </c:pt>
                <c:pt idx="414050">
                  <c:v>1550</c:v>
                </c:pt>
                <c:pt idx="414001">
                  <c:v>1551</c:v>
                </c:pt>
                <c:pt idx="413952">
                  <c:v>1552</c:v>
                </c:pt>
                <c:pt idx="413903">
                  <c:v>1553</c:v>
                </c:pt>
                <c:pt idx="413854">
                  <c:v>1554</c:v>
                </c:pt>
                <c:pt idx="413805">
                  <c:v>1555</c:v>
                </c:pt>
                <c:pt idx="413756">
                  <c:v>1556</c:v>
                </c:pt>
                <c:pt idx="413707">
                  <c:v>1557</c:v>
                </c:pt>
                <c:pt idx="413658">
                  <c:v>1558</c:v>
                </c:pt>
                <c:pt idx="413609">
                  <c:v>1559</c:v>
                </c:pt>
                <c:pt idx="413560">
                  <c:v>1560</c:v>
                </c:pt>
                <c:pt idx="413511">
                  <c:v>1561</c:v>
                </c:pt>
                <c:pt idx="413462">
                  <c:v>1562</c:v>
                </c:pt>
                <c:pt idx="413413">
                  <c:v>1563</c:v>
                </c:pt>
                <c:pt idx="413364">
                  <c:v>1564</c:v>
                </c:pt>
                <c:pt idx="413315">
                  <c:v>1565</c:v>
                </c:pt>
                <c:pt idx="413266">
                  <c:v>1566</c:v>
                </c:pt>
                <c:pt idx="413217">
                  <c:v>1567</c:v>
                </c:pt>
                <c:pt idx="413168">
                  <c:v>1568</c:v>
                </c:pt>
                <c:pt idx="413119">
                  <c:v>1569</c:v>
                </c:pt>
                <c:pt idx="413070">
                  <c:v>1570</c:v>
                </c:pt>
                <c:pt idx="413021">
                  <c:v>1571</c:v>
                </c:pt>
                <c:pt idx="412972">
                  <c:v>1572</c:v>
                </c:pt>
                <c:pt idx="412923">
                  <c:v>1573</c:v>
                </c:pt>
                <c:pt idx="412874">
                  <c:v>1574</c:v>
                </c:pt>
                <c:pt idx="412825">
                  <c:v>1575</c:v>
                </c:pt>
                <c:pt idx="412776">
                  <c:v>1576</c:v>
                </c:pt>
                <c:pt idx="412727">
                  <c:v>1577</c:v>
                </c:pt>
                <c:pt idx="412678">
                  <c:v>1578</c:v>
                </c:pt>
                <c:pt idx="412629">
                  <c:v>1579</c:v>
                </c:pt>
                <c:pt idx="412580">
                  <c:v>1580</c:v>
                </c:pt>
                <c:pt idx="412531">
                  <c:v>1581</c:v>
                </c:pt>
                <c:pt idx="412482">
                  <c:v>1582</c:v>
                </c:pt>
                <c:pt idx="412433">
                  <c:v>1583</c:v>
                </c:pt>
                <c:pt idx="412384">
                  <c:v>1584</c:v>
                </c:pt>
                <c:pt idx="412335">
                  <c:v>1585</c:v>
                </c:pt>
                <c:pt idx="412286">
                  <c:v>1586</c:v>
                </c:pt>
                <c:pt idx="412237">
                  <c:v>1587</c:v>
                </c:pt>
                <c:pt idx="412188">
                  <c:v>1588</c:v>
                </c:pt>
                <c:pt idx="412139">
                  <c:v>1589</c:v>
                </c:pt>
                <c:pt idx="412090">
                  <c:v>1590</c:v>
                </c:pt>
                <c:pt idx="412041">
                  <c:v>1591</c:v>
                </c:pt>
                <c:pt idx="411992">
                  <c:v>1592</c:v>
                </c:pt>
                <c:pt idx="411943">
                  <c:v>1593</c:v>
                </c:pt>
                <c:pt idx="411894">
                  <c:v>1594</c:v>
                </c:pt>
                <c:pt idx="411845">
                  <c:v>1595</c:v>
                </c:pt>
                <c:pt idx="411796">
                  <c:v>1596</c:v>
                </c:pt>
                <c:pt idx="411747">
                  <c:v>1597</c:v>
                </c:pt>
                <c:pt idx="411698">
                  <c:v>1598</c:v>
                </c:pt>
                <c:pt idx="411649">
                  <c:v>1599</c:v>
                </c:pt>
                <c:pt idx="411600">
                  <c:v>1600</c:v>
                </c:pt>
                <c:pt idx="411551">
                  <c:v>1601</c:v>
                </c:pt>
                <c:pt idx="411502">
                  <c:v>1602</c:v>
                </c:pt>
                <c:pt idx="411453">
                  <c:v>1603</c:v>
                </c:pt>
                <c:pt idx="411404">
                  <c:v>1604</c:v>
                </c:pt>
                <c:pt idx="411355">
                  <c:v>1605</c:v>
                </c:pt>
                <c:pt idx="411306">
                  <c:v>1606</c:v>
                </c:pt>
                <c:pt idx="411257">
                  <c:v>1607</c:v>
                </c:pt>
                <c:pt idx="411208">
                  <c:v>1608</c:v>
                </c:pt>
                <c:pt idx="411159">
                  <c:v>1609</c:v>
                </c:pt>
                <c:pt idx="411110">
                  <c:v>1610</c:v>
                </c:pt>
                <c:pt idx="411061">
                  <c:v>1611</c:v>
                </c:pt>
                <c:pt idx="411012">
                  <c:v>1612</c:v>
                </c:pt>
                <c:pt idx="410963">
                  <c:v>1613</c:v>
                </c:pt>
                <c:pt idx="410914">
                  <c:v>1614</c:v>
                </c:pt>
                <c:pt idx="410865">
                  <c:v>1615</c:v>
                </c:pt>
                <c:pt idx="410816">
                  <c:v>1616</c:v>
                </c:pt>
                <c:pt idx="410767">
                  <c:v>1617</c:v>
                </c:pt>
                <c:pt idx="410718">
                  <c:v>1618</c:v>
                </c:pt>
                <c:pt idx="410669">
                  <c:v>1619</c:v>
                </c:pt>
                <c:pt idx="410620">
                  <c:v>1620</c:v>
                </c:pt>
                <c:pt idx="410571">
                  <c:v>1621</c:v>
                </c:pt>
                <c:pt idx="410522">
                  <c:v>1622</c:v>
                </c:pt>
                <c:pt idx="410473">
                  <c:v>1623</c:v>
                </c:pt>
                <c:pt idx="410424">
                  <c:v>1624</c:v>
                </c:pt>
                <c:pt idx="410375">
                  <c:v>1625</c:v>
                </c:pt>
                <c:pt idx="410326">
                  <c:v>1626</c:v>
                </c:pt>
                <c:pt idx="410277">
                  <c:v>1627</c:v>
                </c:pt>
                <c:pt idx="410228">
                  <c:v>1628</c:v>
                </c:pt>
                <c:pt idx="410179">
                  <c:v>1629</c:v>
                </c:pt>
                <c:pt idx="410130">
                  <c:v>1630</c:v>
                </c:pt>
                <c:pt idx="410081">
                  <c:v>1631</c:v>
                </c:pt>
                <c:pt idx="410032">
                  <c:v>1632</c:v>
                </c:pt>
                <c:pt idx="409983">
                  <c:v>1633</c:v>
                </c:pt>
                <c:pt idx="409934">
                  <c:v>1634</c:v>
                </c:pt>
                <c:pt idx="409885">
                  <c:v>1635</c:v>
                </c:pt>
                <c:pt idx="409836">
                  <c:v>1636</c:v>
                </c:pt>
                <c:pt idx="409787">
                  <c:v>1637</c:v>
                </c:pt>
                <c:pt idx="409738">
                  <c:v>1638</c:v>
                </c:pt>
                <c:pt idx="409689">
                  <c:v>1639</c:v>
                </c:pt>
                <c:pt idx="409640">
                  <c:v>1640</c:v>
                </c:pt>
                <c:pt idx="409591">
                  <c:v>1641</c:v>
                </c:pt>
                <c:pt idx="409542">
                  <c:v>1642</c:v>
                </c:pt>
                <c:pt idx="409493">
                  <c:v>1643</c:v>
                </c:pt>
                <c:pt idx="409444">
                  <c:v>1644</c:v>
                </c:pt>
                <c:pt idx="409395">
                  <c:v>1645</c:v>
                </c:pt>
                <c:pt idx="409346">
                  <c:v>1646</c:v>
                </c:pt>
                <c:pt idx="409297">
                  <c:v>1647</c:v>
                </c:pt>
                <c:pt idx="409248">
                  <c:v>1648</c:v>
                </c:pt>
                <c:pt idx="409199">
                  <c:v>1649</c:v>
                </c:pt>
                <c:pt idx="409150">
                  <c:v>1650</c:v>
                </c:pt>
                <c:pt idx="409101">
                  <c:v>1651</c:v>
                </c:pt>
                <c:pt idx="409052">
                  <c:v>1652</c:v>
                </c:pt>
                <c:pt idx="409003">
                  <c:v>1653</c:v>
                </c:pt>
                <c:pt idx="408954">
                  <c:v>1654</c:v>
                </c:pt>
                <c:pt idx="408905">
                  <c:v>1655</c:v>
                </c:pt>
                <c:pt idx="408856">
                  <c:v>1656</c:v>
                </c:pt>
                <c:pt idx="408807">
                  <c:v>1657</c:v>
                </c:pt>
                <c:pt idx="408758">
                  <c:v>1658</c:v>
                </c:pt>
                <c:pt idx="408709">
                  <c:v>1659</c:v>
                </c:pt>
                <c:pt idx="408660">
                  <c:v>1660</c:v>
                </c:pt>
                <c:pt idx="408611">
                  <c:v>1661</c:v>
                </c:pt>
                <c:pt idx="408562">
                  <c:v>1662</c:v>
                </c:pt>
                <c:pt idx="408513">
                  <c:v>1663</c:v>
                </c:pt>
                <c:pt idx="408464">
                  <c:v>1664</c:v>
                </c:pt>
                <c:pt idx="408415">
                  <c:v>1665</c:v>
                </c:pt>
                <c:pt idx="408366">
                  <c:v>1666</c:v>
                </c:pt>
                <c:pt idx="408317">
                  <c:v>1667</c:v>
                </c:pt>
                <c:pt idx="408268">
                  <c:v>1668</c:v>
                </c:pt>
                <c:pt idx="408219">
                  <c:v>1669</c:v>
                </c:pt>
                <c:pt idx="408170">
                  <c:v>1670</c:v>
                </c:pt>
                <c:pt idx="408121">
                  <c:v>1671</c:v>
                </c:pt>
                <c:pt idx="408072">
                  <c:v>1672</c:v>
                </c:pt>
                <c:pt idx="408023">
                  <c:v>1673</c:v>
                </c:pt>
                <c:pt idx="407974">
                  <c:v>1674</c:v>
                </c:pt>
                <c:pt idx="407925">
                  <c:v>1675</c:v>
                </c:pt>
                <c:pt idx="407876">
                  <c:v>1676</c:v>
                </c:pt>
                <c:pt idx="407827">
                  <c:v>1677</c:v>
                </c:pt>
                <c:pt idx="407778">
                  <c:v>1678</c:v>
                </c:pt>
                <c:pt idx="407729">
                  <c:v>1679</c:v>
                </c:pt>
                <c:pt idx="407680">
                  <c:v>1680</c:v>
                </c:pt>
                <c:pt idx="407631">
                  <c:v>1681</c:v>
                </c:pt>
                <c:pt idx="407582">
                  <c:v>1682</c:v>
                </c:pt>
                <c:pt idx="407533">
                  <c:v>1683</c:v>
                </c:pt>
                <c:pt idx="407484">
                  <c:v>1684</c:v>
                </c:pt>
                <c:pt idx="407435">
                  <c:v>1685</c:v>
                </c:pt>
                <c:pt idx="407386">
                  <c:v>1686</c:v>
                </c:pt>
                <c:pt idx="407337">
                  <c:v>1687</c:v>
                </c:pt>
                <c:pt idx="407288">
                  <c:v>1688</c:v>
                </c:pt>
                <c:pt idx="407239">
                  <c:v>1689</c:v>
                </c:pt>
                <c:pt idx="407190">
                  <c:v>1690</c:v>
                </c:pt>
                <c:pt idx="407141">
                  <c:v>1691</c:v>
                </c:pt>
                <c:pt idx="407092">
                  <c:v>1692</c:v>
                </c:pt>
                <c:pt idx="407043">
                  <c:v>1693</c:v>
                </c:pt>
                <c:pt idx="406994">
                  <c:v>1694</c:v>
                </c:pt>
                <c:pt idx="406945">
                  <c:v>1695</c:v>
                </c:pt>
                <c:pt idx="406896">
                  <c:v>1696</c:v>
                </c:pt>
                <c:pt idx="406847">
                  <c:v>1697</c:v>
                </c:pt>
                <c:pt idx="406798">
                  <c:v>1698</c:v>
                </c:pt>
                <c:pt idx="406749">
                  <c:v>1699</c:v>
                </c:pt>
                <c:pt idx="406700">
                  <c:v>1700</c:v>
                </c:pt>
                <c:pt idx="406651">
                  <c:v>1701</c:v>
                </c:pt>
                <c:pt idx="406602">
                  <c:v>1702</c:v>
                </c:pt>
                <c:pt idx="406553">
                  <c:v>1703</c:v>
                </c:pt>
                <c:pt idx="406504">
                  <c:v>1704</c:v>
                </c:pt>
                <c:pt idx="406455">
                  <c:v>1705</c:v>
                </c:pt>
                <c:pt idx="406406">
                  <c:v>1706</c:v>
                </c:pt>
                <c:pt idx="406357">
                  <c:v>1707</c:v>
                </c:pt>
                <c:pt idx="406308">
                  <c:v>1708</c:v>
                </c:pt>
                <c:pt idx="406259">
                  <c:v>1709</c:v>
                </c:pt>
                <c:pt idx="406210">
                  <c:v>1710</c:v>
                </c:pt>
                <c:pt idx="406161">
                  <c:v>1711</c:v>
                </c:pt>
                <c:pt idx="406112">
                  <c:v>1712</c:v>
                </c:pt>
                <c:pt idx="406063">
                  <c:v>1713</c:v>
                </c:pt>
                <c:pt idx="406014">
                  <c:v>1714</c:v>
                </c:pt>
                <c:pt idx="405965">
                  <c:v>1715</c:v>
                </c:pt>
                <c:pt idx="405916">
                  <c:v>1716</c:v>
                </c:pt>
                <c:pt idx="405867">
                  <c:v>1717</c:v>
                </c:pt>
                <c:pt idx="405818">
                  <c:v>1718</c:v>
                </c:pt>
                <c:pt idx="405769">
                  <c:v>1719</c:v>
                </c:pt>
                <c:pt idx="405720">
                  <c:v>1720</c:v>
                </c:pt>
                <c:pt idx="405671">
                  <c:v>1721</c:v>
                </c:pt>
                <c:pt idx="405622">
                  <c:v>1722</c:v>
                </c:pt>
                <c:pt idx="405573">
                  <c:v>1723</c:v>
                </c:pt>
                <c:pt idx="405524">
                  <c:v>1724</c:v>
                </c:pt>
                <c:pt idx="405475">
                  <c:v>1725</c:v>
                </c:pt>
                <c:pt idx="405426">
                  <c:v>1726</c:v>
                </c:pt>
                <c:pt idx="405377">
                  <c:v>1727</c:v>
                </c:pt>
                <c:pt idx="405328">
                  <c:v>1728</c:v>
                </c:pt>
                <c:pt idx="405279">
                  <c:v>1729</c:v>
                </c:pt>
                <c:pt idx="405230">
                  <c:v>1730</c:v>
                </c:pt>
                <c:pt idx="405181">
                  <c:v>1731</c:v>
                </c:pt>
                <c:pt idx="405132">
                  <c:v>1732</c:v>
                </c:pt>
                <c:pt idx="405083">
                  <c:v>1733</c:v>
                </c:pt>
                <c:pt idx="405034">
                  <c:v>1734</c:v>
                </c:pt>
                <c:pt idx="404985">
                  <c:v>1735</c:v>
                </c:pt>
                <c:pt idx="404936">
                  <c:v>1736</c:v>
                </c:pt>
                <c:pt idx="404887">
                  <c:v>1737</c:v>
                </c:pt>
                <c:pt idx="404838">
                  <c:v>1738</c:v>
                </c:pt>
                <c:pt idx="404789">
                  <c:v>1739</c:v>
                </c:pt>
                <c:pt idx="404740">
                  <c:v>1740</c:v>
                </c:pt>
                <c:pt idx="404691">
                  <c:v>1741</c:v>
                </c:pt>
                <c:pt idx="404642">
                  <c:v>1742</c:v>
                </c:pt>
                <c:pt idx="404593">
                  <c:v>1743</c:v>
                </c:pt>
                <c:pt idx="404544">
                  <c:v>1744</c:v>
                </c:pt>
                <c:pt idx="404495">
                  <c:v>1745</c:v>
                </c:pt>
                <c:pt idx="404446">
                  <c:v>1746</c:v>
                </c:pt>
                <c:pt idx="404397">
                  <c:v>1747</c:v>
                </c:pt>
                <c:pt idx="404348">
                  <c:v>1748</c:v>
                </c:pt>
                <c:pt idx="404299">
                  <c:v>1749</c:v>
                </c:pt>
                <c:pt idx="404250">
                  <c:v>1750</c:v>
                </c:pt>
                <c:pt idx="404201">
                  <c:v>1751</c:v>
                </c:pt>
                <c:pt idx="404152">
                  <c:v>1752</c:v>
                </c:pt>
                <c:pt idx="404103">
                  <c:v>1753</c:v>
                </c:pt>
                <c:pt idx="404054">
                  <c:v>1754</c:v>
                </c:pt>
                <c:pt idx="404005">
                  <c:v>1755</c:v>
                </c:pt>
                <c:pt idx="403956">
                  <c:v>1756</c:v>
                </c:pt>
                <c:pt idx="403907">
                  <c:v>1757</c:v>
                </c:pt>
                <c:pt idx="403858">
                  <c:v>1758</c:v>
                </c:pt>
                <c:pt idx="403809">
                  <c:v>1759</c:v>
                </c:pt>
                <c:pt idx="403760">
                  <c:v>1760</c:v>
                </c:pt>
                <c:pt idx="403711">
                  <c:v>1761</c:v>
                </c:pt>
                <c:pt idx="403662">
                  <c:v>1762</c:v>
                </c:pt>
                <c:pt idx="403613">
                  <c:v>1763</c:v>
                </c:pt>
                <c:pt idx="403564">
                  <c:v>1764</c:v>
                </c:pt>
                <c:pt idx="403515">
                  <c:v>1765</c:v>
                </c:pt>
                <c:pt idx="403466">
                  <c:v>1766</c:v>
                </c:pt>
                <c:pt idx="403417">
                  <c:v>1767</c:v>
                </c:pt>
                <c:pt idx="403368">
                  <c:v>1768</c:v>
                </c:pt>
                <c:pt idx="403319">
                  <c:v>1769</c:v>
                </c:pt>
                <c:pt idx="403270">
                  <c:v>1770</c:v>
                </c:pt>
                <c:pt idx="403221">
                  <c:v>1771</c:v>
                </c:pt>
                <c:pt idx="403172">
                  <c:v>1772</c:v>
                </c:pt>
                <c:pt idx="403123">
                  <c:v>1773</c:v>
                </c:pt>
                <c:pt idx="403074">
                  <c:v>1774</c:v>
                </c:pt>
                <c:pt idx="403025">
                  <c:v>1775</c:v>
                </c:pt>
                <c:pt idx="402976">
                  <c:v>1776</c:v>
                </c:pt>
                <c:pt idx="402927">
                  <c:v>1777</c:v>
                </c:pt>
                <c:pt idx="402878">
                  <c:v>1778</c:v>
                </c:pt>
                <c:pt idx="402829">
                  <c:v>1779</c:v>
                </c:pt>
                <c:pt idx="402780">
                  <c:v>1780</c:v>
                </c:pt>
                <c:pt idx="402731">
                  <c:v>1781</c:v>
                </c:pt>
                <c:pt idx="402682">
                  <c:v>1782</c:v>
                </c:pt>
                <c:pt idx="402633">
                  <c:v>1783</c:v>
                </c:pt>
                <c:pt idx="402584">
                  <c:v>1784</c:v>
                </c:pt>
                <c:pt idx="402535">
                  <c:v>1785</c:v>
                </c:pt>
                <c:pt idx="402486">
                  <c:v>1786</c:v>
                </c:pt>
                <c:pt idx="402437">
                  <c:v>1787</c:v>
                </c:pt>
                <c:pt idx="402388">
                  <c:v>1788</c:v>
                </c:pt>
                <c:pt idx="402339">
                  <c:v>1789</c:v>
                </c:pt>
                <c:pt idx="402290">
                  <c:v>1790</c:v>
                </c:pt>
                <c:pt idx="402241">
                  <c:v>1791</c:v>
                </c:pt>
                <c:pt idx="402192">
                  <c:v>1792</c:v>
                </c:pt>
                <c:pt idx="402143">
                  <c:v>1793</c:v>
                </c:pt>
                <c:pt idx="402094">
                  <c:v>1794</c:v>
                </c:pt>
                <c:pt idx="402045">
                  <c:v>1795</c:v>
                </c:pt>
                <c:pt idx="401996">
                  <c:v>1796</c:v>
                </c:pt>
                <c:pt idx="401947">
                  <c:v>1797</c:v>
                </c:pt>
                <c:pt idx="401898">
                  <c:v>1798</c:v>
                </c:pt>
                <c:pt idx="401849">
                  <c:v>1799</c:v>
                </c:pt>
                <c:pt idx="401800">
                  <c:v>1800</c:v>
                </c:pt>
                <c:pt idx="401751">
                  <c:v>1801</c:v>
                </c:pt>
                <c:pt idx="401702">
                  <c:v>1802</c:v>
                </c:pt>
                <c:pt idx="401653">
                  <c:v>1803</c:v>
                </c:pt>
                <c:pt idx="401604">
                  <c:v>1804</c:v>
                </c:pt>
                <c:pt idx="401555">
                  <c:v>1805</c:v>
                </c:pt>
                <c:pt idx="401506">
                  <c:v>1806</c:v>
                </c:pt>
                <c:pt idx="401457">
                  <c:v>1807</c:v>
                </c:pt>
                <c:pt idx="401408">
                  <c:v>1808</c:v>
                </c:pt>
                <c:pt idx="401359">
                  <c:v>1809</c:v>
                </c:pt>
                <c:pt idx="401310">
                  <c:v>1810</c:v>
                </c:pt>
                <c:pt idx="401261">
                  <c:v>1811</c:v>
                </c:pt>
                <c:pt idx="401212">
                  <c:v>1812</c:v>
                </c:pt>
                <c:pt idx="401163">
                  <c:v>1813</c:v>
                </c:pt>
                <c:pt idx="401114">
                  <c:v>1814</c:v>
                </c:pt>
                <c:pt idx="401065">
                  <c:v>1815</c:v>
                </c:pt>
                <c:pt idx="401016">
                  <c:v>1816</c:v>
                </c:pt>
                <c:pt idx="400967">
                  <c:v>1817</c:v>
                </c:pt>
                <c:pt idx="400918">
                  <c:v>1818</c:v>
                </c:pt>
                <c:pt idx="400869">
                  <c:v>1819</c:v>
                </c:pt>
                <c:pt idx="400820">
                  <c:v>1820</c:v>
                </c:pt>
                <c:pt idx="400771">
                  <c:v>1821</c:v>
                </c:pt>
                <c:pt idx="400722">
                  <c:v>1822</c:v>
                </c:pt>
                <c:pt idx="400673">
                  <c:v>1823</c:v>
                </c:pt>
                <c:pt idx="400624">
                  <c:v>1824</c:v>
                </c:pt>
                <c:pt idx="400575">
                  <c:v>1825</c:v>
                </c:pt>
                <c:pt idx="400526">
                  <c:v>1826</c:v>
                </c:pt>
                <c:pt idx="400477">
                  <c:v>1827</c:v>
                </c:pt>
                <c:pt idx="400428">
                  <c:v>1828</c:v>
                </c:pt>
                <c:pt idx="400379">
                  <c:v>1829</c:v>
                </c:pt>
                <c:pt idx="400330">
                  <c:v>1830</c:v>
                </c:pt>
                <c:pt idx="400281">
                  <c:v>1831</c:v>
                </c:pt>
                <c:pt idx="400232">
                  <c:v>1832</c:v>
                </c:pt>
                <c:pt idx="400183">
                  <c:v>1833</c:v>
                </c:pt>
                <c:pt idx="400134">
                  <c:v>1834</c:v>
                </c:pt>
                <c:pt idx="400085">
                  <c:v>1835</c:v>
                </c:pt>
                <c:pt idx="400036">
                  <c:v>1836</c:v>
                </c:pt>
                <c:pt idx="399987">
                  <c:v>1837</c:v>
                </c:pt>
                <c:pt idx="399938">
                  <c:v>1838</c:v>
                </c:pt>
                <c:pt idx="399889">
                  <c:v>1839</c:v>
                </c:pt>
                <c:pt idx="399840">
                  <c:v>1840</c:v>
                </c:pt>
                <c:pt idx="399791">
                  <c:v>1841</c:v>
                </c:pt>
                <c:pt idx="399742">
                  <c:v>1842</c:v>
                </c:pt>
                <c:pt idx="399693">
                  <c:v>1843</c:v>
                </c:pt>
                <c:pt idx="399644">
                  <c:v>1844</c:v>
                </c:pt>
                <c:pt idx="399595">
                  <c:v>1845</c:v>
                </c:pt>
                <c:pt idx="399546">
                  <c:v>1846</c:v>
                </c:pt>
                <c:pt idx="399497">
                  <c:v>1847</c:v>
                </c:pt>
                <c:pt idx="399448">
                  <c:v>1848</c:v>
                </c:pt>
                <c:pt idx="399399">
                  <c:v>1849</c:v>
                </c:pt>
                <c:pt idx="399350">
                  <c:v>1850</c:v>
                </c:pt>
                <c:pt idx="399301">
                  <c:v>1851</c:v>
                </c:pt>
                <c:pt idx="399252">
                  <c:v>1852</c:v>
                </c:pt>
                <c:pt idx="399203">
                  <c:v>1853</c:v>
                </c:pt>
                <c:pt idx="399154">
                  <c:v>1854</c:v>
                </c:pt>
                <c:pt idx="399105">
                  <c:v>1855</c:v>
                </c:pt>
                <c:pt idx="399056">
                  <c:v>1856</c:v>
                </c:pt>
                <c:pt idx="399007">
                  <c:v>1857</c:v>
                </c:pt>
                <c:pt idx="398958">
                  <c:v>1858</c:v>
                </c:pt>
                <c:pt idx="398909">
                  <c:v>1859</c:v>
                </c:pt>
                <c:pt idx="398860">
                  <c:v>1860</c:v>
                </c:pt>
                <c:pt idx="398811">
                  <c:v>1861</c:v>
                </c:pt>
                <c:pt idx="398762">
                  <c:v>1862</c:v>
                </c:pt>
                <c:pt idx="398713">
                  <c:v>1863</c:v>
                </c:pt>
                <c:pt idx="398664">
                  <c:v>1864</c:v>
                </c:pt>
                <c:pt idx="398615">
                  <c:v>1865</c:v>
                </c:pt>
                <c:pt idx="398566">
                  <c:v>1866</c:v>
                </c:pt>
                <c:pt idx="398517">
                  <c:v>1867</c:v>
                </c:pt>
                <c:pt idx="398468">
                  <c:v>1868</c:v>
                </c:pt>
                <c:pt idx="398419">
                  <c:v>1869</c:v>
                </c:pt>
                <c:pt idx="398370">
                  <c:v>1870</c:v>
                </c:pt>
                <c:pt idx="398321">
                  <c:v>1871</c:v>
                </c:pt>
                <c:pt idx="398272">
                  <c:v>1872</c:v>
                </c:pt>
                <c:pt idx="398223">
                  <c:v>1873</c:v>
                </c:pt>
                <c:pt idx="398174">
                  <c:v>1874</c:v>
                </c:pt>
                <c:pt idx="398125">
                  <c:v>1875</c:v>
                </c:pt>
                <c:pt idx="398076">
                  <c:v>1876</c:v>
                </c:pt>
                <c:pt idx="398027">
                  <c:v>1877</c:v>
                </c:pt>
                <c:pt idx="397978">
                  <c:v>1878</c:v>
                </c:pt>
                <c:pt idx="397929">
                  <c:v>1879</c:v>
                </c:pt>
                <c:pt idx="397880">
                  <c:v>1880</c:v>
                </c:pt>
                <c:pt idx="397831">
                  <c:v>1881</c:v>
                </c:pt>
                <c:pt idx="397782">
                  <c:v>1882</c:v>
                </c:pt>
                <c:pt idx="397733">
                  <c:v>1883</c:v>
                </c:pt>
                <c:pt idx="397684">
                  <c:v>1884</c:v>
                </c:pt>
                <c:pt idx="397635">
                  <c:v>1885</c:v>
                </c:pt>
                <c:pt idx="397586">
                  <c:v>1886</c:v>
                </c:pt>
                <c:pt idx="397537">
                  <c:v>1887</c:v>
                </c:pt>
                <c:pt idx="397488">
                  <c:v>1888</c:v>
                </c:pt>
                <c:pt idx="397439">
                  <c:v>1889</c:v>
                </c:pt>
                <c:pt idx="397390">
                  <c:v>1890</c:v>
                </c:pt>
                <c:pt idx="397341">
                  <c:v>1891</c:v>
                </c:pt>
                <c:pt idx="397292">
                  <c:v>1892</c:v>
                </c:pt>
                <c:pt idx="397243">
                  <c:v>1893</c:v>
                </c:pt>
                <c:pt idx="397194">
                  <c:v>1894</c:v>
                </c:pt>
                <c:pt idx="397145">
                  <c:v>1895</c:v>
                </c:pt>
                <c:pt idx="397096">
                  <c:v>1896</c:v>
                </c:pt>
                <c:pt idx="397047">
                  <c:v>1897</c:v>
                </c:pt>
                <c:pt idx="396998">
                  <c:v>1898</c:v>
                </c:pt>
                <c:pt idx="396949">
                  <c:v>1899</c:v>
                </c:pt>
                <c:pt idx="396900">
                  <c:v>1900</c:v>
                </c:pt>
                <c:pt idx="396851">
                  <c:v>1901</c:v>
                </c:pt>
                <c:pt idx="396802">
                  <c:v>1902</c:v>
                </c:pt>
                <c:pt idx="396753">
                  <c:v>1903</c:v>
                </c:pt>
                <c:pt idx="396704">
                  <c:v>1904</c:v>
                </c:pt>
                <c:pt idx="396655">
                  <c:v>1905</c:v>
                </c:pt>
                <c:pt idx="396606">
                  <c:v>1906</c:v>
                </c:pt>
                <c:pt idx="396557">
                  <c:v>1907</c:v>
                </c:pt>
                <c:pt idx="396508">
                  <c:v>1908</c:v>
                </c:pt>
                <c:pt idx="396459">
                  <c:v>1909</c:v>
                </c:pt>
                <c:pt idx="396410">
                  <c:v>1910</c:v>
                </c:pt>
                <c:pt idx="396361">
                  <c:v>1911</c:v>
                </c:pt>
                <c:pt idx="396312">
                  <c:v>1912</c:v>
                </c:pt>
                <c:pt idx="396263">
                  <c:v>1913</c:v>
                </c:pt>
                <c:pt idx="396214">
                  <c:v>1914</c:v>
                </c:pt>
                <c:pt idx="396165">
                  <c:v>1915</c:v>
                </c:pt>
                <c:pt idx="396116">
                  <c:v>1916</c:v>
                </c:pt>
                <c:pt idx="396067">
                  <c:v>1917</c:v>
                </c:pt>
                <c:pt idx="396018">
                  <c:v>1918</c:v>
                </c:pt>
                <c:pt idx="395969">
                  <c:v>1919</c:v>
                </c:pt>
                <c:pt idx="395920">
                  <c:v>1920</c:v>
                </c:pt>
                <c:pt idx="395871">
                  <c:v>1921</c:v>
                </c:pt>
                <c:pt idx="395822">
                  <c:v>1922</c:v>
                </c:pt>
                <c:pt idx="395773">
                  <c:v>1923</c:v>
                </c:pt>
                <c:pt idx="395724">
                  <c:v>1924</c:v>
                </c:pt>
                <c:pt idx="395675">
                  <c:v>1925</c:v>
                </c:pt>
                <c:pt idx="395626">
                  <c:v>1926</c:v>
                </c:pt>
                <c:pt idx="395577">
                  <c:v>1927</c:v>
                </c:pt>
                <c:pt idx="395528">
                  <c:v>1928</c:v>
                </c:pt>
                <c:pt idx="395479">
                  <c:v>1929</c:v>
                </c:pt>
                <c:pt idx="395430">
                  <c:v>1930</c:v>
                </c:pt>
                <c:pt idx="395381">
                  <c:v>1931</c:v>
                </c:pt>
                <c:pt idx="395332">
                  <c:v>1932</c:v>
                </c:pt>
                <c:pt idx="395283">
                  <c:v>1933</c:v>
                </c:pt>
                <c:pt idx="395234">
                  <c:v>1934</c:v>
                </c:pt>
                <c:pt idx="395185">
                  <c:v>1935</c:v>
                </c:pt>
                <c:pt idx="395136">
                  <c:v>1936</c:v>
                </c:pt>
                <c:pt idx="395087">
                  <c:v>1937</c:v>
                </c:pt>
                <c:pt idx="395038">
                  <c:v>1938</c:v>
                </c:pt>
                <c:pt idx="394989">
                  <c:v>1939</c:v>
                </c:pt>
                <c:pt idx="394940">
                  <c:v>1940</c:v>
                </c:pt>
                <c:pt idx="394891">
                  <c:v>1941</c:v>
                </c:pt>
                <c:pt idx="394842">
                  <c:v>1942</c:v>
                </c:pt>
                <c:pt idx="394793">
                  <c:v>1943</c:v>
                </c:pt>
                <c:pt idx="394744">
                  <c:v>1944</c:v>
                </c:pt>
                <c:pt idx="394695">
                  <c:v>1945</c:v>
                </c:pt>
                <c:pt idx="394646">
                  <c:v>1946</c:v>
                </c:pt>
                <c:pt idx="394597">
                  <c:v>1947</c:v>
                </c:pt>
                <c:pt idx="394548">
                  <c:v>1948</c:v>
                </c:pt>
                <c:pt idx="394499">
                  <c:v>1949</c:v>
                </c:pt>
                <c:pt idx="394450">
                  <c:v>1950</c:v>
                </c:pt>
                <c:pt idx="394401">
                  <c:v>1951</c:v>
                </c:pt>
                <c:pt idx="394352">
                  <c:v>1952</c:v>
                </c:pt>
                <c:pt idx="394303">
                  <c:v>1953</c:v>
                </c:pt>
                <c:pt idx="394254">
                  <c:v>1954</c:v>
                </c:pt>
                <c:pt idx="394205">
                  <c:v>1955</c:v>
                </c:pt>
                <c:pt idx="394156">
                  <c:v>1956</c:v>
                </c:pt>
                <c:pt idx="394107">
                  <c:v>1957</c:v>
                </c:pt>
                <c:pt idx="394058">
                  <c:v>1958</c:v>
                </c:pt>
                <c:pt idx="394009">
                  <c:v>1959</c:v>
                </c:pt>
                <c:pt idx="393960">
                  <c:v>1960</c:v>
                </c:pt>
                <c:pt idx="393911">
                  <c:v>1961</c:v>
                </c:pt>
                <c:pt idx="393862">
                  <c:v>1962</c:v>
                </c:pt>
                <c:pt idx="393813">
                  <c:v>1963</c:v>
                </c:pt>
                <c:pt idx="393764">
                  <c:v>1964</c:v>
                </c:pt>
                <c:pt idx="393715">
                  <c:v>1965</c:v>
                </c:pt>
                <c:pt idx="393666">
                  <c:v>1966</c:v>
                </c:pt>
                <c:pt idx="393617">
                  <c:v>1967</c:v>
                </c:pt>
                <c:pt idx="393568">
                  <c:v>1968</c:v>
                </c:pt>
                <c:pt idx="393519">
                  <c:v>1969</c:v>
                </c:pt>
                <c:pt idx="393470">
                  <c:v>1970</c:v>
                </c:pt>
                <c:pt idx="393421">
                  <c:v>1971</c:v>
                </c:pt>
                <c:pt idx="393372">
                  <c:v>1972</c:v>
                </c:pt>
                <c:pt idx="393323">
                  <c:v>1973</c:v>
                </c:pt>
                <c:pt idx="393274">
                  <c:v>1974</c:v>
                </c:pt>
                <c:pt idx="393225">
                  <c:v>1975</c:v>
                </c:pt>
                <c:pt idx="393176">
                  <c:v>1976</c:v>
                </c:pt>
                <c:pt idx="393127">
                  <c:v>1977</c:v>
                </c:pt>
                <c:pt idx="393078">
                  <c:v>1978</c:v>
                </c:pt>
                <c:pt idx="393029">
                  <c:v>1979</c:v>
                </c:pt>
                <c:pt idx="392980">
                  <c:v>1980</c:v>
                </c:pt>
                <c:pt idx="392931">
                  <c:v>1981</c:v>
                </c:pt>
                <c:pt idx="392882">
                  <c:v>1982</c:v>
                </c:pt>
                <c:pt idx="392833">
                  <c:v>1983</c:v>
                </c:pt>
                <c:pt idx="392784">
                  <c:v>1984</c:v>
                </c:pt>
                <c:pt idx="392735">
                  <c:v>1985</c:v>
                </c:pt>
                <c:pt idx="392686">
                  <c:v>1986</c:v>
                </c:pt>
                <c:pt idx="392637">
                  <c:v>1987</c:v>
                </c:pt>
                <c:pt idx="392588">
                  <c:v>1988</c:v>
                </c:pt>
                <c:pt idx="392539">
                  <c:v>1989</c:v>
                </c:pt>
                <c:pt idx="392490">
                  <c:v>1990</c:v>
                </c:pt>
                <c:pt idx="392441">
                  <c:v>1991</c:v>
                </c:pt>
                <c:pt idx="392392">
                  <c:v>1992</c:v>
                </c:pt>
                <c:pt idx="392343">
                  <c:v>1993</c:v>
                </c:pt>
                <c:pt idx="392294">
                  <c:v>1994</c:v>
                </c:pt>
                <c:pt idx="392245">
                  <c:v>1995</c:v>
                </c:pt>
                <c:pt idx="392196">
                  <c:v>1996</c:v>
                </c:pt>
                <c:pt idx="392147">
                  <c:v>1997</c:v>
                </c:pt>
                <c:pt idx="392098">
                  <c:v>1998</c:v>
                </c:pt>
                <c:pt idx="392049">
                  <c:v>1999</c:v>
                </c:pt>
                <c:pt idx="392000">
                  <c:v>2000</c:v>
                </c:pt>
                <c:pt idx="391951">
                  <c:v>2001</c:v>
                </c:pt>
                <c:pt idx="391902">
                  <c:v>2002</c:v>
                </c:pt>
                <c:pt idx="391853">
                  <c:v>2003</c:v>
                </c:pt>
                <c:pt idx="391804">
                  <c:v>2004</c:v>
                </c:pt>
                <c:pt idx="391755">
                  <c:v>2005</c:v>
                </c:pt>
                <c:pt idx="391706">
                  <c:v>2006</c:v>
                </c:pt>
                <c:pt idx="391657">
                  <c:v>2007</c:v>
                </c:pt>
                <c:pt idx="391608">
                  <c:v>2008</c:v>
                </c:pt>
                <c:pt idx="391559">
                  <c:v>2009</c:v>
                </c:pt>
                <c:pt idx="391510">
                  <c:v>2010</c:v>
                </c:pt>
                <c:pt idx="391461">
                  <c:v>2011</c:v>
                </c:pt>
                <c:pt idx="391412">
                  <c:v>2012</c:v>
                </c:pt>
                <c:pt idx="391363">
                  <c:v>2013</c:v>
                </c:pt>
                <c:pt idx="391314">
                  <c:v>2014</c:v>
                </c:pt>
                <c:pt idx="391265">
                  <c:v>2015</c:v>
                </c:pt>
                <c:pt idx="391216">
                  <c:v>2016</c:v>
                </c:pt>
                <c:pt idx="391167">
                  <c:v>2017</c:v>
                </c:pt>
                <c:pt idx="391118">
                  <c:v>2018</c:v>
                </c:pt>
                <c:pt idx="391069">
                  <c:v>2019</c:v>
                </c:pt>
                <c:pt idx="391020">
                  <c:v>2020</c:v>
                </c:pt>
                <c:pt idx="390971">
                  <c:v>2021</c:v>
                </c:pt>
                <c:pt idx="390922">
                  <c:v>2022</c:v>
                </c:pt>
                <c:pt idx="390873">
                  <c:v>2023</c:v>
                </c:pt>
                <c:pt idx="390824">
                  <c:v>2024</c:v>
                </c:pt>
                <c:pt idx="390775">
                  <c:v>2025</c:v>
                </c:pt>
                <c:pt idx="390726">
                  <c:v>2026</c:v>
                </c:pt>
                <c:pt idx="390677">
                  <c:v>2027</c:v>
                </c:pt>
                <c:pt idx="390628">
                  <c:v>2028</c:v>
                </c:pt>
                <c:pt idx="390579">
                  <c:v>2029</c:v>
                </c:pt>
                <c:pt idx="390530">
                  <c:v>2030</c:v>
                </c:pt>
                <c:pt idx="390481">
                  <c:v>2031</c:v>
                </c:pt>
                <c:pt idx="390432">
                  <c:v>2032</c:v>
                </c:pt>
                <c:pt idx="390383">
                  <c:v>2033</c:v>
                </c:pt>
                <c:pt idx="390334">
                  <c:v>2034</c:v>
                </c:pt>
                <c:pt idx="390285">
                  <c:v>2035</c:v>
                </c:pt>
                <c:pt idx="390236">
                  <c:v>2036</c:v>
                </c:pt>
                <c:pt idx="390187">
                  <c:v>2037</c:v>
                </c:pt>
                <c:pt idx="390138">
                  <c:v>2038</c:v>
                </c:pt>
                <c:pt idx="390089">
                  <c:v>2039</c:v>
                </c:pt>
                <c:pt idx="390040">
                  <c:v>2040</c:v>
                </c:pt>
                <c:pt idx="389991">
                  <c:v>2041</c:v>
                </c:pt>
                <c:pt idx="389942">
                  <c:v>2042</c:v>
                </c:pt>
                <c:pt idx="389893">
                  <c:v>2043</c:v>
                </c:pt>
                <c:pt idx="389844">
                  <c:v>2044</c:v>
                </c:pt>
                <c:pt idx="389795">
                  <c:v>2045</c:v>
                </c:pt>
                <c:pt idx="389746">
                  <c:v>2046</c:v>
                </c:pt>
                <c:pt idx="389697">
                  <c:v>2047</c:v>
                </c:pt>
                <c:pt idx="389648">
                  <c:v>2048</c:v>
                </c:pt>
                <c:pt idx="389599">
                  <c:v>2049</c:v>
                </c:pt>
                <c:pt idx="389550">
                  <c:v>2050</c:v>
                </c:pt>
                <c:pt idx="389501">
                  <c:v>2051</c:v>
                </c:pt>
                <c:pt idx="389452">
                  <c:v>2052</c:v>
                </c:pt>
                <c:pt idx="389403">
                  <c:v>2053</c:v>
                </c:pt>
                <c:pt idx="389354">
                  <c:v>2054</c:v>
                </c:pt>
                <c:pt idx="389305">
                  <c:v>2055</c:v>
                </c:pt>
                <c:pt idx="389256">
                  <c:v>2056</c:v>
                </c:pt>
                <c:pt idx="389207">
                  <c:v>2057</c:v>
                </c:pt>
                <c:pt idx="389158">
                  <c:v>2058</c:v>
                </c:pt>
                <c:pt idx="389109">
                  <c:v>2059</c:v>
                </c:pt>
                <c:pt idx="389060">
                  <c:v>2060</c:v>
                </c:pt>
                <c:pt idx="389011">
                  <c:v>2061</c:v>
                </c:pt>
                <c:pt idx="388962">
                  <c:v>2062</c:v>
                </c:pt>
                <c:pt idx="388913">
                  <c:v>2063</c:v>
                </c:pt>
                <c:pt idx="388864">
                  <c:v>2064</c:v>
                </c:pt>
                <c:pt idx="388815">
                  <c:v>2065</c:v>
                </c:pt>
                <c:pt idx="388766">
                  <c:v>2066</c:v>
                </c:pt>
                <c:pt idx="388717">
                  <c:v>2067</c:v>
                </c:pt>
                <c:pt idx="388668">
                  <c:v>2068</c:v>
                </c:pt>
                <c:pt idx="388619">
                  <c:v>2069</c:v>
                </c:pt>
                <c:pt idx="388570">
                  <c:v>2070</c:v>
                </c:pt>
                <c:pt idx="388521">
                  <c:v>2071</c:v>
                </c:pt>
                <c:pt idx="388472">
                  <c:v>2072</c:v>
                </c:pt>
                <c:pt idx="388423">
                  <c:v>2073</c:v>
                </c:pt>
                <c:pt idx="388374">
                  <c:v>2074</c:v>
                </c:pt>
                <c:pt idx="388325">
                  <c:v>2075</c:v>
                </c:pt>
                <c:pt idx="388276">
                  <c:v>2076</c:v>
                </c:pt>
                <c:pt idx="388227">
                  <c:v>2077</c:v>
                </c:pt>
                <c:pt idx="388178">
                  <c:v>2078</c:v>
                </c:pt>
                <c:pt idx="388129">
                  <c:v>2079</c:v>
                </c:pt>
                <c:pt idx="388080">
                  <c:v>2080</c:v>
                </c:pt>
                <c:pt idx="388031">
                  <c:v>2081</c:v>
                </c:pt>
                <c:pt idx="387982">
                  <c:v>2082</c:v>
                </c:pt>
                <c:pt idx="387933">
                  <c:v>2083</c:v>
                </c:pt>
                <c:pt idx="387884">
                  <c:v>2084</c:v>
                </c:pt>
                <c:pt idx="387835">
                  <c:v>2085</c:v>
                </c:pt>
                <c:pt idx="387786">
                  <c:v>2086</c:v>
                </c:pt>
                <c:pt idx="387737">
                  <c:v>2087</c:v>
                </c:pt>
                <c:pt idx="387688">
                  <c:v>2088</c:v>
                </c:pt>
                <c:pt idx="387639">
                  <c:v>2089</c:v>
                </c:pt>
                <c:pt idx="387590">
                  <c:v>2090</c:v>
                </c:pt>
                <c:pt idx="387541">
                  <c:v>2091</c:v>
                </c:pt>
                <c:pt idx="387492">
                  <c:v>2092</c:v>
                </c:pt>
                <c:pt idx="387443">
                  <c:v>2093</c:v>
                </c:pt>
                <c:pt idx="387394">
                  <c:v>2094</c:v>
                </c:pt>
                <c:pt idx="387345">
                  <c:v>2095</c:v>
                </c:pt>
                <c:pt idx="387296">
                  <c:v>2096</c:v>
                </c:pt>
                <c:pt idx="387247">
                  <c:v>2097</c:v>
                </c:pt>
                <c:pt idx="387198">
                  <c:v>2098</c:v>
                </c:pt>
                <c:pt idx="387149">
                  <c:v>2099</c:v>
                </c:pt>
                <c:pt idx="387100">
                  <c:v>2100</c:v>
                </c:pt>
                <c:pt idx="387051">
                  <c:v>2101</c:v>
                </c:pt>
                <c:pt idx="387002">
                  <c:v>2102</c:v>
                </c:pt>
                <c:pt idx="386953">
                  <c:v>2103</c:v>
                </c:pt>
                <c:pt idx="386904">
                  <c:v>2104</c:v>
                </c:pt>
                <c:pt idx="386855">
                  <c:v>2105</c:v>
                </c:pt>
                <c:pt idx="386806">
                  <c:v>2106</c:v>
                </c:pt>
                <c:pt idx="386757">
                  <c:v>2107</c:v>
                </c:pt>
                <c:pt idx="386708">
                  <c:v>2108</c:v>
                </c:pt>
                <c:pt idx="386659">
                  <c:v>2109</c:v>
                </c:pt>
                <c:pt idx="386610">
                  <c:v>2110</c:v>
                </c:pt>
                <c:pt idx="386561">
                  <c:v>2111</c:v>
                </c:pt>
                <c:pt idx="386512">
                  <c:v>2112</c:v>
                </c:pt>
                <c:pt idx="386463">
                  <c:v>2113</c:v>
                </c:pt>
                <c:pt idx="386414">
                  <c:v>2114</c:v>
                </c:pt>
                <c:pt idx="386365">
                  <c:v>2115</c:v>
                </c:pt>
                <c:pt idx="386316">
                  <c:v>2116</c:v>
                </c:pt>
                <c:pt idx="386267">
                  <c:v>2117</c:v>
                </c:pt>
                <c:pt idx="386218">
                  <c:v>2118</c:v>
                </c:pt>
                <c:pt idx="386169">
                  <c:v>2119</c:v>
                </c:pt>
                <c:pt idx="386120">
                  <c:v>2120</c:v>
                </c:pt>
                <c:pt idx="386071">
                  <c:v>2121</c:v>
                </c:pt>
                <c:pt idx="386022">
                  <c:v>2122</c:v>
                </c:pt>
                <c:pt idx="385973">
                  <c:v>2123</c:v>
                </c:pt>
                <c:pt idx="385924">
                  <c:v>2124</c:v>
                </c:pt>
                <c:pt idx="385875">
                  <c:v>2125</c:v>
                </c:pt>
                <c:pt idx="385826">
                  <c:v>2126</c:v>
                </c:pt>
                <c:pt idx="385777">
                  <c:v>2127</c:v>
                </c:pt>
                <c:pt idx="385728">
                  <c:v>2128</c:v>
                </c:pt>
                <c:pt idx="385679">
                  <c:v>2129</c:v>
                </c:pt>
                <c:pt idx="385630">
                  <c:v>2130</c:v>
                </c:pt>
                <c:pt idx="385581">
                  <c:v>2131</c:v>
                </c:pt>
                <c:pt idx="385532">
                  <c:v>2132</c:v>
                </c:pt>
                <c:pt idx="385483">
                  <c:v>2133</c:v>
                </c:pt>
                <c:pt idx="385434">
                  <c:v>2134</c:v>
                </c:pt>
                <c:pt idx="385385">
                  <c:v>2135</c:v>
                </c:pt>
                <c:pt idx="385336">
                  <c:v>2136</c:v>
                </c:pt>
                <c:pt idx="385287">
                  <c:v>2137</c:v>
                </c:pt>
                <c:pt idx="385238">
                  <c:v>2138</c:v>
                </c:pt>
                <c:pt idx="385189">
                  <c:v>2139</c:v>
                </c:pt>
                <c:pt idx="385140">
                  <c:v>2140</c:v>
                </c:pt>
                <c:pt idx="385091">
                  <c:v>2141</c:v>
                </c:pt>
                <c:pt idx="385042">
                  <c:v>2142</c:v>
                </c:pt>
                <c:pt idx="384993">
                  <c:v>2143</c:v>
                </c:pt>
                <c:pt idx="384944">
                  <c:v>2144</c:v>
                </c:pt>
                <c:pt idx="384895">
                  <c:v>2145</c:v>
                </c:pt>
                <c:pt idx="384846">
                  <c:v>2146</c:v>
                </c:pt>
                <c:pt idx="384797">
                  <c:v>2147</c:v>
                </c:pt>
                <c:pt idx="384748">
                  <c:v>2148</c:v>
                </c:pt>
                <c:pt idx="384699">
                  <c:v>2149</c:v>
                </c:pt>
                <c:pt idx="384650">
                  <c:v>2150</c:v>
                </c:pt>
                <c:pt idx="384601">
                  <c:v>2151</c:v>
                </c:pt>
                <c:pt idx="384552">
                  <c:v>2152</c:v>
                </c:pt>
                <c:pt idx="384503">
                  <c:v>2153</c:v>
                </c:pt>
                <c:pt idx="384454">
                  <c:v>2154</c:v>
                </c:pt>
                <c:pt idx="384405">
                  <c:v>2155</c:v>
                </c:pt>
                <c:pt idx="384356">
                  <c:v>2156</c:v>
                </c:pt>
                <c:pt idx="384307">
                  <c:v>2157</c:v>
                </c:pt>
                <c:pt idx="384258">
                  <c:v>2158</c:v>
                </c:pt>
                <c:pt idx="384209">
                  <c:v>2159</c:v>
                </c:pt>
                <c:pt idx="384160">
                  <c:v>2160</c:v>
                </c:pt>
                <c:pt idx="384111">
                  <c:v>2161</c:v>
                </c:pt>
                <c:pt idx="384062">
                  <c:v>2162</c:v>
                </c:pt>
                <c:pt idx="384013">
                  <c:v>2163</c:v>
                </c:pt>
                <c:pt idx="383964">
                  <c:v>2164</c:v>
                </c:pt>
                <c:pt idx="383915">
                  <c:v>2165</c:v>
                </c:pt>
                <c:pt idx="383866">
                  <c:v>2166</c:v>
                </c:pt>
                <c:pt idx="383817">
                  <c:v>2167</c:v>
                </c:pt>
                <c:pt idx="383768">
                  <c:v>2168</c:v>
                </c:pt>
                <c:pt idx="383719">
                  <c:v>2169</c:v>
                </c:pt>
                <c:pt idx="383670">
                  <c:v>2170</c:v>
                </c:pt>
                <c:pt idx="383621">
                  <c:v>2171</c:v>
                </c:pt>
                <c:pt idx="383572">
                  <c:v>2172</c:v>
                </c:pt>
                <c:pt idx="383523">
                  <c:v>2173</c:v>
                </c:pt>
                <c:pt idx="383474">
                  <c:v>2174</c:v>
                </c:pt>
                <c:pt idx="383425">
                  <c:v>2175</c:v>
                </c:pt>
                <c:pt idx="383376">
                  <c:v>2176</c:v>
                </c:pt>
                <c:pt idx="383327">
                  <c:v>2177</c:v>
                </c:pt>
                <c:pt idx="383278">
                  <c:v>2178</c:v>
                </c:pt>
                <c:pt idx="383229">
                  <c:v>2179</c:v>
                </c:pt>
                <c:pt idx="383180">
                  <c:v>2180</c:v>
                </c:pt>
                <c:pt idx="383131">
                  <c:v>2181</c:v>
                </c:pt>
                <c:pt idx="383082">
                  <c:v>2182</c:v>
                </c:pt>
                <c:pt idx="383033">
                  <c:v>2183</c:v>
                </c:pt>
                <c:pt idx="382984">
                  <c:v>2184</c:v>
                </c:pt>
                <c:pt idx="382935">
                  <c:v>2185</c:v>
                </c:pt>
                <c:pt idx="382886">
                  <c:v>2186</c:v>
                </c:pt>
                <c:pt idx="382837">
                  <c:v>2187</c:v>
                </c:pt>
                <c:pt idx="382788">
                  <c:v>2188</c:v>
                </c:pt>
                <c:pt idx="382739">
                  <c:v>2189</c:v>
                </c:pt>
                <c:pt idx="382690">
                  <c:v>2190</c:v>
                </c:pt>
                <c:pt idx="382641">
                  <c:v>2191</c:v>
                </c:pt>
                <c:pt idx="382592">
                  <c:v>2192</c:v>
                </c:pt>
                <c:pt idx="382543">
                  <c:v>2193</c:v>
                </c:pt>
                <c:pt idx="382494">
                  <c:v>2194</c:v>
                </c:pt>
                <c:pt idx="382445">
                  <c:v>2195</c:v>
                </c:pt>
                <c:pt idx="382396">
                  <c:v>2196</c:v>
                </c:pt>
                <c:pt idx="382347">
                  <c:v>2197</c:v>
                </c:pt>
                <c:pt idx="382298">
                  <c:v>2198</c:v>
                </c:pt>
                <c:pt idx="382249">
                  <c:v>2199</c:v>
                </c:pt>
                <c:pt idx="382200">
                  <c:v>2200</c:v>
                </c:pt>
                <c:pt idx="382151">
                  <c:v>2201</c:v>
                </c:pt>
                <c:pt idx="382102">
                  <c:v>2202</c:v>
                </c:pt>
                <c:pt idx="382053">
                  <c:v>2203</c:v>
                </c:pt>
                <c:pt idx="382004">
                  <c:v>2204</c:v>
                </c:pt>
                <c:pt idx="381955">
                  <c:v>2205</c:v>
                </c:pt>
                <c:pt idx="381906">
                  <c:v>2206</c:v>
                </c:pt>
                <c:pt idx="381857">
                  <c:v>2207</c:v>
                </c:pt>
                <c:pt idx="381808">
                  <c:v>2208</c:v>
                </c:pt>
                <c:pt idx="381759">
                  <c:v>2209</c:v>
                </c:pt>
                <c:pt idx="381710">
                  <c:v>2210</c:v>
                </c:pt>
                <c:pt idx="381661">
                  <c:v>2211</c:v>
                </c:pt>
                <c:pt idx="381612">
                  <c:v>2212</c:v>
                </c:pt>
                <c:pt idx="381563">
                  <c:v>2213</c:v>
                </c:pt>
                <c:pt idx="381514">
                  <c:v>2214</c:v>
                </c:pt>
                <c:pt idx="381465">
                  <c:v>2215</c:v>
                </c:pt>
                <c:pt idx="381416">
                  <c:v>2216</c:v>
                </c:pt>
                <c:pt idx="381367">
                  <c:v>2217</c:v>
                </c:pt>
                <c:pt idx="381318">
                  <c:v>2218</c:v>
                </c:pt>
                <c:pt idx="381269">
                  <c:v>2219</c:v>
                </c:pt>
                <c:pt idx="381220">
                  <c:v>2220</c:v>
                </c:pt>
                <c:pt idx="381171">
                  <c:v>2221</c:v>
                </c:pt>
                <c:pt idx="381122">
                  <c:v>2222</c:v>
                </c:pt>
                <c:pt idx="381073">
                  <c:v>2223</c:v>
                </c:pt>
                <c:pt idx="381024">
                  <c:v>2224</c:v>
                </c:pt>
                <c:pt idx="380975">
                  <c:v>2225</c:v>
                </c:pt>
                <c:pt idx="380926">
                  <c:v>2226</c:v>
                </c:pt>
                <c:pt idx="380877">
                  <c:v>2227</c:v>
                </c:pt>
                <c:pt idx="380828">
                  <c:v>2228</c:v>
                </c:pt>
                <c:pt idx="380779">
                  <c:v>2229</c:v>
                </c:pt>
                <c:pt idx="380730">
                  <c:v>2230</c:v>
                </c:pt>
                <c:pt idx="380681">
                  <c:v>2231</c:v>
                </c:pt>
                <c:pt idx="380632">
                  <c:v>2232</c:v>
                </c:pt>
                <c:pt idx="380583">
                  <c:v>2233</c:v>
                </c:pt>
                <c:pt idx="380534">
                  <c:v>2234</c:v>
                </c:pt>
                <c:pt idx="380485">
                  <c:v>2235</c:v>
                </c:pt>
                <c:pt idx="380436">
                  <c:v>2236</c:v>
                </c:pt>
                <c:pt idx="380387">
                  <c:v>2237</c:v>
                </c:pt>
                <c:pt idx="380338">
                  <c:v>2238</c:v>
                </c:pt>
                <c:pt idx="380289">
                  <c:v>2239</c:v>
                </c:pt>
                <c:pt idx="380240">
                  <c:v>2240</c:v>
                </c:pt>
                <c:pt idx="380191">
                  <c:v>2241</c:v>
                </c:pt>
                <c:pt idx="380142">
                  <c:v>2242</c:v>
                </c:pt>
                <c:pt idx="380093">
                  <c:v>2243</c:v>
                </c:pt>
                <c:pt idx="380044">
                  <c:v>2244</c:v>
                </c:pt>
                <c:pt idx="379995">
                  <c:v>2245</c:v>
                </c:pt>
                <c:pt idx="379946">
                  <c:v>2246</c:v>
                </c:pt>
                <c:pt idx="379897">
                  <c:v>2247</c:v>
                </c:pt>
                <c:pt idx="379848">
                  <c:v>2248</c:v>
                </c:pt>
                <c:pt idx="379799">
                  <c:v>2249</c:v>
                </c:pt>
                <c:pt idx="379750">
                  <c:v>2250</c:v>
                </c:pt>
                <c:pt idx="379701">
                  <c:v>2251</c:v>
                </c:pt>
                <c:pt idx="379652">
                  <c:v>2252</c:v>
                </c:pt>
                <c:pt idx="379603">
                  <c:v>2253</c:v>
                </c:pt>
                <c:pt idx="379554">
                  <c:v>2254</c:v>
                </c:pt>
                <c:pt idx="379505">
                  <c:v>2255</c:v>
                </c:pt>
                <c:pt idx="379456">
                  <c:v>2256</c:v>
                </c:pt>
                <c:pt idx="379407">
                  <c:v>2257</c:v>
                </c:pt>
                <c:pt idx="379358">
                  <c:v>2258</c:v>
                </c:pt>
                <c:pt idx="379309">
                  <c:v>2259</c:v>
                </c:pt>
                <c:pt idx="379260">
                  <c:v>2260</c:v>
                </c:pt>
                <c:pt idx="379211">
                  <c:v>2261</c:v>
                </c:pt>
                <c:pt idx="379162">
                  <c:v>2262</c:v>
                </c:pt>
                <c:pt idx="379113">
                  <c:v>2263</c:v>
                </c:pt>
                <c:pt idx="379064">
                  <c:v>2264</c:v>
                </c:pt>
                <c:pt idx="379015">
                  <c:v>2265</c:v>
                </c:pt>
                <c:pt idx="378966">
                  <c:v>2266</c:v>
                </c:pt>
                <c:pt idx="378917">
                  <c:v>2267</c:v>
                </c:pt>
                <c:pt idx="378868">
                  <c:v>2268</c:v>
                </c:pt>
                <c:pt idx="378819">
                  <c:v>2269</c:v>
                </c:pt>
                <c:pt idx="378770">
                  <c:v>2270</c:v>
                </c:pt>
                <c:pt idx="378721">
                  <c:v>2271</c:v>
                </c:pt>
                <c:pt idx="378672">
                  <c:v>2272</c:v>
                </c:pt>
                <c:pt idx="378623">
                  <c:v>2273</c:v>
                </c:pt>
                <c:pt idx="378574">
                  <c:v>2274</c:v>
                </c:pt>
                <c:pt idx="378525">
                  <c:v>2275</c:v>
                </c:pt>
                <c:pt idx="378476">
                  <c:v>2276</c:v>
                </c:pt>
                <c:pt idx="378427">
                  <c:v>2277</c:v>
                </c:pt>
                <c:pt idx="378378">
                  <c:v>2278</c:v>
                </c:pt>
                <c:pt idx="378329">
                  <c:v>2279</c:v>
                </c:pt>
                <c:pt idx="378280">
                  <c:v>2280</c:v>
                </c:pt>
                <c:pt idx="378231">
                  <c:v>2281</c:v>
                </c:pt>
                <c:pt idx="378182">
                  <c:v>2282</c:v>
                </c:pt>
                <c:pt idx="378133">
                  <c:v>2283</c:v>
                </c:pt>
                <c:pt idx="378084">
                  <c:v>2284</c:v>
                </c:pt>
                <c:pt idx="378035">
                  <c:v>2285</c:v>
                </c:pt>
                <c:pt idx="377986">
                  <c:v>2286</c:v>
                </c:pt>
                <c:pt idx="377937">
                  <c:v>2287</c:v>
                </c:pt>
                <c:pt idx="377888">
                  <c:v>2288</c:v>
                </c:pt>
                <c:pt idx="377839">
                  <c:v>2289</c:v>
                </c:pt>
                <c:pt idx="377790">
                  <c:v>2290</c:v>
                </c:pt>
                <c:pt idx="377741">
                  <c:v>2291</c:v>
                </c:pt>
                <c:pt idx="377692">
                  <c:v>2292</c:v>
                </c:pt>
                <c:pt idx="377643">
                  <c:v>2293</c:v>
                </c:pt>
                <c:pt idx="377594">
                  <c:v>2294</c:v>
                </c:pt>
                <c:pt idx="377545">
                  <c:v>2295</c:v>
                </c:pt>
                <c:pt idx="377496">
                  <c:v>2296</c:v>
                </c:pt>
                <c:pt idx="377447">
                  <c:v>2297</c:v>
                </c:pt>
                <c:pt idx="377398">
                  <c:v>2298</c:v>
                </c:pt>
                <c:pt idx="377349">
                  <c:v>2299</c:v>
                </c:pt>
                <c:pt idx="377300">
                  <c:v>2300</c:v>
                </c:pt>
                <c:pt idx="377251">
                  <c:v>2301</c:v>
                </c:pt>
                <c:pt idx="377202">
                  <c:v>2302</c:v>
                </c:pt>
                <c:pt idx="377153">
                  <c:v>2303</c:v>
                </c:pt>
                <c:pt idx="377104">
                  <c:v>2304</c:v>
                </c:pt>
                <c:pt idx="377055">
                  <c:v>2305</c:v>
                </c:pt>
                <c:pt idx="377006">
                  <c:v>2306</c:v>
                </c:pt>
                <c:pt idx="376957">
                  <c:v>2307</c:v>
                </c:pt>
                <c:pt idx="376908">
                  <c:v>2308</c:v>
                </c:pt>
                <c:pt idx="376859">
                  <c:v>2309</c:v>
                </c:pt>
                <c:pt idx="376810">
                  <c:v>2310</c:v>
                </c:pt>
                <c:pt idx="376761">
                  <c:v>2311</c:v>
                </c:pt>
                <c:pt idx="376712">
                  <c:v>2312</c:v>
                </c:pt>
                <c:pt idx="376663">
                  <c:v>2313</c:v>
                </c:pt>
                <c:pt idx="376614">
                  <c:v>2314</c:v>
                </c:pt>
                <c:pt idx="376565">
                  <c:v>2315</c:v>
                </c:pt>
                <c:pt idx="376516">
                  <c:v>2316</c:v>
                </c:pt>
                <c:pt idx="376467">
                  <c:v>2317</c:v>
                </c:pt>
                <c:pt idx="376418">
                  <c:v>2318</c:v>
                </c:pt>
                <c:pt idx="376369">
                  <c:v>2319</c:v>
                </c:pt>
                <c:pt idx="376320">
                  <c:v>2320</c:v>
                </c:pt>
                <c:pt idx="376271">
                  <c:v>2321</c:v>
                </c:pt>
                <c:pt idx="376222">
                  <c:v>2322</c:v>
                </c:pt>
                <c:pt idx="376173">
                  <c:v>2323</c:v>
                </c:pt>
                <c:pt idx="376124">
                  <c:v>2324</c:v>
                </c:pt>
                <c:pt idx="376075">
                  <c:v>2325</c:v>
                </c:pt>
                <c:pt idx="376026">
                  <c:v>2326</c:v>
                </c:pt>
                <c:pt idx="375977">
                  <c:v>2327</c:v>
                </c:pt>
                <c:pt idx="375928">
                  <c:v>2328</c:v>
                </c:pt>
                <c:pt idx="375879">
                  <c:v>2329</c:v>
                </c:pt>
                <c:pt idx="375830">
                  <c:v>2330</c:v>
                </c:pt>
                <c:pt idx="375781">
                  <c:v>2331</c:v>
                </c:pt>
                <c:pt idx="375732">
                  <c:v>2332</c:v>
                </c:pt>
                <c:pt idx="375683">
                  <c:v>2333</c:v>
                </c:pt>
                <c:pt idx="375634">
                  <c:v>2334</c:v>
                </c:pt>
                <c:pt idx="375585">
                  <c:v>2335</c:v>
                </c:pt>
                <c:pt idx="375536">
                  <c:v>2336</c:v>
                </c:pt>
                <c:pt idx="375487">
                  <c:v>2337</c:v>
                </c:pt>
                <c:pt idx="375438">
                  <c:v>2338</c:v>
                </c:pt>
                <c:pt idx="375389">
                  <c:v>2339</c:v>
                </c:pt>
                <c:pt idx="375340">
                  <c:v>2340</c:v>
                </c:pt>
                <c:pt idx="375291">
                  <c:v>2341</c:v>
                </c:pt>
                <c:pt idx="375242">
                  <c:v>2342</c:v>
                </c:pt>
                <c:pt idx="375193">
                  <c:v>2343</c:v>
                </c:pt>
                <c:pt idx="375144">
                  <c:v>2344</c:v>
                </c:pt>
                <c:pt idx="375095">
                  <c:v>2345</c:v>
                </c:pt>
                <c:pt idx="375046">
                  <c:v>2346</c:v>
                </c:pt>
                <c:pt idx="374997">
                  <c:v>2347</c:v>
                </c:pt>
                <c:pt idx="374948">
                  <c:v>2348</c:v>
                </c:pt>
                <c:pt idx="374899">
                  <c:v>2349</c:v>
                </c:pt>
                <c:pt idx="374850">
                  <c:v>2350</c:v>
                </c:pt>
                <c:pt idx="374801">
                  <c:v>2351</c:v>
                </c:pt>
                <c:pt idx="374752">
                  <c:v>2352</c:v>
                </c:pt>
                <c:pt idx="374703">
                  <c:v>2353</c:v>
                </c:pt>
                <c:pt idx="374654">
                  <c:v>2354</c:v>
                </c:pt>
                <c:pt idx="374605">
                  <c:v>2355</c:v>
                </c:pt>
                <c:pt idx="374556">
                  <c:v>2356</c:v>
                </c:pt>
                <c:pt idx="374507">
                  <c:v>2357</c:v>
                </c:pt>
                <c:pt idx="374458">
                  <c:v>2358</c:v>
                </c:pt>
                <c:pt idx="374409">
                  <c:v>2359</c:v>
                </c:pt>
                <c:pt idx="374360">
                  <c:v>2360</c:v>
                </c:pt>
                <c:pt idx="374311">
                  <c:v>2361</c:v>
                </c:pt>
                <c:pt idx="374262">
                  <c:v>2362</c:v>
                </c:pt>
                <c:pt idx="374213">
                  <c:v>2363</c:v>
                </c:pt>
                <c:pt idx="374164">
                  <c:v>2364</c:v>
                </c:pt>
                <c:pt idx="374115">
                  <c:v>2365</c:v>
                </c:pt>
                <c:pt idx="374066">
                  <c:v>2366</c:v>
                </c:pt>
                <c:pt idx="374017">
                  <c:v>2367</c:v>
                </c:pt>
                <c:pt idx="373968">
                  <c:v>2368</c:v>
                </c:pt>
                <c:pt idx="373919">
                  <c:v>2369</c:v>
                </c:pt>
                <c:pt idx="373870">
                  <c:v>2370</c:v>
                </c:pt>
                <c:pt idx="373821">
                  <c:v>2371</c:v>
                </c:pt>
                <c:pt idx="373772">
                  <c:v>2372</c:v>
                </c:pt>
                <c:pt idx="373723">
                  <c:v>2373</c:v>
                </c:pt>
                <c:pt idx="373674">
                  <c:v>2374</c:v>
                </c:pt>
                <c:pt idx="373625">
                  <c:v>2375</c:v>
                </c:pt>
                <c:pt idx="373576">
                  <c:v>2376</c:v>
                </c:pt>
                <c:pt idx="373527">
                  <c:v>2377</c:v>
                </c:pt>
                <c:pt idx="373478">
                  <c:v>2378</c:v>
                </c:pt>
                <c:pt idx="373429">
                  <c:v>2379</c:v>
                </c:pt>
                <c:pt idx="373380">
                  <c:v>2380</c:v>
                </c:pt>
                <c:pt idx="373331">
                  <c:v>2381</c:v>
                </c:pt>
                <c:pt idx="373282">
                  <c:v>2382</c:v>
                </c:pt>
                <c:pt idx="373233">
                  <c:v>2383</c:v>
                </c:pt>
                <c:pt idx="373184">
                  <c:v>2384</c:v>
                </c:pt>
                <c:pt idx="373135">
                  <c:v>2385</c:v>
                </c:pt>
                <c:pt idx="373086">
                  <c:v>2386</c:v>
                </c:pt>
                <c:pt idx="373037">
                  <c:v>2387</c:v>
                </c:pt>
                <c:pt idx="372988">
                  <c:v>2388</c:v>
                </c:pt>
                <c:pt idx="372939">
                  <c:v>2389</c:v>
                </c:pt>
                <c:pt idx="372890">
                  <c:v>2390</c:v>
                </c:pt>
                <c:pt idx="372841">
                  <c:v>2391</c:v>
                </c:pt>
                <c:pt idx="372792">
                  <c:v>2392</c:v>
                </c:pt>
                <c:pt idx="372743">
                  <c:v>2393</c:v>
                </c:pt>
                <c:pt idx="372694">
                  <c:v>2394</c:v>
                </c:pt>
                <c:pt idx="372645">
                  <c:v>2395</c:v>
                </c:pt>
                <c:pt idx="372596">
                  <c:v>2396</c:v>
                </c:pt>
                <c:pt idx="372547">
                  <c:v>2397</c:v>
                </c:pt>
                <c:pt idx="372498">
                  <c:v>2398</c:v>
                </c:pt>
                <c:pt idx="372449">
                  <c:v>2399</c:v>
                </c:pt>
                <c:pt idx="372400">
                  <c:v>2400</c:v>
                </c:pt>
                <c:pt idx="372351">
                  <c:v>2401</c:v>
                </c:pt>
                <c:pt idx="372302">
                  <c:v>2402</c:v>
                </c:pt>
                <c:pt idx="372253">
                  <c:v>2403</c:v>
                </c:pt>
                <c:pt idx="372204">
                  <c:v>2404</c:v>
                </c:pt>
                <c:pt idx="372155">
                  <c:v>2405</c:v>
                </c:pt>
                <c:pt idx="372106">
                  <c:v>2406</c:v>
                </c:pt>
                <c:pt idx="372057">
                  <c:v>2407</c:v>
                </c:pt>
                <c:pt idx="372008">
                  <c:v>2408</c:v>
                </c:pt>
                <c:pt idx="371959">
                  <c:v>2409</c:v>
                </c:pt>
                <c:pt idx="371910">
                  <c:v>2410</c:v>
                </c:pt>
                <c:pt idx="371861">
                  <c:v>2411</c:v>
                </c:pt>
                <c:pt idx="371812">
                  <c:v>2412</c:v>
                </c:pt>
                <c:pt idx="371763">
                  <c:v>2413</c:v>
                </c:pt>
                <c:pt idx="371714">
                  <c:v>2414</c:v>
                </c:pt>
                <c:pt idx="371665">
                  <c:v>2415</c:v>
                </c:pt>
                <c:pt idx="371616">
                  <c:v>2416</c:v>
                </c:pt>
                <c:pt idx="371567">
                  <c:v>2417</c:v>
                </c:pt>
                <c:pt idx="371518">
                  <c:v>2418</c:v>
                </c:pt>
                <c:pt idx="371469">
                  <c:v>2419</c:v>
                </c:pt>
                <c:pt idx="371420">
                  <c:v>2420</c:v>
                </c:pt>
                <c:pt idx="371371">
                  <c:v>2421</c:v>
                </c:pt>
                <c:pt idx="371322">
                  <c:v>2422</c:v>
                </c:pt>
                <c:pt idx="371273">
                  <c:v>2423</c:v>
                </c:pt>
                <c:pt idx="371224">
                  <c:v>2424</c:v>
                </c:pt>
                <c:pt idx="371175">
                  <c:v>2425</c:v>
                </c:pt>
                <c:pt idx="371126">
                  <c:v>2426</c:v>
                </c:pt>
                <c:pt idx="371077">
                  <c:v>2427</c:v>
                </c:pt>
                <c:pt idx="371028">
                  <c:v>2428</c:v>
                </c:pt>
                <c:pt idx="370979">
                  <c:v>2429</c:v>
                </c:pt>
                <c:pt idx="370930">
                  <c:v>2430</c:v>
                </c:pt>
                <c:pt idx="370881">
                  <c:v>2431</c:v>
                </c:pt>
                <c:pt idx="370832">
                  <c:v>2432</c:v>
                </c:pt>
                <c:pt idx="370783">
                  <c:v>2433</c:v>
                </c:pt>
                <c:pt idx="370734">
                  <c:v>2434</c:v>
                </c:pt>
                <c:pt idx="370685">
                  <c:v>2435</c:v>
                </c:pt>
                <c:pt idx="370636">
                  <c:v>2436</c:v>
                </c:pt>
                <c:pt idx="370587">
                  <c:v>2437</c:v>
                </c:pt>
                <c:pt idx="370538">
                  <c:v>2438</c:v>
                </c:pt>
                <c:pt idx="370489">
                  <c:v>2439</c:v>
                </c:pt>
                <c:pt idx="370440">
                  <c:v>2440</c:v>
                </c:pt>
                <c:pt idx="370391">
                  <c:v>2441</c:v>
                </c:pt>
                <c:pt idx="370342">
                  <c:v>2442</c:v>
                </c:pt>
                <c:pt idx="370293">
                  <c:v>2443</c:v>
                </c:pt>
                <c:pt idx="370244">
                  <c:v>2444</c:v>
                </c:pt>
                <c:pt idx="370195">
                  <c:v>2445</c:v>
                </c:pt>
                <c:pt idx="370146">
                  <c:v>2446</c:v>
                </c:pt>
                <c:pt idx="370097">
                  <c:v>2447</c:v>
                </c:pt>
                <c:pt idx="370048">
                  <c:v>2448</c:v>
                </c:pt>
                <c:pt idx="369999">
                  <c:v>2449</c:v>
                </c:pt>
                <c:pt idx="369950">
                  <c:v>2450</c:v>
                </c:pt>
                <c:pt idx="369901">
                  <c:v>2451</c:v>
                </c:pt>
                <c:pt idx="369852">
                  <c:v>2452</c:v>
                </c:pt>
                <c:pt idx="369803">
                  <c:v>2453</c:v>
                </c:pt>
                <c:pt idx="369754">
                  <c:v>2454</c:v>
                </c:pt>
                <c:pt idx="369705">
                  <c:v>2455</c:v>
                </c:pt>
                <c:pt idx="369656">
                  <c:v>2456</c:v>
                </c:pt>
                <c:pt idx="369607">
                  <c:v>2457</c:v>
                </c:pt>
                <c:pt idx="369558">
                  <c:v>2458</c:v>
                </c:pt>
                <c:pt idx="369509">
                  <c:v>2459</c:v>
                </c:pt>
                <c:pt idx="369460">
                  <c:v>2460</c:v>
                </c:pt>
                <c:pt idx="369411">
                  <c:v>2461</c:v>
                </c:pt>
                <c:pt idx="369362">
                  <c:v>2462</c:v>
                </c:pt>
                <c:pt idx="369313">
                  <c:v>2463</c:v>
                </c:pt>
                <c:pt idx="369264">
                  <c:v>2464</c:v>
                </c:pt>
                <c:pt idx="369215">
                  <c:v>2465</c:v>
                </c:pt>
                <c:pt idx="369166">
                  <c:v>2466</c:v>
                </c:pt>
                <c:pt idx="369117">
                  <c:v>2467</c:v>
                </c:pt>
                <c:pt idx="369068">
                  <c:v>2468</c:v>
                </c:pt>
                <c:pt idx="369019">
                  <c:v>2469</c:v>
                </c:pt>
                <c:pt idx="368970">
                  <c:v>2470</c:v>
                </c:pt>
                <c:pt idx="368921">
                  <c:v>2471</c:v>
                </c:pt>
                <c:pt idx="368872">
                  <c:v>2472</c:v>
                </c:pt>
                <c:pt idx="368823">
                  <c:v>2473</c:v>
                </c:pt>
                <c:pt idx="368774">
                  <c:v>2474</c:v>
                </c:pt>
                <c:pt idx="368725">
                  <c:v>2475</c:v>
                </c:pt>
                <c:pt idx="368676">
                  <c:v>2476</c:v>
                </c:pt>
                <c:pt idx="368627">
                  <c:v>2477</c:v>
                </c:pt>
                <c:pt idx="368578">
                  <c:v>2478</c:v>
                </c:pt>
                <c:pt idx="368529">
                  <c:v>2479</c:v>
                </c:pt>
                <c:pt idx="368480">
                  <c:v>2480</c:v>
                </c:pt>
                <c:pt idx="368431">
                  <c:v>2481</c:v>
                </c:pt>
                <c:pt idx="368382">
                  <c:v>2482</c:v>
                </c:pt>
                <c:pt idx="368333">
                  <c:v>2483</c:v>
                </c:pt>
                <c:pt idx="368284">
                  <c:v>2484</c:v>
                </c:pt>
                <c:pt idx="368235">
                  <c:v>2485</c:v>
                </c:pt>
                <c:pt idx="368186">
                  <c:v>2486</c:v>
                </c:pt>
                <c:pt idx="368137">
                  <c:v>2487</c:v>
                </c:pt>
                <c:pt idx="368088">
                  <c:v>2488</c:v>
                </c:pt>
                <c:pt idx="368039">
                  <c:v>2489</c:v>
                </c:pt>
                <c:pt idx="367990">
                  <c:v>2490</c:v>
                </c:pt>
                <c:pt idx="367941">
                  <c:v>2491</c:v>
                </c:pt>
                <c:pt idx="367892">
                  <c:v>2492</c:v>
                </c:pt>
                <c:pt idx="367843">
                  <c:v>2493</c:v>
                </c:pt>
                <c:pt idx="367794">
                  <c:v>2494</c:v>
                </c:pt>
                <c:pt idx="367745">
                  <c:v>2495</c:v>
                </c:pt>
                <c:pt idx="367696">
                  <c:v>2496</c:v>
                </c:pt>
                <c:pt idx="367647">
                  <c:v>2497</c:v>
                </c:pt>
                <c:pt idx="367598">
                  <c:v>2498</c:v>
                </c:pt>
                <c:pt idx="367549">
                  <c:v>2499</c:v>
                </c:pt>
                <c:pt idx="367500">
                  <c:v>2500</c:v>
                </c:pt>
                <c:pt idx="367451">
                  <c:v>2501</c:v>
                </c:pt>
                <c:pt idx="367402">
                  <c:v>2502</c:v>
                </c:pt>
                <c:pt idx="367353">
                  <c:v>2503</c:v>
                </c:pt>
                <c:pt idx="367304">
                  <c:v>2504</c:v>
                </c:pt>
                <c:pt idx="367255">
                  <c:v>2505</c:v>
                </c:pt>
                <c:pt idx="367206">
                  <c:v>2506</c:v>
                </c:pt>
                <c:pt idx="367157">
                  <c:v>2507</c:v>
                </c:pt>
                <c:pt idx="367108">
                  <c:v>2508</c:v>
                </c:pt>
                <c:pt idx="367059">
                  <c:v>2509</c:v>
                </c:pt>
                <c:pt idx="367010">
                  <c:v>2510</c:v>
                </c:pt>
                <c:pt idx="366961">
                  <c:v>2511</c:v>
                </c:pt>
                <c:pt idx="366912">
                  <c:v>2512</c:v>
                </c:pt>
                <c:pt idx="366863">
                  <c:v>2513</c:v>
                </c:pt>
                <c:pt idx="366814">
                  <c:v>2514</c:v>
                </c:pt>
                <c:pt idx="366765">
                  <c:v>2515</c:v>
                </c:pt>
                <c:pt idx="366716">
                  <c:v>2516</c:v>
                </c:pt>
                <c:pt idx="366667">
                  <c:v>2517</c:v>
                </c:pt>
                <c:pt idx="366618">
                  <c:v>2518</c:v>
                </c:pt>
                <c:pt idx="366569">
                  <c:v>2519</c:v>
                </c:pt>
                <c:pt idx="366520">
                  <c:v>2520</c:v>
                </c:pt>
                <c:pt idx="366471">
                  <c:v>2521</c:v>
                </c:pt>
                <c:pt idx="366422">
                  <c:v>2522</c:v>
                </c:pt>
                <c:pt idx="366373">
                  <c:v>2523</c:v>
                </c:pt>
                <c:pt idx="366324">
                  <c:v>2524</c:v>
                </c:pt>
                <c:pt idx="366275">
                  <c:v>2525</c:v>
                </c:pt>
                <c:pt idx="366226">
                  <c:v>2526</c:v>
                </c:pt>
                <c:pt idx="366177">
                  <c:v>2527</c:v>
                </c:pt>
                <c:pt idx="366128">
                  <c:v>2528</c:v>
                </c:pt>
                <c:pt idx="366079">
                  <c:v>2529</c:v>
                </c:pt>
                <c:pt idx="366030">
                  <c:v>2530</c:v>
                </c:pt>
                <c:pt idx="365981">
                  <c:v>2531</c:v>
                </c:pt>
                <c:pt idx="365932">
                  <c:v>2532</c:v>
                </c:pt>
                <c:pt idx="365883">
                  <c:v>2533</c:v>
                </c:pt>
                <c:pt idx="365834">
                  <c:v>2534</c:v>
                </c:pt>
                <c:pt idx="365785">
                  <c:v>2535</c:v>
                </c:pt>
                <c:pt idx="365736">
                  <c:v>2536</c:v>
                </c:pt>
                <c:pt idx="365687">
                  <c:v>2537</c:v>
                </c:pt>
                <c:pt idx="365638">
                  <c:v>2538</c:v>
                </c:pt>
                <c:pt idx="365589">
                  <c:v>2539</c:v>
                </c:pt>
                <c:pt idx="365540">
                  <c:v>2540</c:v>
                </c:pt>
                <c:pt idx="365491">
                  <c:v>2541</c:v>
                </c:pt>
                <c:pt idx="365442">
                  <c:v>2542</c:v>
                </c:pt>
                <c:pt idx="365393">
                  <c:v>2543</c:v>
                </c:pt>
                <c:pt idx="365344">
                  <c:v>2544</c:v>
                </c:pt>
                <c:pt idx="365295">
                  <c:v>2545</c:v>
                </c:pt>
                <c:pt idx="365246">
                  <c:v>2546</c:v>
                </c:pt>
                <c:pt idx="365197">
                  <c:v>2547</c:v>
                </c:pt>
                <c:pt idx="365148">
                  <c:v>2548</c:v>
                </c:pt>
                <c:pt idx="365099">
                  <c:v>2549</c:v>
                </c:pt>
                <c:pt idx="365050">
                  <c:v>2550</c:v>
                </c:pt>
                <c:pt idx="365001">
                  <c:v>2551</c:v>
                </c:pt>
                <c:pt idx="364952">
                  <c:v>2552</c:v>
                </c:pt>
                <c:pt idx="364903">
                  <c:v>2553</c:v>
                </c:pt>
                <c:pt idx="364854">
                  <c:v>2554</c:v>
                </c:pt>
                <c:pt idx="364805">
                  <c:v>2555</c:v>
                </c:pt>
                <c:pt idx="364756">
                  <c:v>2556</c:v>
                </c:pt>
                <c:pt idx="364707">
                  <c:v>2557</c:v>
                </c:pt>
                <c:pt idx="364658">
                  <c:v>2558</c:v>
                </c:pt>
                <c:pt idx="364609">
                  <c:v>2559</c:v>
                </c:pt>
                <c:pt idx="364560">
                  <c:v>2560</c:v>
                </c:pt>
                <c:pt idx="364511">
                  <c:v>2561</c:v>
                </c:pt>
                <c:pt idx="364462">
                  <c:v>2562</c:v>
                </c:pt>
                <c:pt idx="364413">
                  <c:v>2563</c:v>
                </c:pt>
                <c:pt idx="364364">
                  <c:v>2564</c:v>
                </c:pt>
                <c:pt idx="364315">
                  <c:v>2565</c:v>
                </c:pt>
                <c:pt idx="364266">
                  <c:v>2566</c:v>
                </c:pt>
                <c:pt idx="364217">
                  <c:v>2567</c:v>
                </c:pt>
                <c:pt idx="364168">
                  <c:v>2568</c:v>
                </c:pt>
                <c:pt idx="364119">
                  <c:v>2569</c:v>
                </c:pt>
                <c:pt idx="364070">
                  <c:v>2570</c:v>
                </c:pt>
                <c:pt idx="364021">
                  <c:v>2571</c:v>
                </c:pt>
                <c:pt idx="363972">
                  <c:v>2572</c:v>
                </c:pt>
                <c:pt idx="363923">
                  <c:v>2573</c:v>
                </c:pt>
                <c:pt idx="363874">
                  <c:v>2574</c:v>
                </c:pt>
                <c:pt idx="363825">
                  <c:v>2575</c:v>
                </c:pt>
                <c:pt idx="363776">
                  <c:v>2576</c:v>
                </c:pt>
                <c:pt idx="363727">
                  <c:v>2577</c:v>
                </c:pt>
                <c:pt idx="363678">
                  <c:v>2578</c:v>
                </c:pt>
                <c:pt idx="363629">
                  <c:v>2579</c:v>
                </c:pt>
                <c:pt idx="363580">
                  <c:v>2580</c:v>
                </c:pt>
                <c:pt idx="363531">
                  <c:v>2581</c:v>
                </c:pt>
                <c:pt idx="363482">
                  <c:v>2582</c:v>
                </c:pt>
                <c:pt idx="363433">
                  <c:v>2583</c:v>
                </c:pt>
                <c:pt idx="363384">
                  <c:v>2584</c:v>
                </c:pt>
                <c:pt idx="363335">
                  <c:v>2585</c:v>
                </c:pt>
                <c:pt idx="363286">
                  <c:v>2586</c:v>
                </c:pt>
                <c:pt idx="363237">
                  <c:v>2587</c:v>
                </c:pt>
                <c:pt idx="363188">
                  <c:v>2588</c:v>
                </c:pt>
                <c:pt idx="363139">
                  <c:v>2589</c:v>
                </c:pt>
                <c:pt idx="363090">
                  <c:v>2590</c:v>
                </c:pt>
                <c:pt idx="363041">
                  <c:v>2591</c:v>
                </c:pt>
                <c:pt idx="362992">
                  <c:v>2592</c:v>
                </c:pt>
                <c:pt idx="362943">
                  <c:v>2593</c:v>
                </c:pt>
                <c:pt idx="362894">
                  <c:v>2594</c:v>
                </c:pt>
                <c:pt idx="362845">
                  <c:v>2595</c:v>
                </c:pt>
                <c:pt idx="362796">
                  <c:v>2596</c:v>
                </c:pt>
                <c:pt idx="362747">
                  <c:v>2597</c:v>
                </c:pt>
                <c:pt idx="362698">
                  <c:v>2598</c:v>
                </c:pt>
                <c:pt idx="362649">
                  <c:v>2599</c:v>
                </c:pt>
                <c:pt idx="362600">
                  <c:v>2600</c:v>
                </c:pt>
                <c:pt idx="362551">
                  <c:v>2601</c:v>
                </c:pt>
                <c:pt idx="362502">
                  <c:v>2602</c:v>
                </c:pt>
                <c:pt idx="362453">
                  <c:v>2603</c:v>
                </c:pt>
                <c:pt idx="362404">
                  <c:v>2604</c:v>
                </c:pt>
                <c:pt idx="362355">
                  <c:v>2605</c:v>
                </c:pt>
                <c:pt idx="362306">
                  <c:v>2606</c:v>
                </c:pt>
                <c:pt idx="362257">
                  <c:v>2607</c:v>
                </c:pt>
                <c:pt idx="362208">
                  <c:v>2608</c:v>
                </c:pt>
                <c:pt idx="362159">
                  <c:v>2609</c:v>
                </c:pt>
                <c:pt idx="362110">
                  <c:v>2610</c:v>
                </c:pt>
                <c:pt idx="362061">
                  <c:v>2611</c:v>
                </c:pt>
                <c:pt idx="362012">
                  <c:v>2612</c:v>
                </c:pt>
                <c:pt idx="361963">
                  <c:v>2613</c:v>
                </c:pt>
                <c:pt idx="361914">
                  <c:v>2614</c:v>
                </c:pt>
                <c:pt idx="361865">
                  <c:v>2615</c:v>
                </c:pt>
                <c:pt idx="361816">
                  <c:v>2616</c:v>
                </c:pt>
                <c:pt idx="361767">
                  <c:v>2617</c:v>
                </c:pt>
                <c:pt idx="361718">
                  <c:v>2618</c:v>
                </c:pt>
                <c:pt idx="361669">
                  <c:v>2619</c:v>
                </c:pt>
                <c:pt idx="361620">
                  <c:v>2620</c:v>
                </c:pt>
                <c:pt idx="361571">
                  <c:v>2621</c:v>
                </c:pt>
                <c:pt idx="361522">
                  <c:v>2622</c:v>
                </c:pt>
                <c:pt idx="361473">
                  <c:v>2623</c:v>
                </c:pt>
                <c:pt idx="361424">
                  <c:v>2624</c:v>
                </c:pt>
                <c:pt idx="361375">
                  <c:v>2625</c:v>
                </c:pt>
                <c:pt idx="361326">
                  <c:v>2626</c:v>
                </c:pt>
                <c:pt idx="361277">
                  <c:v>2627</c:v>
                </c:pt>
                <c:pt idx="361228">
                  <c:v>2628</c:v>
                </c:pt>
                <c:pt idx="361179">
                  <c:v>2629</c:v>
                </c:pt>
                <c:pt idx="361130">
                  <c:v>2630</c:v>
                </c:pt>
                <c:pt idx="361081">
                  <c:v>2631</c:v>
                </c:pt>
                <c:pt idx="361032">
                  <c:v>2632</c:v>
                </c:pt>
                <c:pt idx="360983">
                  <c:v>2633</c:v>
                </c:pt>
                <c:pt idx="360934">
                  <c:v>2634</c:v>
                </c:pt>
                <c:pt idx="360885">
                  <c:v>2635</c:v>
                </c:pt>
                <c:pt idx="360836">
                  <c:v>2636</c:v>
                </c:pt>
                <c:pt idx="360787">
                  <c:v>2637</c:v>
                </c:pt>
                <c:pt idx="360738">
                  <c:v>2638</c:v>
                </c:pt>
                <c:pt idx="360689">
                  <c:v>2639</c:v>
                </c:pt>
                <c:pt idx="360640">
                  <c:v>2640</c:v>
                </c:pt>
                <c:pt idx="360591">
                  <c:v>2641</c:v>
                </c:pt>
                <c:pt idx="360542">
                  <c:v>2642</c:v>
                </c:pt>
                <c:pt idx="360493">
                  <c:v>2643</c:v>
                </c:pt>
                <c:pt idx="360444">
                  <c:v>2644</c:v>
                </c:pt>
                <c:pt idx="360395">
                  <c:v>2645</c:v>
                </c:pt>
                <c:pt idx="360346">
                  <c:v>2646</c:v>
                </c:pt>
                <c:pt idx="360297">
                  <c:v>2647</c:v>
                </c:pt>
                <c:pt idx="360248">
                  <c:v>2648</c:v>
                </c:pt>
                <c:pt idx="360199">
                  <c:v>2649</c:v>
                </c:pt>
                <c:pt idx="360150">
                  <c:v>2650</c:v>
                </c:pt>
                <c:pt idx="360101">
                  <c:v>2651</c:v>
                </c:pt>
                <c:pt idx="360052">
                  <c:v>2652</c:v>
                </c:pt>
                <c:pt idx="360003">
                  <c:v>2653</c:v>
                </c:pt>
                <c:pt idx="359954">
                  <c:v>2654</c:v>
                </c:pt>
                <c:pt idx="359905">
                  <c:v>2655</c:v>
                </c:pt>
                <c:pt idx="359856">
                  <c:v>2656</c:v>
                </c:pt>
                <c:pt idx="359807">
                  <c:v>2657</c:v>
                </c:pt>
                <c:pt idx="359758">
                  <c:v>2658</c:v>
                </c:pt>
                <c:pt idx="359709">
                  <c:v>2659</c:v>
                </c:pt>
                <c:pt idx="359660">
                  <c:v>2660</c:v>
                </c:pt>
                <c:pt idx="359611">
                  <c:v>2661</c:v>
                </c:pt>
                <c:pt idx="359562">
                  <c:v>2662</c:v>
                </c:pt>
                <c:pt idx="359513">
                  <c:v>2663</c:v>
                </c:pt>
                <c:pt idx="359464">
                  <c:v>2664</c:v>
                </c:pt>
                <c:pt idx="359415">
                  <c:v>2665</c:v>
                </c:pt>
                <c:pt idx="359366">
                  <c:v>2666</c:v>
                </c:pt>
                <c:pt idx="359317">
                  <c:v>2667</c:v>
                </c:pt>
                <c:pt idx="359268">
                  <c:v>2668</c:v>
                </c:pt>
                <c:pt idx="359219">
                  <c:v>2669</c:v>
                </c:pt>
                <c:pt idx="359170">
                  <c:v>2670</c:v>
                </c:pt>
                <c:pt idx="359121">
                  <c:v>2671</c:v>
                </c:pt>
                <c:pt idx="359072">
                  <c:v>2672</c:v>
                </c:pt>
                <c:pt idx="359023">
                  <c:v>2673</c:v>
                </c:pt>
                <c:pt idx="358974">
                  <c:v>2674</c:v>
                </c:pt>
                <c:pt idx="358925">
                  <c:v>2675</c:v>
                </c:pt>
                <c:pt idx="358876">
                  <c:v>2676</c:v>
                </c:pt>
                <c:pt idx="358827">
                  <c:v>2677</c:v>
                </c:pt>
                <c:pt idx="358778">
                  <c:v>2678</c:v>
                </c:pt>
                <c:pt idx="358729">
                  <c:v>2679</c:v>
                </c:pt>
                <c:pt idx="358680">
                  <c:v>2680</c:v>
                </c:pt>
                <c:pt idx="358631">
                  <c:v>2681</c:v>
                </c:pt>
                <c:pt idx="358582">
                  <c:v>2682</c:v>
                </c:pt>
                <c:pt idx="358533">
                  <c:v>2683</c:v>
                </c:pt>
                <c:pt idx="358484">
                  <c:v>2684</c:v>
                </c:pt>
                <c:pt idx="358435">
                  <c:v>2685</c:v>
                </c:pt>
                <c:pt idx="358386">
                  <c:v>2686</c:v>
                </c:pt>
                <c:pt idx="358337">
                  <c:v>2687</c:v>
                </c:pt>
                <c:pt idx="358288">
                  <c:v>2688</c:v>
                </c:pt>
                <c:pt idx="358239">
                  <c:v>2689</c:v>
                </c:pt>
                <c:pt idx="358190">
                  <c:v>2690</c:v>
                </c:pt>
                <c:pt idx="358141">
                  <c:v>2691</c:v>
                </c:pt>
                <c:pt idx="358092">
                  <c:v>2692</c:v>
                </c:pt>
                <c:pt idx="358043">
                  <c:v>2693</c:v>
                </c:pt>
                <c:pt idx="357994">
                  <c:v>2694</c:v>
                </c:pt>
                <c:pt idx="357945">
                  <c:v>2695</c:v>
                </c:pt>
                <c:pt idx="357896">
                  <c:v>2696</c:v>
                </c:pt>
                <c:pt idx="357847">
                  <c:v>2697</c:v>
                </c:pt>
                <c:pt idx="357798">
                  <c:v>2698</c:v>
                </c:pt>
                <c:pt idx="357749">
                  <c:v>2699</c:v>
                </c:pt>
                <c:pt idx="357700">
                  <c:v>2700</c:v>
                </c:pt>
                <c:pt idx="357651">
                  <c:v>2701</c:v>
                </c:pt>
                <c:pt idx="357602">
                  <c:v>2702</c:v>
                </c:pt>
                <c:pt idx="357553">
                  <c:v>2703</c:v>
                </c:pt>
                <c:pt idx="357504">
                  <c:v>2704</c:v>
                </c:pt>
                <c:pt idx="357455">
                  <c:v>2705</c:v>
                </c:pt>
                <c:pt idx="357406">
                  <c:v>2706</c:v>
                </c:pt>
                <c:pt idx="357357">
                  <c:v>2707</c:v>
                </c:pt>
                <c:pt idx="357308">
                  <c:v>2708</c:v>
                </c:pt>
                <c:pt idx="357259">
                  <c:v>2709</c:v>
                </c:pt>
                <c:pt idx="357210">
                  <c:v>2710</c:v>
                </c:pt>
                <c:pt idx="357161">
                  <c:v>2711</c:v>
                </c:pt>
                <c:pt idx="357112">
                  <c:v>2712</c:v>
                </c:pt>
                <c:pt idx="357063">
                  <c:v>2713</c:v>
                </c:pt>
                <c:pt idx="357014">
                  <c:v>2714</c:v>
                </c:pt>
                <c:pt idx="356965">
                  <c:v>2715</c:v>
                </c:pt>
                <c:pt idx="356916">
                  <c:v>2716</c:v>
                </c:pt>
                <c:pt idx="356867">
                  <c:v>2717</c:v>
                </c:pt>
                <c:pt idx="356818">
                  <c:v>2718</c:v>
                </c:pt>
                <c:pt idx="356769">
                  <c:v>2719</c:v>
                </c:pt>
                <c:pt idx="356720">
                  <c:v>2720</c:v>
                </c:pt>
                <c:pt idx="356671">
                  <c:v>2721</c:v>
                </c:pt>
                <c:pt idx="356622">
                  <c:v>2722</c:v>
                </c:pt>
                <c:pt idx="356573">
                  <c:v>2723</c:v>
                </c:pt>
                <c:pt idx="356524">
                  <c:v>2724</c:v>
                </c:pt>
                <c:pt idx="356475">
                  <c:v>2725</c:v>
                </c:pt>
                <c:pt idx="356426">
                  <c:v>2726</c:v>
                </c:pt>
                <c:pt idx="356377">
                  <c:v>2727</c:v>
                </c:pt>
                <c:pt idx="356328">
                  <c:v>2728</c:v>
                </c:pt>
                <c:pt idx="356279">
                  <c:v>2729</c:v>
                </c:pt>
                <c:pt idx="356230">
                  <c:v>2730</c:v>
                </c:pt>
                <c:pt idx="356181">
                  <c:v>2731</c:v>
                </c:pt>
                <c:pt idx="356132">
                  <c:v>2732</c:v>
                </c:pt>
                <c:pt idx="356083">
                  <c:v>2733</c:v>
                </c:pt>
                <c:pt idx="356034">
                  <c:v>2734</c:v>
                </c:pt>
                <c:pt idx="355985">
                  <c:v>2735</c:v>
                </c:pt>
                <c:pt idx="355936">
                  <c:v>2736</c:v>
                </c:pt>
                <c:pt idx="355887">
                  <c:v>2737</c:v>
                </c:pt>
                <c:pt idx="355838">
                  <c:v>2738</c:v>
                </c:pt>
                <c:pt idx="355789">
                  <c:v>2739</c:v>
                </c:pt>
                <c:pt idx="355740">
                  <c:v>2740</c:v>
                </c:pt>
                <c:pt idx="355691">
                  <c:v>2741</c:v>
                </c:pt>
                <c:pt idx="355642">
                  <c:v>2742</c:v>
                </c:pt>
                <c:pt idx="355593">
                  <c:v>2743</c:v>
                </c:pt>
                <c:pt idx="355544">
                  <c:v>2744</c:v>
                </c:pt>
                <c:pt idx="355495">
                  <c:v>2745</c:v>
                </c:pt>
                <c:pt idx="355446">
                  <c:v>2746</c:v>
                </c:pt>
                <c:pt idx="355397">
                  <c:v>2747</c:v>
                </c:pt>
                <c:pt idx="355348">
                  <c:v>2748</c:v>
                </c:pt>
                <c:pt idx="355299">
                  <c:v>2749</c:v>
                </c:pt>
                <c:pt idx="355250">
                  <c:v>2750</c:v>
                </c:pt>
                <c:pt idx="355201">
                  <c:v>2751</c:v>
                </c:pt>
                <c:pt idx="355152">
                  <c:v>2752</c:v>
                </c:pt>
                <c:pt idx="355103">
                  <c:v>2753</c:v>
                </c:pt>
                <c:pt idx="355054">
                  <c:v>2754</c:v>
                </c:pt>
                <c:pt idx="355005">
                  <c:v>2755</c:v>
                </c:pt>
                <c:pt idx="354956">
                  <c:v>2756</c:v>
                </c:pt>
                <c:pt idx="354907">
                  <c:v>2757</c:v>
                </c:pt>
                <c:pt idx="354858">
                  <c:v>2758</c:v>
                </c:pt>
                <c:pt idx="354809">
                  <c:v>2759</c:v>
                </c:pt>
                <c:pt idx="354760">
                  <c:v>2760</c:v>
                </c:pt>
                <c:pt idx="354711">
                  <c:v>2761</c:v>
                </c:pt>
                <c:pt idx="354662">
                  <c:v>2762</c:v>
                </c:pt>
                <c:pt idx="354613">
                  <c:v>2763</c:v>
                </c:pt>
                <c:pt idx="354564">
                  <c:v>2764</c:v>
                </c:pt>
                <c:pt idx="354515">
                  <c:v>2765</c:v>
                </c:pt>
                <c:pt idx="354466">
                  <c:v>2766</c:v>
                </c:pt>
                <c:pt idx="354417">
                  <c:v>2767</c:v>
                </c:pt>
                <c:pt idx="354368">
                  <c:v>2768</c:v>
                </c:pt>
                <c:pt idx="354319">
                  <c:v>2769</c:v>
                </c:pt>
                <c:pt idx="354270">
                  <c:v>2770</c:v>
                </c:pt>
                <c:pt idx="354221">
                  <c:v>2771</c:v>
                </c:pt>
                <c:pt idx="354172">
                  <c:v>2772</c:v>
                </c:pt>
                <c:pt idx="354123">
                  <c:v>2773</c:v>
                </c:pt>
                <c:pt idx="354074">
                  <c:v>2774</c:v>
                </c:pt>
                <c:pt idx="354025">
                  <c:v>2775</c:v>
                </c:pt>
                <c:pt idx="353976">
                  <c:v>2776</c:v>
                </c:pt>
                <c:pt idx="353927">
                  <c:v>2777</c:v>
                </c:pt>
                <c:pt idx="353878">
                  <c:v>2778</c:v>
                </c:pt>
                <c:pt idx="353829">
                  <c:v>2779</c:v>
                </c:pt>
                <c:pt idx="353780">
                  <c:v>2780</c:v>
                </c:pt>
                <c:pt idx="353731">
                  <c:v>2781</c:v>
                </c:pt>
                <c:pt idx="353682">
                  <c:v>2782</c:v>
                </c:pt>
                <c:pt idx="353633">
                  <c:v>2783</c:v>
                </c:pt>
                <c:pt idx="353584">
                  <c:v>2784</c:v>
                </c:pt>
                <c:pt idx="353535">
                  <c:v>2785</c:v>
                </c:pt>
                <c:pt idx="353486">
                  <c:v>2786</c:v>
                </c:pt>
                <c:pt idx="353437">
                  <c:v>2787</c:v>
                </c:pt>
                <c:pt idx="353388">
                  <c:v>2788</c:v>
                </c:pt>
                <c:pt idx="353339">
                  <c:v>2789</c:v>
                </c:pt>
                <c:pt idx="353290">
                  <c:v>2790</c:v>
                </c:pt>
                <c:pt idx="353241">
                  <c:v>2791</c:v>
                </c:pt>
                <c:pt idx="353192">
                  <c:v>2792</c:v>
                </c:pt>
                <c:pt idx="353143">
                  <c:v>2793</c:v>
                </c:pt>
                <c:pt idx="353094">
                  <c:v>2794</c:v>
                </c:pt>
                <c:pt idx="353045">
                  <c:v>2795</c:v>
                </c:pt>
                <c:pt idx="352996">
                  <c:v>2796</c:v>
                </c:pt>
                <c:pt idx="352947">
                  <c:v>2797</c:v>
                </c:pt>
                <c:pt idx="352898">
                  <c:v>2798</c:v>
                </c:pt>
                <c:pt idx="352849">
                  <c:v>2799</c:v>
                </c:pt>
                <c:pt idx="352800">
                  <c:v>2800</c:v>
                </c:pt>
                <c:pt idx="352751">
                  <c:v>2801</c:v>
                </c:pt>
                <c:pt idx="352702">
                  <c:v>2802</c:v>
                </c:pt>
                <c:pt idx="352653">
                  <c:v>2803</c:v>
                </c:pt>
                <c:pt idx="352604">
                  <c:v>2804</c:v>
                </c:pt>
                <c:pt idx="352555">
                  <c:v>2805</c:v>
                </c:pt>
                <c:pt idx="352506">
                  <c:v>2806</c:v>
                </c:pt>
                <c:pt idx="352457">
                  <c:v>2807</c:v>
                </c:pt>
                <c:pt idx="352408">
                  <c:v>2808</c:v>
                </c:pt>
                <c:pt idx="352359">
                  <c:v>2809</c:v>
                </c:pt>
                <c:pt idx="352310">
                  <c:v>2810</c:v>
                </c:pt>
                <c:pt idx="352261">
                  <c:v>2811</c:v>
                </c:pt>
                <c:pt idx="352212">
                  <c:v>2812</c:v>
                </c:pt>
                <c:pt idx="352163">
                  <c:v>2813</c:v>
                </c:pt>
                <c:pt idx="352114">
                  <c:v>2814</c:v>
                </c:pt>
                <c:pt idx="352065">
                  <c:v>2815</c:v>
                </c:pt>
                <c:pt idx="352016">
                  <c:v>2816</c:v>
                </c:pt>
                <c:pt idx="351967">
                  <c:v>2817</c:v>
                </c:pt>
                <c:pt idx="351918">
                  <c:v>2818</c:v>
                </c:pt>
                <c:pt idx="351869">
                  <c:v>2819</c:v>
                </c:pt>
                <c:pt idx="351820">
                  <c:v>2820</c:v>
                </c:pt>
                <c:pt idx="351771">
                  <c:v>2821</c:v>
                </c:pt>
                <c:pt idx="351722">
                  <c:v>2822</c:v>
                </c:pt>
                <c:pt idx="351673">
                  <c:v>2823</c:v>
                </c:pt>
                <c:pt idx="351624">
                  <c:v>2824</c:v>
                </c:pt>
                <c:pt idx="351575">
                  <c:v>2825</c:v>
                </c:pt>
                <c:pt idx="351526">
                  <c:v>2826</c:v>
                </c:pt>
                <c:pt idx="351477">
                  <c:v>2827</c:v>
                </c:pt>
                <c:pt idx="351428">
                  <c:v>2828</c:v>
                </c:pt>
                <c:pt idx="351379">
                  <c:v>2829</c:v>
                </c:pt>
                <c:pt idx="351330">
                  <c:v>2830</c:v>
                </c:pt>
                <c:pt idx="351281">
                  <c:v>2831</c:v>
                </c:pt>
                <c:pt idx="351232">
                  <c:v>2832</c:v>
                </c:pt>
                <c:pt idx="351183">
                  <c:v>2833</c:v>
                </c:pt>
                <c:pt idx="351134">
                  <c:v>2834</c:v>
                </c:pt>
                <c:pt idx="351085">
                  <c:v>2835</c:v>
                </c:pt>
                <c:pt idx="351036">
                  <c:v>2836</c:v>
                </c:pt>
                <c:pt idx="350987">
                  <c:v>2837</c:v>
                </c:pt>
                <c:pt idx="350938">
                  <c:v>2838</c:v>
                </c:pt>
                <c:pt idx="350889">
                  <c:v>2839</c:v>
                </c:pt>
                <c:pt idx="350840">
                  <c:v>2840</c:v>
                </c:pt>
                <c:pt idx="350791">
                  <c:v>2841</c:v>
                </c:pt>
                <c:pt idx="350742">
                  <c:v>2842</c:v>
                </c:pt>
                <c:pt idx="350693">
                  <c:v>2843</c:v>
                </c:pt>
                <c:pt idx="350644">
                  <c:v>2844</c:v>
                </c:pt>
                <c:pt idx="350595">
                  <c:v>2845</c:v>
                </c:pt>
                <c:pt idx="350546">
                  <c:v>2846</c:v>
                </c:pt>
                <c:pt idx="350497">
                  <c:v>2847</c:v>
                </c:pt>
                <c:pt idx="350448">
                  <c:v>2848</c:v>
                </c:pt>
                <c:pt idx="350399">
                  <c:v>2849</c:v>
                </c:pt>
                <c:pt idx="350350">
                  <c:v>2850</c:v>
                </c:pt>
                <c:pt idx="350301">
                  <c:v>2851</c:v>
                </c:pt>
                <c:pt idx="350252">
                  <c:v>2852</c:v>
                </c:pt>
                <c:pt idx="350203">
                  <c:v>2853</c:v>
                </c:pt>
                <c:pt idx="350154">
                  <c:v>2854</c:v>
                </c:pt>
                <c:pt idx="350105">
                  <c:v>2855</c:v>
                </c:pt>
                <c:pt idx="350056">
                  <c:v>2856</c:v>
                </c:pt>
                <c:pt idx="350007">
                  <c:v>2857</c:v>
                </c:pt>
                <c:pt idx="349958">
                  <c:v>2858</c:v>
                </c:pt>
                <c:pt idx="349909">
                  <c:v>2859</c:v>
                </c:pt>
                <c:pt idx="349860">
                  <c:v>2860</c:v>
                </c:pt>
                <c:pt idx="349811">
                  <c:v>2861</c:v>
                </c:pt>
                <c:pt idx="349762">
                  <c:v>2862</c:v>
                </c:pt>
                <c:pt idx="349713">
                  <c:v>2863</c:v>
                </c:pt>
                <c:pt idx="349664">
                  <c:v>2864</c:v>
                </c:pt>
                <c:pt idx="349615">
                  <c:v>2865</c:v>
                </c:pt>
                <c:pt idx="349566">
                  <c:v>2866</c:v>
                </c:pt>
                <c:pt idx="349517">
                  <c:v>2867</c:v>
                </c:pt>
                <c:pt idx="349468">
                  <c:v>2868</c:v>
                </c:pt>
                <c:pt idx="349419">
                  <c:v>2869</c:v>
                </c:pt>
                <c:pt idx="349370">
                  <c:v>2870</c:v>
                </c:pt>
                <c:pt idx="349321">
                  <c:v>2871</c:v>
                </c:pt>
                <c:pt idx="349272">
                  <c:v>2872</c:v>
                </c:pt>
                <c:pt idx="349223">
                  <c:v>2873</c:v>
                </c:pt>
                <c:pt idx="349174">
                  <c:v>2874</c:v>
                </c:pt>
                <c:pt idx="349125">
                  <c:v>2875</c:v>
                </c:pt>
                <c:pt idx="349076">
                  <c:v>2876</c:v>
                </c:pt>
                <c:pt idx="349027">
                  <c:v>2877</c:v>
                </c:pt>
                <c:pt idx="348978">
                  <c:v>2878</c:v>
                </c:pt>
                <c:pt idx="348929">
                  <c:v>2879</c:v>
                </c:pt>
                <c:pt idx="348880">
                  <c:v>2880</c:v>
                </c:pt>
                <c:pt idx="348831">
                  <c:v>2881</c:v>
                </c:pt>
                <c:pt idx="348782">
                  <c:v>2882</c:v>
                </c:pt>
                <c:pt idx="348733">
                  <c:v>2883</c:v>
                </c:pt>
                <c:pt idx="348684">
                  <c:v>2884</c:v>
                </c:pt>
                <c:pt idx="348635">
                  <c:v>2885</c:v>
                </c:pt>
                <c:pt idx="348586">
                  <c:v>2886</c:v>
                </c:pt>
                <c:pt idx="348537">
                  <c:v>2887</c:v>
                </c:pt>
                <c:pt idx="348488">
                  <c:v>2888</c:v>
                </c:pt>
                <c:pt idx="348439">
                  <c:v>2889</c:v>
                </c:pt>
                <c:pt idx="348390">
                  <c:v>2890</c:v>
                </c:pt>
                <c:pt idx="348341">
                  <c:v>2891</c:v>
                </c:pt>
                <c:pt idx="348292">
                  <c:v>2892</c:v>
                </c:pt>
                <c:pt idx="348243">
                  <c:v>2893</c:v>
                </c:pt>
                <c:pt idx="348194">
                  <c:v>2894</c:v>
                </c:pt>
                <c:pt idx="348145">
                  <c:v>2895</c:v>
                </c:pt>
                <c:pt idx="348096">
                  <c:v>2896</c:v>
                </c:pt>
                <c:pt idx="348047">
                  <c:v>2897</c:v>
                </c:pt>
                <c:pt idx="347998">
                  <c:v>2898</c:v>
                </c:pt>
                <c:pt idx="347949">
                  <c:v>2899</c:v>
                </c:pt>
                <c:pt idx="347900">
                  <c:v>2900</c:v>
                </c:pt>
                <c:pt idx="347851">
                  <c:v>2901</c:v>
                </c:pt>
                <c:pt idx="347802">
                  <c:v>2902</c:v>
                </c:pt>
                <c:pt idx="347753">
                  <c:v>2903</c:v>
                </c:pt>
                <c:pt idx="347704">
                  <c:v>2904</c:v>
                </c:pt>
                <c:pt idx="347655">
                  <c:v>2905</c:v>
                </c:pt>
                <c:pt idx="347606">
                  <c:v>2906</c:v>
                </c:pt>
                <c:pt idx="347557">
                  <c:v>2907</c:v>
                </c:pt>
                <c:pt idx="347508">
                  <c:v>2908</c:v>
                </c:pt>
                <c:pt idx="347459">
                  <c:v>2909</c:v>
                </c:pt>
                <c:pt idx="347410">
                  <c:v>2910</c:v>
                </c:pt>
                <c:pt idx="347361">
                  <c:v>2911</c:v>
                </c:pt>
                <c:pt idx="347312">
                  <c:v>2912</c:v>
                </c:pt>
                <c:pt idx="347263">
                  <c:v>2913</c:v>
                </c:pt>
                <c:pt idx="347214">
                  <c:v>2914</c:v>
                </c:pt>
                <c:pt idx="347165">
                  <c:v>2915</c:v>
                </c:pt>
                <c:pt idx="347116">
                  <c:v>2916</c:v>
                </c:pt>
                <c:pt idx="347067">
                  <c:v>2917</c:v>
                </c:pt>
                <c:pt idx="347018">
                  <c:v>2918</c:v>
                </c:pt>
                <c:pt idx="346969">
                  <c:v>2919</c:v>
                </c:pt>
                <c:pt idx="346920">
                  <c:v>2920</c:v>
                </c:pt>
                <c:pt idx="346871">
                  <c:v>2921</c:v>
                </c:pt>
                <c:pt idx="346822">
                  <c:v>2922</c:v>
                </c:pt>
                <c:pt idx="346773">
                  <c:v>2923</c:v>
                </c:pt>
                <c:pt idx="346724">
                  <c:v>2924</c:v>
                </c:pt>
                <c:pt idx="346675">
                  <c:v>2925</c:v>
                </c:pt>
                <c:pt idx="346626">
                  <c:v>2926</c:v>
                </c:pt>
                <c:pt idx="346577">
                  <c:v>2927</c:v>
                </c:pt>
                <c:pt idx="346528">
                  <c:v>2928</c:v>
                </c:pt>
                <c:pt idx="346479">
                  <c:v>2929</c:v>
                </c:pt>
                <c:pt idx="346430">
                  <c:v>2930</c:v>
                </c:pt>
                <c:pt idx="346381">
                  <c:v>2931</c:v>
                </c:pt>
                <c:pt idx="346332">
                  <c:v>2932</c:v>
                </c:pt>
                <c:pt idx="346283">
                  <c:v>2933</c:v>
                </c:pt>
                <c:pt idx="346234">
                  <c:v>2934</c:v>
                </c:pt>
                <c:pt idx="346185">
                  <c:v>2935</c:v>
                </c:pt>
                <c:pt idx="346136">
                  <c:v>2936</c:v>
                </c:pt>
                <c:pt idx="346087">
                  <c:v>2937</c:v>
                </c:pt>
                <c:pt idx="346038">
                  <c:v>2938</c:v>
                </c:pt>
                <c:pt idx="345989">
                  <c:v>2939</c:v>
                </c:pt>
                <c:pt idx="345940">
                  <c:v>2940</c:v>
                </c:pt>
                <c:pt idx="345891">
                  <c:v>2941</c:v>
                </c:pt>
                <c:pt idx="345842">
                  <c:v>2942</c:v>
                </c:pt>
                <c:pt idx="345793">
                  <c:v>2943</c:v>
                </c:pt>
                <c:pt idx="345744">
                  <c:v>2944</c:v>
                </c:pt>
                <c:pt idx="345695">
                  <c:v>2945</c:v>
                </c:pt>
                <c:pt idx="345646">
                  <c:v>2946</c:v>
                </c:pt>
                <c:pt idx="345597">
                  <c:v>2947</c:v>
                </c:pt>
                <c:pt idx="345548">
                  <c:v>2948</c:v>
                </c:pt>
                <c:pt idx="345499">
                  <c:v>2949</c:v>
                </c:pt>
                <c:pt idx="345450">
                  <c:v>2950</c:v>
                </c:pt>
                <c:pt idx="345401">
                  <c:v>2951</c:v>
                </c:pt>
                <c:pt idx="345352">
                  <c:v>2952</c:v>
                </c:pt>
                <c:pt idx="345303">
                  <c:v>2953</c:v>
                </c:pt>
                <c:pt idx="345254">
                  <c:v>2954</c:v>
                </c:pt>
                <c:pt idx="345205">
                  <c:v>2955</c:v>
                </c:pt>
                <c:pt idx="345156">
                  <c:v>2956</c:v>
                </c:pt>
                <c:pt idx="345107">
                  <c:v>2957</c:v>
                </c:pt>
                <c:pt idx="345058">
                  <c:v>2958</c:v>
                </c:pt>
                <c:pt idx="345009">
                  <c:v>2959</c:v>
                </c:pt>
                <c:pt idx="344960">
                  <c:v>2960</c:v>
                </c:pt>
                <c:pt idx="344911">
                  <c:v>2961</c:v>
                </c:pt>
                <c:pt idx="344862">
                  <c:v>2962</c:v>
                </c:pt>
                <c:pt idx="344813">
                  <c:v>2963</c:v>
                </c:pt>
                <c:pt idx="344764">
                  <c:v>2964</c:v>
                </c:pt>
                <c:pt idx="344715">
                  <c:v>2965</c:v>
                </c:pt>
                <c:pt idx="344666">
                  <c:v>2966</c:v>
                </c:pt>
                <c:pt idx="344617">
                  <c:v>2967</c:v>
                </c:pt>
                <c:pt idx="344568">
                  <c:v>2968</c:v>
                </c:pt>
                <c:pt idx="344519">
                  <c:v>2969</c:v>
                </c:pt>
                <c:pt idx="344470">
                  <c:v>2970</c:v>
                </c:pt>
                <c:pt idx="344421">
                  <c:v>2971</c:v>
                </c:pt>
                <c:pt idx="344372">
                  <c:v>2972</c:v>
                </c:pt>
                <c:pt idx="344323">
                  <c:v>2973</c:v>
                </c:pt>
                <c:pt idx="344274">
                  <c:v>2974</c:v>
                </c:pt>
                <c:pt idx="344225">
                  <c:v>2975</c:v>
                </c:pt>
                <c:pt idx="344176">
                  <c:v>2976</c:v>
                </c:pt>
                <c:pt idx="344127">
                  <c:v>2977</c:v>
                </c:pt>
                <c:pt idx="344078">
                  <c:v>2978</c:v>
                </c:pt>
                <c:pt idx="344029">
                  <c:v>2979</c:v>
                </c:pt>
                <c:pt idx="343980">
                  <c:v>2980</c:v>
                </c:pt>
                <c:pt idx="343931">
                  <c:v>2981</c:v>
                </c:pt>
                <c:pt idx="343882">
                  <c:v>2982</c:v>
                </c:pt>
                <c:pt idx="343833">
                  <c:v>2983</c:v>
                </c:pt>
                <c:pt idx="343784">
                  <c:v>2984</c:v>
                </c:pt>
                <c:pt idx="343735">
                  <c:v>2985</c:v>
                </c:pt>
                <c:pt idx="343686">
                  <c:v>2986</c:v>
                </c:pt>
                <c:pt idx="343637">
                  <c:v>2987</c:v>
                </c:pt>
                <c:pt idx="343588">
                  <c:v>2988</c:v>
                </c:pt>
                <c:pt idx="343539">
                  <c:v>2989</c:v>
                </c:pt>
                <c:pt idx="343490">
                  <c:v>2990</c:v>
                </c:pt>
                <c:pt idx="343441">
                  <c:v>2991</c:v>
                </c:pt>
                <c:pt idx="343392">
                  <c:v>2992</c:v>
                </c:pt>
                <c:pt idx="343343">
                  <c:v>2993</c:v>
                </c:pt>
                <c:pt idx="343294">
                  <c:v>2994</c:v>
                </c:pt>
                <c:pt idx="343245">
                  <c:v>2995</c:v>
                </c:pt>
                <c:pt idx="343196">
                  <c:v>2996</c:v>
                </c:pt>
                <c:pt idx="343147">
                  <c:v>2997</c:v>
                </c:pt>
                <c:pt idx="343098">
                  <c:v>2998</c:v>
                </c:pt>
                <c:pt idx="343049">
                  <c:v>2999</c:v>
                </c:pt>
                <c:pt idx="343000">
                  <c:v>3000</c:v>
                </c:pt>
                <c:pt idx="342951">
                  <c:v>3001</c:v>
                </c:pt>
                <c:pt idx="342902">
                  <c:v>3002</c:v>
                </c:pt>
                <c:pt idx="342853">
                  <c:v>3003</c:v>
                </c:pt>
                <c:pt idx="342804">
                  <c:v>3004</c:v>
                </c:pt>
                <c:pt idx="342755">
                  <c:v>3005</c:v>
                </c:pt>
                <c:pt idx="342706">
                  <c:v>3006</c:v>
                </c:pt>
                <c:pt idx="342657">
                  <c:v>3007</c:v>
                </c:pt>
                <c:pt idx="342608">
                  <c:v>3008</c:v>
                </c:pt>
                <c:pt idx="342559">
                  <c:v>3009</c:v>
                </c:pt>
                <c:pt idx="342510">
                  <c:v>3010</c:v>
                </c:pt>
                <c:pt idx="342461">
                  <c:v>3011</c:v>
                </c:pt>
                <c:pt idx="342412">
                  <c:v>3012</c:v>
                </c:pt>
                <c:pt idx="342363">
                  <c:v>3013</c:v>
                </c:pt>
                <c:pt idx="342314">
                  <c:v>3014</c:v>
                </c:pt>
                <c:pt idx="342265">
                  <c:v>3015</c:v>
                </c:pt>
                <c:pt idx="342216">
                  <c:v>3016</c:v>
                </c:pt>
                <c:pt idx="342167">
                  <c:v>3017</c:v>
                </c:pt>
                <c:pt idx="342118">
                  <c:v>3018</c:v>
                </c:pt>
                <c:pt idx="342069">
                  <c:v>3019</c:v>
                </c:pt>
                <c:pt idx="342020">
                  <c:v>3020</c:v>
                </c:pt>
                <c:pt idx="341971">
                  <c:v>3021</c:v>
                </c:pt>
                <c:pt idx="341922">
                  <c:v>3022</c:v>
                </c:pt>
                <c:pt idx="341873">
                  <c:v>3023</c:v>
                </c:pt>
                <c:pt idx="341824">
                  <c:v>3024</c:v>
                </c:pt>
                <c:pt idx="341775">
                  <c:v>3025</c:v>
                </c:pt>
                <c:pt idx="341726">
                  <c:v>3026</c:v>
                </c:pt>
                <c:pt idx="341677">
                  <c:v>3027</c:v>
                </c:pt>
                <c:pt idx="341628">
                  <c:v>3028</c:v>
                </c:pt>
                <c:pt idx="341579">
                  <c:v>3029</c:v>
                </c:pt>
                <c:pt idx="341530">
                  <c:v>3030</c:v>
                </c:pt>
                <c:pt idx="341481">
                  <c:v>3031</c:v>
                </c:pt>
                <c:pt idx="341432">
                  <c:v>3032</c:v>
                </c:pt>
                <c:pt idx="341383">
                  <c:v>3033</c:v>
                </c:pt>
                <c:pt idx="341334">
                  <c:v>3034</c:v>
                </c:pt>
                <c:pt idx="341285">
                  <c:v>3035</c:v>
                </c:pt>
                <c:pt idx="341236">
                  <c:v>3036</c:v>
                </c:pt>
                <c:pt idx="341187">
                  <c:v>3037</c:v>
                </c:pt>
                <c:pt idx="341138">
                  <c:v>3038</c:v>
                </c:pt>
                <c:pt idx="341089">
                  <c:v>3039</c:v>
                </c:pt>
                <c:pt idx="341040">
                  <c:v>3040</c:v>
                </c:pt>
                <c:pt idx="340991">
                  <c:v>3041</c:v>
                </c:pt>
                <c:pt idx="340942">
                  <c:v>3042</c:v>
                </c:pt>
                <c:pt idx="340893">
                  <c:v>3043</c:v>
                </c:pt>
                <c:pt idx="340844">
                  <c:v>3044</c:v>
                </c:pt>
                <c:pt idx="340795">
                  <c:v>3045</c:v>
                </c:pt>
                <c:pt idx="340746">
                  <c:v>3046</c:v>
                </c:pt>
                <c:pt idx="340697">
                  <c:v>3047</c:v>
                </c:pt>
                <c:pt idx="340648">
                  <c:v>3048</c:v>
                </c:pt>
                <c:pt idx="340599">
                  <c:v>3049</c:v>
                </c:pt>
                <c:pt idx="340550">
                  <c:v>3050</c:v>
                </c:pt>
                <c:pt idx="340501">
                  <c:v>3051</c:v>
                </c:pt>
                <c:pt idx="340452">
                  <c:v>3052</c:v>
                </c:pt>
                <c:pt idx="340403">
                  <c:v>3053</c:v>
                </c:pt>
                <c:pt idx="340354">
                  <c:v>3054</c:v>
                </c:pt>
                <c:pt idx="340305">
                  <c:v>3055</c:v>
                </c:pt>
                <c:pt idx="340256">
                  <c:v>3056</c:v>
                </c:pt>
                <c:pt idx="340207">
                  <c:v>3057</c:v>
                </c:pt>
                <c:pt idx="340158">
                  <c:v>3058</c:v>
                </c:pt>
                <c:pt idx="340109">
                  <c:v>3059</c:v>
                </c:pt>
                <c:pt idx="340060">
                  <c:v>3060</c:v>
                </c:pt>
                <c:pt idx="340011">
                  <c:v>3061</c:v>
                </c:pt>
                <c:pt idx="339962">
                  <c:v>3062</c:v>
                </c:pt>
                <c:pt idx="339913">
                  <c:v>3063</c:v>
                </c:pt>
                <c:pt idx="339864">
                  <c:v>3064</c:v>
                </c:pt>
                <c:pt idx="339815">
                  <c:v>3065</c:v>
                </c:pt>
                <c:pt idx="339766">
                  <c:v>3066</c:v>
                </c:pt>
                <c:pt idx="339717">
                  <c:v>3067</c:v>
                </c:pt>
                <c:pt idx="339668">
                  <c:v>3068</c:v>
                </c:pt>
                <c:pt idx="339619">
                  <c:v>3069</c:v>
                </c:pt>
                <c:pt idx="339570">
                  <c:v>3070</c:v>
                </c:pt>
                <c:pt idx="339521">
                  <c:v>3071</c:v>
                </c:pt>
                <c:pt idx="339472">
                  <c:v>3072</c:v>
                </c:pt>
                <c:pt idx="339423">
                  <c:v>3073</c:v>
                </c:pt>
                <c:pt idx="339374">
                  <c:v>3074</c:v>
                </c:pt>
                <c:pt idx="339325">
                  <c:v>3075</c:v>
                </c:pt>
                <c:pt idx="339276">
                  <c:v>3076</c:v>
                </c:pt>
                <c:pt idx="339227">
                  <c:v>3077</c:v>
                </c:pt>
                <c:pt idx="339178">
                  <c:v>3078</c:v>
                </c:pt>
                <c:pt idx="339129">
                  <c:v>3079</c:v>
                </c:pt>
                <c:pt idx="339080">
                  <c:v>3080</c:v>
                </c:pt>
                <c:pt idx="339031">
                  <c:v>3081</c:v>
                </c:pt>
                <c:pt idx="338982">
                  <c:v>3082</c:v>
                </c:pt>
                <c:pt idx="338933">
                  <c:v>3083</c:v>
                </c:pt>
                <c:pt idx="338884">
                  <c:v>3084</c:v>
                </c:pt>
                <c:pt idx="338835">
                  <c:v>3085</c:v>
                </c:pt>
                <c:pt idx="338786">
                  <c:v>3086</c:v>
                </c:pt>
                <c:pt idx="338737">
                  <c:v>3087</c:v>
                </c:pt>
                <c:pt idx="338688">
                  <c:v>3088</c:v>
                </c:pt>
                <c:pt idx="338639">
                  <c:v>3089</c:v>
                </c:pt>
                <c:pt idx="338590">
                  <c:v>3090</c:v>
                </c:pt>
                <c:pt idx="338541">
                  <c:v>3091</c:v>
                </c:pt>
                <c:pt idx="338492">
                  <c:v>3092</c:v>
                </c:pt>
                <c:pt idx="338443">
                  <c:v>3093</c:v>
                </c:pt>
                <c:pt idx="338394">
                  <c:v>3094</c:v>
                </c:pt>
                <c:pt idx="338345">
                  <c:v>3095</c:v>
                </c:pt>
                <c:pt idx="338296">
                  <c:v>3096</c:v>
                </c:pt>
                <c:pt idx="338247">
                  <c:v>3097</c:v>
                </c:pt>
                <c:pt idx="338198">
                  <c:v>3098</c:v>
                </c:pt>
                <c:pt idx="338149">
                  <c:v>3099</c:v>
                </c:pt>
                <c:pt idx="338100">
                  <c:v>3100</c:v>
                </c:pt>
                <c:pt idx="338051">
                  <c:v>3101</c:v>
                </c:pt>
                <c:pt idx="338002">
                  <c:v>3102</c:v>
                </c:pt>
                <c:pt idx="337953">
                  <c:v>3103</c:v>
                </c:pt>
                <c:pt idx="337904">
                  <c:v>3104</c:v>
                </c:pt>
                <c:pt idx="337855">
                  <c:v>3105</c:v>
                </c:pt>
                <c:pt idx="337806">
                  <c:v>3106</c:v>
                </c:pt>
                <c:pt idx="337757">
                  <c:v>3107</c:v>
                </c:pt>
                <c:pt idx="337708">
                  <c:v>3108</c:v>
                </c:pt>
                <c:pt idx="337659">
                  <c:v>3109</c:v>
                </c:pt>
                <c:pt idx="337610">
                  <c:v>3110</c:v>
                </c:pt>
                <c:pt idx="337561">
                  <c:v>3111</c:v>
                </c:pt>
                <c:pt idx="337512">
                  <c:v>3112</c:v>
                </c:pt>
                <c:pt idx="337463">
                  <c:v>3113</c:v>
                </c:pt>
                <c:pt idx="337414">
                  <c:v>3114</c:v>
                </c:pt>
                <c:pt idx="337365">
                  <c:v>3115</c:v>
                </c:pt>
                <c:pt idx="337316">
                  <c:v>3116</c:v>
                </c:pt>
                <c:pt idx="337267">
                  <c:v>3117</c:v>
                </c:pt>
                <c:pt idx="337218">
                  <c:v>3118</c:v>
                </c:pt>
                <c:pt idx="337169">
                  <c:v>3119</c:v>
                </c:pt>
                <c:pt idx="337120">
                  <c:v>3120</c:v>
                </c:pt>
                <c:pt idx="337071">
                  <c:v>3121</c:v>
                </c:pt>
                <c:pt idx="337022">
                  <c:v>3122</c:v>
                </c:pt>
                <c:pt idx="336973">
                  <c:v>3123</c:v>
                </c:pt>
                <c:pt idx="336924">
                  <c:v>3124</c:v>
                </c:pt>
                <c:pt idx="336875">
                  <c:v>3125</c:v>
                </c:pt>
                <c:pt idx="336826">
                  <c:v>3126</c:v>
                </c:pt>
                <c:pt idx="336777">
                  <c:v>3127</c:v>
                </c:pt>
                <c:pt idx="336728">
                  <c:v>3128</c:v>
                </c:pt>
                <c:pt idx="336679">
                  <c:v>3129</c:v>
                </c:pt>
                <c:pt idx="336630">
                  <c:v>3130</c:v>
                </c:pt>
                <c:pt idx="336581">
                  <c:v>3131</c:v>
                </c:pt>
                <c:pt idx="336532">
                  <c:v>3132</c:v>
                </c:pt>
                <c:pt idx="336483">
                  <c:v>3133</c:v>
                </c:pt>
                <c:pt idx="336434">
                  <c:v>3134</c:v>
                </c:pt>
                <c:pt idx="336385">
                  <c:v>3135</c:v>
                </c:pt>
                <c:pt idx="336336">
                  <c:v>3136</c:v>
                </c:pt>
                <c:pt idx="336287">
                  <c:v>3137</c:v>
                </c:pt>
                <c:pt idx="336238">
                  <c:v>3138</c:v>
                </c:pt>
                <c:pt idx="336189">
                  <c:v>3139</c:v>
                </c:pt>
                <c:pt idx="336140">
                  <c:v>3140</c:v>
                </c:pt>
                <c:pt idx="336091">
                  <c:v>3141</c:v>
                </c:pt>
                <c:pt idx="336042">
                  <c:v>3142</c:v>
                </c:pt>
                <c:pt idx="335993">
                  <c:v>3143</c:v>
                </c:pt>
                <c:pt idx="335944">
                  <c:v>3144</c:v>
                </c:pt>
                <c:pt idx="335895">
                  <c:v>3145</c:v>
                </c:pt>
                <c:pt idx="335846">
                  <c:v>3146</c:v>
                </c:pt>
                <c:pt idx="335797">
                  <c:v>3147</c:v>
                </c:pt>
                <c:pt idx="335748">
                  <c:v>3148</c:v>
                </c:pt>
                <c:pt idx="335699">
                  <c:v>3149</c:v>
                </c:pt>
                <c:pt idx="335650">
                  <c:v>3150</c:v>
                </c:pt>
                <c:pt idx="335601">
                  <c:v>3151</c:v>
                </c:pt>
                <c:pt idx="335552">
                  <c:v>3152</c:v>
                </c:pt>
                <c:pt idx="335503">
                  <c:v>3153</c:v>
                </c:pt>
                <c:pt idx="335454">
                  <c:v>3154</c:v>
                </c:pt>
                <c:pt idx="335405">
                  <c:v>3155</c:v>
                </c:pt>
                <c:pt idx="335356">
                  <c:v>3156</c:v>
                </c:pt>
                <c:pt idx="335307">
                  <c:v>3157</c:v>
                </c:pt>
                <c:pt idx="335258">
                  <c:v>3158</c:v>
                </c:pt>
                <c:pt idx="335209">
                  <c:v>3159</c:v>
                </c:pt>
                <c:pt idx="335160">
                  <c:v>3160</c:v>
                </c:pt>
                <c:pt idx="335111">
                  <c:v>3161</c:v>
                </c:pt>
                <c:pt idx="335062">
                  <c:v>3162</c:v>
                </c:pt>
                <c:pt idx="335013">
                  <c:v>3163</c:v>
                </c:pt>
                <c:pt idx="334964">
                  <c:v>3164</c:v>
                </c:pt>
                <c:pt idx="334915">
                  <c:v>3165</c:v>
                </c:pt>
                <c:pt idx="334866">
                  <c:v>3166</c:v>
                </c:pt>
                <c:pt idx="334817">
                  <c:v>3167</c:v>
                </c:pt>
                <c:pt idx="334768">
                  <c:v>3168</c:v>
                </c:pt>
                <c:pt idx="334719">
                  <c:v>3169</c:v>
                </c:pt>
                <c:pt idx="334670">
                  <c:v>3170</c:v>
                </c:pt>
                <c:pt idx="334621">
                  <c:v>3171</c:v>
                </c:pt>
                <c:pt idx="334572">
                  <c:v>3172</c:v>
                </c:pt>
                <c:pt idx="334523">
                  <c:v>3173</c:v>
                </c:pt>
                <c:pt idx="334474">
                  <c:v>3174</c:v>
                </c:pt>
                <c:pt idx="334425">
                  <c:v>3175</c:v>
                </c:pt>
                <c:pt idx="334376">
                  <c:v>3176</c:v>
                </c:pt>
                <c:pt idx="334327">
                  <c:v>3177</c:v>
                </c:pt>
                <c:pt idx="334278">
                  <c:v>3178</c:v>
                </c:pt>
                <c:pt idx="334229">
                  <c:v>3179</c:v>
                </c:pt>
                <c:pt idx="334180">
                  <c:v>3180</c:v>
                </c:pt>
                <c:pt idx="334131">
                  <c:v>3181</c:v>
                </c:pt>
                <c:pt idx="334082">
                  <c:v>3182</c:v>
                </c:pt>
                <c:pt idx="334033">
                  <c:v>3183</c:v>
                </c:pt>
                <c:pt idx="333984">
                  <c:v>3184</c:v>
                </c:pt>
                <c:pt idx="333935">
                  <c:v>3185</c:v>
                </c:pt>
                <c:pt idx="333886">
                  <c:v>3186</c:v>
                </c:pt>
                <c:pt idx="333837">
                  <c:v>3187</c:v>
                </c:pt>
                <c:pt idx="333788">
                  <c:v>3188</c:v>
                </c:pt>
                <c:pt idx="333739">
                  <c:v>3189</c:v>
                </c:pt>
                <c:pt idx="333690">
                  <c:v>3190</c:v>
                </c:pt>
                <c:pt idx="333641">
                  <c:v>3191</c:v>
                </c:pt>
                <c:pt idx="333592">
                  <c:v>3192</c:v>
                </c:pt>
                <c:pt idx="333543">
                  <c:v>3193</c:v>
                </c:pt>
                <c:pt idx="333494">
                  <c:v>3194</c:v>
                </c:pt>
                <c:pt idx="333445">
                  <c:v>3195</c:v>
                </c:pt>
                <c:pt idx="333396">
                  <c:v>3196</c:v>
                </c:pt>
                <c:pt idx="333347">
                  <c:v>3197</c:v>
                </c:pt>
                <c:pt idx="333298">
                  <c:v>3198</c:v>
                </c:pt>
                <c:pt idx="333249">
                  <c:v>3199</c:v>
                </c:pt>
                <c:pt idx="333200">
                  <c:v>3200</c:v>
                </c:pt>
                <c:pt idx="333151">
                  <c:v>3201</c:v>
                </c:pt>
                <c:pt idx="333102">
                  <c:v>3202</c:v>
                </c:pt>
                <c:pt idx="333053">
                  <c:v>3203</c:v>
                </c:pt>
                <c:pt idx="333004">
                  <c:v>3204</c:v>
                </c:pt>
                <c:pt idx="332955">
                  <c:v>3205</c:v>
                </c:pt>
                <c:pt idx="332906">
                  <c:v>3206</c:v>
                </c:pt>
                <c:pt idx="332857">
                  <c:v>3207</c:v>
                </c:pt>
                <c:pt idx="332808">
                  <c:v>3208</c:v>
                </c:pt>
                <c:pt idx="332759">
                  <c:v>3209</c:v>
                </c:pt>
                <c:pt idx="332710">
                  <c:v>3210</c:v>
                </c:pt>
                <c:pt idx="332661">
                  <c:v>3211</c:v>
                </c:pt>
                <c:pt idx="332612">
                  <c:v>3212</c:v>
                </c:pt>
                <c:pt idx="332563">
                  <c:v>3213</c:v>
                </c:pt>
                <c:pt idx="332514">
                  <c:v>3214</c:v>
                </c:pt>
                <c:pt idx="332465">
                  <c:v>3215</c:v>
                </c:pt>
                <c:pt idx="332416">
                  <c:v>3216</c:v>
                </c:pt>
                <c:pt idx="332367">
                  <c:v>3217</c:v>
                </c:pt>
                <c:pt idx="332318">
                  <c:v>3218</c:v>
                </c:pt>
                <c:pt idx="332269">
                  <c:v>3219</c:v>
                </c:pt>
                <c:pt idx="332220">
                  <c:v>3220</c:v>
                </c:pt>
                <c:pt idx="332171">
                  <c:v>3221</c:v>
                </c:pt>
                <c:pt idx="332122">
                  <c:v>3222</c:v>
                </c:pt>
                <c:pt idx="332073">
                  <c:v>3223</c:v>
                </c:pt>
                <c:pt idx="332024">
                  <c:v>3224</c:v>
                </c:pt>
                <c:pt idx="331975">
                  <c:v>3225</c:v>
                </c:pt>
                <c:pt idx="331926">
                  <c:v>3226</c:v>
                </c:pt>
                <c:pt idx="331877">
                  <c:v>3227</c:v>
                </c:pt>
                <c:pt idx="331828">
                  <c:v>3228</c:v>
                </c:pt>
                <c:pt idx="331779">
                  <c:v>3229</c:v>
                </c:pt>
                <c:pt idx="331730">
                  <c:v>3230</c:v>
                </c:pt>
                <c:pt idx="331681">
                  <c:v>3231</c:v>
                </c:pt>
                <c:pt idx="331632">
                  <c:v>3232</c:v>
                </c:pt>
                <c:pt idx="331583">
                  <c:v>3233</c:v>
                </c:pt>
                <c:pt idx="331534">
                  <c:v>3234</c:v>
                </c:pt>
                <c:pt idx="331485">
                  <c:v>3235</c:v>
                </c:pt>
                <c:pt idx="331436">
                  <c:v>3236</c:v>
                </c:pt>
                <c:pt idx="331387">
                  <c:v>3237</c:v>
                </c:pt>
                <c:pt idx="331338">
                  <c:v>3238</c:v>
                </c:pt>
                <c:pt idx="331289">
                  <c:v>3239</c:v>
                </c:pt>
                <c:pt idx="331240">
                  <c:v>3240</c:v>
                </c:pt>
                <c:pt idx="331191">
                  <c:v>3241</c:v>
                </c:pt>
                <c:pt idx="331142">
                  <c:v>3242</c:v>
                </c:pt>
                <c:pt idx="331093">
                  <c:v>3243</c:v>
                </c:pt>
                <c:pt idx="331044">
                  <c:v>3244</c:v>
                </c:pt>
                <c:pt idx="330995">
                  <c:v>3245</c:v>
                </c:pt>
                <c:pt idx="330946">
                  <c:v>3246</c:v>
                </c:pt>
                <c:pt idx="330897">
                  <c:v>3247</c:v>
                </c:pt>
                <c:pt idx="330848">
                  <c:v>3248</c:v>
                </c:pt>
                <c:pt idx="330799">
                  <c:v>3249</c:v>
                </c:pt>
                <c:pt idx="330750">
                  <c:v>3250</c:v>
                </c:pt>
                <c:pt idx="330701">
                  <c:v>3251</c:v>
                </c:pt>
                <c:pt idx="330652">
                  <c:v>3252</c:v>
                </c:pt>
                <c:pt idx="330603">
                  <c:v>3253</c:v>
                </c:pt>
                <c:pt idx="330554">
                  <c:v>3254</c:v>
                </c:pt>
                <c:pt idx="330505">
                  <c:v>3255</c:v>
                </c:pt>
                <c:pt idx="330456">
                  <c:v>3256</c:v>
                </c:pt>
                <c:pt idx="330407">
                  <c:v>3257</c:v>
                </c:pt>
                <c:pt idx="330358">
                  <c:v>3258</c:v>
                </c:pt>
                <c:pt idx="330309">
                  <c:v>3259</c:v>
                </c:pt>
                <c:pt idx="330260">
                  <c:v>3260</c:v>
                </c:pt>
                <c:pt idx="330211">
                  <c:v>3261</c:v>
                </c:pt>
                <c:pt idx="330162">
                  <c:v>3262</c:v>
                </c:pt>
                <c:pt idx="330113">
                  <c:v>3263</c:v>
                </c:pt>
                <c:pt idx="330064">
                  <c:v>3264</c:v>
                </c:pt>
                <c:pt idx="330015">
                  <c:v>3265</c:v>
                </c:pt>
                <c:pt idx="329966">
                  <c:v>3266</c:v>
                </c:pt>
                <c:pt idx="329917">
                  <c:v>3267</c:v>
                </c:pt>
                <c:pt idx="329868">
                  <c:v>3268</c:v>
                </c:pt>
                <c:pt idx="329819">
                  <c:v>3269</c:v>
                </c:pt>
                <c:pt idx="329770">
                  <c:v>3270</c:v>
                </c:pt>
                <c:pt idx="329721">
                  <c:v>3271</c:v>
                </c:pt>
                <c:pt idx="329672">
                  <c:v>3272</c:v>
                </c:pt>
                <c:pt idx="329623">
                  <c:v>3273</c:v>
                </c:pt>
                <c:pt idx="329574">
                  <c:v>3274</c:v>
                </c:pt>
                <c:pt idx="329525">
                  <c:v>3275</c:v>
                </c:pt>
                <c:pt idx="329476">
                  <c:v>3276</c:v>
                </c:pt>
                <c:pt idx="329427">
                  <c:v>3277</c:v>
                </c:pt>
                <c:pt idx="329378">
                  <c:v>3278</c:v>
                </c:pt>
                <c:pt idx="329329">
                  <c:v>3279</c:v>
                </c:pt>
                <c:pt idx="329280">
                  <c:v>3280</c:v>
                </c:pt>
                <c:pt idx="329231">
                  <c:v>3281</c:v>
                </c:pt>
                <c:pt idx="329182">
                  <c:v>3282</c:v>
                </c:pt>
                <c:pt idx="329133">
                  <c:v>3283</c:v>
                </c:pt>
                <c:pt idx="329084">
                  <c:v>3284</c:v>
                </c:pt>
                <c:pt idx="329035">
                  <c:v>3285</c:v>
                </c:pt>
                <c:pt idx="328986">
                  <c:v>3286</c:v>
                </c:pt>
                <c:pt idx="328937">
                  <c:v>3287</c:v>
                </c:pt>
                <c:pt idx="328888">
                  <c:v>3288</c:v>
                </c:pt>
                <c:pt idx="328839">
                  <c:v>3289</c:v>
                </c:pt>
                <c:pt idx="328790">
                  <c:v>3290</c:v>
                </c:pt>
                <c:pt idx="328741">
                  <c:v>3291</c:v>
                </c:pt>
                <c:pt idx="328692">
                  <c:v>3292</c:v>
                </c:pt>
                <c:pt idx="328643">
                  <c:v>3293</c:v>
                </c:pt>
                <c:pt idx="328594">
                  <c:v>3294</c:v>
                </c:pt>
                <c:pt idx="328545">
                  <c:v>3295</c:v>
                </c:pt>
                <c:pt idx="328496">
                  <c:v>3296</c:v>
                </c:pt>
                <c:pt idx="328447">
                  <c:v>3297</c:v>
                </c:pt>
                <c:pt idx="328398">
                  <c:v>3298</c:v>
                </c:pt>
                <c:pt idx="328349">
                  <c:v>3299</c:v>
                </c:pt>
                <c:pt idx="328300">
                  <c:v>3300</c:v>
                </c:pt>
                <c:pt idx="328251">
                  <c:v>3301</c:v>
                </c:pt>
                <c:pt idx="328202">
                  <c:v>3302</c:v>
                </c:pt>
                <c:pt idx="328153">
                  <c:v>3303</c:v>
                </c:pt>
                <c:pt idx="328104">
                  <c:v>3304</c:v>
                </c:pt>
                <c:pt idx="328055">
                  <c:v>3305</c:v>
                </c:pt>
                <c:pt idx="328006">
                  <c:v>3306</c:v>
                </c:pt>
                <c:pt idx="327957">
                  <c:v>3307</c:v>
                </c:pt>
                <c:pt idx="327908">
                  <c:v>3308</c:v>
                </c:pt>
                <c:pt idx="327859">
                  <c:v>3309</c:v>
                </c:pt>
                <c:pt idx="327810">
                  <c:v>3310</c:v>
                </c:pt>
                <c:pt idx="327761">
                  <c:v>3311</c:v>
                </c:pt>
                <c:pt idx="327712">
                  <c:v>3312</c:v>
                </c:pt>
                <c:pt idx="327663">
                  <c:v>3313</c:v>
                </c:pt>
                <c:pt idx="327614">
                  <c:v>3314</c:v>
                </c:pt>
                <c:pt idx="327565">
                  <c:v>3315</c:v>
                </c:pt>
                <c:pt idx="327516">
                  <c:v>3316</c:v>
                </c:pt>
                <c:pt idx="327467">
                  <c:v>3317</c:v>
                </c:pt>
                <c:pt idx="327418">
                  <c:v>3318</c:v>
                </c:pt>
                <c:pt idx="327369">
                  <c:v>3319</c:v>
                </c:pt>
                <c:pt idx="327320">
                  <c:v>3320</c:v>
                </c:pt>
                <c:pt idx="327271">
                  <c:v>3321</c:v>
                </c:pt>
                <c:pt idx="327222">
                  <c:v>3322</c:v>
                </c:pt>
                <c:pt idx="327173">
                  <c:v>3323</c:v>
                </c:pt>
                <c:pt idx="327124">
                  <c:v>3324</c:v>
                </c:pt>
                <c:pt idx="327075">
                  <c:v>3325</c:v>
                </c:pt>
                <c:pt idx="327026">
                  <c:v>3326</c:v>
                </c:pt>
                <c:pt idx="326977">
                  <c:v>3327</c:v>
                </c:pt>
                <c:pt idx="326928">
                  <c:v>3328</c:v>
                </c:pt>
                <c:pt idx="326879">
                  <c:v>3329</c:v>
                </c:pt>
                <c:pt idx="326830">
                  <c:v>3330</c:v>
                </c:pt>
                <c:pt idx="326781">
                  <c:v>3331</c:v>
                </c:pt>
                <c:pt idx="326732">
                  <c:v>3332</c:v>
                </c:pt>
                <c:pt idx="326683">
                  <c:v>3333</c:v>
                </c:pt>
                <c:pt idx="326634">
                  <c:v>3334</c:v>
                </c:pt>
                <c:pt idx="326585">
                  <c:v>3335</c:v>
                </c:pt>
                <c:pt idx="326536">
                  <c:v>3336</c:v>
                </c:pt>
                <c:pt idx="326487">
                  <c:v>3337</c:v>
                </c:pt>
                <c:pt idx="326438">
                  <c:v>3338</c:v>
                </c:pt>
                <c:pt idx="326389">
                  <c:v>3339</c:v>
                </c:pt>
                <c:pt idx="326340">
                  <c:v>3340</c:v>
                </c:pt>
                <c:pt idx="326291">
                  <c:v>3341</c:v>
                </c:pt>
                <c:pt idx="326242">
                  <c:v>3342</c:v>
                </c:pt>
                <c:pt idx="326193">
                  <c:v>3343</c:v>
                </c:pt>
                <c:pt idx="326144">
                  <c:v>3344</c:v>
                </c:pt>
                <c:pt idx="326095">
                  <c:v>3345</c:v>
                </c:pt>
                <c:pt idx="326046">
                  <c:v>3346</c:v>
                </c:pt>
                <c:pt idx="325997">
                  <c:v>3347</c:v>
                </c:pt>
                <c:pt idx="325948">
                  <c:v>3348</c:v>
                </c:pt>
                <c:pt idx="325899">
                  <c:v>3349</c:v>
                </c:pt>
                <c:pt idx="325850">
                  <c:v>3350</c:v>
                </c:pt>
                <c:pt idx="325801">
                  <c:v>3351</c:v>
                </c:pt>
                <c:pt idx="325752">
                  <c:v>3352</c:v>
                </c:pt>
                <c:pt idx="325703">
                  <c:v>3353</c:v>
                </c:pt>
                <c:pt idx="325654">
                  <c:v>3354</c:v>
                </c:pt>
                <c:pt idx="325605">
                  <c:v>3355</c:v>
                </c:pt>
                <c:pt idx="325556">
                  <c:v>3356</c:v>
                </c:pt>
                <c:pt idx="325507">
                  <c:v>3357</c:v>
                </c:pt>
                <c:pt idx="325458">
                  <c:v>3358</c:v>
                </c:pt>
                <c:pt idx="325409">
                  <c:v>3359</c:v>
                </c:pt>
                <c:pt idx="325360">
                  <c:v>3360</c:v>
                </c:pt>
                <c:pt idx="325311">
                  <c:v>3361</c:v>
                </c:pt>
                <c:pt idx="325262">
                  <c:v>3362</c:v>
                </c:pt>
                <c:pt idx="325213">
                  <c:v>3363</c:v>
                </c:pt>
                <c:pt idx="325164">
                  <c:v>3364</c:v>
                </c:pt>
                <c:pt idx="325115">
                  <c:v>3365</c:v>
                </c:pt>
                <c:pt idx="325066">
                  <c:v>3366</c:v>
                </c:pt>
                <c:pt idx="325017">
                  <c:v>3367</c:v>
                </c:pt>
                <c:pt idx="324968">
                  <c:v>3368</c:v>
                </c:pt>
                <c:pt idx="324919">
                  <c:v>3369</c:v>
                </c:pt>
                <c:pt idx="324870">
                  <c:v>3370</c:v>
                </c:pt>
                <c:pt idx="324821">
                  <c:v>3371</c:v>
                </c:pt>
                <c:pt idx="324772">
                  <c:v>3372</c:v>
                </c:pt>
                <c:pt idx="324723">
                  <c:v>3373</c:v>
                </c:pt>
                <c:pt idx="324674">
                  <c:v>3374</c:v>
                </c:pt>
                <c:pt idx="324625">
                  <c:v>3375</c:v>
                </c:pt>
                <c:pt idx="324576">
                  <c:v>3376</c:v>
                </c:pt>
                <c:pt idx="324527">
                  <c:v>3377</c:v>
                </c:pt>
                <c:pt idx="324478">
                  <c:v>3378</c:v>
                </c:pt>
                <c:pt idx="324429">
                  <c:v>3379</c:v>
                </c:pt>
                <c:pt idx="324380">
                  <c:v>3380</c:v>
                </c:pt>
                <c:pt idx="324331">
                  <c:v>3381</c:v>
                </c:pt>
                <c:pt idx="324282">
                  <c:v>3382</c:v>
                </c:pt>
                <c:pt idx="324233">
                  <c:v>3383</c:v>
                </c:pt>
                <c:pt idx="324184">
                  <c:v>3384</c:v>
                </c:pt>
                <c:pt idx="324135">
                  <c:v>3385</c:v>
                </c:pt>
                <c:pt idx="324086">
                  <c:v>3386</c:v>
                </c:pt>
                <c:pt idx="324037">
                  <c:v>3387</c:v>
                </c:pt>
                <c:pt idx="323988">
                  <c:v>3388</c:v>
                </c:pt>
                <c:pt idx="323939">
                  <c:v>3389</c:v>
                </c:pt>
                <c:pt idx="323890">
                  <c:v>3390</c:v>
                </c:pt>
                <c:pt idx="323841">
                  <c:v>3391</c:v>
                </c:pt>
                <c:pt idx="323792">
                  <c:v>3392</c:v>
                </c:pt>
                <c:pt idx="323743">
                  <c:v>3393</c:v>
                </c:pt>
                <c:pt idx="323694">
                  <c:v>3394</c:v>
                </c:pt>
                <c:pt idx="323645">
                  <c:v>3395</c:v>
                </c:pt>
                <c:pt idx="323596">
                  <c:v>3396</c:v>
                </c:pt>
                <c:pt idx="323547">
                  <c:v>3397</c:v>
                </c:pt>
                <c:pt idx="323498">
                  <c:v>3398</c:v>
                </c:pt>
                <c:pt idx="323449">
                  <c:v>3399</c:v>
                </c:pt>
                <c:pt idx="323400">
                  <c:v>3400</c:v>
                </c:pt>
                <c:pt idx="323351">
                  <c:v>3401</c:v>
                </c:pt>
                <c:pt idx="323302">
                  <c:v>3402</c:v>
                </c:pt>
                <c:pt idx="323253">
                  <c:v>3403</c:v>
                </c:pt>
                <c:pt idx="323204">
                  <c:v>3404</c:v>
                </c:pt>
                <c:pt idx="323155">
                  <c:v>3405</c:v>
                </c:pt>
                <c:pt idx="323106">
                  <c:v>3406</c:v>
                </c:pt>
                <c:pt idx="323057">
                  <c:v>3407</c:v>
                </c:pt>
                <c:pt idx="323008">
                  <c:v>3408</c:v>
                </c:pt>
                <c:pt idx="322959">
                  <c:v>3409</c:v>
                </c:pt>
                <c:pt idx="322910">
                  <c:v>3410</c:v>
                </c:pt>
                <c:pt idx="322861">
                  <c:v>3411</c:v>
                </c:pt>
                <c:pt idx="322812">
                  <c:v>3412</c:v>
                </c:pt>
                <c:pt idx="322763">
                  <c:v>3413</c:v>
                </c:pt>
                <c:pt idx="322714">
                  <c:v>3414</c:v>
                </c:pt>
                <c:pt idx="322665">
                  <c:v>3415</c:v>
                </c:pt>
                <c:pt idx="322616">
                  <c:v>3416</c:v>
                </c:pt>
                <c:pt idx="322567">
                  <c:v>3417</c:v>
                </c:pt>
                <c:pt idx="322518">
                  <c:v>3418</c:v>
                </c:pt>
                <c:pt idx="322469">
                  <c:v>3419</c:v>
                </c:pt>
                <c:pt idx="322420">
                  <c:v>3420</c:v>
                </c:pt>
                <c:pt idx="322371">
                  <c:v>3421</c:v>
                </c:pt>
                <c:pt idx="322322">
                  <c:v>3422</c:v>
                </c:pt>
                <c:pt idx="322273">
                  <c:v>3423</c:v>
                </c:pt>
                <c:pt idx="322224">
                  <c:v>3424</c:v>
                </c:pt>
                <c:pt idx="322175">
                  <c:v>3425</c:v>
                </c:pt>
                <c:pt idx="322126">
                  <c:v>3426</c:v>
                </c:pt>
                <c:pt idx="322077">
                  <c:v>3427</c:v>
                </c:pt>
                <c:pt idx="322028">
                  <c:v>3428</c:v>
                </c:pt>
                <c:pt idx="321979">
                  <c:v>3429</c:v>
                </c:pt>
                <c:pt idx="321930">
                  <c:v>3430</c:v>
                </c:pt>
                <c:pt idx="321881">
                  <c:v>3431</c:v>
                </c:pt>
                <c:pt idx="321832">
                  <c:v>3432</c:v>
                </c:pt>
                <c:pt idx="321783">
                  <c:v>3433</c:v>
                </c:pt>
                <c:pt idx="321734">
                  <c:v>3434</c:v>
                </c:pt>
                <c:pt idx="321685">
                  <c:v>3435</c:v>
                </c:pt>
                <c:pt idx="321636">
                  <c:v>3436</c:v>
                </c:pt>
                <c:pt idx="321587">
                  <c:v>3437</c:v>
                </c:pt>
                <c:pt idx="321538">
                  <c:v>3438</c:v>
                </c:pt>
                <c:pt idx="321489">
                  <c:v>3439</c:v>
                </c:pt>
                <c:pt idx="321440">
                  <c:v>3440</c:v>
                </c:pt>
                <c:pt idx="321391">
                  <c:v>3441</c:v>
                </c:pt>
                <c:pt idx="321342">
                  <c:v>3442</c:v>
                </c:pt>
                <c:pt idx="321293">
                  <c:v>3443</c:v>
                </c:pt>
                <c:pt idx="321244">
                  <c:v>3444</c:v>
                </c:pt>
                <c:pt idx="321195">
                  <c:v>3445</c:v>
                </c:pt>
                <c:pt idx="321146">
                  <c:v>3446</c:v>
                </c:pt>
                <c:pt idx="321097">
                  <c:v>3447</c:v>
                </c:pt>
                <c:pt idx="321048">
                  <c:v>3448</c:v>
                </c:pt>
                <c:pt idx="320999">
                  <c:v>3449</c:v>
                </c:pt>
                <c:pt idx="320950">
                  <c:v>3450</c:v>
                </c:pt>
                <c:pt idx="320901">
                  <c:v>3451</c:v>
                </c:pt>
                <c:pt idx="320852">
                  <c:v>3452</c:v>
                </c:pt>
                <c:pt idx="320803">
                  <c:v>3453</c:v>
                </c:pt>
                <c:pt idx="320754">
                  <c:v>3454</c:v>
                </c:pt>
                <c:pt idx="320705">
                  <c:v>3455</c:v>
                </c:pt>
                <c:pt idx="320656">
                  <c:v>3456</c:v>
                </c:pt>
                <c:pt idx="320607">
                  <c:v>3457</c:v>
                </c:pt>
                <c:pt idx="320558">
                  <c:v>3458</c:v>
                </c:pt>
                <c:pt idx="320509">
                  <c:v>3459</c:v>
                </c:pt>
                <c:pt idx="320460">
                  <c:v>3460</c:v>
                </c:pt>
                <c:pt idx="320411">
                  <c:v>3461</c:v>
                </c:pt>
                <c:pt idx="320362">
                  <c:v>3462</c:v>
                </c:pt>
                <c:pt idx="320313">
                  <c:v>3463</c:v>
                </c:pt>
                <c:pt idx="320264">
                  <c:v>3464</c:v>
                </c:pt>
                <c:pt idx="320215">
                  <c:v>3465</c:v>
                </c:pt>
                <c:pt idx="320166">
                  <c:v>3466</c:v>
                </c:pt>
                <c:pt idx="320117">
                  <c:v>3467</c:v>
                </c:pt>
                <c:pt idx="320068">
                  <c:v>3468</c:v>
                </c:pt>
                <c:pt idx="320019">
                  <c:v>3469</c:v>
                </c:pt>
                <c:pt idx="319970">
                  <c:v>3470</c:v>
                </c:pt>
                <c:pt idx="319921">
                  <c:v>3471</c:v>
                </c:pt>
                <c:pt idx="319872">
                  <c:v>3472</c:v>
                </c:pt>
                <c:pt idx="319823">
                  <c:v>3473</c:v>
                </c:pt>
                <c:pt idx="319774">
                  <c:v>3474</c:v>
                </c:pt>
                <c:pt idx="319725">
                  <c:v>3475</c:v>
                </c:pt>
                <c:pt idx="319676">
                  <c:v>3476</c:v>
                </c:pt>
                <c:pt idx="319627">
                  <c:v>3477</c:v>
                </c:pt>
                <c:pt idx="319578">
                  <c:v>3478</c:v>
                </c:pt>
                <c:pt idx="319529">
                  <c:v>3479</c:v>
                </c:pt>
                <c:pt idx="319480">
                  <c:v>3480</c:v>
                </c:pt>
                <c:pt idx="319431">
                  <c:v>3481</c:v>
                </c:pt>
                <c:pt idx="319382">
                  <c:v>3482</c:v>
                </c:pt>
                <c:pt idx="319333">
                  <c:v>3483</c:v>
                </c:pt>
                <c:pt idx="319284">
                  <c:v>3484</c:v>
                </c:pt>
                <c:pt idx="319235">
                  <c:v>3485</c:v>
                </c:pt>
                <c:pt idx="319186">
                  <c:v>3486</c:v>
                </c:pt>
                <c:pt idx="319137">
                  <c:v>3487</c:v>
                </c:pt>
                <c:pt idx="319088">
                  <c:v>3488</c:v>
                </c:pt>
                <c:pt idx="319039">
                  <c:v>3489</c:v>
                </c:pt>
                <c:pt idx="318990">
                  <c:v>3490</c:v>
                </c:pt>
                <c:pt idx="318941">
                  <c:v>3491</c:v>
                </c:pt>
                <c:pt idx="318892">
                  <c:v>3492</c:v>
                </c:pt>
                <c:pt idx="318843">
                  <c:v>3493</c:v>
                </c:pt>
                <c:pt idx="318794">
                  <c:v>3494</c:v>
                </c:pt>
                <c:pt idx="318745">
                  <c:v>3495</c:v>
                </c:pt>
                <c:pt idx="318696">
                  <c:v>3496</c:v>
                </c:pt>
                <c:pt idx="318647">
                  <c:v>3497</c:v>
                </c:pt>
                <c:pt idx="318598">
                  <c:v>3498</c:v>
                </c:pt>
                <c:pt idx="318549">
                  <c:v>3499</c:v>
                </c:pt>
                <c:pt idx="318500">
                  <c:v>3500</c:v>
                </c:pt>
                <c:pt idx="318451">
                  <c:v>3501</c:v>
                </c:pt>
                <c:pt idx="318402">
                  <c:v>3502</c:v>
                </c:pt>
                <c:pt idx="318353">
                  <c:v>3503</c:v>
                </c:pt>
                <c:pt idx="318304">
                  <c:v>3504</c:v>
                </c:pt>
                <c:pt idx="318255">
                  <c:v>3505</c:v>
                </c:pt>
                <c:pt idx="318206">
                  <c:v>3506</c:v>
                </c:pt>
                <c:pt idx="318157">
                  <c:v>3507</c:v>
                </c:pt>
                <c:pt idx="318108">
                  <c:v>3508</c:v>
                </c:pt>
                <c:pt idx="318059">
                  <c:v>3509</c:v>
                </c:pt>
                <c:pt idx="318010">
                  <c:v>3510</c:v>
                </c:pt>
                <c:pt idx="317961">
                  <c:v>3511</c:v>
                </c:pt>
                <c:pt idx="317912">
                  <c:v>3512</c:v>
                </c:pt>
                <c:pt idx="317863">
                  <c:v>3513</c:v>
                </c:pt>
                <c:pt idx="317814">
                  <c:v>3514</c:v>
                </c:pt>
                <c:pt idx="317765">
                  <c:v>3515</c:v>
                </c:pt>
                <c:pt idx="317716">
                  <c:v>3516</c:v>
                </c:pt>
                <c:pt idx="317667">
                  <c:v>3517</c:v>
                </c:pt>
                <c:pt idx="317618">
                  <c:v>3518</c:v>
                </c:pt>
                <c:pt idx="317569">
                  <c:v>3519</c:v>
                </c:pt>
                <c:pt idx="317520">
                  <c:v>3520</c:v>
                </c:pt>
                <c:pt idx="317471">
                  <c:v>3521</c:v>
                </c:pt>
                <c:pt idx="317422">
                  <c:v>3522</c:v>
                </c:pt>
                <c:pt idx="317373">
                  <c:v>3523</c:v>
                </c:pt>
                <c:pt idx="317324">
                  <c:v>3524</c:v>
                </c:pt>
                <c:pt idx="317275">
                  <c:v>3525</c:v>
                </c:pt>
                <c:pt idx="317226">
                  <c:v>3526</c:v>
                </c:pt>
                <c:pt idx="317177">
                  <c:v>3527</c:v>
                </c:pt>
                <c:pt idx="317128">
                  <c:v>3528</c:v>
                </c:pt>
                <c:pt idx="317079">
                  <c:v>3529</c:v>
                </c:pt>
                <c:pt idx="317030">
                  <c:v>3530</c:v>
                </c:pt>
                <c:pt idx="316981">
                  <c:v>3531</c:v>
                </c:pt>
                <c:pt idx="316932">
                  <c:v>3532</c:v>
                </c:pt>
                <c:pt idx="316883">
                  <c:v>3533</c:v>
                </c:pt>
                <c:pt idx="316834">
                  <c:v>3534</c:v>
                </c:pt>
                <c:pt idx="316785">
                  <c:v>3535</c:v>
                </c:pt>
                <c:pt idx="316736">
                  <c:v>3536</c:v>
                </c:pt>
                <c:pt idx="316687">
                  <c:v>3537</c:v>
                </c:pt>
                <c:pt idx="316638">
                  <c:v>3538</c:v>
                </c:pt>
                <c:pt idx="316589">
                  <c:v>3539</c:v>
                </c:pt>
                <c:pt idx="316540">
                  <c:v>3540</c:v>
                </c:pt>
                <c:pt idx="316491">
                  <c:v>3541</c:v>
                </c:pt>
                <c:pt idx="316442">
                  <c:v>3542</c:v>
                </c:pt>
                <c:pt idx="316393">
                  <c:v>3543</c:v>
                </c:pt>
                <c:pt idx="316344">
                  <c:v>3544</c:v>
                </c:pt>
                <c:pt idx="316295">
                  <c:v>3545</c:v>
                </c:pt>
                <c:pt idx="316246">
                  <c:v>3546</c:v>
                </c:pt>
                <c:pt idx="316197">
                  <c:v>3547</c:v>
                </c:pt>
                <c:pt idx="316148">
                  <c:v>3548</c:v>
                </c:pt>
                <c:pt idx="316099">
                  <c:v>3549</c:v>
                </c:pt>
                <c:pt idx="316050">
                  <c:v>3550</c:v>
                </c:pt>
                <c:pt idx="316001">
                  <c:v>3551</c:v>
                </c:pt>
                <c:pt idx="315952">
                  <c:v>3552</c:v>
                </c:pt>
                <c:pt idx="315903">
                  <c:v>3553</c:v>
                </c:pt>
                <c:pt idx="315854">
                  <c:v>3554</c:v>
                </c:pt>
                <c:pt idx="315805">
                  <c:v>3555</c:v>
                </c:pt>
                <c:pt idx="315756">
                  <c:v>3556</c:v>
                </c:pt>
                <c:pt idx="315707">
                  <c:v>3557</c:v>
                </c:pt>
                <c:pt idx="315658">
                  <c:v>3558</c:v>
                </c:pt>
                <c:pt idx="315609">
                  <c:v>3559</c:v>
                </c:pt>
                <c:pt idx="315560">
                  <c:v>3560</c:v>
                </c:pt>
                <c:pt idx="315511">
                  <c:v>3561</c:v>
                </c:pt>
                <c:pt idx="315462">
                  <c:v>3562</c:v>
                </c:pt>
                <c:pt idx="315413">
                  <c:v>3563</c:v>
                </c:pt>
                <c:pt idx="315364">
                  <c:v>3564</c:v>
                </c:pt>
                <c:pt idx="315315">
                  <c:v>3565</c:v>
                </c:pt>
                <c:pt idx="315266">
                  <c:v>3566</c:v>
                </c:pt>
                <c:pt idx="315217">
                  <c:v>3567</c:v>
                </c:pt>
                <c:pt idx="315168">
                  <c:v>3568</c:v>
                </c:pt>
                <c:pt idx="315119">
                  <c:v>3569</c:v>
                </c:pt>
                <c:pt idx="315070">
                  <c:v>3570</c:v>
                </c:pt>
                <c:pt idx="315021">
                  <c:v>3571</c:v>
                </c:pt>
                <c:pt idx="314972">
                  <c:v>3572</c:v>
                </c:pt>
                <c:pt idx="314923">
                  <c:v>3573</c:v>
                </c:pt>
                <c:pt idx="314874">
                  <c:v>3574</c:v>
                </c:pt>
                <c:pt idx="314825">
                  <c:v>3575</c:v>
                </c:pt>
                <c:pt idx="314776">
                  <c:v>3576</c:v>
                </c:pt>
                <c:pt idx="314727">
                  <c:v>3577</c:v>
                </c:pt>
                <c:pt idx="314678">
                  <c:v>3578</c:v>
                </c:pt>
                <c:pt idx="314629">
                  <c:v>3579</c:v>
                </c:pt>
                <c:pt idx="314580">
                  <c:v>3580</c:v>
                </c:pt>
                <c:pt idx="314531">
                  <c:v>3581</c:v>
                </c:pt>
                <c:pt idx="314482">
                  <c:v>3582</c:v>
                </c:pt>
                <c:pt idx="314433">
                  <c:v>3583</c:v>
                </c:pt>
                <c:pt idx="314384">
                  <c:v>3584</c:v>
                </c:pt>
                <c:pt idx="314335">
                  <c:v>3585</c:v>
                </c:pt>
                <c:pt idx="314286">
                  <c:v>3586</c:v>
                </c:pt>
                <c:pt idx="314237">
                  <c:v>3587</c:v>
                </c:pt>
                <c:pt idx="314188">
                  <c:v>3588</c:v>
                </c:pt>
                <c:pt idx="314139">
                  <c:v>3589</c:v>
                </c:pt>
                <c:pt idx="314090">
                  <c:v>3590</c:v>
                </c:pt>
                <c:pt idx="314041">
                  <c:v>3591</c:v>
                </c:pt>
                <c:pt idx="313992">
                  <c:v>3592</c:v>
                </c:pt>
                <c:pt idx="313943">
                  <c:v>3593</c:v>
                </c:pt>
                <c:pt idx="313894">
                  <c:v>3594</c:v>
                </c:pt>
                <c:pt idx="313845">
                  <c:v>3595</c:v>
                </c:pt>
                <c:pt idx="313796">
                  <c:v>3596</c:v>
                </c:pt>
                <c:pt idx="313747">
                  <c:v>3597</c:v>
                </c:pt>
                <c:pt idx="313698">
                  <c:v>3598</c:v>
                </c:pt>
                <c:pt idx="313649">
                  <c:v>3599</c:v>
                </c:pt>
                <c:pt idx="313600">
                  <c:v>3600</c:v>
                </c:pt>
                <c:pt idx="313551">
                  <c:v>3601</c:v>
                </c:pt>
                <c:pt idx="313502">
                  <c:v>3602</c:v>
                </c:pt>
                <c:pt idx="313453">
                  <c:v>3603</c:v>
                </c:pt>
                <c:pt idx="313404">
                  <c:v>3604</c:v>
                </c:pt>
                <c:pt idx="313355">
                  <c:v>3605</c:v>
                </c:pt>
                <c:pt idx="313306">
                  <c:v>3606</c:v>
                </c:pt>
                <c:pt idx="313257">
                  <c:v>3607</c:v>
                </c:pt>
                <c:pt idx="313208">
                  <c:v>3608</c:v>
                </c:pt>
                <c:pt idx="313159">
                  <c:v>3609</c:v>
                </c:pt>
                <c:pt idx="313110">
                  <c:v>3610</c:v>
                </c:pt>
                <c:pt idx="313061">
                  <c:v>3611</c:v>
                </c:pt>
                <c:pt idx="313012">
                  <c:v>3612</c:v>
                </c:pt>
                <c:pt idx="312963">
                  <c:v>3613</c:v>
                </c:pt>
                <c:pt idx="312914">
                  <c:v>3614</c:v>
                </c:pt>
                <c:pt idx="312865">
                  <c:v>3615</c:v>
                </c:pt>
                <c:pt idx="312816">
                  <c:v>3616</c:v>
                </c:pt>
                <c:pt idx="312767">
                  <c:v>3617</c:v>
                </c:pt>
                <c:pt idx="312718">
                  <c:v>3618</c:v>
                </c:pt>
                <c:pt idx="312669">
                  <c:v>3619</c:v>
                </c:pt>
                <c:pt idx="312620">
                  <c:v>3620</c:v>
                </c:pt>
                <c:pt idx="312571">
                  <c:v>3621</c:v>
                </c:pt>
                <c:pt idx="312522">
                  <c:v>3622</c:v>
                </c:pt>
                <c:pt idx="312473">
                  <c:v>3623</c:v>
                </c:pt>
                <c:pt idx="312424">
                  <c:v>3624</c:v>
                </c:pt>
                <c:pt idx="312375">
                  <c:v>3625</c:v>
                </c:pt>
                <c:pt idx="312326">
                  <c:v>3626</c:v>
                </c:pt>
                <c:pt idx="312277">
                  <c:v>3627</c:v>
                </c:pt>
                <c:pt idx="312228">
                  <c:v>3628</c:v>
                </c:pt>
                <c:pt idx="312179">
                  <c:v>3629</c:v>
                </c:pt>
                <c:pt idx="312130">
                  <c:v>3630</c:v>
                </c:pt>
                <c:pt idx="312081">
                  <c:v>3631</c:v>
                </c:pt>
                <c:pt idx="312032">
                  <c:v>3632</c:v>
                </c:pt>
                <c:pt idx="311983">
                  <c:v>3633</c:v>
                </c:pt>
                <c:pt idx="311934">
                  <c:v>3634</c:v>
                </c:pt>
                <c:pt idx="311885">
                  <c:v>3635</c:v>
                </c:pt>
                <c:pt idx="311836">
                  <c:v>3636</c:v>
                </c:pt>
                <c:pt idx="311787">
                  <c:v>3637</c:v>
                </c:pt>
                <c:pt idx="311738">
                  <c:v>3638</c:v>
                </c:pt>
                <c:pt idx="311689">
                  <c:v>3639</c:v>
                </c:pt>
                <c:pt idx="311640">
                  <c:v>3640</c:v>
                </c:pt>
                <c:pt idx="311591">
                  <c:v>3641</c:v>
                </c:pt>
                <c:pt idx="311542">
                  <c:v>3642</c:v>
                </c:pt>
                <c:pt idx="311493">
                  <c:v>3643</c:v>
                </c:pt>
                <c:pt idx="311444">
                  <c:v>3644</c:v>
                </c:pt>
                <c:pt idx="311395">
                  <c:v>3645</c:v>
                </c:pt>
                <c:pt idx="311346">
                  <c:v>3646</c:v>
                </c:pt>
                <c:pt idx="311297">
                  <c:v>3647</c:v>
                </c:pt>
                <c:pt idx="311248">
                  <c:v>3648</c:v>
                </c:pt>
                <c:pt idx="311199">
                  <c:v>3649</c:v>
                </c:pt>
                <c:pt idx="311150">
                  <c:v>3650</c:v>
                </c:pt>
                <c:pt idx="311101">
                  <c:v>3651</c:v>
                </c:pt>
                <c:pt idx="311052">
                  <c:v>3652</c:v>
                </c:pt>
                <c:pt idx="311003">
                  <c:v>3653</c:v>
                </c:pt>
                <c:pt idx="310954">
                  <c:v>3654</c:v>
                </c:pt>
                <c:pt idx="310905">
                  <c:v>3655</c:v>
                </c:pt>
                <c:pt idx="310856">
                  <c:v>3656</c:v>
                </c:pt>
                <c:pt idx="310807">
                  <c:v>3657</c:v>
                </c:pt>
                <c:pt idx="310758">
                  <c:v>3658</c:v>
                </c:pt>
                <c:pt idx="310709">
                  <c:v>3659</c:v>
                </c:pt>
                <c:pt idx="310660">
                  <c:v>3660</c:v>
                </c:pt>
                <c:pt idx="310611">
                  <c:v>3661</c:v>
                </c:pt>
                <c:pt idx="310562">
                  <c:v>3662</c:v>
                </c:pt>
                <c:pt idx="310513">
                  <c:v>3663</c:v>
                </c:pt>
                <c:pt idx="310464">
                  <c:v>3664</c:v>
                </c:pt>
                <c:pt idx="310415">
                  <c:v>3665</c:v>
                </c:pt>
                <c:pt idx="310366">
                  <c:v>3666</c:v>
                </c:pt>
                <c:pt idx="310317">
                  <c:v>3667</c:v>
                </c:pt>
                <c:pt idx="310268">
                  <c:v>3668</c:v>
                </c:pt>
                <c:pt idx="310219">
                  <c:v>3669</c:v>
                </c:pt>
                <c:pt idx="310170">
                  <c:v>3670</c:v>
                </c:pt>
                <c:pt idx="310121">
                  <c:v>3671</c:v>
                </c:pt>
                <c:pt idx="310072">
                  <c:v>3672</c:v>
                </c:pt>
                <c:pt idx="310023">
                  <c:v>3673</c:v>
                </c:pt>
                <c:pt idx="309974">
                  <c:v>3674</c:v>
                </c:pt>
                <c:pt idx="309925">
                  <c:v>3675</c:v>
                </c:pt>
                <c:pt idx="309876">
                  <c:v>3676</c:v>
                </c:pt>
                <c:pt idx="309827">
                  <c:v>3677</c:v>
                </c:pt>
                <c:pt idx="309778">
                  <c:v>3678</c:v>
                </c:pt>
                <c:pt idx="309729">
                  <c:v>3679</c:v>
                </c:pt>
                <c:pt idx="309680">
                  <c:v>3680</c:v>
                </c:pt>
                <c:pt idx="309631">
                  <c:v>3681</c:v>
                </c:pt>
                <c:pt idx="309582">
                  <c:v>3682</c:v>
                </c:pt>
                <c:pt idx="309533">
                  <c:v>3683</c:v>
                </c:pt>
                <c:pt idx="309484">
                  <c:v>3684</c:v>
                </c:pt>
                <c:pt idx="309435">
                  <c:v>3685</c:v>
                </c:pt>
                <c:pt idx="309386">
                  <c:v>3686</c:v>
                </c:pt>
                <c:pt idx="309337">
                  <c:v>3687</c:v>
                </c:pt>
                <c:pt idx="309288">
                  <c:v>3688</c:v>
                </c:pt>
                <c:pt idx="309239">
                  <c:v>3689</c:v>
                </c:pt>
                <c:pt idx="309190">
                  <c:v>3690</c:v>
                </c:pt>
                <c:pt idx="309141">
                  <c:v>3691</c:v>
                </c:pt>
                <c:pt idx="309092">
                  <c:v>3692</c:v>
                </c:pt>
                <c:pt idx="309043">
                  <c:v>3693</c:v>
                </c:pt>
                <c:pt idx="308994">
                  <c:v>3694</c:v>
                </c:pt>
                <c:pt idx="308945">
                  <c:v>3695</c:v>
                </c:pt>
                <c:pt idx="308896">
                  <c:v>3696</c:v>
                </c:pt>
                <c:pt idx="308847">
                  <c:v>3697</c:v>
                </c:pt>
                <c:pt idx="308798">
                  <c:v>3698</c:v>
                </c:pt>
                <c:pt idx="308749">
                  <c:v>3699</c:v>
                </c:pt>
                <c:pt idx="308700">
                  <c:v>3700</c:v>
                </c:pt>
                <c:pt idx="308651">
                  <c:v>3701</c:v>
                </c:pt>
                <c:pt idx="308602">
                  <c:v>3702</c:v>
                </c:pt>
                <c:pt idx="308553">
                  <c:v>3703</c:v>
                </c:pt>
                <c:pt idx="308504">
                  <c:v>3704</c:v>
                </c:pt>
                <c:pt idx="308455">
                  <c:v>3705</c:v>
                </c:pt>
                <c:pt idx="308406">
                  <c:v>3706</c:v>
                </c:pt>
                <c:pt idx="308357">
                  <c:v>3707</c:v>
                </c:pt>
                <c:pt idx="308308">
                  <c:v>3708</c:v>
                </c:pt>
                <c:pt idx="308259">
                  <c:v>3709</c:v>
                </c:pt>
                <c:pt idx="308210">
                  <c:v>3710</c:v>
                </c:pt>
                <c:pt idx="308161">
                  <c:v>3711</c:v>
                </c:pt>
                <c:pt idx="308112">
                  <c:v>3712</c:v>
                </c:pt>
                <c:pt idx="308063">
                  <c:v>3713</c:v>
                </c:pt>
                <c:pt idx="308014">
                  <c:v>3714</c:v>
                </c:pt>
                <c:pt idx="307965">
                  <c:v>3715</c:v>
                </c:pt>
                <c:pt idx="307916">
                  <c:v>3716</c:v>
                </c:pt>
                <c:pt idx="307867">
                  <c:v>3717</c:v>
                </c:pt>
                <c:pt idx="307818">
                  <c:v>3718</c:v>
                </c:pt>
                <c:pt idx="307769">
                  <c:v>3719</c:v>
                </c:pt>
                <c:pt idx="307720">
                  <c:v>3720</c:v>
                </c:pt>
                <c:pt idx="307671">
                  <c:v>3721</c:v>
                </c:pt>
                <c:pt idx="307622">
                  <c:v>3722</c:v>
                </c:pt>
                <c:pt idx="307573">
                  <c:v>3723</c:v>
                </c:pt>
                <c:pt idx="307524">
                  <c:v>3724</c:v>
                </c:pt>
                <c:pt idx="307475">
                  <c:v>3725</c:v>
                </c:pt>
                <c:pt idx="307426">
                  <c:v>3726</c:v>
                </c:pt>
                <c:pt idx="307377">
                  <c:v>3727</c:v>
                </c:pt>
                <c:pt idx="307328">
                  <c:v>3728</c:v>
                </c:pt>
                <c:pt idx="307279">
                  <c:v>3729</c:v>
                </c:pt>
                <c:pt idx="307230">
                  <c:v>3730</c:v>
                </c:pt>
                <c:pt idx="307181">
                  <c:v>3731</c:v>
                </c:pt>
                <c:pt idx="307132">
                  <c:v>3732</c:v>
                </c:pt>
                <c:pt idx="307083">
                  <c:v>3733</c:v>
                </c:pt>
                <c:pt idx="307034">
                  <c:v>3734</c:v>
                </c:pt>
                <c:pt idx="306985">
                  <c:v>3735</c:v>
                </c:pt>
                <c:pt idx="306936">
                  <c:v>3736</c:v>
                </c:pt>
                <c:pt idx="306887">
                  <c:v>3737</c:v>
                </c:pt>
                <c:pt idx="306838">
                  <c:v>3738</c:v>
                </c:pt>
                <c:pt idx="306789">
                  <c:v>3739</c:v>
                </c:pt>
                <c:pt idx="306740">
                  <c:v>3740</c:v>
                </c:pt>
                <c:pt idx="306691">
                  <c:v>3741</c:v>
                </c:pt>
                <c:pt idx="306642">
                  <c:v>3742</c:v>
                </c:pt>
                <c:pt idx="306593">
                  <c:v>3743</c:v>
                </c:pt>
                <c:pt idx="306544">
                  <c:v>3744</c:v>
                </c:pt>
                <c:pt idx="306495">
                  <c:v>3745</c:v>
                </c:pt>
                <c:pt idx="306446">
                  <c:v>3746</c:v>
                </c:pt>
                <c:pt idx="306397">
                  <c:v>3747</c:v>
                </c:pt>
                <c:pt idx="306348">
                  <c:v>3748</c:v>
                </c:pt>
                <c:pt idx="306299">
                  <c:v>3749</c:v>
                </c:pt>
                <c:pt idx="306250">
                  <c:v>3750</c:v>
                </c:pt>
                <c:pt idx="306201">
                  <c:v>3751</c:v>
                </c:pt>
                <c:pt idx="306152">
                  <c:v>3752</c:v>
                </c:pt>
                <c:pt idx="306103">
                  <c:v>3753</c:v>
                </c:pt>
                <c:pt idx="306054">
                  <c:v>3754</c:v>
                </c:pt>
                <c:pt idx="306005">
                  <c:v>3755</c:v>
                </c:pt>
                <c:pt idx="305956">
                  <c:v>3756</c:v>
                </c:pt>
                <c:pt idx="305907">
                  <c:v>3757</c:v>
                </c:pt>
                <c:pt idx="305858">
                  <c:v>3758</c:v>
                </c:pt>
                <c:pt idx="305809">
                  <c:v>3759</c:v>
                </c:pt>
                <c:pt idx="305760">
                  <c:v>3760</c:v>
                </c:pt>
                <c:pt idx="305711">
                  <c:v>3761</c:v>
                </c:pt>
                <c:pt idx="305662">
                  <c:v>3762</c:v>
                </c:pt>
                <c:pt idx="305613">
                  <c:v>3763</c:v>
                </c:pt>
                <c:pt idx="305564">
                  <c:v>3764</c:v>
                </c:pt>
                <c:pt idx="305515">
                  <c:v>3765</c:v>
                </c:pt>
                <c:pt idx="305466">
                  <c:v>3766</c:v>
                </c:pt>
                <c:pt idx="305417">
                  <c:v>3767</c:v>
                </c:pt>
                <c:pt idx="305368">
                  <c:v>3768</c:v>
                </c:pt>
                <c:pt idx="305319">
                  <c:v>3769</c:v>
                </c:pt>
                <c:pt idx="305270">
                  <c:v>3770</c:v>
                </c:pt>
                <c:pt idx="305221">
                  <c:v>3771</c:v>
                </c:pt>
                <c:pt idx="305172">
                  <c:v>3772</c:v>
                </c:pt>
                <c:pt idx="305123">
                  <c:v>3773</c:v>
                </c:pt>
                <c:pt idx="305074">
                  <c:v>3774</c:v>
                </c:pt>
                <c:pt idx="305025">
                  <c:v>3775</c:v>
                </c:pt>
                <c:pt idx="304976">
                  <c:v>3776</c:v>
                </c:pt>
                <c:pt idx="304927">
                  <c:v>3777</c:v>
                </c:pt>
                <c:pt idx="304878">
                  <c:v>3778</c:v>
                </c:pt>
                <c:pt idx="304829">
                  <c:v>3779</c:v>
                </c:pt>
                <c:pt idx="304780">
                  <c:v>3780</c:v>
                </c:pt>
                <c:pt idx="304731">
                  <c:v>3781</c:v>
                </c:pt>
                <c:pt idx="304682">
                  <c:v>3782</c:v>
                </c:pt>
                <c:pt idx="304633">
                  <c:v>3783</c:v>
                </c:pt>
                <c:pt idx="304584">
                  <c:v>3784</c:v>
                </c:pt>
                <c:pt idx="304535">
                  <c:v>3785</c:v>
                </c:pt>
                <c:pt idx="304486">
                  <c:v>3786</c:v>
                </c:pt>
                <c:pt idx="304437">
                  <c:v>3787</c:v>
                </c:pt>
                <c:pt idx="304388">
                  <c:v>3788</c:v>
                </c:pt>
                <c:pt idx="304339">
                  <c:v>3789</c:v>
                </c:pt>
                <c:pt idx="304290">
                  <c:v>3790</c:v>
                </c:pt>
                <c:pt idx="304241">
                  <c:v>3791</c:v>
                </c:pt>
                <c:pt idx="304192">
                  <c:v>3792</c:v>
                </c:pt>
                <c:pt idx="304143">
                  <c:v>3793</c:v>
                </c:pt>
                <c:pt idx="304094">
                  <c:v>3794</c:v>
                </c:pt>
                <c:pt idx="304045">
                  <c:v>3795</c:v>
                </c:pt>
                <c:pt idx="303996">
                  <c:v>3796</c:v>
                </c:pt>
                <c:pt idx="303947">
                  <c:v>3797</c:v>
                </c:pt>
                <c:pt idx="303898">
                  <c:v>3798</c:v>
                </c:pt>
                <c:pt idx="303849">
                  <c:v>3799</c:v>
                </c:pt>
                <c:pt idx="303800">
                  <c:v>3800</c:v>
                </c:pt>
                <c:pt idx="303751">
                  <c:v>3801</c:v>
                </c:pt>
                <c:pt idx="303702">
                  <c:v>3802</c:v>
                </c:pt>
                <c:pt idx="303653">
                  <c:v>3803</c:v>
                </c:pt>
                <c:pt idx="303604">
                  <c:v>3804</c:v>
                </c:pt>
                <c:pt idx="303555">
                  <c:v>3805</c:v>
                </c:pt>
                <c:pt idx="303506">
                  <c:v>3806</c:v>
                </c:pt>
                <c:pt idx="303457">
                  <c:v>3807</c:v>
                </c:pt>
                <c:pt idx="303408">
                  <c:v>3808</c:v>
                </c:pt>
                <c:pt idx="303359">
                  <c:v>3809</c:v>
                </c:pt>
                <c:pt idx="303310">
                  <c:v>3810</c:v>
                </c:pt>
                <c:pt idx="303261">
                  <c:v>3811</c:v>
                </c:pt>
                <c:pt idx="303212">
                  <c:v>3812</c:v>
                </c:pt>
                <c:pt idx="303163">
                  <c:v>3813</c:v>
                </c:pt>
                <c:pt idx="303114">
                  <c:v>3814</c:v>
                </c:pt>
                <c:pt idx="303065">
                  <c:v>3815</c:v>
                </c:pt>
                <c:pt idx="303016">
                  <c:v>3816</c:v>
                </c:pt>
                <c:pt idx="302967">
                  <c:v>3817</c:v>
                </c:pt>
                <c:pt idx="302918">
                  <c:v>3818</c:v>
                </c:pt>
                <c:pt idx="302869">
                  <c:v>3819</c:v>
                </c:pt>
                <c:pt idx="302820">
                  <c:v>3820</c:v>
                </c:pt>
                <c:pt idx="302771">
                  <c:v>3821</c:v>
                </c:pt>
                <c:pt idx="302722">
                  <c:v>3822</c:v>
                </c:pt>
                <c:pt idx="302673">
                  <c:v>3823</c:v>
                </c:pt>
                <c:pt idx="302624">
                  <c:v>3824</c:v>
                </c:pt>
                <c:pt idx="302575">
                  <c:v>3825</c:v>
                </c:pt>
                <c:pt idx="302526">
                  <c:v>3826</c:v>
                </c:pt>
                <c:pt idx="302477">
                  <c:v>3827</c:v>
                </c:pt>
                <c:pt idx="302428">
                  <c:v>3828</c:v>
                </c:pt>
                <c:pt idx="302379">
                  <c:v>3829</c:v>
                </c:pt>
                <c:pt idx="302330">
                  <c:v>3830</c:v>
                </c:pt>
                <c:pt idx="302281">
                  <c:v>3831</c:v>
                </c:pt>
                <c:pt idx="302232">
                  <c:v>3832</c:v>
                </c:pt>
                <c:pt idx="302183">
                  <c:v>3833</c:v>
                </c:pt>
                <c:pt idx="302134">
                  <c:v>3834</c:v>
                </c:pt>
                <c:pt idx="302085">
                  <c:v>3835</c:v>
                </c:pt>
                <c:pt idx="302036">
                  <c:v>3836</c:v>
                </c:pt>
                <c:pt idx="301987">
                  <c:v>3837</c:v>
                </c:pt>
                <c:pt idx="301938">
                  <c:v>3838</c:v>
                </c:pt>
                <c:pt idx="301889">
                  <c:v>3839</c:v>
                </c:pt>
                <c:pt idx="301840">
                  <c:v>3840</c:v>
                </c:pt>
                <c:pt idx="301791">
                  <c:v>3841</c:v>
                </c:pt>
                <c:pt idx="301742">
                  <c:v>3842</c:v>
                </c:pt>
                <c:pt idx="301693">
                  <c:v>3843</c:v>
                </c:pt>
                <c:pt idx="301644">
                  <c:v>3844</c:v>
                </c:pt>
                <c:pt idx="301595">
                  <c:v>3845</c:v>
                </c:pt>
                <c:pt idx="301546">
                  <c:v>3846</c:v>
                </c:pt>
                <c:pt idx="301497">
                  <c:v>3847</c:v>
                </c:pt>
                <c:pt idx="301448">
                  <c:v>3848</c:v>
                </c:pt>
                <c:pt idx="301399">
                  <c:v>3849</c:v>
                </c:pt>
                <c:pt idx="301350">
                  <c:v>3850</c:v>
                </c:pt>
                <c:pt idx="301301">
                  <c:v>3851</c:v>
                </c:pt>
                <c:pt idx="301252">
                  <c:v>3852</c:v>
                </c:pt>
                <c:pt idx="301203">
                  <c:v>3853</c:v>
                </c:pt>
                <c:pt idx="301154">
                  <c:v>3854</c:v>
                </c:pt>
                <c:pt idx="301105">
                  <c:v>3855</c:v>
                </c:pt>
                <c:pt idx="301056">
                  <c:v>3856</c:v>
                </c:pt>
                <c:pt idx="301007">
                  <c:v>3857</c:v>
                </c:pt>
                <c:pt idx="300958">
                  <c:v>3858</c:v>
                </c:pt>
                <c:pt idx="300909">
                  <c:v>3859</c:v>
                </c:pt>
                <c:pt idx="300860">
                  <c:v>3860</c:v>
                </c:pt>
                <c:pt idx="300811">
                  <c:v>3861</c:v>
                </c:pt>
                <c:pt idx="300762">
                  <c:v>3862</c:v>
                </c:pt>
                <c:pt idx="300713">
                  <c:v>3863</c:v>
                </c:pt>
                <c:pt idx="300664">
                  <c:v>3864</c:v>
                </c:pt>
                <c:pt idx="300615">
                  <c:v>3865</c:v>
                </c:pt>
                <c:pt idx="300566">
                  <c:v>3866</c:v>
                </c:pt>
                <c:pt idx="300517">
                  <c:v>3867</c:v>
                </c:pt>
                <c:pt idx="300468">
                  <c:v>3868</c:v>
                </c:pt>
                <c:pt idx="300419">
                  <c:v>3869</c:v>
                </c:pt>
                <c:pt idx="300370">
                  <c:v>3870</c:v>
                </c:pt>
                <c:pt idx="300321">
                  <c:v>3871</c:v>
                </c:pt>
                <c:pt idx="300272">
                  <c:v>3872</c:v>
                </c:pt>
                <c:pt idx="300223">
                  <c:v>3873</c:v>
                </c:pt>
                <c:pt idx="300174">
                  <c:v>3874</c:v>
                </c:pt>
                <c:pt idx="300125">
                  <c:v>3875</c:v>
                </c:pt>
                <c:pt idx="300076">
                  <c:v>3876</c:v>
                </c:pt>
                <c:pt idx="300027">
                  <c:v>3877</c:v>
                </c:pt>
                <c:pt idx="299978">
                  <c:v>3878</c:v>
                </c:pt>
                <c:pt idx="299929">
                  <c:v>3879</c:v>
                </c:pt>
                <c:pt idx="299880">
                  <c:v>3880</c:v>
                </c:pt>
                <c:pt idx="299831">
                  <c:v>3881</c:v>
                </c:pt>
                <c:pt idx="299782">
                  <c:v>3882</c:v>
                </c:pt>
                <c:pt idx="299733">
                  <c:v>3883</c:v>
                </c:pt>
                <c:pt idx="299684">
                  <c:v>3884</c:v>
                </c:pt>
                <c:pt idx="299635">
                  <c:v>3885</c:v>
                </c:pt>
                <c:pt idx="299586">
                  <c:v>3886</c:v>
                </c:pt>
                <c:pt idx="299537">
                  <c:v>3887</c:v>
                </c:pt>
                <c:pt idx="299488">
                  <c:v>3888</c:v>
                </c:pt>
                <c:pt idx="299439">
                  <c:v>3889</c:v>
                </c:pt>
                <c:pt idx="299390">
                  <c:v>3890</c:v>
                </c:pt>
                <c:pt idx="299341">
                  <c:v>3891</c:v>
                </c:pt>
                <c:pt idx="299292">
                  <c:v>3892</c:v>
                </c:pt>
                <c:pt idx="299243">
                  <c:v>3893</c:v>
                </c:pt>
                <c:pt idx="299194">
                  <c:v>3894</c:v>
                </c:pt>
                <c:pt idx="299145">
                  <c:v>3895</c:v>
                </c:pt>
                <c:pt idx="299096">
                  <c:v>3896</c:v>
                </c:pt>
                <c:pt idx="299047">
                  <c:v>3897</c:v>
                </c:pt>
                <c:pt idx="298998">
                  <c:v>3898</c:v>
                </c:pt>
                <c:pt idx="298949">
                  <c:v>3899</c:v>
                </c:pt>
                <c:pt idx="298900">
                  <c:v>3900</c:v>
                </c:pt>
                <c:pt idx="298851">
                  <c:v>3901</c:v>
                </c:pt>
                <c:pt idx="298802">
                  <c:v>3902</c:v>
                </c:pt>
                <c:pt idx="298753">
                  <c:v>3903</c:v>
                </c:pt>
                <c:pt idx="298704">
                  <c:v>3904</c:v>
                </c:pt>
                <c:pt idx="298655">
                  <c:v>3905</c:v>
                </c:pt>
                <c:pt idx="298606">
                  <c:v>3906</c:v>
                </c:pt>
                <c:pt idx="298557">
                  <c:v>3907</c:v>
                </c:pt>
                <c:pt idx="298508">
                  <c:v>3908</c:v>
                </c:pt>
                <c:pt idx="298459">
                  <c:v>3909</c:v>
                </c:pt>
                <c:pt idx="298410">
                  <c:v>3910</c:v>
                </c:pt>
                <c:pt idx="298361">
                  <c:v>3911</c:v>
                </c:pt>
                <c:pt idx="298312">
                  <c:v>3912</c:v>
                </c:pt>
                <c:pt idx="298263">
                  <c:v>3913</c:v>
                </c:pt>
                <c:pt idx="298214">
                  <c:v>3914</c:v>
                </c:pt>
                <c:pt idx="298165">
                  <c:v>3915</c:v>
                </c:pt>
                <c:pt idx="298116">
                  <c:v>3916</c:v>
                </c:pt>
                <c:pt idx="298067">
                  <c:v>3917</c:v>
                </c:pt>
                <c:pt idx="298018">
                  <c:v>3918</c:v>
                </c:pt>
                <c:pt idx="297969">
                  <c:v>3919</c:v>
                </c:pt>
                <c:pt idx="297920">
                  <c:v>3920</c:v>
                </c:pt>
                <c:pt idx="297871">
                  <c:v>3921</c:v>
                </c:pt>
                <c:pt idx="297822">
                  <c:v>3922</c:v>
                </c:pt>
                <c:pt idx="297773">
                  <c:v>3923</c:v>
                </c:pt>
                <c:pt idx="297724">
                  <c:v>3924</c:v>
                </c:pt>
                <c:pt idx="297675">
                  <c:v>3925</c:v>
                </c:pt>
                <c:pt idx="297626">
                  <c:v>3926</c:v>
                </c:pt>
                <c:pt idx="297577">
                  <c:v>3927</c:v>
                </c:pt>
                <c:pt idx="297528">
                  <c:v>3928</c:v>
                </c:pt>
                <c:pt idx="297479">
                  <c:v>3929</c:v>
                </c:pt>
                <c:pt idx="297430">
                  <c:v>3930</c:v>
                </c:pt>
                <c:pt idx="297381">
                  <c:v>3931</c:v>
                </c:pt>
                <c:pt idx="297332">
                  <c:v>3932</c:v>
                </c:pt>
                <c:pt idx="297283">
                  <c:v>3933</c:v>
                </c:pt>
                <c:pt idx="297234">
                  <c:v>3934</c:v>
                </c:pt>
                <c:pt idx="297185">
                  <c:v>3935</c:v>
                </c:pt>
                <c:pt idx="297136">
                  <c:v>3936</c:v>
                </c:pt>
                <c:pt idx="297087">
                  <c:v>3937</c:v>
                </c:pt>
                <c:pt idx="297038">
                  <c:v>3938</c:v>
                </c:pt>
                <c:pt idx="296989">
                  <c:v>3939</c:v>
                </c:pt>
                <c:pt idx="296940">
                  <c:v>3940</c:v>
                </c:pt>
                <c:pt idx="296891">
                  <c:v>3941</c:v>
                </c:pt>
                <c:pt idx="296842">
                  <c:v>3942</c:v>
                </c:pt>
                <c:pt idx="296793">
                  <c:v>3943</c:v>
                </c:pt>
                <c:pt idx="296744">
                  <c:v>3944</c:v>
                </c:pt>
                <c:pt idx="296695">
                  <c:v>3945</c:v>
                </c:pt>
                <c:pt idx="296646">
                  <c:v>3946</c:v>
                </c:pt>
                <c:pt idx="296597">
                  <c:v>3947</c:v>
                </c:pt>
                <c:pt idx="296548">
                  <c:v>3948</c:v>
                </c:pt>
                <c:pt idx="296499">
                  <c:v>3949</c:v>
                </c:pt>
                <c:pt idx="296450">
                  <c:v>3950</c:v>
                </c:pt>
                <c:pt idx="296401">
                  <c:v>3951</c:v>
                </c:pt>
                <c:pt idx="296352">
                  <c:v>3952</c:v>
                </c:pt>
                <c:pt idx="296303">
                  <c:v>3953</c:v>
                </c:pt>
                <c:pt idx="296254">
                  <c:v>3954</c:v>
                </c:pt>
                <c:pt idx="296205">
                  <c:v>3955</c:v>
                </c:pt>
                <c:pt idx="296156">
                  <c:v>3956</c:v>
                </c:pt>
                <c:pt idx="296107">
                  <c:v>3957</c:v>
                </c:pt>
                <c:pt idx="296058">
                  <c:v>3958</c:v>
                </c:pt>
                <c:pt idx="296009">
                  <c:v>3959</c:v>
                </c:pt>
                <c:pt idx="295960">
                  <c:v>3960</c:v>
                </c:pt>
                <c:pt idx="295911">
                  <c:v>3961</c:v>
                </c:pt>
                <c:pt idx="295862">
                  <c:v>3962</c:v>
                </c:pt>
                <c:pt idx="295813">
                  <c:v>3963</c:v>
                </c:pt>
                <c:pt idx="295764">
                  <c:v>3964</c:v>
                </c:pt>
                <c:pt idx="295715">
                  <c:v>3965</c:v>
                </c:pt>
                <c:pt idx="295666">
                  <c:v>3966</c:v>
                </c:pt>
                <c:pt idx="295617">
                  <c:v>3967</c:v>
                </c:pt>
                <c:pt idx="295568">
                  <c:v>3968</c:v>
                </c:pt>
                <c:pt idx="295519">
                  <c:v>3969</c:v>
                </c:pt>
                <c:pt idx="295470">
                  <c:v>3970</c:v>
                </c:pt>
                <c:pt idx="295421">
                  <c:v>3971</c:v>
                </c:pt>
                <c:pt idx="295372">
                  <c:v>3972</c:v>
                </c:pt>
                <c:pt idx="295323">
                  <c:v>3973</c:v>
                </c:pt>
                <c:pt idx="295274">
                  <c:v>3974</c:v>
                </c:pt>
                <c:pt idx="295225">
                  <c:v>3975</c:v>
                </c:pt>
                <c:pt idx="295176">
                  <c:v>3976</c:v>
                </c:pt>
                <c:pt idx="295127">
                  <c:v>3977</c:v>
                </c:pt>
                <c:pt idx="295078">
                  <c:v>3978</c:v>
                </c:pt>
                <c:pt idx="295029">
                  <c:v>3979</c:v>
                </c:pt>
                <c:pt idx="294980">
                  <c:v>3980</c:v>
                </c:pt>
                <c:pt idx="294931">
                  <c:v>3981</c:v>
                </c:pt>
                <c:pt idx="294882">
                  <c:v>3982</c:v>
                </c:pt>
                <c:pt idx="294833">
                  <c:v>3983</c:v>
                </c:pt>
                <c:pt idx="294784">
                  <c:v>3984</c:v>
                </c:pt>
                <c:pt idx="294735">
                  <c:v>3985</c:v>
                </c:pt>
                <c:pt idx="294686">
                  <c:v>3986</c:v>
                </c:pt>
                <c:pt idx="294637">
                  <c:v>3987</c:v>
                </c:pt>
                <c:pt idx="294588">
                  <c:v>3988</c:v>
                </c:pt>
                <c:pt idx="294539">
                  <c:v>3989</c:v>
                </c:pt>
                <c:pt idx="294490">
                  <c:v>3990</c:v>
                </c:pt>
                <c:pt idx="294441">
                  <c:v>3991</c:v>
                </c:pt>
                <c:pt idx="294392">
                  <c:v>3992</c:v>
                </c:pt>
                <c:pt idx="294343">
                  <c:v>3993</c:v>
                </c:pt>
                <c:pt idx="294294">
                  <c:v>3994</c:v>
                </c:pt>
                <c:pt idx="294245">
                  <c:v>3995</c:v>
                </c:pt>
                <c:pt idx="294196">
                  <c:v>3996</c:v>
                </c:pt>
                <c:pt idx="294147">
                  <c:v>3997</c:v>
                </c:pt>
                <c:pt idx="294098">
                  <c:v>3998</c:v>
                </c:pt>
                <c:pt idx="294049">
                  <c:v>3999</c:v>
                </c:pt>
                <c:pt idx="294000">
                  <c:v>4000</c:v>
                </c:pt>
                <c:pt idx="293951">
                  <c:v>4001</c:v>
                </c:pt>
                <c:pt idx="293902">
                  <c:v>4002</c:v>
                </c:pt>
                <c:pt idx="293853">
                  <c:v>4003</c:v>
                </c:pt>
                <c:pt idx="293804">
                  <c:v>4004</c:v>
                </c:pt>
                <c:pt idx="293755">
                  <c:v>4005</c:v>
                </c:pt>
                <c:pt idx="293706">
                  <c:v>4006</c:v>
                </c:pt>
                <c:pt idx="293657">
                  <c:v>4007</c:v>
                </c:pt>
                <c:pt idx="293608">
                  <c:v>4008</c:v>
                </c:pt>
                <c:pt idx="293559">
                  <c:v>4009</c:v>
                </c:pt>
                <c:pt idx="293510">
                  <c:v>4010</c:v>
                </c:pt>
                <c:pt idx="293461">
                  <c:v>4011</c:v>
                </c:pt>
                <c:pt idx="293412">
                  <c:v>4012</c:v>
                </c:pt>
                <c:pt idx="293363">
                  <c:v>4013</c:v>
                </c:pt>
                <c:pt idx="293314">
                  <c:v>4014</c:v>
                </c:pt>
                <c:pt idx="293265">
                  <c:v>4015</c:v>
                </c:pt>
                <c:pt idx="293216">
                  <c:v>4016</c:v>
                </c:pt>
                <c:pt idx="293167">
                  <c:v>4017</c:v>
                </c:pt>
                <c:pt idx="293118">
                  <c:v>4018</c:v>
                </c:pt>
                <c:pt idx="293069">
                  <c:v>4019</c:v>
                </c:pt>
                <c:pt idx="293020">
                  <c:v>4020</c:v>
                </c:pt>
                <c:pt idx="292971">
                  <c:v>4021</c:v>
                </c:pt>
                <c:pt idx="292922">
                  <c:v>4022</c:v>
                </c:pt>
                <c:pt idx="292873">
                  <c:v>4023</c:v>
                </c:pt>
                <c:pt idx="292824">
                  <c:v>4024</c:v>
                </c:pt>
                <c:pt idx="292775">
                  <c:v>4025</c:v>
                </c:pt>
                <c:pt idx="292726">
                  <c:v>4026</c:v>
                </c:pt>
                <c:pt idx="292677">
                  <c:v>4027</c:v>
                </c:pt>
                <c:pt idx="292628">
                  <c:v>4028</c:v>
                </c:pt>
                <c:pt idx="292579">
                  <c:v>4029</c:v>
                </c:pt>
                <c:pt idx="292530">
                  <c:v>4030</c:v>
                </c:pt>
                <c:pt idx="292481">
                  <c:v>4031</c:v>
                </c:pt>
                <c:pt idx="292432">
                  <c:v>4032</c:v>
                </c:pt>
                <c:pt idx="292383">
                  <c:v>4033</c:v>
                </c:pt>
                <c:pt idx="292334">
                  <c:v>4034</c:v>
                </c:pt>
                <c:pt idx="292285">
                  <c:v>4035</c:v>
                </c:pt>
                <c:pt idx="292236">
                  <c:v>4036</c:v>
                </c:pt>
                <c:pt idx="292187">
                  <c:v>4037</c:v>
                </c:pt>
                <c:pt idx="292138">
                  <c:v>4038</c:v>
                </c:pt>
                <c:pt idx="292089">
                  <c:v>4039</c:v>
                </c:pt>
                <c:pt idx="292040">
                  <c:v>4040</c:v>
                </c:pt>
                <c:pt idx="291991">
                  <c:v>4041</c:v>
                </c:pt>
                <c:pt idx="291942">
                  <c:v>4042</c:v>
                </c:pt>
                <c:pt idx="291893">
                  <c:v>4043</c:v>
                </c:pt>
                <c:pt idx="291844">
                  <c:v>4044</c:v>
                </c:pt>
                <c:pt idx="291795">
                  <c:v>4045</c:v>
                </c:pt>
                <c:pt idx="291746">
                  <c:v>4046</c:v>
                </c:pt>
                <c:pt idx="291697">
                  <c:v>4047</c:v>
                </c:pt>
                <c:pt idx="291648">
                  <c:v>4048</c:v>
                </c:pt>
                <c:pt idx="291599">
                  <c:v>4049</c:v>
                </c:pt>
                <c:pt idx="291550">
                  <c:v>4050</c:v>
                </c:pt>
                <c:pt idx="291501">
                  <c:v>4051</c:v>
                </c:pt>
                <c:pt idx="291452">
                  <c:v>4052</c:v>
                </c:pt>
                <c:pt idx="291403">
                  <c:v>4053</c:v>
                </c:pt>
                <c:pt idx="291354">
                  <c:v>4054</c:v>
                </c:pt>
                <c:pt idx="291305">
                  <c:v>4055</c:v>
                </c:pt>
                <c:pt idx="291256">
                  <c:v>4056</c:v>
                </c:pt>
                <c:pt idx="291207">
                  <c:v>4057</c:v>
                </c:pt>
                <c:pt idx="291158">
                  <c:v>4058</c:v>
                </c:pt>
                <c:pt idx="291109">
                  <c:v>4059</c:v>
                </c:pt>
                <c:pt idx="291060">
                  <c:v>4060</c:v>
                </c:pt>
                <c:pt idx="291011">
                  <c:v>4061</c:v>
                </c:pt>
                <c:pt idx="290962">
                  <c:v>4062</c:v>
                </c:pt>
                <c:pt idx="290913">
                  <c:v>4063</c:v>
                </c:pt>
                <c:pt idx="290864">
                  <c:v>4064</c:v>
                </c:pt>
                <c:pt idx="290815">
                  <c:v>4065</c:v>
                </c:pt>
                <c:pt idx="290766">
                  <c:v>4066</c:v>
                </c:pt>
                <c:pt idx="290717">
                  <c:v>4067</c:v>
                </c:pt>
                <c:pt idx="290668">
                  <c:v>4068</c:v>
                </c:pt>
                <c:pt idx="290619">
                  <c:v>4069</c:v>
                </c:pt>
                <c:pt idx="290570">
                  <c:v>4070</c:v>
                </c:pt>
                <c:pt idx="290521">
                  <c:v>4071</c:v>
                </c:pt>
                <c:pt idx="290472">
                  <c:v>4072</c:v>
                </c:pt>
                <c:pt idx="290423">
                  <c:v>4073</c:v>
                </c:pt>
                <c:pt idx="290374">
                  <c:v>4074</c:v>
                </c:pt>
                <c:pt idx="290325">
                  <c:v>4075</c:v>
                </c:pt>
                <c:pt idx="290276">
                  <c:v>4076</c:v>
                </c:pt>
                <c:pt idx="290227">
                  <c:v>4077</c:v>
                </c:pt>
                <c:pt idx="290178">
                  <c:v>4078</c:v>
                </c:pt>
                <c:pt idx="290129">
                  <c:v>4079</c:v>
                </c:pt>
                <c:pt idx="290080">
                  <c:v>4080</c:v>
                </c:pt>
                <c:pt idx="290031">
                  <c:v>4081</c:v>
                </c:pt>
                <c:pt idx="289982">
                  <c:v>4082</c:v>
                </c:pt>
                <c:pt idx="289933">
                  <c:v>4083</c:v>
                </c:pt>
                <c:pt idx="289884">
                  <c:v>4084</c:v>
                </c:pt>
                <c:pt idx="289835">
                  <c:v>4085</c:v>
                </c:pt>
                <c:pt idx="289786">
                  <c:v>4086</c:v>
                </c:pt>
                <c:pt idx="289737">
                  <c:v>4087</c:v>
                </c:pt>
                <c:pt idx="289688">
                  <c:v>4088</c:v>
                </c:pt>
                <c:pt idx="289639">
                  <c:v>4089</c:v>
                </c:pt>
                <c:pt idx="289590">
                  <c:v>4090</c:v>
                </c:pt>
                <c:pt idx="289541">
                  <c:v>4091</c:v>
                </c:pt>
                <c:pt idx="289492">
                  <c:v>4092</c:v>
                </c:pt>
                <c:pt idx="289443">
                  <c:v>4093</c:v>
                </c:pt>
                <c:pt idx="289394">
                  <c:v>4094</c:v>
                </c:pt>
                <c:pt idx="289345">
                  <c:v>4095</c:v>
                </c:pt>
                <c:pt idx="289296">
                  <c:v>4096</c:v>
                </c:pt>
                <c:pt idx="289247">
                  <c:v>4097</c:v>
                </c:pt>
                <c:pt idx="289198">
                  <c:v>4098</c:v>
                </c:pt>
                <c:pt idx="289149">
                  <c:v>4099</c:v>
                </c:pt>
                <c:pt idx="289100">
                  <c:v>4100</c:v>
                </c:pt>
                <c:pt idx="289051">
                  <c:v>4101</c:v>
                </c:pt>
                <c:pt idx="289002">
                  <c:v>4102</c:v>
                </c:pt>
                <c:pt idx="288953">
                  <c:v>4103</c:v>
                </c:pt>
                <c:pt idx="288904">
                  <c:v>4104</c:v>
                </c:pt>
                <c:pt idx="288855">
                  <c:v>4105</c:v>
                </c:pt>
                <c:pt idx="288806">
                  <c:v>4106</c:v>
                </c:pt>
                <c:pt idx="288757">
                  <c:v>4107</c:v>
                </c:pt>
                <c:pt idx="288708">
                  <c:v>4108</c:v>
                </c:pt>
                <c:pt idx="288659">
                  <c:v>4109</c:v>
                </c:pt>
                <c:pt idx="288610">
                  <c:v>4110</c:v>
                </c:pt>
                <c:pt idx="288561">
                  <c:v>4111</c:v>
                </c:pt>
                <c:pt idx="288512">
                  <c:v>4112</c:v>
                </c:pt>
                <c:pt idx="288463">
                  <c:v>4113</c:v>
                </c:pt>
                <c:pt idx="288414">
                  <c:v>4114</c:v>
                </c:pt>
                <c:pt idx="288365">
                  <c:v>4115</c:v>
                </c:pt>
                <c:pt idx="288316">
                  <c:v>4116</c:v>
                </c:pt>
                <c:pt idx="288267">
                  <c:v>4117</c:v>
                </c:pt>
                <c:pt idx="288218">
                  <c:v>4118</c:v>
                </c:pt>
                <c:pt idx="288169">
                  <c:v>4119</c:v>
                </c:pt>
                <c:pt idx="288120">
                  <c:v>4120</c:v>
                </c:pt>
                <c:pt idx="288071">
                  <c:v>4121</c:v>
                </c:pt>
                <c:pt idx="288022">
                  <c:v>4122</c:v>
                </c:pt>
                <c:pt idx="287973">
                  <c:v>4123</c:v>
                </c:pt>
                <c:pt idx="287924">
                  <c:v>4124</c:v>
                </c:pt>
                <c:pt idx="287875">
                  <c:v>4125</c:v>
                </c:pt>
                <c:pt idx="287826">
                  <c:v>4126</c:v>
                </c:pt>
                <c:pt idx="287777">
                  <c:v>4127</c:v>
                </c:pt>
                <c:pt idx="287728">
                  <c:v>4128</c:v>
                </c:pt>
                <c:pt idx="287679">
                  <c:v>4129</c:v>
                </c:pt>
                <c:pt idx="287630">
                  <c:v>4130</c:v>
                </c:pt>
                <c:pt idx="287581">
                  <c:v>4131</c:v>
                </c:pt>
                <c:pt idx="287532">
                  <c:v>4132</c:v>
                </c:pt>
                <c:pt idx="287483">
                  <c:v>4133</c:v>
                </c:pt>
                <c:pt idx="287434">
                  <c:v>4134</c:v>
                </c:pt>
                <c:pt idx="287385">
                  <c:v>4135</c:v>
                </c:pt>
                <c:pt idx="287336">
                  <c:v>4136</c:v>
                </c:pt>
                <c:pt idx="287287">
                  <c:v>4137</c:v>
                </c:pt>
                <c:pt idx="287238">
                  <c:v>4138</c:v>
                </c:pt>
                <c:pt idx="287189">
                  <c:v>4139</c:v>
                </c:pt>
                <c:pt idx="287140">
                  <c:v>4140</c:v>
                </c:pt>
                <c:pt idx="287091">
                  <c:v>4141</c:v>
                </c:pt>
                <c:pt idx="287042">
                  <c:v>4142</c:v>
                </c:pt>
                <c:pt idx="286993">
                  <c:v>4143</c:v>
                </c:pt>
                <c:pt idx="286944">
                  <c:v>4144</c:v>
                </c:pt>
                <c:pt idx="286895">
                  <c:v>4145</c:v>
                </c:pt>
                <c:pt idx="286846">
                  <c:v>4146</c:v>
                </c:pt>
                <c:pt idx="286797">
                  <c:v>4147</c:v>
                </c:pt>
                <c:pt idx="286748">
                  <c:v>4148</c:v>
                </c:pt>
                <c:pt idx="286699">
                  <c:v>4149</c:v>
                </c:pt>
                <c:pt idx="286650">
                  <c:v>4150</c:v>
                </c:pt>
                <c:pt idx="286601">
                  <c:v>4151</c:v>
                </c:pt>
                <c:pt idx="286552">
                  <c:v>4152</c:v>
                </c:pt>
                <c:pt idx="286503">
                  <c:v>4153</c:v>
                </c:pt>
                <c:pt idx="286454">
                  <c:v>4154</c:v>
                </c:pt>
                <c:pt idx="286405">
                  <c:v>4155</c:v>
                </c:pt>
                <c:pt idx="286356">
                  <c:v>4156</c:v>
                </c:pt>
                <c:pt idx="286307">
                  <c:v>4157</c:v>
                </c:pt>
                <c:pt idx="286258">
                  <c:v>4158</c:v>
                </c:pt>
                <c:pt idx="286209">
                  <c:v>4159</c:v>
                </c:pt>
                <c:pt idx="286160">
                  <c:v>4160</c:v>
                </c:pt>
                <c:pt idx="286111">
                  <c:v>4161</c:v>
                </c:pt>
                <c:pt idx="286062">
                  <c:v>4162</c:v>
                </c:pt>
                <c:pt idx="286013">
                  <c:v>4163</c:v>
                </c:pt>
                <c:pt idx="285964">
                  <c:v>4164</c:v>
                </c:pt>
                <c:pt idx="285915">
                  <c:v>4165</c:v>
                </c:pt>
                <c:pt idx="285866">
                  <c:v>4166</c:v>
                </c:pt>
                <c:pt idx="285817">
                  <c:v>4167</c:v>
                </c:pt>
                <c:pt idx="285768">
                  <c:v>4168</c:v>
                </c:pt>
                <c:pt idx="285719">
                  <c:v>4169</c:v>
                </c:pt>
                <c:pt idx="285670">
                  <c:v>4170</c:v>
                </c:pt>
                <c:pt idx="285621">
                  <c:v>4171</c:v>
                </c:pt>
                <c:pt idx="285572">
                  <c:v>4172</c:v>
                </c:pt>
                <c:pt idx="285523">
                  <c:v>4173</c:v>
                </c:pt>
                <c:pt idx="285474">
                  <c:v>4174</c:v>
                </c:pt>
                <c:pt idx="285425">
                  <c:v>4175</c:v>
                </c:pt>
                <c:pt idx="285376">
                  <c:v>4176</c:v>
                </c:pt>
                <c:pt idx="285327">
                  <c:v>4177</c:v>
                </c:pt>
                <c:pt idx="285278">
                  <c:v>4178</c:v>
                </c:pt>
                <c:pt idx="285229">
                  <c:v>4179</c:v>
                </c:pt>
                <c:pt idx="285180">
                  <c:v>4180</c:v>
                </c:pt>
                <c:pt idx="285131">
                  <c:v>4181</c:v>
                </c:pt>
                <c:pt idx="285082">
                  <c:v>4182</c:v>
                </c:pt>
                <c:pt idx="285033">
                  <c:v>4183</c:v>
                </c:pt>
                <c:pt idx="284984">
                  <c:v>4184</c:v>
                </c:pt>
                <c:pt idx="284935">
                  <c:v>4185</c:v>
                </c:pt>
                <c:pt idx="284886">
                  <c:v>4186</c:v>
                </c:pt>
                <c:pt idx="284837">
                  <c:v>4187</c:v>
                </c:pt>
                <c:pt idx="284788">
                  <c:v>4188</c:v>
                </c:pt>
                <c:pt idx="284739">
                  <c:v>4189</c:v>
                </c:pt>
                <c:pt idx="284690">
                  <c:v>4190</c:v>
                </c:pt>
                <c:pt idx="284641">
                  <c:v>4191</c:v>
                </c:pt>
                <c:pt idx="284592">
                  <c:v>4192</c:v>
                </c:pt>
                <c:pt idx="284543">
                  <c:v>4193</c:v>
                </c:pt>
                <c:pt idx="284494">
                  <c:v>4194</c:v>
                </c:pt>
                <c:pt idx="284445">
                  <c:v>4195</c:v>
                </c:pt>
                <c:pt idx="284396">
                  <c:v>4196</c:v>
                </c:pt>
                <c:pt idx="284347">
                  <c:v>4197</c:v>
                </c:pt>
                <c:pt idx="284298">
                  <c:v>4198</c:v>
                </c:pt>
                <c:pt idx="284249">
                  <c:v>4199</c:v>
                </c:pt>
                <c:pt idx="284200">
                  <c:v>4200</c:v>
                </c:pt>
                <c:pt idx="284151">
                  <c:v>4201</c:v>
                </c:pt>
                <c:pt idx="284102">
                  <c:v>4202</c:v>
                </c:pt>
                <c:pt idx="284053">
                  <c:v>4203</c:v>
                </c:pt>
                <c:pt idx="284004">
                  <c:v>4204</c:v>
                </c:pt>
                <c:pt idx="283955">
                  <c:v>4205</c:v>
                </c:pt>
                <c:pt idx="283906">
                  <c:v>4206</c:v>
                </c:pt>
                <c:pt idx="283857">
                  <c:v>4207</c:v>
                </c:pt>
                <c:pt idx="283808">
                  <c:v>4208</c:v>
                </c:pt>
                <c:pt idx="283759">
                  <c:v>4209</c:v>
                </c:pt>
                <c:pt idx="283710">
                  <c:v>4210</c:v>
                </c:pt>
                <c:pt idx="283661">
                  <c:v>4211</c:v>
                </c:pt>
                <c:pt idx="283612">
                  <c:v>4212</c:v>
                </c:pt>
                <c:pt idx="283563">
                  <c:v>4213</c:v>
                </c:pt>
                <c:pt idx="283514">
                  <c:v>4214</c:v>
                </c:pt>
                <c:pt idx="283465">
                  <c:v>4215</c:v>
                </c:pt>
                <c:pt idx="283416">
                  <c:v>4216</c:v>
                </c:pt>
                <c:pt idx="283367">
                  <c:v>4217</c:v>
                </c:pt>
                <c:pt idx="283318">
                  <c:v>4218</c:v>
                </c:pt>
                <c:pt idx="283269">
                  <c:v>4219</c:v>
                </c:pt>
                <c:pt idx="283220">
                  <c:v>4220</c:v>
                </c:pt>
                <c:pt idx="283171">
                  <c:v>4221</c:v>
                </c:pt>
                <c:pt idx="283122">
                  <c:v>4222</c:v>
                </c:pt>
                <c:pt idx="283073">
                  <c:v>4223</c:v>
                </c:pt>
                <c:pt idx="283024">
                  <c:v>4224</c:v>
                </c:pt>
                <c:pt idx="282975">
                  <c:v>4225</c:v>
                </c:pt>
                <c:pt idx="282926">
                  <c:v>4226</c:v>
                </c:pt>
                <c:pt idx="282877">
                  <c:v>4227</c:v>
                </c:pt>
                <c:pt idx="282828">
                  <c:v>4228</c:v>
                </c:pt>
                <c:pt idx="282779">
                  <c:v>4229</c:v>
                </c:pt>
                <c:pt idx="282730">
                  <c:v>4230</c:v>
                </c:pt>
                <c:pt idx="282681">
                  <c:v>4231</c:v>
                </c:pt>
                <c:pt idx="282632">
                  <c:v>4232</c:v>
                </c:pt>
                <c:pt idx="282583">
                  <c:v>4233</c:v>
                </c:pt>
                <c:pt idx="282534">
                  <c:v>4234</c:v>
                </c:pt>
                <c:pt idx="282485">
                  <c:v>4235</c:v>
                </c:pt>
                <c:pt idx="282436">
                  <c:v>4236</c:v>
                </c:pt>
                <c:pt idx="282387">
                  <c:v>4237</c:v>
                </c:pt>
                <c:pt idx="282338">
                  <c:v>4238</c:v>
                </c:pt>
                <c:pt idx="282289">
                  <c:v>4239</c:v>
                </c:pt>
                <c:pt idx="282240">
                  <c:v>4240</c:v>
                </c:pt>
                <c:pt idx="282191">
                  <c:v>4241</c:v>
                </c:pt>
                <c:pt idx="282142">
                  <c:v>4242</c:v>
                </c:pt>
                <c:pt idx="282093">
                  <c:v>4243</c:v>
                </c:pt>
                <c:pt idx="282044">
                  <c:v>4244</c:v>
                </c:pt>
                <c:pt idx="281995">
                  <c:v>4245</c:v>
                </c:pt>
                <c:pt idx="281946">
                  <c:v>4246</c:v>
                </c:pt>
                <c:pt idx="281897">
                  <c:v>4247</c:v>
                </c:pt>
                <c:pt idx="281848">
                  <c:v>4248</c:v>
                </c:pt>
                <c:pt idx="281799">
                  <c:v>4249</c:v>
                </c:pt>
                <c:pt idx="281750">
                  <c:v>4250</c:v>
                </c:pt>
                <c:pt idx="281701">
                  <c:v>4251</c:v>
                </c:pt>
                <c:pt idx="281652">
                  <c:v>4252</c:v>
                </c:pt>
                <c:pt idx="281603">
                  <c:v>4253</c:v>
                </c:pt>
                <c:pt idx="281554">
                  <c:v>4254</c:v>
                </c:pt>
                <c:pt idx="281505">
                  <c:v>4255</c:v>
                </c:pt>
                <c:pt idx="281456">
                  <c:v>4256</c:v>
                </c:pt>
                <c:pt idx="281407">
                  <c:v>4257</c:v>
                </c:pt>
                <c:pt idx="281358">
                  <c:v>4258</c:v>
                </c:pt>
                <c:pt idx="281309">
                  <c:v>4259</c:v>
                </c:pt>
                <c:pt idx="281260">
                  <c:v>4260</c:v>
                </c:pt>
                <c:pt idx="281211">
                  <c:v>4261</c:v>
                </c:pt>
                <c:pt idx="281162">
                  <c:v>4262</c:v>
                </c:pt>
                <c:pt idx="281113">
                  <c:v>4263</c:v>
                </c:pt>
                <c:pt idx="281064">
                  <c:v>4264</c:v>
                </c:pt>
                <c:pt idx="281015">
                  <c:v>4265</c:v>
                </c:pt>
                <c:pt idx="280966">
                  <c:v>4266</c:v>
                </c:pt>
                <c:pt idx="280917">
                  <c:v>4267</c:v>
                </c:pt>
                <c:pt idx="280868">
                  <c:v>4268</c:v>
                </c:pt>
                <c:pt idx="280819">
                  <c:v>4269</c:v>
                </c:pt>
                <c:pt idx="280770">
                  <c:v>4270</c:v>
                </c:pt>
                <c:pt idx="280721">
                  <c:v>4271</c:v>
                </c:pt>
                <c:pt idx="280672">
                  <c:v>4272</c:v>
                </c:pt>
                <c:pt idx="280623">
                  <c:v>4273</c:v>
                </c:pt>
                <c:pt idx="280574">
                  <c:v>4274</c:v>
                </c:pt>
                <c:pt idx="280525">
                  <c:v>4275</c:v>
                </c:pt>
                <c:pt idx="280476">
                  <c:v>4276</c:v>
                </c:pt>
                <c:pt idx="280427">
                  <c:v>4277</c:v>
                </c:pt>
                <c:pt idx="280378">
                  <c:v>4278</c:v>
                </c:pt>
                <c:pt idx="280329">
                  <c:v>4279</c:v>
                </c:pt>
                <c:pt idx="280280">
                  <c:v>4280</c:v>
                </c:pt>
                <c:pt idx="280231">
                  <c:v>4281</c:v>
                </c:pt>
                <c:pt idx="280182">
                  <c:v>4282</c:v>
                </c:pt>
                <c:pt idx="280133">
                  <c:v>4283</c:v>
                </c:pt>
                <c:pt idx="280084">
                  <c:v>4284</c:v>
                </c:pt>
                <c:pt idx="280035">
                  <c:v>4285</c:v>
                </c:pt>
                <c:pt idx="279986">
                  <c:v>4286</c:v>
                </c:pt>
                <c:pt idx="279937">
                  <c:v>4287</c:v>
                </c:pt>
                <c:pt idx="279888">
                  <c:v>4288</c:v>
                </c:pt>
                <c:pt idx="279839">
                  <c:v>4289</c:v>
                </c:pt>
                <c:pt idx="279790">
                  <c:v>4290</c:v>
                </c:pt>
                <c:pt idx="279741">
                  <c:v>4291</c:v>
                </c:pt>
                <c:pt idx="279692">
                  <c:v>4292</c:v>
                </c:pt>
                <c:pt idx="279643">
                  <c:v>4293</c:v>
                </c:pt>
                <c:pt idx="279594">
                  <c:v>4294</c:v>
                </c:pt>
                <c:pt idx="279545">
                  <c:v>4295</c:v>
                </c:pt>
                <c:pt idx="279496">
                  <c:v>4296</c:v>
                </c:pt>
                <c:pt idx="279447">
                  <c:v>4297</c:v>
                </c:pt>
                <c:pt idx="279398">
                  <c:v>4298</c:v>
                </c:pt>
                <c:pt idx="279349">
                  <c:v>4299</c:v>
                </c:pt>
                <c:pt idx="279300">
                  <c:v>4300</c:v>
                </c:pt>
                <c:pt idx="279251">
                  <c:v>4301</c:v>
                </c:pt>
                <c:pt idx="279202">
                  <c:v>4302</c:v>
                </c:pt>
                <c:pt idx="279153">
                  <c:v>4303</c:v>
                </c:pt>
                <c:pt idx="279104">
                  <c:v>4304</c:v>
                </c:pt>
                <c:pt idx="279055">
                  <c:v>4305</c:v>
                </c:pt>
                <c:pt idx="279006">
                  <c:v>4306</c:v>
                </c:pt>
                <c:pt idx="278957">
                  <c:v>4307</c:v>
                </c:pt>
                <c:pt idx="278908">
                  <c:v>4308</c:v>
                </c:pt>
                <c:pt idx="278859">
                  <c:v>4309</c:v>
                </c:pt>
                <c:pt idx="278810">
                  <c:v>4310</c:v>
                </c:pt>
                <c:pt idx="278761">
                  <c:v>4311</c:v>
                </c:pt>
                <c:pt idx="278712">
                  <c:v>4312</c:v>
                </c:pt>
                <c:pt idx="278663">
                  <c:v>4313</c:v>
                </c:pt>
                <c:pt idx="278614">
                  <c:v>4314</c:v>
                </c:pt>
                <c:pt idx="278565">
                  <c:v>4315</c:v>
                </c:pt>
                <c:pt idx="278516">
                  <c:v>4316</c:v>
                </c:pt>
                <c:pt idx="278467">
                  <c:v>4317</c:v>
                </c:pt>
                <c:pt idx="278418">
                  <c:v>4318</c:v>
                </c:pt>
                <c:pt idx="278369">
                  <c:v>4319</c:v>
                </c:pt>
                <c:pt idx="278320">
                  <c:v>4320</c:v>
                </c:pt>
                <c:pt idx="278271">
                  <c:v>4321</c:v>
                </c:pt>
                <c:pt idx="278222">
                  <c:v>4322</c:v>
                </c:pt>
                <c:pt idx="278173">
                  <c:v>4323</c:v>
                </c:pt>
                <c:pt idx="278124">
                  <c:v>4324</c:v>
                </c:pt>
                <c:pt idx="278075">
                  <c:v>4325</c:v>
                </c:pt>
                <c:pt idx="278026">
                  <c:v>4326</c:v>
                </c:pt>
                <c:pt idx="277977">
                  <c:v>4327</c:v>
                </c:pt>
                <c:pt idx="277928">
                  <c:v>4328</c:v>
                </c:pt>
                <c:pt idx="277879">
                  <c:v>4329</c:v>
                </c:pt>
                <c:pt idx="277830">
                  <c:v>4330</c:v>
                </c:pt>
                <c:pt idx="277781">
                  <c:v>4331</c:v>
                </c:pt>
                <c:pt idx="277732">
                  <c:v>4332</c:v>
                </c:pt>
                <c:pt idx="277683">
                  <c:v>4333</c:v>
                </c:pt>
                <c:pt idx="277634">
                  <c:v>4334</c:v>
                </c:pt>
                <c:pt idx="277585">
                  <c:v>4335</c:v>
                </c:pt>
                <c:pt idx="277536">
                  <c:v>4336</c:v>
                </c:pt>
                <c:pt idx="277487">
                  <c:v>4337</c:v>
                </c:pt>
                <c:pt idx="277438">
                  <c:v>4338</c:v>
                </c:pt>
                <c:pt idx="277389">
                  <c:v>4339</c:v>
                </c:pt>
                <c:pt idx="277340">
                  <c:v>4340</c:v>
                </c:pt>
                <c:pt idx="277291">
                  <c:v>4341</c:v>
                </c:pt>
                <c:pt idx="277242">
                  <c:v>4342</c:v>
                </c:pt>
                <c:pt idx="277193">
                  <c:v>4343</c:v>
                </c:pt>
                <c:pt idx="277144">
                  <c:v>4344</c:v>
                </c:pt>
                <c:pt idx="277095">
                  <c:v>4345</c:v>
                </c:pt>
                <c:pt idx="277046">
                  <c:v>4346</c:v>
                </c:pt>
                <c:pt idx="276997">
                  <c:v>4347</c:v>
                </c:pt>
                <c:pt idx="276948">
                  <c:v>4348</c:v>
                </c:pt>
                <c:pt idx="276899">
                  <c:v>4349</c:v>
                </c:pt>
                <c:pt idx="276850">
                  <c:v>4350</c:v>
                </c:pt>
                <c:pt idx="276801">
                  <c:v>4351</c:v>
                </c:pt>
                <c:pt idx="276752">
                  <c:v>4352</c:v>
                </c:pt>
                <c:pt idx="276703">
                  <c:v>4353</c:v>
                </c:pt>
                <c:pt idx="276654">
                  <c:v>4354</c:v>
                </c:pt>
                <c:pt idx="276605">
                  <c:v>4355</c:v>
                </c:pt>
                <c:pt idx="276556">
                  <c:v>4356</c:v>
                </c:pt>
                <c:pt idx="276507">
                  <c:v>4357</c:v>
                </c:pt>
                <c:pt idx="276458">
                  <c:v>4358</c:v>
                </c:pt>
                <c:pt idx="276409">
                  <c:v>4359</c:v>
                </c:pt>
                <c:pt idx="276360">
                  <c:v>4360</c:v>
                </c:pt>
                <c:pt idx="276311">
                  <c:v>4361</c:v>
                </c:pt>
                <c:pt idx="276262">
                  <c:v>4362</c:v>
                </c:pt>
                <c:pt idx="276213">
                  <c:v>4363</c:v>
                </c:pt>
                <c:pt idx="276164">
                  <c:v>4364</c:v>
                </c:pt>
                <c:pt idx="276115">
                  <c:v>4365</c:v>
                </c:pt>
                <c:pt idx="276066">
                  <c:v>4366</c:v>
                </c:pt>
                <c:pt idx="276017">
                  <c:v>4367</c:v>
                </c:pt>
                <c:pt idx="275968">
                  <c:v>4368</c:v>
                </c:pt>
                <c:pt idx="275919">
                  <c:v>4369</c:v>
                </c:pt>
                <c:pt idx="275870">
                  <c:v>4370</c:v>
                </c:pt>
                <c:pt idx="275821">
                  <c:v>4371</c:v>
                </c:pt>
                <c:pt idx="275772">
                  <c:v>4372</c:v>
                </c:pt>
                <c:pt idx="275723">
                  <c:v>4373</c:v>
                </c:pt>
                <c:pt idx="275674">
                  <c:v>4374</c:v>
                </c:pt>
                <c:pt idx="275625">
                  <c:v>4375</c:v>
                </c:pt>
                <c:pt idx="275576">
                  <c:v>4376</c:v>
                </c:pt>
                <c:pt idx="275527">
                  <c:v>4377</c:v>
                </c:pt>
                <c:pt idx="275478">
                  <c:v>4378</c:v>
                </c:pt>
                <c:pt idx="275429">
                  <c:v>4379</c:v>
                </c:pt>
                <c:pt idx="275380">
                  <c:v>4380</c:v>
                </c:pt>
                <c:pt idx="275331">
                  <c:v>4381</c:v>
                </c:pt>
                <c:pt idx="275282">
                  <c:v>4382</c:v>
                </c:pt>
                <c:pt idx="275233">
                  <c:v>4383</c:v>
                </c:pt>
                <c:pt idx="275184">
                  <c:v>4384</c:v>
                </c:pt>
                <c:pt idx="275135">
                  <c:v>4385</c:v>
                </c:pt>
                <c:pt idx="275086">
                  <c:v>4386</c:v>
                </c:pt>
                <c:pt idx="275037">
                  <c:v>4387</c:v>
                </c:pt>
                <c:pt idx="274988">
                  <c:v>4388</c:v>
                </c:pt>
                <c:pt idx="274939">
                  <c:v>4389</c:v>
                </c:pt>
                <c:pt idx="274890">
                  <c:v>4390</c:v>
                </c:pt>
                <c:pt idx="274841">
                  <c:v>4391</c:v>
                </c:pt>
                <c:pt idx="274792">
                  <c:v>4392</c:v>
                </c:pt>
                <c:pt idx="274743">
                  <c:v>4393</c:v>
                </c:pt>
                <c:pt idx="274694">
                  <c:v>4394</c:v>
                </c:pt>
                <c:pt idx="274645">
                  <c:v>4395</c:v>
                </c:pt>
                <c:pt idx="274596">
                  <c:v>4396</c:v>
                </c:pt>
                <c:pt idx="274547">
                  <c:v>4397</c:v>
                </c:pt>
                <c:pt idx="274498">
                  <c:v>4398</c:v>
                </c:pt>
                <c:pt idx="274449">
                  <c:v>4399</c:v>
                </c:pt>
                <c:pt idx="274400">
                  <c:v>4400</c:v>
                </c:pt>
                <c:pt idx="274351">
                  <c:v>4401</c:v>
                </c:pt>
                <c:pt idx="274302">
                  <c:v>4402</c:v>
                </c:pt>
                <c:pt idx="274253">
                  <c:v>4403</c:v>
                </c:pt>
                <c:pt idx="274204">
                  <c:v>4404</c:v>
                </c:pt>
                <c:pt idx="274155">
                  <c:v>4405</c:v>
                </c:pt>
                <c:pt idx="274106">
                  <c:v>4406</c:v>
                </c:pt>
                <c:pt idx="274057">
                  <c:v>4407</c:v>
                </c:pt>
                <c:pt idx="274008">
                  <c:v>4408</c:v>
                </c:pt>
                <c:pt idx="273959">
                  <c:v>4409</c:v>
                </c:pt>
                <c:pt idx="273910">
                  <c:v>4410</c:v>
                </c:pt>
                <c:pt idx="273861">
                  <c:v>4411</c:v>
                </c:pt>
                <c:pt idx="273812">
                  <c:v>4412</c:v>
                </c:pt>
                <c:pt idx="273763">
                  <c:v>4413</c:v>
                </c:pt>
                <c:pt idx="273714">
                  <c:v>4414</c:v>
                </c:pt>
                <c:pt idx="273665">
                  <c:v>4415</c:v>
                </c:pt>
                <c:pt idx="273616">
                  <c:v>4416</c:v>
                </c:pt>
                <c:pt idx="273567">
                  <c:v>4417</c:v>
                </c:pt>
                <c:pt idx="273518">
                  <c:v>4418</c:v>
                </c:pt>
                <c:pt idx="273469">
                  <c:v>4419</c:v>
                </c:pt>
                <c:pt idx="273420">
                  <c:v>4420</c:v>
                </c:pt>
                <c:pt idx="273371">
                  <c:v>4421</c:v>
                </c:pt>
                <c:pt idx="273322">
                  <c:v>4422</c:v>
                </c:pt>
                <c:pt idx="273273">
                  <c:v>4423</c:v>
                </c:pt>
                <c:pt idx="273224">
                  <c:v>4424</c:v>
                </c:pt>
                <c:pt idx="273175">
                  <c:v>4425</c:v>
                </c:pt>
                <c:pt idx="273126">
                  <c:v>4426</c:v>
                </c:pt>
                <c:pt idx="273077">
                  <c:v>4427</c:v>
                </c:pt>
                <c:pt idx="273028">
                  <c:v>4428</c:v>
                </c:pt>
                <c:pt idx="272979">
                  <c:v>4429</c:v>
                </c:pt>
                <c:pt idx="272930">
                  <c:v>4430</c:v>
                </c:pt>
                <c:pt idx="272881">
                  <c:v>4431</c:v>
                </c:pt>
                <c:pt idx="272832">
                  <c:v>4432</c:v>
                </c:pt>
                <c:pt idx="272783">
                  <c:v>4433</c:v>
                </c:pt>
                <c:pt idx="272734">
                  <c:v>4434</c:v>
                </c:pt>
                <c:pt idx="272685">
                  <c:v>4435</c:v>
                </c:pt>
                <c:pt idx="272636">
                  <c:v>4436</c:v>
                </c:pt>
                <c:pt idx="272587">
                  <c:v>4437</c:v>
                </c:pt>
                <c:pt idx="272538">
                  <c:v>4438</c:v>
                </c:pt>
                <c:pt idx="272489">
                  <c:v>4439</c:v>
                </c:pt>
                <c:pt idx="272440">
                  <c:v>4440</c:v>
                </c:pt>
                <c:pt idx="272391">
                  <c:v>4441</c:v>
                </c:pt>
                <c:pt idx="272342">
                  <c:v>4442</c:v>
                </c:pt>
                <c:pt idx="272293">
                  <c:v>4443</c:v>
                </c:pt>
                <c:pt idx="272244">
                  <c:v>4444</c:v>
                </c:pt>
                <c:pt idx="272195">
                  <c:v>4445</c:v>
                </c:pt>
                <c:pt idx="272146">
                  <c:v>4446</c:v>
                </c:pt>
                <c:pt idx="272097">
                  <c:v>4447</c:v>
                </c:pt>
                <c:pt idx="272048">
                  <c:v>4448</c:v>
                </c:pt>
                <c:pt idx="271999">
                  <c:v>4449</c:v>
                </c:pt>
                <c:pt idx="271950">
                  <c:v>4450</c:v>
                </c:pt>
                <c:pt idx="271901">
                  <c:v>4451</c:v>
                </c:pt>
                <c:pt idx="271852">
                  <c:v>4452</c:v>
                </c:pt>
                <c:pt idx="271803">
                  <c:v>4453</c:v>
                </c:pt>
                <c:pt idx="271754">
                  <c:v>4454</c:v>
                </c:pt>
                <c:pt idx="271705">
                  <c:v>4455</c:v>
                </c:pt>
                <c:pt idx="271656">
                  <c:v>4456</c:v>
                </c:pt>
                <c:pt idx="271607">
                  <c:v>4457</c:v>
                </c:pt>
                <c:pt idx="271558">
                  <c:v>4458</c:v>
                </c:pt>
                <c:pt idx="271509">
                  <c:v>4459</c:v>
                </c:pt>
                <c:pt idx="271460">
                  <c:v>4460</c:v>
                </c:pt>
                <c:pt idx="271411">
                  <c:v>4461</c:v>
                </c:pt>
                <c:pt idx="271362">
                  <c:v>4462</c:v>
                </c:pt>
                <c:pt idx="271313">
                  <c:v>4463</c:v>
                </c:pt>
                <c:pt idx="271264">
                  <c:v>4464</c:v>
                </c:pt>
                <c:pt idx="271215">
                  <c:v>4465</c:v>
                </c:pt>
                <c:pt idx="271166">
                  <c:v>4466</c:v>
                </c:pt>
                <c:pt idx="271117">
                  <c:v>4467</c:v>
                </c:pt>
                <c:pt idx="271068">
                  <c:v>4468</c:v>
                </c:pt>
                <c:pt idx="271019">
                  <c:v>4469</c:v>
                </c:pt>
                <c:pt idx="270970">
                  <c:v>4470</c:v>
                </c:pt>
                <c:pt idx="270921">
                  <c:v>4471</c:v>
                </c:pt>
                <c:pt idx="270872">
                  <c:v>4472</c:v>
                </c:pt>
                <c:pt idx="270823">
                  <c:v>4473</c:v>
                </c:pt>
                <c:pt idx="270774">
                  <c:v>4474</c:v>
                </c:pt>
                <c:pt idx="270725">
                  <c:v>4475</c:v>
                </c:pt>
                <c:pt idx="270676">
                  <c:v>4476</c:v>
                </c:pt>
                <c:pt idx="270627">
                  <c:v>4477</c:v>
                </c:pt>
                <c:pt idx="270578">
                  <c:v>4478</c:v>
                </c:pt>
                <c:pt idx="270529">
                  <c:v>4479</c:v>
                </c:pt>
                <c:pt idx="270480">
                  <c:v>4480</c:v>
                </c:pt>
                <c:pt idx="270431">
                  <c:v>4481</c:v>
                </c:pt>
                <c:pt idx="270382">
                  <c:v>4482</c:v>
                </c:pt>
                <c:pt idx="270333">
                  <c:v>4483</c:v>
                </c:pt>
                <c:pt idx="270284">
                  <c:v>4484</c:v>
                </c:pt>
                <c:pt idx="270235">
                  <c:v>4485</c:v>
                </c:pt>
                <c:pt idx="270186">
                  <c:v>4486</c:v>
                </c:pt>
                <c:pt idx="270137">
                  <c:v>4487</c:v>
                </c:pt>
                <c:pt idx="270088">
                  <c:v>4488</c:v>
                </c:pt>
                <c:pt idx="270039">
                  <c:v>4489</c:v>
                </c:pt>
                <c:pt idx="269990">
                  <c:v>4490</c:v>
                </c:pt>
                <c:pt idx="269941">
                  <c:v>4491</c:v>
                </c:pt>
                <c:pt idx="269892">
                  <c:v>4492</c:v>
                </c:pt>
                <c:pt idx="269843">
                  <c:v>4493</c:v>
                </c:pt>
                <c:pt idx="269794">
                  <c:v>4494</c:v>
                </c:pt>
                <c:pt idx="269745">
                  <c:v>4495</c:v>
                </c:pt>
                <c:pt idx="269696">
                  <c:v>4496</c:v>
                </c:pt>
                <c:pt idx="269647">
                  <c:v>4497</c:v>
                </c:pt>
                <c:pt idx="269598">
                  <c:v>4498</c:v>
                </c:pt>
                <c:pt idx="269549">
                  <c:v>4499</c:v>
                </c:pt>
                <c:pt idx="269500">
                  <c:v>4500</c:v>
                </c:pt>
                <c:pt idx="269451">
                  <c:v>4501</c:v>
                </c:pt>
                <c:pt idx="269402">
                  <c:v>4502</c:v>
                </c:pt>
                <c:pt idx="269353">
                  <c:v>4503</c:v>
                </c:pt>
                <c:pt idx="269304">
                  <c:v>4504</c:v>
                </c:pt>
                <c:pt idx="269255">
                  <c:v>4505</c:v>
                </c:pt>
                <c:pt idx="269206">
                  <c:v>4506</c:v>
                </c:pt>
                <c:pt idx="269157">
                  <c:v>4507</c:v>
                </c:pt>
                <c:pt idx="269108">
                  <c:v>4508</c:v>
                </c:pt>
                <c:pt idx="269059">
                  <c:v>4509</c:v>
                </c:pt>
                <c:pt idx="269010">
                  <c:v>4510</c:v>
                </c:pt>
                <c:pt idx="268961">
                  <c:v>4511</c:v>
                </c:pt>
                <c:pt idx="268912">
                  <c:v>4512</c:v>
                </c:pt>
                <c:pt idx="268863">
                  <c:v>4513</c:v>
                </c:pt>
                <c:pt idx="268814">
                  <c:v>4514</c:v>
                </c:pt>
                <c:pt idx="268765">
                  <c:v>4515</c:v>
                </c:pt>
                <c:pt idx="268716">
                  <c:v>4516</c:v>
                </c:pt>
                <c:pt idx="268667">
                  <c:v>4517</c:v>
                </c:pt>
                <c:pt idx="268618">
                  <c:v>4518</c:v>
                </c:pt>
                <c:pt idx="268569">
                  <c:v>4519</c:v>
                </c:pt>
                <c:pt idx="268520">
                  <c:v>4520</c:v>
                </c:pt>
                <c:pt idx="268471">
                  <c:v>4521</c:v>
                </c:pt>
                <c:pt idx="268422">
                  <c:v>4522</c:v>
                </c:pt>
                <c:pt idx="268373">
                  <c:v>4523</c:v>
                </c:pt>
                <c:pt idx="268324">
                  <c:v>4524</c:v>
                </c:pt>
                <c:pt idx="268275">
                  <c:v>4525</c:v>
                </c:pt>
                <c:pt idx="268226">
                  <c:v>4526</c:v>
                </c:pt>
                <c:pt idx="268177">
                  <c:v>4527</c:v>
                </c:pt>
                <c:pt idx="268128">
                  <c:v>4528</c:v>
                </c:pt>
                <c:pt idx="268079">
                  <c:v>4529</c:v>
                </c:pt>
                <c:pt idx="268030">
                  <c:v>4530</c:v>
                </c:pt>
                <c:pt idx="267981">
                  <c:v>4531</c:v>
                </c:pt>
                <c:pt idx="267932">
                  <c:v>4532</c:v>
                </c:pt>
                <c:pt idx="267883">
                  <c:v>4533</c:v>
                </c:pt>
                <c:pt idx="267834">
                  <c:v>4534</c:v>
                </c:pt>
                <c:pt idx="267785">
                  <c:v>4535</c:v>
                </c:pt>
                <c:pt idx="267736">
                  <c:v>4536</c:v>
                </c:pt>
                <c:pt idx="267687">
                  <c:v>4537</c:v>
                </c:pt>
                <c:pt idx="267638">
                  <c:v>4538</c:v>
                </c:pt>
                <c:pt idx="267589">
                  <c:v>4539</c:v>
                </c:pt>
                <c:pt idx="267540">
                  <c:v>4540</c:v>
                </c:pt>
                <c:pt idx="267491">
                  <c:v>4541</c:v>
                </c:pt>
                <c:pt idx="267442">
                  <c:v>4542</c:v>
                </c:pt>
                <c:pt idx="267393">
                  <c:v>4543</c:v>
                </c:pt>
                <c:pt idx="267344">
                  <c:v>4544</c:v>
                </c:pt>
                <c:pt idx="267295">
                  <c:v>4545</c:v>
                </c:pt>
                <c:pt idx="267246">
                  <c:v>4546</c:v>
                </c:pt>
                <c:pt idx="267197">
                  <c:v>4547</c:v>
                </c:pt>
                <c:pt idx="267148">
                  <c:v>4548</c:v>
                </c:pt>
                <c:pt idx="267099">
                  <c:v>4549</c:v>
                </c:pt>
                <c:pt idx="267050">
                  <c:v>4550</c:v>
                </c:pt>
                <c:pt idx="267001">
                  <c:v>4551</c:v>
                </c:pt>
                <c:pt idx="266952">
                  <c:v>4552</c:v>
                </c:pt>
                <c:pt idx="266903">
                  <c:v>4553</c:v>
                </c:pt>
                <c:pt idx="266854">
                  <c:v>4554</c:v>
                </c:pt>
                <c:pt idx="266805">
                  <c:v>4555</c:v>
                </c:pt>
                <c:pt idx="266756">
                  <c:v>4556</c:v>
                </c:pt>
                <c:pt idx="266707">
                  <c:v>4557</c:v>
                </c:pt>
                <c:pt idx="266658">
                  <c:v>4558</c:v>
                </c:pt>
                <c:pt idx="266609">
                  <c:v>4559</c:v>
                </c:pt>
                <c:pt idx="266560">
                  <c:v>4560</c:v>
                </c:pt>
                <c:pt idx="266511">
                  <c:v>4561</c:v>
                </c:pt>
                <c:pt idx="266462">
                  <c:v>4562</c:v>
                </c:pt>
                <c:pt idx="266413">
                  <c:v>4563</c:v>
                </c:pt>
                <c:pt idx="266364">
                  <c:v>4564</c:v>
                </c:pt>
                <c:pt idx="266315">
                  <c:v>4565</c:v>
                </c:pt>
                <c:pt idx="266266">
                  <c:v>4566</c:v>
                </c:pt>
                <c:pt idx="266217">
                  <c:v>4567</c:v>
                </c:pt>
                <c:pt idx="266168">
                  <c:v>4568</c:v>
                </c:pt>
                <c:pt idx="266119">
                  <c:v>4569</c:v>
                </c:pt>
                <c:pt idx="266070">
                  <c:v>4570</c:v>
                </c:pt>
                <c:pt idx="266021">
                  <c:v>4571</c:v>
                </c:pt>
                <c:pt idx="265972">
                  <c:v>4572</c:v>
                </c:pt>
                <c:pt idx="265923">
                  <c:v>4573</c:v>
                </c:pt>
                <c:pt idx="265874">
                  <c:v>4574</c:v>
                </c:pt>
                <c:pt idx="265825">
                  <c:v>4575</c:v>
                </c:pt>
                <c:pt idx="265776">
                  <c:v>4576</c:v>
                </c:pt>
                <c:pt idx="265727">
                  <c:v>4577</c:v>
                </c:pt>
                <c:pt idx="265678">
                  <c:v>4578</c:v>
                </c:pt>
                <c:pt idx="265629">
                  <c:v>4579</c:v>
                </c:pt>
                <c:pt idx="265580">
                  <c:v>4580</c:v>
                </c:pt>
                <c:pt idx="265531">
                  <c:v>4581</c:v>
                </c:pt>
                <c:pt idx="265482">
                  <c:v>4582</c:v>
                </c:pt>
                <c:pt idx="265433">
                  <c:v>4583</c:v>
                </c:pt>
                <c:pt idx="265384">
                  <c:v>4584</c:v>
                </c:pt>
                <c:pt idx="265335">
                  <c:v>4585</c:v>
                </c:pt>
                <c:pt idx="265286">
                  <c:v>4586</c:v>
                </c:pt>
                <c:pt idx="265237">
                  <c:v>4587</c:v>
                </c:pt>
                <c:pt idx="265188">
                  <c:v>4588</c:v>
                </c:pt>
                <c:pt idx="265139">
                  <c:v>4589</c:v>
                </c:pt>
                <c:pt idx="265090">
                  <c:v>4590</c:v>
                </c:pt>
                <c:pt idx="265041">
                  <c:v>4591</c:v>
                </c:pt>
                <c:pt idx="264992">
                  <c:v>4592</c:v>
                </c:pt>
                <c:pt idx="264943">
                  <c:v>4593</c:v>
                </c:pt>
                <c:pt idx="264894">
                  <c:v>4594</c:v>
                </c:pt>
                <c:pt idx="264845">
                  <c:v>4595</c:v>
                </c:pt>
                <c:pt idx="264796">
                  <c:v>4596</c:v>
                </c:pt>
                <c:pt idx="264747">
                  <c:v>4597</c:v>
                </c:pt>
                <c:pt idx="264698">
                  <c:v>4598</c:v>
                </c:pt>
                <c:pt idx="264649">
                  <c:v>4599</c:v>
                </c:pt>
                <c:pt idx="264600">
                  <c:v>4600</c:v>
                </c:pt>
                <c:pt idx="264551">
                  <c:v>4601</c:v>
                </c:pt>
                <c:pt idx="264502">
                  <c:v>4602</c:v>
                </c:pt>
                <c:pt idx="264453">
                  <c:v>4603</c:v>
                </c:pt>
                <c:pt idx="264404">
                  <c:v>4604</c:v>
                </c:pt>
                <c:pt idx="264355">
                  <c:v>4605</c:v>
                </c:pt>
                <c:pt idx="264306">
                  <c:v>4606</c:v>
                </c:pt>
                <c:pt idx="264257">
                  <c:v>4607</c:v>
                </c:pt>
                <c:pt idx="264208">
                  <c:v>4608</c:v>
                </c:pt>
                <c:pt idx="264159">
                  <c:v>4609</c:v>
                </c:pt>
                <c:pt idx="264110">
                  <c:v>4610</c:v>
                </c:pt>
                <c:pt idx="264061">
                  <c:v>4611</c:v>
                </c:pt>
                <c:pt idx="264012">
                  <c:v>4612</c:v>
                </c:pt>
                <c:pt idx="263963">
                  <c:v>4613</c:v>
                </c:pt>
                <c:pt idx="263914">
                  <c:v>4614</c:v>
                </c:pt>
                <c:pt idx="263865">
                  <c:v>4615</c:v>
                </c:pt>
                <c:pt idx="263816">
                  <c:v>4616</c:v>
                </c:pt>
                <c:pt idx="263767">
                  <c:v>4617</c:v>
                </c:pt>
                <c:pt idx="263718">
                  <c:v>4618</c:v>
                </c:pt>
                <c:pt idx="263669">
                  <c:v>4619</c:v>
                </c:pt>
                <c:pt idx="263620">
                  <c:v>4620</c:v>
                </c:pt>
                <c:pt idx="263571">
                  <c:v>4621</c:v>
                </c:pt>
                <c:pt idx="263522">
                  <c:v>4622</c:v>
                </c:pt>
                <c:pt idx="263473">
                  <c:v>4623</c:v>
                </c:pt>
                <c:pt idx="263424">
                  <c:v>4624</c:v>
                </c:pt>
                <c:pt idx="263375">
                  <c:v>4625</c:v>
                </c:pt>
                <c:pt idx="263326">
                  <c:v>4626</c:v>
                </c:pt>
                <c:pt idx="263277">
                  <c:v>4627</c:v>
                </c:pt>
                <c:pt idx="263228">
                  <c:v>4628</c:v>
                </c:pt>
                <c:pt idx="263179">
                  <c:v>4629</c:v>
                </c:pt>
                <c:pt idx="263130">
                  <c:v>4630</c:v>
                </c:pt>
                <c:pt idx="263081">
                  <c:v>4631</c:v>
                </c:pt>
                <c:pt idx="263032">
                  <c:v>4632</c:v>
                </c:pt>
                <c:pt idx="262983">
                  <c:v>4633</c:v>
                </c:pt>
                <c:pt idx="262934">
                  <c:v>4634</c:v>
                </c:pt>
                <c:pt idx="262885">
                  <c:v>4635</c:v>
                </c:pt>
                <c:pt idx="262836">
                  <c:v>4636</c:v>
                </c:pt>
                <c:pt idx="262787">
                  <c:v>4637</c:v>
                </c:pt>
                <c:pt idx="262738">
                  <c:v>4638</c:v>
                </c:pt>
                <c:pt idx="262689">
                  <c:v>4639</c:v>
                </c:pt>
                <c:pt idx="262640">
                  <c:v>4640</c:v>
                </c:pt>
                <c:pt idx="262591">
                  <c:v>4641</c:v>
                </c:pt>
                <c:pt idx="262542">
                  <c:v>4642</c:v>
                </c:pt>
                <c:pt idx="262493">
                  <c:v>4643</c:v>
                </c:pt>
                <c:pt idx="262444">
                  <c:v>4644</c:v>
                </c:pt>
                <c:pt idx="262395">
                  <c:v>4645</c:v>
                </c:pt>
                <c:pt idx="262346">
                  <c:v>4646</c:v>
                </c:pt>
                <c:pt idx="262297">
                  <c:v>4647</c:v>
                </c:pt>
                <c:pt idx="262248">
                  <c:v>4648</c:v>
                </c:pt>
                <c:pt idx="262199">
                  <c:v>4649</c:v>
                </c:pt>
                <c:pt idx="262150">
                  <c:v>4650</c:v>
                </c:pt>
                <c:pt idx="262101">
                  <c:v>4651</c:v>
                </c:pt>
                <c:pt idx="262052">
                  <c:v>4652</c:v>
                </c:pt>
                <c:pt idx="262003">
                  <c:v>4653</c:v>
                </c:pt>
                <c:pt idx="261954">
                  <c:v>4654</c:v>
                </c:pt>
                <c:pt idx="261905">
                  <c:v>4655</c:v>
                </c:pt>
                <c:pt idx="261856">
                  <c:v>4656</c:v>
                </c:pt>
                <c:pt idx="261807">
                  <c:v>4657</c:v>
                </c:pt>
                <c:pt idx="261758">
                  <c:v>4658</c:v>
                </c:pt>
                <c:pt idx="261709">
                  <c:v>4659</c:v>
                </c:pt>
                <c:pt idx="261660">
                  <c:v>4660</c:v>
                </c:pt>
                <c:pt idx="261611">
                  <c:v>4661</c:v>
                </c:pt>
                <c:pt idx="261562">
                  <c:v>4662</c:v>
                </c:pt>
                <c:pt idx="261513">
                  <c:v>4663</c:v>
                </c:pt>
                <c:pt idx="261464">
                  <c:v>4664</c:v>
                </c:pt>
                <c:pt idx="261415">
                  <c:v>4665</c:v>
                </c:pt>
                <c:pt idx="261366">
                  <c:v>4666</c:v>
                </c:pt>
                <c:pt idx="261317">
                  <c:v>4667</c:v>
                </c:pt>
                <c:pt idx="261268">
                  <c:v>4668</c:v>
                </c:pt>
                <c:pt idx="261219">
                  <c:v>4669</c:v>
                </c:pt>
                <c:pt idx="261170">
                  <c:v>4670</c:v>
                </c:pt>
                <c:pt idx="261121">
                  <c:v>4671</c:v>
                </c:pt>
                <c:pt idx="261072">
                  <c:v>4672</c:v>
                </c:pt>
                <c:pt idx="261023">
                  <c:v>4673</c:v>
                </c:pt>
                <c:pt idx="260974">
                  <c:v>4674</c:v>
                </c:pt>
                <c:pt idx="260925">
                  <c:v>4675</c:v>
                </c:pt>
                <c:pt idx="260876">
                  <c:v>4676</c:v>
                </c:pt>
                <c:pt idx="260827">
                  <c:v>4677</c:v>
                </c:pt>
                <c:pt idx="260778">
                  <c:v>4678</c:v>
                </c:pt>
                <c:pt idx="260729">
                  <c:v>4679</c:v>
                </c:pt>
                <c:pt idx="260680">
                  <c:v>4680</c:v>
                </c:pt>
                <c:pt idx="260631">
                  <c:v>4681</c:v>
                </c:pt>
                <c:pt idx="260582">
                  <c:v>4682</c:v>
                </c:pt>
                <c:pt idx="260533">
                  <c:v>4683</c:v>
                </c:pt>
                <c:pt idx="260484">
                  <c:v>4684</c:v>
                </c:pt>
                <c:pt idx="260435">
                  <c:v>4685</c:v>
                </c:pt>
                <c:pt idx="260386">
                  <c:v>4686</c:v>
                </c:pt>
                <c:pt idx="260337">
                  <c:v>4687</c:v>
                </c:pt>
                <c:pt idx="260288">
                  <c:v>4688</c:v>
                </c:pt>
                <c:pt idx="260239">
                  <c:v>4689</c:v>
                </c:pt>
                <c:pt idx="260190">
                  <c:v>4690</c:v>
                </c:pt>
                <c:pt idx="260141">
                  <c:v>4691</c:v>
                </c:pt>
                <c:pt idx="260092">
                  <c:v>4692</c:v>
                </c:pt>
                <c:pt idx="260043">
                  <c:v>4693</c:v>
                </c:pt>
                <c:pt idx="259994">
                  <c:v>4694</c:v>
                </c:pt>
                <c:pt idx="259945">
                  <c:v>4695</c:v>
                </c:pt>
                <c:pt idx="259896">
                  <c:v>4696</c:v>
                </c:pt>
                <c:pt idx="259847">
                  <c:v>4697</c:v>
                </c:pt>
                <c:pt idx="259798">
                  <c:v>4698</c:v>
                </c:pt>
                <c:pt idx="259749">
                  <c:v>4699</c:v>
                </c:pt>
                <c:pt idx="259700">
                  <c:v>4700</c:v>
                </c:pt>
                <c:pt idx="259651">
                  <c:v>4701</c:v>
                </c:pt>
                <c:pt idx="259602">
                  <c:v>4702</c:v>
                </c:pt>
                <c:pt idx="259553">
                  <c:v>4703</c:v>
                </c:pt>
                <c:pt idx="259504">
                  <c:v>4704</c:v>
                </c:pt>
                <c:pt idx="259455">
                  <c:v>4705</c:v>
                </c:pt>
                <c:pt idx="259406">
                  <c:v>4706</c:v>
                </c:pt>
                <c:pt idx="259357">
                  <c:v>4707</c:v>
                </c:pt>
                <c:pt idx="259308">
                  <c:v>4708</c:v>
                </c:pt>
                <c:pt idx="259259">
                  <c:v>4709</c:v>
                </c:pt>
                <c:pt idx="259210">
                  <c:v>4710</c:v>
                </c:pt>
                <c:pt idx="259161">
                  <c:v>4711</c:v>
                </c:pt>
                <c:pt idx="259112">
                  <c:v>4712</c:v>
                </c:pt>
                <c:pt idx="259063">
                  <c:v>4713</c:v>
                </c:pt>
                <c:pt idx="259014">
                  <c:v>4714</c:v>
                </c:pt>
                <c:pt idx="258965">
                  <c:v>4715</c:v>
                </c:pt>
                <c:pt idx="258916">
                  <c:v>4716</c:v>
                </c:pt>
                <c:pt idx="258867">
                  <c:v>4717</c:v>
                </c:pt>
                <c:pt idx="258818">
                  <c:v>4718</c:v>
                </c:pt>
                <c:pt idx="258769">
                  <c:v>4719</c:v>
                </c:pt>
                <c:pt idx="258720">
                  <c:v>4720</c:v>
                </c:pt>
                <c:pt idx="258671">
                  <c:v>4721</c:v>
                </c:pt>
                <c:pt idx="258622">
                  <c:v>4722</c:v>
                </c:pt>
                <c:pt idx="258573">
                  <c:v>4723</c:v>
                </c:pt>
                <c:pt idx="258524">
                  <c:v>4724</c:v>
                </c:pt>
                <c:pt idx="258475">
                  <c:v>4725</c:v>
                </c:pt>
                <c:pt idx="258426">
                  <c:v>4726</c:v>
                </c:pt>
                <c:pt idx="258377">
                  <c:v>4727</c:v>
                </c:pt>
                <c:pt idx="258328">
                  <c:v>4728</c:v>
                </c:pt>
                <c:pt idx="258279">
                  <c:v>4729</c:v>
                </c:pt>
                <c:pt idx="258230">
                  <c:v>4730</c:v>
                </c:pt>
                <c:pt idx="258181">
                  <c:v>4731</c:v>
                </c:pt>
                <c:pt idx="258132">
                  <c:v>4732</c:v>
                </c:pt>
                <c:pt idx="258083">
                  <c:v>4733</c:v>
                </c:pt>
                <c:pt idx="258034">
                  <c:v>4734</c:v>
                </c:pt>
                <c:pt idx="257985">
                  <c:v>4735</c:v>
                </c:pt>
                <c:pt idx="257936">
                  <c:v>4736</c:v>
                </c:pt>
                <c:pt idx="257887">
                  <c:v>4737</c:v>
                </c:pt>
                <c:pt idx="257838">
                  <c:v>4738</c:v>
                </c:pt>
                <c:pt idx="257789">
                  <c:v>4739</c:v>
                </c:pt>
                <c:pt idx="257740">
                  <c:v>4740</c:v>
                </c:pt>
                <c:pt idx="257691">
                  <c:v>4741</c:v>
                </c:pt>
                <c:pt idx="257642">
                  <c:v>4742</c:v>
                </c:pt>
                <c:pt idx="257593">
                  <c:v>4743</c:v>
                </c:pt>
                <c:pt idx="257544">
                  <c:v>4744</c:v>
                </c:pt>
                <c:pt idx="257495">
                  <c:v>4745</c:v>
                </c:pt>
                <c:pt idx="257446">
                  <c:v>4746</c:v>
                </c:pt>
                <c:pt idx="257397">
                  <c:v>4747</c:v>
                </c:pt>
                <c:pt idx="257348">
                  <c:v>4748</c:v>
                </c:pt>
                <c:pt idx="257299">
                  <c:v>4749</c:v>
                </c:pt>
                <c:pt idx="257250">
                  <c:v>4750</c:v>
                </c:pt>
                <c:pt idx="257201">
                  <c:v>4751</c:v>
                </c:pt>
                <c:pt idx="257152">
                  <c:v>4752</c:v>
                </c:pt>
                <c:pt idx="257103">
                  <c:v>4753</c:v>
                </c:pt>
                <c:pt idx="257054">
                  <c:v>4754</c:v>
                </c:pt>
                <c:pt idx="257005">
                  <c:v>4755</c:v>
                </c:pt>
                <c:pt idx="256956">
                  <c:v>4756</c:v>
                </c:pt>
                <c:pt idx="256907">
                  <c:v>4757</c:v>
                </c:pt>
                <c:pt idx="256858">
                  <c:v>4758</c:v>
                </c:pt>
                <c:pt idx="256809">
                  <c:v>4759</c:v>
                </c:pt>
                <c:pt idx="256760">
                  <c:v>4760</c:v>
                </c:pt>
                <c:pt idx="256711">
                  <c:v>4761</c:v>
                </c:pt>
                <c:pt idx="256662">
                  <c:v>4762</c:v>
                </c:pt>
                <c:pt idx="256613">
                  <c:v>4763</c:v>
                </c:pt>
                <c:pt idx="256564">
                  <c:v>4764</c:v>
                </c:pt>
                <c:pt idx="256515">
                  <c:v>4765</c:v>
                </c:pt>
                <c:pt idx="256466">
                  <c:v>4766</c:v>
                </c:pt>
                <c:pt idx="256417">
                  <c:v>4767</c:v>
                </c:pt>
                <c:pt idx="256368">
                  <c:v>4768</c:v>
                </c:pt>
                <c:pt idx="256319">
                  <c:v>4769</c:v>
                </c:pt>
                <c:pt idx="256270">
                  <c:v>4770</c:v>
                </c:pt>
                <c:pt idx="256221">
                  <c:v>4771</c:v>
                </c:pt>
                <c:pt idx="256172">
                  <c:v>4772</c:v>
                </c:pt>
                <c:pt idx="256123">
                  <c:v>4773</c:v>
                </c:pt>
                <c:pt idx="256074">
                  <c:v>4774</c:v>
                </c:pt>
                <c:pt idx="256025">
                  <c:v>4775</c:v>
                </c:pt>
                <c:pt idx="255976">
                  <c:v>4776</c:v>
                </c:pt>
                <c:pt idx="255927">
                  <c:v>4777</c:v>
                </c:pt>
                <c:pt idx="255878">
                  <c:v>4778</c:v>
                </c:pt>
                <c:pt idx="255829">
                  <c:v>4779</c:v>
                </c:pt>
                <c:pt idx="255780">
                  <c:v>4780</c:v>
                </c:pt>
                <c:pt idx="255731">
                  <c:v>4781</c:v>
                </c:pt>
                <c:pt idx="255682">
                  <c:v>4782</c:v>
                </c:pt>
                <c:pt idx="255633">
                  <c:v>4783</c:v>
                </c:pt>
                <c:pt idx="255584">
                  <c:v>4784</c:v>
                </c:pt>
                <c:pt idx="255535">
                  <c:v>4785</c:v>
                </c:pt>
                <c:pt idx="255486">
                  <c:v>4786</c:v>
                </c:pt>
                <c:pt idx="255437">
                  <c:v>4787</c:v>
                </c:pt>
                <c:pt idx="255388">
                  <c:v>4788</c:v>
                </c:pt>
                <c:pt idx="255339">
                  <c:v>4789</c:v>
                </c:pt>
                <c:pt idx="255290">
                  <c:v>4790</c:v>
                </c:pt>
                <c:pt idx="255241">
                  <c:v>4791</c:v>
                </c:pt>
                <c:pt idx="255192">
                  <c:v>4792</c:v>
                </c:pt>
                <c:pt idx="255143">
                  <c:v>4793</c:v>
                </c:pt>
                <c:pt idx="255094">
                  <c:v>4794</c:v>
                </c:pt>
                <c:pt idx="255045">
                  <c:v>4795</c:v>
                </c:pt>
                <c:pt idx="254996">
                  <c:v>4796</c:v>
                </c:pt>
                <c:pt idx="254947">
                  <c:v>4797</c:v>
                </c:pt>
                <c:pt idx="254898">
                  <c:v>4798</c:v>
                </c:pt>
                <c:pt idx="254849">
                  <c:v>4799</c:v>
                </c:pt>
                <c:pt idx="254800">
                  <c:v>4800</c:v>
                </c:pt>
                <c:pt idx="254751">
                  <c:v>4801</c:v>
                </c:pt>
                <c:pt idx="254702">
                  <c:v>4802</c:v>
                </c:pt>
                <c:pt idx="254653">
                  <c:v>4803</c:v>
                </c:pt>
                <c:pt idx="254604">
                  <c:v>4804</c:v>
                </c:pt>
                <c:pt idx="254555">
                  <c:v>4805</c:v>
                </c:pt>
                <c:pt idx="254506">
                  <c:v>4806</c:v>
                </c:pt>
                <c:pt idx="254457">
                  <c:v>4807</c:v>
                </c:pt>
                <c:pt idx="254408">
                  <c:v>4808</c:v>
                </c:pt>
                <c:pt idx="254359">
                  <c:v>4809</c:v>
                </c:pt>
                <c:pt idx="254310">
                  <c:v>4810</c:v>
                </c:pt>
                <c:pt idx="254261">
                  <c:v>4811</c:v>
                </c:pt>
                <c:pt idx="254212">
                  <c:v>4812</c:v>
                </c:pt>
                <c:pt idx="254163">
                  <c:v>4813</c:v>
                </c:pt>
                <c:pt idx="254114">
                  <c:v>4814</c:v>
                </c:pt>
                <c:pt idx="254065">
                  <c:v>4815</c:v>
                </c:pt>
                <c:pt idx="254016">
                  <c:v>4816</c:v>
                </c:pt>
                <c:pt idx="253967">
                  <c:v>4817</c:v>
                </c:pt>
                <c:pt idx="253918">
                  <c:v>4818</c:v>
                </c:pt>
                <c:pt idx="253869">
                  <c:v>4819</c:v>
                </c:pt>
                <c:pt idx="253820">
                  <c:v>4820</c:v>
                </c:pt>
                <c:pt idx="253771">
                  <c:v>4821</c:v>
                </c:pt>
                <c:pt idx="253722">
                  <c:v>4822</c:v>
                </c:pt>
                <c:pt idx="253673">
                  <c:v>4823</c:v>
                </c:pt>
                <c:pt idx="253624">
                  <c:v>4824</c:v>
                </c:pt>
                <c:pt idx="253575">
                  <c:v>4825</c:v>
                </c:pt>
                <c:pt idx="253526">
                  <c:v>4826</c:v>
                </c:pt>
                <c:pt idx="253477">
                  <c:v>4827</c:v>
                </c:pt>
                <c:pt idx="253428">
                  <c:v>4828</c:v>
                </c:pt>
                <c:pt idx="253379">
                  <c:v>4829</c:v>
                </c:pt>
                <c:pt idx="253330">
                  <c:v>4830</c:v>
                </c:pt>
                <c:pt idx="253281">
                  <c:v>4831</c:v>
                </c:pt>
                <c:pt idx="253232">
                  <c:v>4832</c:v>
                </c:pt>
                <c:pt idx="253183">
                  <c:v>4833</c:v>
                </c:pt>
                <c:pt idx="253134">
                  <c:v>4834</c:v>
                </c:pt>
                <c:pt idx="253085">
                  <c:v>4835</c:v>
                </c:pt>
                <c:pt idx="253036">
                  <c:v>4836</c:v>
                </c:pt>
                <c:pt idx="252987">
                  <c:v>4837</c:v>
                </c:pt>
                <c:pt idx="252938">
                  <c:v>4838</c:v>
                </c:pt>
                <c:pt idx="252889">
                  <c:v>4839</c:v>
                </c:pt>
                <c:pt idx="252840">
                  <c:v>4840</c:v>
                </c:pt>
                <c:pt idx="252791">
                  <c:v>4841</c:v>
                </c:pt>
                <c:pt idx="252742">
                  <c:v>4842</c:v>
                </c:pt>
                <c:pt idx="252693">
                  <c:v>4843</c:v>
                </c:pt>
                <c:pt idx="252644">
                  <c:v>4844</c:v>
                </c:pt>
                <c:pt idx="252595">
                  <c:v>4845</c:v>
                </c:pt>
                <c:pt idx="252546">
                  <c:v>4846</c:v>
                </c:pt>
                <c:pt idx="252497">
                  <c:v>4847</c:v>
                </c:pt>
                <c:pt idx="252448">
                  <c:v>4848</c:v>
                </c:pt>
                <c:pt idx="252399">
                  <c:v>4849</c:v>
                </c:pt>
                <c:pt idx="252350">
                  <c:v>4850</c:v>
                </c:pt>
                <c:pt idx="252301">
                  <c:v>4851</c:v>
                </c:pt>
                <c:pt idx="252252">
                  <c:v>4852</c:v>
                </c:pt>
                <c:pt idx="252203">
                  <c:v>4853</c:v>
                </c:pt>
                <c:pt idx="252154">
                  <c:v>4854</c:v>
                </c:pt>
                <c:pt idx="252105">
                  <c:v>4855</c:v>
                </c:pt>
                <c:pt idx="252056">
                  <c:v>4856</c:v>
                </c:pt>
                <c:pt idx="252007">
                  <c:v>4857</c:v>
                </c:pt>
                <c:pt idx="251958">
                  <c:v>4858</c:v>
                </c:pt>
                <c:pt idx="251909">
                  <c:v>4859</c:v>
                </c:pt>
                <c:pt idx="251860">
                  <c:v>4860</c:v>
                </c:pt>
                <c:pt idx="251811">
                  <c:v>4861</c:v>
                </c:pt>
                <c:pt idx="251762">
                  <c:v>4862</c:v>
                </c:pt>
                <c:pt idx="251713">
                  <c:v>4863</c:v>
                </c:pt>
                <c:pt idx="251664">
                  <c:v>4864</c:v>
                </c:pt>
                <c:pt idx="251615">
                  <c:v>4865</c:v>
                </c:pt>
                <c:pt idx="251566">
                  <c:v>4866</c:v>
                </c:pt>
                <c:pt idx="251517">
                  <c:v>4867</c:v>
                </c:pt>
                <c:pt idx="251468">
                  <c:v>4868</c:v>
                </c:pt>
                <c:pt idx="251419">
                  <c:v>4869</c:v>
                </c:pt>
                <c:pt idx="251370">
                  <c:v>4870</c:v>
                </c:pt>
                <c:pt idx="251321">
                  <c:v>4871</c:v>
                </c:pt>
                <c:pt idx="251272">
                  <c:v>4872</c:v>
                </c:pt>
                <c:pt idx="251223">
                  <c:v>4873</c:v>
                </c:pt>
                <c:pt idx="251174">
                  <c:v>4874</c:v>
                </c:pt>
                <c:pt idx="251125">
                  <c:v>4875</c:v>
                </c:pt>
                <c:pt idx="251076">
                  <c:v>4876</c:v>
                </c:pt>
                <c:pt idx="251027">
                  <c:v>4877</c:v>
                </c:pt>
                <c:pt idx="250978">
                  <c:v>4878</c:v>
                </c:pt>
                <c:pt idx="250929">
                  <c:v>4879</c:v>
                </c:pt>
                <c:pt idx="250880">
                  <c:v>4880</c:v>
                </c:pt>
                <c:pt idx="250831">
                  <c:v>4881</c:v>
                </c:pt>
                <c:pt idx="250782">
                  <c:v>4882</c:v>
                </c:pt>
                <c:pt idx="250733">
                  <c:v>4883</c:v>
                </c:pt>
                <c:pt idx="250684">
                  <c:v>4884</c:v>
                </c:pt>
                <c:pt idx="250635">
                  <c:v>4885</c:v>
                </c:pt>
                <c:pt idx="250586">
                  <c:v>4886</c:v>
                </c:pt>
                <c:pt idx="250537">
                  <c:v>4887</c:v>
                </c:pt>
                <c:pt idx="250488">
                  <c:v>4888</c:v>
                </c:pt>
                <c:pt idx="250439">
                  <c:v>4889</c:v>
                </c:pt>
                <c:pt idx="250390">
                  <c:v>4890</c:v>
                </c:pt>
                <c:pt idx="250341">
                  <c:v>4891</c:v>
                </c:pt>
                <c:pt idx="250292">
                  <c:v>4892</c:v>
                </c:pt>
                <c:pt idx="250243">
                  <c:v>4893</c:v>
                </c:pt>
                <c:pt idx="250194">
                  <c:v>4894</c:v>
                </c:pt>
                <c:pt idx="250145">
                  <c:v>4895</c:v>
                </c:pt>
                <c:pt idx="250096">
                  <c:v>4896</c:v>
                </c:pt>
                <c:pt idx="250047">
                  <c:v>4897</c:v>
                </c:pt>
                <c:pt idx="249998">
                  <c:v>4898</c:v>
                </c:pt>
                <c:pt idx="249949">
                  <c:v>4899</c:v>
                </c:pt>
                <c:pt idx="249900">
                  <c:v>4900</c:v>
                </c:pt>
                <c:pt idx="249851">
                  <c:v>4901</c:v>
                </c:pt>
                <c:pt idx="249802">
                  <c:v>4902</c:v>
                </c:pt>
                <c:pt idx="249753">
                  <c:v>4903</c:v>
                </c:pt>
                <c:pt idx="249704">
                  <c:v>4904</c:v>
                </c:pt>
                <c:pt idx="249655">
                  <c:v>4905</c:v>
                </c:pt>
                <c:pt idx="249606">
                  <c:v>4906</c:v>
                </c:pt>
                <c:pt idx="249557">
                  <c:v>4907</c:v>
                </c:pt>
                <c:pt idx="249508">
                  <c:v>4908</c:v>
                </c:pt>
                <c:pt idx="249459">
                  <c:v>4909</c:v>
                </c:pt>
                <c:pt idx="249410">
                  <c:v>4910</c:v>
                </c:pt>
                <c:pt idx="249361">
                  <c:v>4911</c:v>
                </c:pt>
                <c:pt idx="249312">
                  <c:v>4912</c:v>
                </c:pt>
                <c:pt idx="249263">
                  <c:v>4913</c:v>
                </c:pt>
                <c:pt idx="249214">
                  <c:v>4914</c:v>
                </c:pt>
                <c:pt idx="249165">
                  <c:v>4915</c:v>
                </c:pt>
                <c:pt idx="249116">
                  <c:v>4916</c:v>
                </c:pt>
                <c:pt idx="249067">
                  <c:v>4917</c:v>
                </c:pt>
                <c:pt idx="249018">
                  <c:v>4918</c:v>
                </c:pt>
                <c:pt idx="248969">
                  <c:v>4919</c:v>
                </c:pt>
                <c:pt idx="248920">
                  <c:v>4920</c:v>
                </c:pt>
                <c:pt idx="248871">
                  <c:v>4921</c:v>
                </c:pt>
                <c:pt idx="248822">
                  <c:v>4922</c:v>
                </c:pt>
                <c:pt idx="248773">
                  <c:v>4923</c:v>
                </c:pt>
                <c:pt idx="248724">
                  <c:v>4924</c:v>
                </c:pt>
                <c:pt idx="248675">
                  <c:v>4925</c:v>
                </c:pt>
                <c:pt idx="248626">
                  <c:v>4926</c:v>
                </c:pt>
                <c:pt idx="248577">
                  <c:v>4927</c:v>
                </c:pt>
                <c:pt idx="248528">
                  <c:v>4928</c:v>
                </c:pt>
                <c:pt idx="248479">
                  <c:v>4929</c:v>
                </c:pt>
                <c:pt idx="248430">
                  <c:v>4930</c:v>
                </c:pt>
                <c:pt idx="248381">
                  <c:v>4931</c:v>
                </c:pt>
                <c:pt idx="248332">
                  <c:v>4932</c:v>
                </c:pt>
                <c:pt idx="248283">
                  <c:v>4933</c:v>
                </c:pt>
                <c:pt idx="248234">
                  <c:v>4934</c:v>
                </c:pt>
                <c:pt idx="248185">
                  <c:v>4935</c:v>
                </c:pt>
                <c:pt idx="248136">
                  <c:v>4936</c:v>
                </c:pt>
                <c:pt idx="248087">
                  <c:v>4937</c:v>
                </c:pt>
                <c:pt idx="248038">
                  <c:v>4938</c:v>
                </c:pt>
                <c:pt idx="247989">
                  <c:v>4939</c:v>
                </c:pt>
                <c:pt idx="247940">
                  <c:v>4940</c:v>
                </c:pt>
                <c:pt idx="247891">
                  <c:v>4941</c:v>
                </c:pt>
                <c:pt idx="247842">
                  <c:v>4942</c:v>
                </c:pt>
                <c:pt idx="247793">
                  <c:v>4943</c:v>
                </c:pt>
                <c:pt idx="247744">
                  <c:v>4944</c:v>
                </c:pt>
                <c:pt idx="247695">
                  <c:v>4945</c:v>
                </c:pt>
                <c:pt idx="247646">
                  <c:v>4946</c:v>
                </c:pt>
                <c:pt idx="247597">
                  <c:v>4947</c:v>
                </c:pt>
                <c:pt idx="247548">
                  <c:v>4948</c:v>
                </c:pt>
                <c:pt idx="247499">
                  <c:v>4949</c:v>
                </c:pt>
                <c:pt idx="247450">
                  <c:v>4950</c:v>
                </c:pt>
                <c:pt idx="247401">
                  <c:v>4951</c:v>
                </c:pt>
                <c:pt idx="247352">
                  <c:v>4952</c:v>
                </c:pt>
                <c:pt idx="247303">
                  <c:v>4953</c:v>
                </c:pt>
                <c:pt idx="247254">
                  <c:v>4954</c:v>
                </c:pt>
                <c:pt idx="247205">
                  <c:v>4955</c:v>
                </c:pt>
                <c:pt idx="247156">
                  <c:v>4956</c:v>
                </c:pt>
                <c:pt idx="247107">
                  <c:v>4957</c:v>
                </c:pt>
                <c:pt idx="247058">
                  <c:v>4958</c:v>
                </c:pt>
                <c:pt idx="247009">
                  <c:v>4959</c:v>
                </c:pt>
                <c:pt idx="246960">
                  <c:v>4960</c:v>
                </c:pt>
                <c:pt idx="246911">
                  <c:v>4961</c:v>
                </c:pt>
                <c:pt idx="246862">
                  <c:v>4962</c:v>
                </c:pt>
                <c:pt idx="246813">
                  <c:v>4963</c:v>
                </c:pt>
                <c:pt idx="246764">
                  <c:v>4964</c:v>
                </c:pt>
                <c:pt idx="246715">
                  <c:v>4965</c:v>
                </c:pt>
                <c:pt idx="246666">
                  <c:v>4966</c:v>
                </c:pt>
                <c:pt idx="246617">
                  <c:v>4967</c:v>
                </c:pt>
                <c:pt idx="246568">
                  <c:v>4968</c:v>
                </c:pt>
                <c:pt idx="246519">
                  <c:v>4969</c:v>
                </c:pt>
                <c:pt idx="246470">
                  <c:v>4970</c:v>
                </c:pt>
                <c:pt idx="246421">
                  <c:v>4971</c:v>
                </c:pt>
                <c:pt idx="246372">
                  <c:v>4972</c:v>
                </c:pt>
                <c:pt idx="246323">
                  <c:v>4973</c:v>
                </c:pt>
                <c:pt idx="246274">
                  <c:v>4974</c:v>
                </c:pt>
                <c:pt idx="246225">
                  <c:v>4975</c:v>
                </c:pt>
                <c:pt idx="246176">
                  <c:v>4976</c:v>
                </c:pt>
                <c:pt idx="246127">
                  <c:v>4977</c:v>
                </c:pt>
                <c:pt idx="246078">
                  <c:v>4978</c:v>
                </c:pt>
                <c:pt idx="246029">
                  <c:v>4979</c:v>
                </c:pt>
                <c:pt idx="245980">
                  <c:v>4980</c:v>
                </c:pt>
                <c:pt idx="245931">
                  <c:v>4981</c:v>
                </c:pt>
                <c:pt idx="245882">
                  <c:v>4982</c:v>
                </c:pt>
                <c:pt idx="245833">
                  <c:v>4983</c:v>
                </c:pt>
                <c:pt idx="245784">
                  <c:v>4984</c:v>
                </c:pt>
                <c:pt idx="245735">
                  <c:v>4985</c:v>
                </c:pt>
                <c:pt idx="245686">
                  <c:v>4986</c:v>
                </c:pt>
                <c:pt idx="245637">
                  <c:v>4987</c:v>
                </c:pt>
                <c:pt idx="245588">
                  <c:v>4988</c:v>
                </c:pt>
                <c:pt idx="245539">
                  <c:v>4989</c:v>
                </c:pt>
                <c:pt idx="245490">
                  <c:v>4990</c:v>
                </c:pt>
                <c:pt idx="245441">
                  <c:v>4991</c:v>
                </c:pt>
                <c:pt idx="245392">
                  <c:v>4992</c:v>
                </c:pt>
                <c:pt idx="245343">
                  <c:v>4993</c:v>
                </c:pt>
                <c:pt idx="245294">
                  <c:v>4994</c:v>
                </c:pt>
                <c:pt idx="245245">
                  <c:v>4995</c:v>
                </c:pt>
                <c:pt idx="245196">
                  <c:v>4996</c:v>
                </c:pt>
                <c:pt idx="245147">
                  <c:v>4997</c:v>
                </c:pt>
                <c:pt idx="245098">
                  <c:v>4998</c:v>
                </c:pt>
                <c:pt idx="245049">
                  <c:v>4999</c:v>
                </c:pt>
                <c:pt idx="245000">
                  <c:v>5000</c:v>
                </c:pt>
                <c:pt idx="244951">
                  <c:v>5001</c:v>
                </c:pt>
                <c:pt idx="244902">
                  <c:v>5002</c:v>
                </c:pt>
                <c:pt idx="244853">
                  <c:v>5003</c:v>
                </c:pt>
                <c:pt idx="244804">
                  <c:v>5004</c:v>
                </c:pt>
                <c:pt idx="244755">
                  <c:v>5005</c:v>
                </c:pt>
                <c:pt idx="244706">
                  <c:v>5006</c:v>
                </c:pt>
                <c:pt idx="244657">
                  <c:v>5007</c:v>
                </c:pt>
                <c:pt idx="244608">
                  <c:v>5008</c:v>
                </c:pt>
                <c:pt idx="244559">
                  <c:v>5009</c:v>
                </c:pt>
                <c:pt idx="244510">
                  <c:v>5010</c:v>
                </c:pt>
                <c:pt idx="244461">
                  <c:v>5011</c:v>
                </c:pt>
                <c:pt idx="244412">
                  <c:v>5012</c:v>
                </c:pt>
                <c:pt idx="244363">
                  <c:v>5013</c:v>
                </c:pt>
                <c:pt idx="244314">
                  <c:v>5014</c:v>
                </c:pt>
                <c:pt idx="244265">
                  <c:v>5015</c:v>
                </c:pt>
                <c:pt idx="244216">
                  <c:v>5016</c:v>
                </c:pt>
                <c:pt idx="244167">
                  <c:v>5017</c:v>
                </c:pt>
                <c:pt idx="244118">
                  <c:v>5018</c:v>
                </c:pt>
                <c:pt idx="244069">
                  <c:v>5019</c:v>
                </c:pt>
                <c:pt idx="244020">
                  <c:v>5020</c:v>
                </c:pt>
                <c:pt idx="243971">
                  <c:v>5021</c:v>
                </c:pt>
                <c:pt idx="243922">
                  <c:v>5022</c:v>
                </c:pt>
                <c:pt idx="243873">
                  <c:v>5023</c:v>
                </c:pt>
                <c:pt idx="243824">
                  <c:v>5024</c:v>
                </c:pt>
                <c:pt idx="243775">
                  <c:v>5025</c:v>
                </c:pt>
                <c:pt idx="243726">
                  <c:v>5026</c:v>
                </c:pt>
                <c:pt idx="243677">
                  <c:v>5027</c:v>
                </c:pt>
                <c:pt idx="243628">
                  <c:v>5028</c:v>
                </c:pt>
                <c:pt idx="243579">
                  <c:v>5029</c:v>
                </c:pt>
                <c:pt idx="243530">
                  <c:v>5030</c:v>
                </c:pt>
                <c:pt idx="243481">
                  <c:v>5031</c:v>
                </c:pt>
                <c:pt idx="243432">
                  <c:v>5032</c:v>
                </c:pt>
                <c:pt idx="243383">
                  <c:v>5033</c:v>
                </c:pt>
                <c:pt idx="243334">
                  <c:v>5034</c:v>
                </c:pt>
                <c:pt idx="243285">
                  <c:v>5035</c:v>
                </c:pt>
                <c:pt idx="243236">
                  <c:v>5036</c:v>
                </c:pt>
                <c:pt idx="243187">
                  <c:v>5037</c:v>
                </c:pt>
                <c:pt idx="243138">
                  <c:v>5038</c:v>
                </c:pt>
                <c:pt idx="243089">
                  <c:v>5039</c:v>
                </c:pt>
                <c:pt idx="243040">
                  <c:v>5040</c:v>
                </c:pt>
                <c:pt idx="242991">
                  <c:v>5041</c:v>
                </c:pt>
                <c:pt idx="242942">
                  <c:v>5042</c:v>
                </c:pt>
                <c:pt idx="242893">
                  <c:v>5043</c:v>
                </c:pt>
                <c:pt idx="242844">
                  <c:v>5044</c:v>
                </c:pt>
                <c:pt idx="242795">
                  <c:v>5045</c:v>
                </c:pt>
                <c:pt idx="242746">
                  <c:v>5046</c:v>
                </c:pt>
                <c:pt idx="242697">
                  <c:v>5047</c:v>
                </c:pt>
                <c:pt idx="242648">
                  <c:v>5048</c:v>
                </c:pt>
                <c:pt idx="242599">
                  <c:v>5049</c:v>
                </c:pt>
                <c:pt idx="242550">
                  <c:v>5050</c:v>
                </c:pt>
                <c:pt idx="242501">
                  <c:v>5051</c:v>
                </c:pt>
                <c:pt idx="242452">
                  <c:v>5052</c:v>
                </c:pt>
                <c:pt idx="242403">
                  <c:v>5053</c:v>
                </c:pt>
                <c:pt idx="242354">
                  <c:v>5054</c:v>
                </c:pt>
                <c:pt idx="242305">
                  <c:v>5055</c:v>
                </c:pt>
                <c:pt idx="242256">
                  <c:v>5056</c:v>
                </c:pt>
                <c:pt idx="242207">
                  <c:v>5057</c:v>
                </c:pt>
                <c:pt idx="242158">
                  <c:v>5058</c:v>
                </c:pt>
                <c:pt idx="242109">
                  <c:v>5059</c:v>
                </c:pt>
                <c:pt idx="242060">
                  <c:v>5060</c:v>
                </c:pt>
                <c:pt idx="242011">
                  <c:v>5061</c:v>
                </c:pt>
                <c:pt idx="241962">
                  <c:v>5062</c:v>
                </c:pt>
                <c:pt idx="241913">
                  <c:v>5063</c:v>
                </c:pt>
                <c:pt idx="241864">
                  <c:v>5064</c:v>
                </c:pt>
                <c:pt idx="241815">
                  <c:v>5065</c:v>
                </c:pt>
                <c:pt idx="241766">
                  <c:v>5066</c:v>
                </c:pt>
                <c:pt idx="241717">
                  <c:v>5067</c:v>
                </c:pt>
                <c:pt idx="241668">
                  <c:v>5068</c:v>
                </c:pt>
                <c:pt idx="241619">
                  <c:v>5069</c:v>
                </c:pt>
                <c:pt idx="241570">
                  <c:v>5070</c:v>
                </c:pt>
                <c:pt idx="241521">
                  <c:v>5071</c:v>
                </c:pt>
                <c:pt idx="241472">
                  <c:v>5072</c:v>
                </c:pt>
                <c:pt idx="241423">
                  <c:v>5073</c:v>
                </c:pt>
                <c:pt idx="241374">
                  <c:v>5074</c:v>
                </c:pt>
                <c:pt idx="241325">
                  <c:v>5075</c:v>
                </c:pt>
                <c:pt idx="241276">
                  <c:v>5076</c:v>
                </c:pt>
                <c:pt idx="241227">
                  <c:v>5077</c:v>
                </c:pt>
                <c:pt idx="241178">
                  <c:v>5078</c:v>
                </c:pt>
                <c:pt idx="241129">
                  <c:v>5079</c:v>
                </c:pt>
                <c:pt idx="241080">
                  <c:v>5080</c:v>
                </c:pt>
                <c:pt idx="241031">
                  <c:v>5081</c:v>
                </c:pt>
                <c:pt idx="240982">
                  <c:v>5082</c:v>
                </c:pt>
                <c:pt idx="240933">
                  <c:v>5083</c:v>
                </c:pt>
                <c:pt idx="240884">
                  <c:v>5084</c:v>
                </c:pt>
                <c:pt idx="240835">
                  <c:v>5085</c:v>
                </c:pt>
                <c:pt idx="240786">
                  <c:v>5086</c:v>
                </c:pt>
                <c:pt idx="240737">
                  <c:v>5087</c:v>
                </c:pt>
                <c:pt idx="240688">
                  <c:v>5088</c:v>
                </c:pt>
                <c:pt idx="240639">
                  <c:v>5089</c:v>
                </c:pt>
                <c:pt idx="240590">
                  <c:v>5090</c:v>
                </c:pt>
                <c:pt idx="240541">
                  <c:v>5091</c:v>
                </c:pt>
                <c:pt idx="240492">
                  <c:v>5092</c:v>
                </c:pt>
                <c:pt idx="240443">
                  <c:v>5093</c:v>
                </c:pt>
                <c:pt idx="240394">
                  <c:v>5094</c:v>
                </c:pt>
                <c:pt idx="240345">
                  <c:v>5095</c:v>
                </c:pt>
                <c:pt idx="240296">
                  <c:v>5096</c:v>
                </c:pt>
                <c:pt idx="240247">
                  <c:v>5097</c:v>
                </c:pt>
                <c:pt idx="240198">
                  <c:v>5098</c:v>
                </c:pt>
                <c:pt idx="240149">
                  <c:v>5099</c:v>
                </c:pt>
                <c:pt idx="240100">
                  <c:v>5100</c:v>
                </c:pt>
                <c:pt idx="240051">
                  <c:v>5101</c:v>
                </c:pt>
                <c:pt idx="240002">
                  <c:v>5102</c:v>
                </c:pt>
                <c:pt idx="239953">
                  <c:v>5103</c:v>
                </c:pt>
                <c:pt idx="239904">
                  <c:v>5104</c:v>
                </c:pt>
                <c:pt idx="239855">
                  <c:v>5105</c:v>
                </c:pt>
                <c:pt idx="239806">
                  <c:v>5106</c:v>
                </c:pt>
                <c:pt idx="239757">
                  <c:v>5107</c:v>
                </c:pt>
                <c:pt idx="239708">
                  <c:v>5108</c:v>
                </c:pt>
                <c:pt idx="239659">
                  <c:v>5109</c:v>
                </c:pt>
                <c:pt idx="239610">
                  <c:v>5110</c:v>
                </c:pt>
                <c:pt idx="239561">
                  <c:v>5111</c:v>
                </c:pt>
                <c:pt idx="239512">
                  <c:v>5112</c:v>
                </c:pt>
                <c:pt idx="239463">
                  <c:v>5113</c:v>
                </c:pt>
                <c:pt idx="239414">
                  <c:v>5114</c:v>
                </c:pt>
                <c:pt idx="239365">
                  <c:v>5115</c:v>
                </c:pt>
                <c:pt idx="239316">
                  <c:v>5116</c:v>
                </c:pt>
                <c:pt idx="239267">
                  <c:v>5117</c:v>
                </c:pt>
                <c:pt idx="239218">
                  <c:v>5118</c:v>
                </c:pt>
                <c:pt idx="239169">
                  <c:v>5119</c:v>
                </c:pt>
                <c:pt idx="239120">
                  <c:v>5120</c:v>
                </c:pt>
                <c:pt idx="239071">
                  <c:v>5121</c:v>
                </c:pt>
                <c:pt idx="239022">
                  <c:v>5122</c:v>
                </c:pt>
                <c:pt idx="238973">
                  <c:v>5123</c:v>
                </c:pt>
                <c:pt idx="238924">
                  <c:v>5124</c:v>
                </c:pt>
                <c:pt idx="238875">
                  <c:v>5125</c:v>
                </c:pt>
                <c:pt idx="238826">
                  <c:v>5126</c:v>
                </c:pt>
                <c:pt idx="238777">
                  <c:v>5127</c:v>
                </c:pt>
                <c:pt idx="238728">
                  <c:v>5128</c:v>
                </c:pt>
                <c:pt idx="238679">
                  <c:v>5129</c:v>
                </c:pt>
                <c:pt idx="238630">
                  <c:v>5130</c:v>
                </c:pt>
                <c:pt idx="238581">
                  <c:v>5131</c:v>
                </c:pt>
                <c:pt idx="238532">
                  <c:v>5132</c:v>
                </c:pt>
                <c:pt idx="238483">
                  <c:v>5133</c:v>
                </c:pt>
                <c:pt idx="238434">
                  <c:v>5134</c:v>
                </c:pt>
                <c:pt idx="238385">
                  <c:v>5135</c:v>
                </c:pt>
                <c:pt idx="238336">
                  <c:v>5136</c:v>
                </c:pt>
                <c:pt idx="238287">
                  <c:v>5137</c:v>
                </c:pt>
                <c:pt idx="238238">
                  <c:v>5138</c:v>
                </c:pt>
                <c:pt idx="238189">
                  <c:v>5139</c:v>
                </c:pt>
                <c:pt idx="238140">
                  <c:v>5140</c:v>
                </c:pt>
                <c:pt idx="238091">
                  <c:v>5141</c:v>
                </c:pt>
                <c:pt idx="238042">
                  <c:v>5142</c:v>
                </c:pt>
                <c:pt idx="237993">
                  <c:v>5143</c:v>
                </c:pt>
                <c:pt idx="237944">
                  <c:v>5144</c:v>
                </c:pt>
                <c:pt idx="237895">
                  <c:v>5145</c:v>
                </c:pt>
                <c:pt idx="237846">
                  <c:v>5146</c:v>
                </c:pt>
                <c:pt idx="237797">
                  <c:v>5147</c:v>
                </c:pt>
                <c:pt idx="237748">
                  <c:v>5148</c:v>
                </c:pt>
                <c:pt idx="237699">
                  <c:v>5149</c:v>
                </c:pt>
                <c:pt idx="237650">
                  <c:v>5150</c:v>
                </c:pt>
                <c:pt idx="237601">
                  <c:v>5151</c:v>
                </c:pt>
                <c:pt idx="237552">
                  <c:v>5152</c:v>
                </c:pt>
                <c:pt idx="237503">
                  <c:v>5153</c:v>
                </c:pt>
                <c:pt idx="237454">
                  <c:v>5154</c:v>
                </c:pt>
                <c:pt idx="237405">
                  <c:v>5155</c:v>
                </c:pt>
                <c:pt idx="237356">
                  <c:v>5156</c:v>
                </c:pt>
                <c:pt idx="237307">
                  <c:v>5157</c:v>
                </c:pt>
                <c:pt idx="237258">
                  <c:v>5158</c:v>
                </c:pt>
                <c:pt idx="237209">
                  <c:v>5159</c:v>
                </c:pt>
                <c:pt idx="237160">
                  <c:v>5160</c:v>
                </c:pt>
                <c:pt idx="237111">
                  <c:v>5161</c:v>
                </c:pt>
                <c:pt idx="237062">
                  <c:v>5162</c:v>
                </c:pt>
                <c:pt idx="237013">
                  <c:v>5163</c:v>
                </c:pt>
                <c:pt idx="236964">
                  <c:v>5164</c:v>
                </c:pt>
                <c:pt idx="236915">
                  <c:v>5165</c:v>
                </c:pt>
                <c:pt idx="236866">
                  <c:v>5166</c:v>
                </c:pt>
                <c:pt idx="236817">
                  <c:v>5167</c:v>
                </c:pt>
                <c:pt idx="236768">
                  <c:v>5168</c:v>
                </c:pt>
                <c:pt idx="236719">
                  <c:v>5169</c:v>
                </c:pt>
                <c:pt idx="236670">
                  <c:v>5170</c:v>
                </c:pt>
                <c:pt idx="236621">
                  <c:v>5171</c:v>
                </c:pt>
                <c:pt idx="236572">
                  <c:v>5172</c:v>
                </c:pt>
                <c:pt idx="236523">
                  <c:v>5173</c:v>
                </c:pt>
                <c:pt idx="236474">
                  <c:v>5174</c:v>
                </c:pt>
                <c:pt idx="236425">
                  <c:v>5175</c:v>
                </c:pt>
                <c:pt idx="236376">
                  <c:v>5176</c:v>
                </c:pt>
                <c:pt idx="236327">
                  <c:v>5177</c:v>
                </c:pt>
                <c:pt idx="236278">
                  <c:v>5178</c:v>
                </c:pt>
                <c:pt idx="236229">
                  <c:v>5179</c:v>
                </c:pt>
                <c:pt idx="236180">
                  <c:v>5180</c:v>
                </c:pt>
                <c:pt idx="236131">
                  <c:v>5181</c:v>
                </c:pt>
                <c:pt idx="236082">
                  <c:v>5182</c:v>
                </c:pt>
                <c:pt idx="236033">
                  <c:v>5183</c:v>
                </c:pt>
                <c:pt idx="235984">
                  <c:v>5184</c:v>
                </c:pt>
                <c:pt idx="235935">
                  <c:v>5185</c:v>
                </c:pt>
                <c:pt idx="235886">
                  <c:v>5186</c:v>
                </c:pt>
                <c:pt idx="235837">
                  <c:v>5187</c:v>
                </c:pt>
                <c:pt idx="235788">
                  <c:v>5188</c:v>
                </c:pt>
                <c:pt idx="235739">
                  <c:v>5189</c:v>
                </c:pt>
                <c:pt idx="235690">
                  <c:v>5190</c:v>
                </c:pt>
                <c:pt idx="235641">
                  <c:v>5191</c:v>
                </c:pt>
                <c:pt idx="235592">
                  <c:v>5192</c:v>
                </c:pt>
                <c:pt idx="235543">
                  <c:v>5193</c:v>
                </c:pt>
                <c:pt idx="235494">
                  <c:v>5194</c:v>
                </c:pt>
                <c:pt idx="235445">
                  <c:v>5195</c:v>
                </c:pt>
                <c:pt idx="235396">
                  <c:v>5196</c:v>
                </c:pt>
                <c:pt idx="235347">
                  <c:v>5197</c:v>
                </c:pt>
                <c:pt idx="235298">
                  <c:v>5198</c:v>
                </c:pt>
                <c:pt idx="235249">
                  <c:v>5199</c:v>
                </c:pt>
                <c:pt idx="235200">
                  <c:v>5200</c:v>
                </c:pt>
                <c:pt idx="235151">
                  <c:v>5201</c:v>
                </c:pt>
                <c:pt idx="235102">
                  <c:v>5202</c:v>
                </c:pt>
                <c:pt idx="235053">
                  <c:v>5203</c:v>
                </c:pt>
                <c:pt idx="235004">
                  <c:v>5204</c:v>
                </c:pt>
                <c:pt idx="234955">
                  <c:v>5205</c:v>
                </c:pt>
                <c:pt idx="234906">
                  <c:v>5206</c:v>
                </c:pt>
                <c:pt idx="234857">
                  <c:v>5207</c:v>
                </c:pt>
                <c:pt idx="234808">
                  <c:v>5208</c:v>
                </c:pt>
                <c:pt idx="234759">
                  <c:v>5209</c:v>
                </c:pt>
                <c:pt idx="234710">
                  <c:v>5210</c:v>
                </c:pt>
                <c:pt idx="234661">
                  <c:v>5211</c:v>
                </c:pt>
                <c:pt idx="234612">
                  <c:v>5212</c:v>
                </c:pt>
                <c:pt idx="234563">
                  <c:v>5213</c:v>
                </c:pt>
                <c:pt idx="234514">
                  <c:v>5214</c:v>
                </c:pt>
                <c:pt idx="234465">
                  <c:v>5215</c:v>
                </c:pt>
                <c:pt idx="234416">
                  <c:v>5216</c:v>
                </c:pt>
                <c:pt idx="234367">
                  <c:v>5217</c:v>
                </c:pt>
                <c:pt idx="234318">
                  <c:v>5218</c:v>
                </c:pt>
                <c:pt idx="234269">
                  <c:v>5219</c:v>
                </c:pt>
                <c:pt idx="234220">
                  <c:v>5220</c:v>
                </c:pt>
                <c:pt idx="234171">
                  <c:v>5221</c:v>
                </c:pt>
                <c:pt idx="234122">
                  <c:v>5222</c:v>
                </c:pt>
                <c:pt idx="234073">
                  <c:v>5223</c:v>
                </c:pt>
                <c:pt idx="234024">
                  <c:v>5224</c:v>
                </c:pt>
                <c:pt idx="233975">
                  <c:v>5225</c:v>
                </c:pt>
                <c:pt idx="233926">
                  <c:v>5226</c:v>
                </c:pt>
                <c:pt idx="233877">
                  <c:v>5227</c:v>
                </c:pt>
                <c:pt idx="233828">
                  <c:v>5228</c:v>
                </c:pt>
                <c:pt idx="233779">
                  <c:v>5229</c:v>
                </c:pt>
                <c:pt idx="233730">
                  <c:v>5230</c:v>
                </c:pt>
                <c:pt idx="233681">
                  <c:v>5231</c:v>
                </c:pt>
                <c:pt idx="233632">
                  <c:v>5232</c:v>
                </c:pt>
                <c:pt idx="233583">
                  <c:v>5233</c:v>
                </c:pt>
                <c:pt idx="233534">
                  <c:v>5234</c:v>
                </c:pt>
                <c:pt idx="233485">
                  <c:v>5235</c:v>
                </c:pt>
                <c:pt idx="233436">
                  <c:v>5236</c:v>
                </c:pt>
                <c:pt idx="233387">
                  <c:v>5237</c:v>
                </c:pt>
                <c:pt idx="233338">
                  <c:v>5238</c:v>
                </c:pt>
                <c:pt idx="233289">
                  <c:v>5239</c:v>
                </c:pt>
                <c:pt idx="233240">
                  <c:v>5240</c:v>
                </c:pt>
                <c:pt idx="233191">
                  <c:v>5241</c:v>
                </c:pt>
                <c:pt idx="233142">
                  <c:v>5242</c:v>
                </c:pt>
                <c:pt idx="233093">
                  <c:v>5243</c:v>
                </c:pt>
                <c:pt idx="233044">
                  <c:v>5244</c:v>
                </c:pt>
                <c:pt idx="232995">
                  <c:v>5245</c:v>
                </c:pt>
                <c:pt idx="232946">
                  <c:v>5246</c:v>
                </c:pt>
                <c:pt idx="232897">
                  <c:v>5247</c:v>
                </c:pt>
                <c:pt idx="232848">
                  <c:v>5248</c:v>
                </c:pt>
                <c:pt idx="232799">
                  <c:v>5249</c:v>
                </c:pt>
                <c:pt idx="232750">
                  <c:v>5250</c:v>
                </c:pt>
                <c:pt idx="232701">
                  <c:v>5251</c:v>
                </c:pt>
                <c:pt idx="232652">
                  <c:v>5252</c:v>
                </c:pt>
                <c:pt idx="232603">
                  <c:v>5253</c:v>
                </c:pt>
                <c:pt idx="232554">
                  <c:v>5254</c:v>
                </c:pt>
                <c:pt idx="232505">
                  <c:v>5255</c:v>
                </c:pt>
                <c:pt idx="232456">
                  <c:v>5256</c:v>
                </c:pt>
                <c:pt idx="232407">
                  <c:v>5257</c:v>
                </c:pt>
                <c:pt idx="232358">
                  <c:v>5258</c:v>
                </c:pt>
                <c:pt idx="232309">
                  <c:v>5259</c:v>
                </c:pt>
                <c:pt idx="232260">
                  <c:v>5260</c:v>
                </c:pt>
                <c:pt idx="232211">
                  <c:v>5261</c:v>
                </c:pt>
                <c:pt idx="232162">
                  <c:v>5262</c:v>
                </c:pt>
                <c:pt idx="232113">
                  <c:v>5263</c:v>
                </c:pt>
                <c:pt idx="232064">
                  <c:v>5264</c:v>
                </c:pt>
                <c:pt idx="232015">
                  <c:v>5265</c:v>
                </c:pt>
                <c:pt idx="231966">
                  <c:v>5266</c:v>
                </c:pt>
                <c:pt idx="231917">
                  <c:v>5267</c:v>
                </c:pt>
                <c:pt idx="231868">
                  <c:v>5268</c:v>
                </c:pt>
                <c:pt idx="231819">
                  <c:v>5269</c:v>
                </c:pt>
                <c:pt idx="231770">
                  <c:v>5270</c:v>
                </c:pt>
                <c:pt idx="231721">
                  <c:v>5271</c:v>
                </c:pt>
                <c:pt idx="231672">
                  <c:v>5272</c:v>
                </c:pt>
                <c:pt idx="231623">
                  <c:v>5273</c:v>
                </c:pt>
                <c:pt idx="231574">
                  <c:v>5274</c:v>
                </c:pt>
                <c:pt idx="231525">
                  <c:v>5275</c:v>
                </c:pt>
                <c:pt idx="231476">
                  <c:v>5276</c:v>
                </c:pt>
                <c:pt idx="231427">
                  <c:v>5277</c:v>
                </c:pt>
                <c:pt idx="231378">
                  <c:v>5278</c:v>
                </c:pt>
                <c:pt idx="231329">
                  <c:v>5279</c:v>
                </c:pt>
                <c:pt idx="231280">
                  <c:v>5280</c:v>
                </c:pt>
                <c:pt idx="231231">
                  <c:v>5281</c:v>
                </c:pt>
                <c:pt idx="231182">
                  <c:v>5282</c:v>
                </c:pt>
                <c:pt idx="231133">
                  <c:v>5283</c:v>
                </c:pt>
                <c:pt idx="231084">
                  <c:v>5284</c:v>
                </c:pt>
                <c:pt idx="231035">
                  <c:v>5285</c:v>
                </c:pt>
                <c:pt idx="230986">
                  <c:v>5286</c:v>
                </c:pt>
                <c:pt idx="230937">
                  <c:v>5287</c:v>
                </c:pt>
                <c:pt idx="230888">
                  <c:v>5288</c:v>
                </c:pt>
                <c:pt idx="230839">
                  <c:v>5289</c:v>
                </c:pt>
                <c:pt idx="230790">
                  <c:v>5290</c:v>
                </c:pt>
                <c:pt idx="230741">
                  <c:v>5291</c:v>
                </c:pt>
                <c:pt idx="230692">
                  <c:v>5292</c:v>
                </c:pt>
                <c:pt idx="230643">
                  <c:v>5293</c:v>
                </c:pt>
                <c:pt idx="230594">
                  <c:v>5294</c:v>
                </c:pt>
                <c:pt idx="230545">
                  <c:v>5295</c:v>
                </c:pt>
                <c:pt idx="230496">
                  <c:v>5296</c:v>
                </c:pt>
                <c:pt idx="230447">
                  <c:v>5297</c:v>
                </c:pt>
                <c:pt idx="230398">
                  <c:v>5298</c:v>
                </c:pt>
                <c:pt idx="230349">
                  <c:v>5299</c:v>
                </c:pt>
                <c:pt idx="230300">
                  <c:v>5300</c:v>
                </c:pt>
                <c:pt idx="230251">
                  <c:v>5301</c:v>
                </c:pt>
                <c:pt idx="230202">
                  <c:v>5302</c:v>
                </c:pt>
                <c:pt idx="230153">
                  <c:v>5303</c:v>
                </c:pt>
                <c:pt idx="230104">
                  <c:v>5304</c:v>
                </c:pt>
                <c:pt idx="230055">
                  <c:v>5305</c:v>
                </c:pt>
                <c:pt idx="230006">
                  <c:v>5306</c:v>
                </c:pt>
                <c:pt idx="229957">
                  <c:v>5307</c:v>
                </c:pt>
                <c:pt idx="229908">
                  <c:v>5308</c:v>
                </c:pt>
                <c:pt idx="229859">
                  <c:v>5309</c:v>
                </c:pt>
                <c:pt idx="229810">
                  <c:v>5310</c:v>
                </c:pt>
                <c:pt idx="229761">
                  <c:v>5311</c:v>
                </c:pt>
                <c:pt idx="229712">
                  <c:v>5312</c:v>
                </c:pt>
                <c:pt idx="229663">
                  <c:v>5313</c:v>
                </c:pt>
                <c:pt idx="229614">
                  <c:v>5314</c:v>
                </c:pt>
                <c:pt idx="229565">
                  <c:v>5315</c:v>
                </c:pt>
                <c:pt idx="229516">
                  <c:v>5316</c:v>
                </c:pt>
                <c:pt idx="229467">
                  <c:v>5317</c:v>
                </c:pt>
                <c:pt idx="229418">
                  <c:v>5318</c:v>
                </c:pt>
                <c:pt idx="229369">
                  <c:v>5319</c:v>
                </c:pt>
                <c:pt idx="229320">
                  <c:v>5320</c:v>
                </c:pt>
                <c:pt idx="229271">
                  <c:v>5321</c:v>
                </c:pt>
                <c:pt idx="229222">
                  <c:v>5322</c:v>
                </c:pt>
                <c:pt idx="229173">
                  <c:v>5323</c:v>
                </c:pt>
                <c:pt idx="229124">
                  <c:v>5324</c:v>
                </c:pt>
                <c:pt idx="229075">
                  <c:v>5325</c:v>
                </c:pt>
                <c:pt idx="229026">
                  <c:v>5326</c:v>
                </c:pt>
                <c:pt idx="228977">
                  <c:v>5327</c:v>
                </c:pt>
                <c:pt idx="228928">
                  <c:v>5328</c:v>
                </c:pt>
                <c:pt idx="228879">
                  <c:v>5329</c:v>
                </c:pt>
                <c:pt idx="228830">
                  <c:v>5330</c:v>
                </c:pt>
                <c:pt idx="228781">
                  <c:v>5331</c:v>
                </c:pt>
                <c:pt idx="228732">
                  <c:v>5332</c:v>
                </c:pt>
                <c:pt idx="228683">
                  <c:v>5333</c:v>
                </c:pt>
                <c:pt idx="228634">
                  <c:v>5334</c:v>
                </c:pt>
                <c:pt idx="228585">
                  <c:v>5335</c:v>
                </c:pt>
                <c:pt idx="228536">
                  <c:v>5336</c:v>
                </c:pt>
                <c:pt idx="228487">
                  <c:v>5337</c:v>
                </c:pt>
                <c:pt idx="228438">
                  <c:v>5338</c:v>
                </c:pt>
                <c:pt idx="228389">
                  <c:v>5339</c:v>
                </c:pt>
                <c:pt idx="228340">
                  <c:v>5340</c:v>
                </c:pt>
                <c:pt idx="228291">
                  <c:v>5341</c:v>
                </c:pt>
                <c:pt idx="228242">
                  <c:v>5342</c:v>
                </c:pt>
                <c:pt idx="228193">
                  <c:v>5343</c:v>
                </c:pt>
                <c:pt idx="228144">
                  <c:v>5344</c:v>
                </c:pt>
                <c:pt idx="228095">
                  <c:v>5345</c:v>
                </c:pt>
                <c:pt idx="228046">
                  <c:v>5346</c:v>
                </c:pt>
                <c:pt idx="227997">
                  <c:v>5347</c:v>
                </c:pt>
                <c:pt idx="227948">
                  <c:v>5348</c:v>
                </c:pt>
                <c:pt idx="227899">
                  <c:v>5349</c:v>
                </c:pt>
                <c:pt idx="227850">
                  <c:v>5350</c:v>
                </c:pt>
                <c:pt idx="227801">
                  <c:v>5351</c:v>
                </c:pt>
                <c:pt idx="227752">
                  <c:v>5352</c:v>
                </c:pt>
                <c:pt idx="227703">
                  <c:v>5353</c:v>
                </c:pt>
                <c:pt idx="227654">
                  <c:v>5354</c:v>
                </c:pt>
                <c:pt idx="227605">
                  <c:v>5355</c:v>
                </c:pt>
                <c:pt idx="227556">
                  <c:v>5356</c:v>
                </c:pt>
                <c:pt idx="227507">
                  <c:v>5357</c:v>
                </c:pt>
                <c:pt idx="227458">
                  <c:v>5358</c:v>
                </c:pt>
                <c:pt idx="227409">
                  <c:v>5359</c:v>
                </c:pt>
                <c:pt idx="227360">
                  <c:v>5360</c:v>
                </c:pt>
                <c:pt idx="227311">
                  <c:v>5361</c:v>
                </c:pt>
                <c:pt idx="227262">
                  <c:v>5362</c:v>
                </c:pt>
                <c:pt idx="227213">
                  <c:v>5363</c:v>
                </c:pt>
                <c:pt idx="227164">
                  <c:v>5364</c:v>
                </c:pt>
                <c:pt idx="227115">
                  <c:v>5365</c:v>
                </c:pt>
                <c:pt idx="227066">
                  <c:v>5366</c:v>
                </c:pt>
                <c:pt idx="227017">
                  <c:v>5367</c:v>
                </c:pt>
                <c:pt idx="226968">
                  <c:v>5368</c:v>
                </c:pt>
                <c:pt idx="226919">
                  <c:v>5369</c:v>
                </c:pt>
                <c:pt idx="226870">
                  <c:v>5370</c:v>
                </c:pt>
                <c:pt idx="226821">
                  <c:v>5371</c:v>
                </c:pt>
                <c:pt idx="226772">
                  <c:v>5372</c:v>
                </c:pt>
                <c:pt idx="226723">
                  <c:v>5373</c:v>
                </c:pt>
                <c:pt idx="226674">
                  <c:v>5374</c:v>
                </c:pt>
                <c:pt idx="226625">
                  <c:v>5375</c:v>
                </c:pt>
                <c:pt idx="226576">
                  <c:v>5376</c:v>
                </c:pt>
                <c:pt idx="226527">
                  <c:v>5377</c:v>
                </c:pt>
                <c:pt idx="226478">
                  <c:v>5378</c:v>
                </c:pt>
                <c:pt idx="226429">
                  <c:v>5379</c:v>
                </c:pt>
                <c:pt idx="226380">
                  <c:v>5380</c:v>
                </c:pt>
                <c:pt idx="226331">
                  <c:v>5381</c:v>
                </c:pt>
                <c:pt idx="226282">
                  <c:v>5382</c:v>
                </c:pt>
                <c:pt idx="226233">
                  <c:v>5383</c:v>
                </c:pt>
                <c:pt idx="226184">
                  <c:v>5384</c:v>
                </c:pt>
                <c:pt idx="226135">
                  <c:v>5385</c:v>
                </c:pt>
                <c:pt idx="226086">
                  <c:v>5386</c:v>
                </c:pt>
                <c:pt idx="226037">
                  <c:v>5387</c:v>
                </c:pt>
                <c:pt idx="225988">
                  <c:v>5388</c:v>
                </c:pt>
                <c:pt idx="225939">
                  <c:v>5389</c:v>
                </c:pt>
                <c:pt idx="225890">
                  <c:v>5390</c:v>
                </c:pt>
                <c:pt idx="225841">
                  <c:v>5391</c:v>
                </c:pt>
                <c:pt idx="225792">
                  <c:v>5392</c:v>
                </c:pt>
                <c:pt idx="225743">
                  <c:v>5393</c:v>
                </c:pt>
                <c:pt idx="225694">
                  <c:v>5394</c:v>
                </c:pt>
                <c:pt idx="225645">
                  <c:v>5395</c:v>
                </c:pt>
                <c:pt idx="225596">
                  <c:v>5396</c:v>
                </c:pt>
                <c:pt idx="225547">
                  <c:v>5397</c:v>
                </c:pt>
                <c:pt idx="225498">
                  <c:v>5398</c:v>
                </c:pt>
                <c:pt idx="225449">
                  <c:v>5399</c:v>
                </c:pt>
                <c:pt idx="225400">
                  <c:v>5400</c:v>
                </c:pt>
                <c:pt idx="225351">
                  <c:v>5401</c:v>
                </c:pt>
                <c:pt idx="225302">
                  <c:v>5402</c:v>
                </c:pt>
                <c:pt idx="225253">
                  <c:v>5403</c:v>
                </c:pt>
                <c:pt idx="225204">
                  <c:v>5404</c:v>
                </c:pt>
                <c:pt idx="225155">
                  <c:v>5405</c:v>
                </c:pt>
                <c:pt idx="225106">
                  <c:v>5406</c:v>
                </c:pt>
                <c:pt idx="225057">
                  <c:v>5407</c:v>
                </c:pt>
                <c:pt idx="225008">
                  <c:v>5408</c:v>
                </c:pt>
                <c:pt idx="224959">
                  <c:v>5409</c:v>
                </c:pt>
                <c:pt idx="224910">
                  <c:v>5410</c:v>
                </c:pt>
                <c:pt idx="224861">
                  <c:v>5411</c:v>
                </c:pt>
                <c:pt idx="224812">
                  <c:v>5412</c:v>
                </c:pt>
                <c:pt idx="224763">
                  <c:v>5413</c:v>
                </c:pt>
                <c:pt idx="224714">
                  <c:v>5414</c:v>
                </c:pt>
                <c:pt idx="224665">
                  <c:v>5415</c:v>
                </c:pt>
                <c:pt idx="224616">
                  <c:v>5416</c:v>
                </c:pt>
                <c:pt idx="224567">
                  <c:v>5417</c:v>
                </c:pt>
                <c:pt idx="224518">
                  <c:v>5418</c:v>
                </c:pt>
                <c:pt idx="224469">
                  <c:v>5419</c:v>
                </c:pt>
                <c:pt idx="224420">
                  <c:v>5420</c:v>
                </c:pt>
                <c:pt idx="224371">
                  <c:v>5421</c:v>
                </c:pt>
                <c:pt idx="224322">
                  <c:v>5422</c:v>
                </c:pt>
                <c:pt idx="224273">
                  <c:v>5423</c:v>
                </c:pt>
                <c:pt idx="224224">
                  <c:v>5424</c:v>
                </c:pt>
                <c:pt idx="224175">
                  <c:v>5425</c:v>
                </c:pt>
                <c:pt idx="224126">
                  <c:v>5426</c:v>
                </c:pt>
                <c:pt idx="224077">
                  <c:v>5427</c:v>
                </c:pt>
                <c:pt idx="224028">
                  <c:v>5428</c:v>
                </c:pt>
                <c:pt idx="223979">
                  <c:v>5429</c:v>
                </c:pt>
                <c:pt idx="223930">
                  <c:v>5430</c:v>
                </c:pt>
                <c:pt idx="223881">
                  <c:v>5431</c:v>
                </c:pt>
                <c:pt idx="223832">
                  <c:v>5432</c:v>
                </c:pt>
                <c:pt idx="223783">
                  <c:v>5433</c:v>
                </c:pt>
                <c:pt idx="223734">
                  <c:v>5434</c:v>
                </c:pt>
                <c:pt idx="223685">
                  <c:v>5435</c:v>
                </c:pt>
                <c:pt idx="223636">
                  <c:v>5436</c:v>
                </c:pt>
                <c:pt idx="223587">
                  <c:v>5437</c:v>
                </c:pt>
                <c:pt idx="223538">
                  <c:v>5438</c:v>
                </c:pt>
                <c:pt idx="223489">
                  <c:v>5439</c:v>
                </c:pt>
                <c:pt idx="223440">
                  <c:v>5440</c:v>
                </c:pt>
                <c:pt idx="223391">
                  <c:v>5441</c:v>
                </c:pt>
                <c:pt idx="223342">
                  <c:v>5442</c:v>
                </c:pt>
                <c:pt idx="223293">
                  <c:v>5443</c:v>
                </c:pt>
                <c:pt idx="223244">
                  <c:v>5444</c:v>
                </c:pt>
                <c:pt idx="223195">
                  <c:v>5445</c:v>
                </c:pt>
                <c:pt idx="223146">
                  <c:v>5446</c:v>
                </c:pt>
                <c:pt idx="223097">
                  <c:v>5447</c:v>
                </c:pt>
                <c:pt idx="223048">
                  <c:v>5448</c:v>
                </c:pt>
                <c:pt idx="222999">
                  <c:v>5449</c:v>
                </c:pt>
                <c:pt idx="222950">
                  <c:v>5450</c:v>
                </c:pt>
                <c:pt idx="222901">
                  <c:v>5451</c:v>
                </c:pt>
                <c:pt idx="222852">
                  <c:v>5452</c:v>
                </c:pt>
                <c:pt idx="222803">
                  <c:v>5453</c:v>
                </c:pt>
                <c:pt idx="222754">
                  <c:v>5454</c:v>
                </c:pt>
                <c:pt idx="222705">
                  <c:v>5455</c:v>
                </c:pt>
                <c:pt idx="222656">
                  <c:v>5456</c:v>
                </c:pt>
                <c:pt idx="222607">
                  <c:v>5457</c:v>
                </c:pt>
                <c:pt idx="222558">
                  <c:v>5458</c:v>
                </c:pt>
                <c:pt idx="222509">
                  <c:v>5459</c:v>
                </c:pt>
                <c:pt idx="222460">
                  <c:v>5460</c:v>
                </c:pt>
                <c:pt idx="222411">
                  <c:v>5461</c:v>
                </c:pt>
                <c:pt idx="222362">
                  <c:v>5462</c:v>
                </c:pt>
                <c:pt idx="222313">
                  <c:v>5463</c:v>
                </c:pt>
                <c:pt idx="222264">
                  <c:v>5464</c:v>
                </c:pt>
                <c:pt idx="222215">
                  <c:v>5465</c:v>
                </c:pt>
                <c:pt idx="222166">
                  <c:v>5466</c:v>
                </c:pt>
                <c:pt idx="222117">
                  <c:v>5467</c:v>
                </c:pt>
                <c:pt idx="222068">
                  <c:v>5468</c:v>
                </c:pt>
                <c:pt idx="222019">
                  <c:v>5469</c:v>
                </c:pt>
                <c:pt idx="221970">
                  <c:v>5470</c:v>
                </c:pt>
                <c:pt idx="221921">
                  <c:v>5471</c:v>
                </c:pt>
                <c:pt idx="221872">
                  <c:v>5472</c:v>
                </c:pt>
                <c:pt idx="221823">
                  <c:v>5473</c:v>
                </c:pt>
                <c:pt idx="221774">
                  <c:v>5474</c:v>
                </c:pt>
                <c:pt idx="221725">
                  <c:v>5475</c:v>
                </c:pt>
                <c:pt idx="221676">
                  <c:v>5476</c:v>
                </c:pt>
                <c:pt idx="221627">
                  <c:v>5477</c:v>
                </c:pt>
                <c:pt idx="221578">
                  <c:v>5478</c:v>
                </c:pt>
                <c:pt idx="221529">
                  <c:v>5479</c:v>
                </c:pt>
                <c:pt idx="221480">
                  <c:v>5480</c:v>
                </c:pt>
                <c:pt idx="221431">
                  <c:v>5481</c:v>
                </c:pt>
                <c:pt idx="221382">
                  <c:v>5482</c:v>
                </c:pt>
                <c:pt idx="221333">
                  <c:v>5483</c:v>
                </c:pt>
                <c:pt idx="221284">
                  <c:v>5484</c:v>
                </c:pt>
                <c:pt idx="221235">
                  <c:v>5485</c:v>
                </c:pt>
                <c:pt idx="221186">
                  <c:v>5486</c:v>
                </c:pt>
                <c:pt idx="221137">
                  <c:v>5487</c:v>
                </c:pt>
                <c:pt idx="221088">
                  <c:v>5488</c:v>
                </c:pt>
                <c:pt idx="221039">
                  <c:v>5489</c:v>
                </c:pt>
                <c:pt idx="220990">
                  <c:v>5490</c:v>
                </c:pt>
                <c:pt idx="220941">
                  <c:v>5491</c:v>
                </c:pt>
                <c:pt idx="220892">
                  <c:v>5492</c:v>
                </c:pt>
                <c:pt idx="220843">
                  <c:v>5493</c:v>
                </c:pt>
                <c:pt idx="220794">
                  <c:v>5494</c:v>
                </c:pt>
                <c:pt idx="220745">
                  <c:v>5495</c:v>
                </c:pt>
                <c:pt idx="220696">
                  <c:v>5496</c:v>
                </c:pt>
                <c:pt idx="220647">
                  <c:v>5497</c:v>
                </c:pt>
                <c:pt idx="220598">
                  <c:v>5498</c:v>
                </c:pt>
                <c:pt idx="220549">
                  <c:v>5499</c:v>
                </c:pt>
                <c:pt idx="220500">
                  <c:v>5500</c:v>
                </c:pt>
                <c:pt idx="220451">
                  <c:v>5501</c:v>
                </c:pt>
                <c:pt idx="220402">
                  <c:v>5502</c:v>
                </c:pt>
                <c:pt idx="220353">
                  <c:v>5503</c:v>
                </c:pt>
                <c:pt idx="220304">
                  <c:v>5504</c:v>
                </c:pt>
                <c:pt idx="220255">
                  <c:v>5505</c:v>
                </c:pt>
                <c:pt idx="220206">
                  <c:v>5506</c:v>
                </c:pt>
                <c:pt idx="220157">
                  <c:v>5507</c:v>
                </c:pt>
                <c:pt idx="220108">
                  <c:v>5508</c:v>
                </c:pt>
                <c:pt idx="220059">
                  <c:v>5509</c:v>
                </c:pt>
                <c:pt idx="220010">
                  <c:v>5510</c:v>
                </c:pt>
                <c:pt idx="219961">
                  <c:v>5511</c:v>
                </c:pt>
                <c:pt idx="219912">
                  <c:v>5512</c:v>
                </c:pt>
                <c:pt idx="219863">
                  <c:v>5513</c:v>
                </c:pt>
                <c:pt idx="219814">
                  <c:v>5514</c:v>
                </c:pt>
                <c:pt idx="219765">
                  <c:v>5515</c:v>
                </c:pt>
                <c:pt idx="219716">
                  <c:v>5516</c:v>
                </c:pt>
                <c:pt idx="219667">
                  <c:v>5517</c:v>
                </c:pt>
                <c:pt idx="219618">
                  <c:v>5518</c:v>
                </c:pt>
                <c:pt idx="219569">
                  <c:v>5519</c:v>
                </c:pt>
                <c:pt idx="219520">
                  <c:v>5520</c:v>
                </c:pt>
                <c:pt idx="219471">
                  <c:v>5521</c:v>
                </c:pt>
                <c:pt idx="219422">
                  <c:v>5522</c:v>
                </c:pt>
                <c:pt idx="219373">
                  <c:v>5523</c:v>
                </c:pt>
                <c:pt idx="219324">
                  <c:v>5524</c:v>
                </c:pt>
                <c:pt idx="219275">
                  <c:v>5525</c:v>
                </c:pt>
                <c:pt idx="219226">
                  <c:v>5526</c:v>
                </c:pt>
                <c:pt idx="219177">
                  <c:v>5527</c:v>
                </c:pt>
                <c:pt idx="219128">
                  <c:v>5528</c:v>
                </c:pt>
                <c:pt idx="219079">
                  <c:v>5529</c:v>
                </c:pt>
                <c:pt idx="219030">
                  <c:v>5530</c:v>
                </c:pt>
                <c:pt idx="218981">
                  <c:v>5531</c:v>
                </c:pt>
                <c:pt idx="218932">
                  <c:v>5532</c:v>
                </c:pt>
                <c:pt idx="218883">
                  <c:v>5533</c:v>
                </c:pt>
                <c:pt idx="218834">
                  <c:v>5534</c:v>
                </c:pt>
                <c:pt idx="218785">
                  <c:v>5535</c:v>
                </c:pt>
                <c:pt idx="218736">
                  <c:v>5536</c:v>
                </c:pt>
                <c:pt idx="218687">
                  <c:v>5537</c:v>
                </c:pt>
                <c:pt idx="218638">
                  <c:v>5538</c:v>
                </c:pt>
                <c:pt idx="218589">
                  <c:v>5539</c:v>
                </c:pt>
                <c:pt idx="218540">
                  <c:v>5540</c:v>
                </c:pt>
                <c:pt idx="218491">
                  <c:v>5541</c:v>
                </c:pt>
                <c:pt idx="218442">
                  <c:v>5542</c:v>
                </c:pt>
                <c:pt idx="218393">
                  <c:v>5543</c:v>
                </c:pt>
                <c:pt idx="218344">
                  <c:v>5544</c:v>
                </c:pt>
                <c:pt idx="218295">
                  <c:v>5545</c:v>
                </c:pt>
                <c:pt idx="218246">
                  <c:v>5546</c:v>
                </c:pt>
                <c:pt idx="218197">
                  <c:v>5547</c:v>
                </c:pt>
                <c:pt idx="218148">
                  <c:v>5548</c:v>
                </c:pt>
                <c:pt idx="218099">
                  <c:v>5549</c:v>
                </c:pt>
                <c:pt idx="218050">
                  <c:v>5550</c:v>
                </c:pt>
                <c:pt idx="218001">
                  <c:v>5551</c:v>
                </c:pt>
                <c:pt idx="217952">
                  <c:v>5552</c:v>
                </c:pt>
                <c:pt idx="217903">
                  <c:v>5553</c:v>
                </c:pt>
                <c:pt idx="217854">
                  <c:v>5554</c:v>
                </c:pt>
                <c:pt idx="217805">
                  <c:v>5555</c:v>
                </c:pt>
                <c:pt idx="217756">
                  <c:v>5556</c:v>
                </c:pt>
                <c:pt idx="217707">
                  <c:v>5557</c:v>
                </c:pt>
                <c:pt idx="217658">
                  <c:v>5558</c:v>
                </c:pt>
                <c:pt idx="217609">
                  <c:v>5559</c:v>
                </c:pt>
                <c:pt idx="217560">
                  <c:v>5560</c:v>
                </c:pt>
                <c:pt idx="217511">
                  <c:v>5561</c:v>
                </c:pt>
                <c:pt idx="217462">
                  <c:v>5562</c:v>
                </c:pt>
                <c:pt idx="217413">
                  <c:v>5563</c:v>
                </c:pt>
                <c:pt idx="217364">
                  <c:v>5564</c:v>
                </c:pt>
                <c:pt idx="217315">
                  <c:v>5565</c:v>
                </c:pt>
                <c:pt idx="217266">
                  <c:v>5566</c:v>
                </c:pt>
                <c:pt idx="217217">
                  <c:v>5567</c:v>
                </c:pt>
                <c:pt idx="217168">
                  <c:v>5568</c:v>
                </c:pt>
                <c:pt idx="217119">
                  <c:v>5569</c:v>
                </c:pt>
                <c:pt idx="217070">
                  <c:v>5570</c:v>
                </c:pt>
                <c:pt idx="217021">
                  <c:v>5571</c:v>
                </c:pt>
                <c:pt idx="216972">
                  <c:v>5572</c:v>
                </c:pt>
                <c:pt idx="216923">
                  <c:v>5573</c:v>
                </c:pt>
                <c:pt idx="216874">
                  <c:v>5574</c:v>
                </c:pt>
                <c:pt idx="216825">
                  <c:v>5575</c:v>
                </c:pt>
                <c:pt idx="216776">
                  <c:v>5576</c:v>
                </c:pt>
                <c:pt idx="216727">
                  <c:v>5577</c:v>
                </c:pt>
                <c:pt idx="216678">
                  <c:v>5578</c:v>
                </c:pt>
                <c:pt idx="216629">
                  <c:v>5579</c:v>
                </c:pt>
                <c:pt idx="216580">
                  <c:v>5580</c:v>
                </c:pt>
                <c:pt idx="216531">
                  <c:v>5581</c:v>
                </c:pt>
                <c:pt idx="216482">
                  <c:v>5582</c:v>
                </c:pt>
                <c:pt idx="216433">
                  <c:v>5583</c:v>
                </c:pt>
                <c:pt idx="216384">
                  <c:v>5584</c:v>
                </c:pt>
                <c:pt idx="216335">
                  <c:v>5585</c:v>
                </c:pt>
                <c:pt idx="216286">
                  <c:v>5586</c:v>
                </c:pt>
                <c:pt idx="216237">
                  <c:v>5587</c:v>
                </c:pt>
                <c:pt idx="216188">
                  <c:v>5588</c:v>
                </c:pt>
                <c:pt idx="216139">
                  <c:v>5589</c:v>
                </c:pt>
                <c:pt idx="216090">
                  <c:v>5590</c:v>
                </c:pt>
                <c:pt idx="216041">
                  <c:v>5591</c:v>
                </c:pt>
                <c:pt idx="215992">
                  <c:v>5592</c:v>
                </c:pt>
                <c:pt idx="215943">
                  <c:v>5593</c:v>
                </c:pt>
                <c:pt idx="215894">
                  <c:v>5594</c:v>
                </c:pt>
                <c:pt idx="215845">
                  <c:v>5595</c:v>
                </c:pt>
                <c:pt idx="215796">
                  <c:v>5596</c:v>
                </c:pt>
                <c:pt idx="215747">
                  <c:v>5597</c:v>
                </c:pt>
                <c:pt idx="215698">
                  <c:v>5598</c:v>
                </c:pt>
                <c:pt idx="215649">
                  <c:v>5599</c:v>
                </c:pt>
                <c:pt idx="215600">
                  <c:v>5600</c:v>
                </c:pt>
                <c:pt idx="215551">
                  <c:v>5601</c:v>
                </c:pt>
                <c:pt idx="215502">
                  <c:v>5602</c:v>
                </c:pt>
                <c:pt idx="215453">
                  <c:v>5603</c:v>
                </c:pt>
                <c:pt idx="215404">
                  <c:v>5604</c:v>
                </c:pt>
                <c:pt idx="215355">
                  <c:v>5605</c:v>
                </c:pt>
                <c:pt idx="215306">
                  <c:v>5606</c:v>
                </c:pt>
                <c:pt idx="215257">
                  <c:v>5607</c:v>
                </c:pt>
                <c:pt idx="215208">
                  <c:v>5608</c:v>
                </c:pt>
                <c:pt idx="215159">
                  <c:v>5609</c:v>
                </c:pt>
                <c:pt idx="215110">
                  <c:v>5610</c:v>
                </c:pt>
                <c:pt idx="215061">
                  <c:v>5611</c:v>
                </c:pt>
                <c:pt idx="215012">
                  <c:v>5612</c:v>
                </c:pt>
                <c:pt idx="214963">
                  <c:v>5613</c:v>
                </c:pt>
                <c:pt idx="214914">
                  <c:v>5614</c:v>
                </c:pt>
                <c:pt idx="214865">
                  <c:v>5615</c:v>
                </c:pt>
                <c:pt idx="214816">
                  <c:v>5616</c:v>
                </c:pt>
                <c:pt idx="214767">
                  <c:v>5617</c:v>
                </c:pt>
                <c:pt idx="214718">
                  <c:v>5618</c:v>
                </c:pt>
                <c:pt idx="214669">
                  <c:v>5619</c:v>
                </c:pt>
                <c:pt idx="214620">
                  <c:v>5620</c:v>
                </c:pt>
                <c:pt idx="214571">
                  <c:v>5621</c:v>
                </c:pt>
                <c:pt idx="214522">
                  <c:v>5622</c:v>
                </c:pt>
                <c:pt idx="214473">
                  <c:v>5623</c:v>
                </c:pt>
                <c:pt idx="214424">
                  <c:v>5624</c:v>
                </c:pt>
                <c:pt idx="214375">
                  <c:v>5625</c:v>
                </c:pt>
                <c:pt idx="214326">
                  <c:v>5626</c:v>
                </c:pt>
                <c:pt idx="214277">
                  <c:v>5627</c:v>
                </c:pt>
                <c:pt idx="214228">
                  <c:v>5628</c:v>
                </c:pt>
                <c:pt idx="214179">
                  <c:v>5629</c:v>
                </c:pt>
                <c:pt idx="214130">
                  <c:v>5630</c:v>
                </c:pt>
                <c:pt idx="214081">
                  <c:v>5631</c:v>
                </c:pt>
                <c:pt idx="214032">
                  <c:v>5632</c:v>
                </c:pt>
                <c:pt idx="213983">
                  <c:v>5633</c:v>
                </c:pt>
                <c:pt idx="213934">
                  <c:v>5634</c:v>
                </c:pt>
                <c:pt idx="213885">
                  <c:v>5635</c:v>
                </c:pt>
                <c:pt idx="213836">
                  <c:v>5636</c:v>
                </c:pt>
                <c:pt idx="213787">
                  <c:v>5637</c:v>
                </c:pt>
                <c:pt idx="213738">
                  <c:v>5638</c:v>
                </c:pt>
                <c:pt idx="213689">
                  <c:v>5639</c:v>
                </c:pt>
                <c:pt idx="213640">
                  <c:v>5640</c:v>
                </c:pt>
                <c:pt idx="213591">
                  <c:v>5641</c:v>
                </c:pt>
                <c:pt idx="213542">
                  <c:v>5642</c:v>
                </c:pt>
                <c:pt idx="213493">
                  <c:v>5643</c:v>
                </c:pt>
                <c:pt idx="213444">
                  <c:v>5644</c:v>
                </c:pt>
                <c:pt idx="213395">
                  <c:v>5645</c:v>
                </c:pt>
                <c:pt idx="213346">
                  <c:v>5646</c:v>
                </c:pt>
                <c:pt idx="213297">
                  <c:v>5647</c:v>
                </c:pt>
                <c:pt idx="213248">
                  <c:v>5648</c:v>
                </c:pt>
                <c:pt idx="213199">
                  <c:v>5649</c:v>
                </c:pt>
                <c:pt idx="213150">
                  <c:v>5650</c:v>
                </c:pt>
                <c:pt idx="213101">
                  <c:v>5651</c:v>
                </c:pt>
                <c:pt idx="213052">
                  <c:v>5652</c:v>
                </c:pt>
                <c:pt idx="213003">
                  <c:v>5653</c:v>
                </c:pt>
                <c:pt idx="212954">
                  <c:v>5654</c:v>
                </c:pt>
                <c:pt idx="212905">
                  <c:v>5655</c:v>
                </c:pt>
                <c:pt idx="212856">
                  <c:v>5656</c:v>
                </c:pt>
                <c:pt idx="212807">
                  <c:v>5657</c:v>
                </c:pt>
                <c:pt idx="212758">
                  <c:v>5658</c:v>
                </c:pt>
                <c:pt idx="212709">
                  <c:v>5659</c:v>
                </c:pt>
                <c:pt idx="212660">
                  <c:v>5660</c:v>
                </c:pt>
                <c:pt idx="212611">
                  <c:v>5661</c:v>
                </c:pt>
                <c:pt idx="212562">
                  <c:v>5662</c:v>
                </c:pt>
                <c:pt idx="212513">
                  <c:v>5663</c:v>
                </c:pt>
                <c:pt idx="212464">
                  <c:v>5664</c:v>
                </c:pt>
                <c:pt idx="212415">
                  <c:v>5665</c:v>
                </c:pt>
                <c:pt idx="212366">
                  <c:v>5666</c:v>
                </c:pt>
                <c:pt idx="212317">
                  <c:v>5667</c:v>
                </c:pt>
                <c:pt idx="212268">
                  <c:v>5668</c:v>
                </c:pt>
                <c:pt idx="212219">
                  <c:v>5669</c:v>
                </c:pt>
                <c:pt idx="212170">
                  <c:v>5670</c:v>
                </c:pt>
                <c:pt idx="212121">
                  <c:v>5671</c:v>
                </c:pt>
                <c:pt idx="212072">
                  <c:v>5672</c:v>
                </c:pt>
                <c:pt idx="212023">
                  <c:v>5673</c:v>
                </c:pt>
                <c:pt idx="211974">
                  <c:v>5674</c:v>
                </c:pt>
                <c:pt idx="211925">
                  <c:v>5675</c:v>
                </c:pt>
                <c:pt idx="211876">
                  <c:v>5676</c:v>
                </c:pt>
                <c:pt idx="211827">
                  <c:v>5677</c:v>
                </c:pt>
                <c:pt idx="211778">
                  <c:v>5678</c:v>
                </c:pt>
                <c:pt idx="211729">
                  <c:v>5679</c:v>
                </c:pt>
                <c:pt idx="211680">
                  <c:v>5680</c:v>
                </c:pt>
                <c:pt idx="211631">
                  <c:v>5681</c:v>
                </c:pt>
                <c:pt idx="211582">
                  <c:v>5682</c:v>
                </c:pt>
                <c:pt idx="211533">
                  <c:v>5683</c:v>
                </c:pt>
                <c:pt idx="211484">
                  <c:v>5684</c:v>
                </c:pt>
                <c:pt idx="211435">
                  <c:v>5685</c:v>
                </c:pt>
                <c:pt idx="211386">
                  <c:v>5686</c:v>
                </c:pt>
                <c:pt idx="211337">
                  <c:v>5687</c:v>
                </c:pt>
                <c:pt idx="211288">
                  <c:v>5688</c:v>
                </c:pt>
                <c:pt idx="211239">
                  <c:v>5689</c:v>
                </c:pt>
                <c:pt idx="211190">
                  <c:v>5690</c:v>
                </c:pt>
                <c:pt idx="211141">
                  <c:v>5691</c:v>
                </c:pt>
                <c:pt idx="211092">
                  <c:v>5692</c:v>
                </c:pt>
                <c:pt idx="211043">
                  <c:v>5693</c:v>
                </c:pt>
                <c:pt idx="210994">
                  <c:v>5694</c:v>
                </c:pt>
                <c:pt idx="210945">
                  <c:v>5695</c:v>
                </c:pt>
                <c:pt idx="210896">
                  <c:v>5696</c:v>
                </c:pt>
                <c:pt idx="210847">
                  <c:v>5697</c:v>
                </c:pt>
                <c:pt idx="210798">
                  <c:v>5698</c:v>
                </c:pt>
                <c:pt idx="210749">
                  <c:v>5699</c:v>
                </c:pt>
                <c:pt idx="210700">
                  <c:v>5700</c:v>
                </c:pt>
                <c:pt idx="210651">
                  <c:v>5701</c:v>
                </c:pt>
                <c:pt idx="210602">
                  <c:v>5702</c:v>
                </c:pt>
                <c:pt idx="210553">
                  <c:v>5703</c:v>
                </c:pt>
                <c:pt idx="210504">
                  <c:v>5704</c:v>
                </c:pt>
                <c:pt idx="210455">
                  <c:v>5705</c:v>
                </c:pt>
                <c:pt idx="210406">
                  <c:v>5706</c:v>
                </c:pt>
                <c:pt idx="210357">
                  <c:v>5707</c:v>
                </c:pt>
                <c:pt idx="210308">
                  <c:v>5708</c:v>
                </c:pt>
                <c:pt idx="210259">
                  <c:v>5709</c:v>
                </c:pt>
                <c:pt idx="210210">
                  <c:v>5710</c:v>
                </c:pt>
                <c:pt idx="210161">
                  <c:v>5711</c:v>
                </c:pt>
                <c:pt idx="210112">
                  <c:v>5712</c:v>
                </c:pt>
                <c:pt idx="210063">
                  <c:v>5713</c:v>
                </c:pt>
                <c:pt idx="210014">
                  <c:v>5714</c:v>
                </c:pt>
                <c:pt idx="209965">
                  <c:v>5715</c:v>
                </c:pt>
                <c:pt idx="209916">
                  <c:v>5716</c:v>
                </c:pt>
                <c:pt idx="209867">
                  <c:v>5717</c:v>
                </c:pt>
                <c:pt idx="209818">
                  <c:v>5718</c:v>
                </c:pt>
                <c:pt idx="209769">
                  <c:v>5719</c:v>
                </c:pt>
                <c:pt idx="209720">
                  <c:v>5720</c:v>
                </c:pt>
                <c:pt idx="209671">
                  <c:v>5721</c:v>
                </c:pt>
                <c:pt idx="209622">
                  <c:v>5722</c:v>
                </c:pt>
                <c:pt idx="209573">
                  <c:v>5723</c:v>
                </c:pt>
                <c:pt idx="209524">
                  <c:v>5724</c:v>
                </c:pt>
                <c:pt idx="209475">
                  <c:v>5725</c:v>
                </c:pt>
                <c:pt idx="209426">
                  <c:v>5726</c:v>
                </c:pt>
                <c:pt idx="209377">
                  <c:v>5727</c:v>
                </c:pt>
                <c:pt idx="209328">
                  <c:v>5728</c:v>
                </c:pt>
                <c:pt idx="209279">
                  <c:v>5729</c:v>
                </c:pt>
                <c:pt idx="209230">
                  <c:v>5730</c:v>
                </c:pt>
                <c:pt idx="209181">
                  <c:v>5731</c:v>
                </c:pt>
                <c:pt idx="209132">
                  <c:v>5732</c:v>
                </c:pt>
                <c:pt idx="209083">
                  <c:v>5733</c:v>
                </c:pt>
                <c:pt idx="209034">
                  <c:v>5734</c:v>
                </c:pt>
                <c:pt idx="208985">
                  <c:v>5735</c:v>
                </c:pt>
                <c:pt idx="208936">
                  <c:v>5736</c:v>
                </c:pt>
                <c:pt idx="208887">
                  <c:v>5737</c:v>
                </c:pt>
                <c:pt idx="208838">
                  <c:v>5738</c:v>
                </c:pt>
                <c:pt idx="208789">
                  <c:v>5739</c:v>
                </c:pt>
                <c:pt idx="208740">
                  <c:v>5740</c:v>
                </c:pt>
                <c:pt idx="208691">
                  <c:v>5741</c:v>
                </c:pt>
                <c:pt idx="208642">
                  <c:v>5742</c:v>
                </c:pt>
                <c:pt idx="208593">
                  <c:v>5743</c:v>
                </c:pt>
                <c:pt idx="208544">
                  <c:v>5744</c:v>
                </c:pt>
                <c:pt idx="208495">
                  <c:v>5745</c:v>
                </c:pt>
                <c:pt idx="208446">
                  <c:v>5746</c:v>
                </c:pt>
                <c:pt idx="208397">
                  <c:v>5747</c:v>
                </c:pt>
                <c:pt idx="208348">
                  <c:v>5748</c:v>
                </c:pt>
                <c:pt idx="208299">
                  <c:v>5749</c:v>
                </c:pt>
                <c:pt idx="208250">
                  <c:v>5750</c:v>
                </c:pt>
                <c:pt idx="208201">
                  <c:v>5751</c:v>
                </c:pt>
                <c:pt idx="208152">
                  <c:v>5752</c:v>
                </c:pt>
                <c:pt idx="208103">
                  <c:v>5753</c:v>
                </c:pt>
                <c:pt idx="208054">
                  <c:v>5754</c:v>
                </c:pt>
                <c:pt idx="208005">
                  <c:v>5755</c:v>
                </c:pt>
                <c:pt idx="207956">
                  <c:v>5756</c:v>
                </c:pt>
                <c:pt idx="207907">
                  <c:v>5757</c:v>
                </c:pt>
                <c:pt idx="207858">
                  <c:v>5758</c:v>
                </c:pt>
                <c:pt idx="207809">
                  <c:v>5759</c:v>
                </c:pt>
                <c:pt idx="207760">
                  <c:v>5760</c:v>
                </c:pt>
                <c:pt idx="207711">
                  <c:v>5761</c:v>
                </c:pt>
                <c:pt idx="207662">
                  <c:v>5762</c:v>
                </c:pt>
                <c:pt idx="207613">
                  <c:v>5763</c:v>
                </c:pt>
                <c:pt idx="207564">
                  <c:v>5764</c:v>
                </c:pt>
                <c:pt idx="207515">
                  <c:v>5765</c:v>
                </c:pt>
                <c:pt idx="207466">
                  <c:v>5766</c:v>
                </c:pt>
                <c:pt idx="207417">
                  <c:v>5767</c:v>
                </c:pt>
                <c:pt idx="207368">
                  <c:v>5768</c:v>
                </c:pt>
                <c:pt idx="207319">
                  <c:v>5769</c:v>
                </c:pt>
                <c:pt idx="207270">
                  <c:v>5770</c:v>
                </c:pt>
                <c:pt idx="207221">
                  <c:v>5771</c:v>
                </c:pt>
                <c:pt idx="207172">
                  <c:v>5772</c:v>
                </c:pt>
                <c:pt idx="207123">
                  <c:v>5773</c:v>
                </c:pt>
                <c:pt idx="207074">
                  <c:v>5774</c:v>
                </c:pt>
                <c:pt idx="207025">
                  <c:v>5775</c:v>
                </c:pt>
                <c:pt idx="206976">
                  <c:v>5776</c:v>
                </c:pt>
                <c:pt idx="206927">
                  <c:v>5777</c:v>
                </c:pt>
                <c:pt idx="206878">
                  <c:v>5778</c:v>
                </c:pt>
                <c:pt idx="206829">
                  <c:v>5779</c:v>
                </c:pt>
                <c:pt idx="206780">
                  <c:v>5780</c:v>
                </c:pt>
                <c:pt idx="206731">
                  <c:v>5781</c:v>
                </c:pt>
                <c:pt idx="206682">
                  <c:v>5782</c:v>
                </c:pt>
                <c:pt idx="206633">
                  <c:v>5783</c:v>
                </c:pt>
                <c:pt idx="206584">
                  <c:v>5784</c:v>
                </c:pt>
                <c:pt idx="206535">
                  <c:v>5785</c:v>
                </c:pt>
                <c:pt idx="206486">
                  <c:v>5786</c:v>
                </c:pt>
                <c:pt idx="206437">
                  <c:v>5787</c:v>
                </c:pt>
                <c:pt idx="206388">
                  <c:v>5788</c:v>
                </c:pt>
                <c:pt idx="206339">
                  <c:v>5789</c:v>
                </c:pt>
                <c:pt idx="206290">
                  <c:v>5790</c:v>
                </c:pt>
                <c:pt idx="206241">
                  <c:v>5791</c:v>
                </c:pt>
                <c:pt idx="206192">
                  <c:v>5792</c:v>
                </c:pt>
                <c:pt idx="206143">
                  <c:v>5793</c:v>
                </c:pt>
                <c:pt idx="206094">
                  <c:v>5794</c:v>
                </c:pt>
                <c:pt idx="206045">
                  <c:v>5795</c:v>
                </c:pt>
                <c:pt idx="205996">
                  <c:v>5796</c:v>
                </c:pt>
                <c:pt idx="205947">
                  <c:v>5797</c:v>
                </c:pt>
                <c:pt idx="205898">
                  <c:v>5798</c:v>
                </c:pt>
                <c:pt idx="205849">
                  <c:v>5799</c:v>
                </c:pt>
                <c:pt idx="205800">
                  <c:v>5800</c:v>
                </c:pt>
                <c:pt idx="205751">
                  <c:v>5801</c:v>
                </c:pt>
                <c:pt idx="205702">
                  <c:v>5802</c:v>
                </c:pt>
                <c:pt idx="205653">
                  <c:v>5803</c:v>
                </c:pt>
                <c:pt idx="205604">
                  <c:v>5804</c:v>
                </c:pt>
                <c:pt idx="205555">
                  <c:v>5805</c:v>
                </c:pt>
                <c:pt idx="205506">
                  <c:v>5806</c:v>
                </c:pt>
                <c:pt idx="205457">
                  <c:v>5807</c:v>
                </c:pt>
                <c:pt idx="205408">
                  <c:v>5808</c:v>
                </c:pt>
                <c:pt idx="205359">
                  <c:v>5809</c:v>
                </c:pt>
                <c:pt idx="205310">
                  <c:v>5810</c:v>
                </c:pt>
                <c:pt idx="205261">
                  <c:v>5811</c:v>
                </c:pt>
                <c:pt idx="205212">
                  <c:v>5812</c:v>
                </c:pt>
                <c:pt idx="205163">
                  <c:v>5813</c:v>
                </c:pt>
                <c:pt idx="205114">
                  <c:v>5814</c:v>
                </c:pt>
                <c:pt idx="205065">
                  <c:v>5815</c:v>
                </c:pt>
                <c:pt idx="205016">
                  <c:v>5816</c:v>
                </c:pt>
                <c:pt idx="204967">
                  <c:v>5817</c:v>
                </c:pt>
                <c:pt idx="204918">
                  <c:v>5818</c:v>
                </c:pt>
                <c:pt idx="204869">
                  <c:v>5819</c:v>
                </c:pt>
                <c:pt idx="204820">
                  <c:v>5820</c:v>
                </c:pt>
                <c:pt idx="204771">
                  <c:v>5821</c:v>
                </c:pt>
                <c:pt idx="204722">
                  <c:v>5822</c:v>
                </c:pt>
                <c:pt idx="204673">
                  <c:v>5823</c:v>
                </c:pt>
                <c:pt idx="204624">
                  <c:v>5824</c:v>
                </c:pt>
                <c:pt idx="204575">
                  <c:v>5825</c:v>
                </c:pt>
                <c:pt idx="204526">
                  <c:v>5826</c:v>
                </c:pt>
                <c:pt idx="204477">
                  <c:v>5827</c:v>
                </c:pt>
                <c:pt idx="204428">
                  <c:v>5828</c:v>
                </c:pt>
                <c:pt idx="204379">
                  <c:v>5829</c:v>
                </c:pt>
                <c:pt idx="204330">
                  <c:v>5830</c:v>
                </c:pt>
                <c:pt idx="204281">
                  <c:v>5831</c:v>
                </c:pt>
                <c:pt idx="204232">
                  <c:v>5832</c:v>
                </c:pt>
                <c:pt idx="204183">
                  <c:v>5833</c:v>
                </c:pt>
                <c:pt idx="204134">
                  <c:v>5834</c:v>
                </c:pt>
                <c:pt idx="204085">
                  <c:v>5835</c:v>
                </c:pt>
                <c:pt idx="204036">
                  <c:v>5836</c:v>
                </c:pt>
                <c:pt idx="203987">
                  <c:v>5837</c:v>
                </c:pt>
                <c:pt idx="203938">
                  <c:v>5838</c:v>
                </c:pt>
                <c:pt idx="203889">
                  <c:v>5839</c:v>
                </c:pt>
                <c:pt idx="203840">
                  <c:v>5840</c:v>
                </c:pt>
                <c:pt idx="203791">
                  <c:v>5841</c:v>
                </c:pt>
                <c:pt idx="203742">
                  <c:v>5842</c:v>
                </c:pt>
                <c:pt idx="203693">
                  <c:v>5843</c:v>
                </c:pt>
                <c:pt idx="203644">
                  <c:v>5844</c:v>
                </c:pt>
                <c:pt idx="203595">
                  <c:v>5845</c:v>
                </c:pt>
                <c:pt idx="203546">
                  <c:v>5846</c:v>
                </c:pt>
                <c:pt idx="203497">
                  <c:v>5847</c:v>
                </c:pt>
                <c:pt idx="203448">
                  <c:v>5848</c:v>
                </c:pt>
                <c:pt idx="203399">
                  <c:v>5849</c:v>
                </c:pt>
                <c:pt idx="203350">
                  <c:v>5850</c:v>
                </c:pt>
                <c:pt idx="203301">
                  <c:v>5851</c:v>
                </c:pt>
                <c:pt idx="203252">
                  <c:v>5852</c:v>
                </c:pt>
                <c:pt idx="203203">
                  <c:v>5853</c:v>
                </c:pt>
                <c:pt idx="203154">
                  <c:v>5854</c:v>
                </c:pt>
                <c:pt idx="203105">
                  <c:v>5855</c:v>
                </c:pt>
                <c:pt idx="203056">
                  <c:v>5856</c:v>
                </c:pt>
                <c:pt idx="203007">
                  <c:v>5857</c:v>
                </c:pt>
                <c:pt idx="202958">
                  <c:v>5858</c:v>
                </c:pt>
                <c:pt idx="202909">
                  <c:v>5859</c:v>
                </c:pt>
                <c:pt idx="202860">
                  <c:v>5860</c:v>
                </c:pt>
                <c:pt idx="202811">
                  <c:v>5861</c:v>
                </c:pt>
                <c:pt idx="202762">
                  <c:v>5862</c:v>
                </c:pt>
                <c:pt idx="202713">
                  <c:v>5863</c:v>
                </c:pt>
                <c:pt idx="202664">
                  <c:v>5864</c:v>
                </c:pt>
                <c:pt idx="202615">
                  <c:v>5865</c:v>
                </c:pt>
                <c:pt idx="202566">
                  <c:v>5866</c:v>
                </c:pt>
                <c:pt idx="202517">
                  <c:v>5867</c:v>
                </c:pt>
                <c:pt idx="202468">
                  <c:v>5868</c:v>
                </c:pt>
                <c:pt idx="202419">
                  <c:v>5869</c:v>
                </c:pt>
                <c:pt idx="202370">
                  <c:v>5870</c:v>
                </c:pt>
                <c:pt idx="202321">
                  <c:v>5871</c:v>
                </c:pt>
                <c:pt idx="202272">
                  <c:v>5872</c:v>
                </c:pt>
                <c:pt idx="202223">
                  <c:v>5873</c:v>
                </c:pt>
                <c:pt idx="202174">
                  <c:v>5874</c:v>
                </c:pt>
                <c:pt idx="202125">
                  <c:v>5875</c:v>
                </c:pt>
                <c:pt idx="202076">
                  <c:v>5876</c:v>
                </c:pt>
                <c:pt idx="202027">
                  <c:v>5877</c:v>
                </c:pt>
                <c:pt idx="201978">
                  <c:v>5878</c:v>
                </c:pt>
                <c:pt idx="201929">
                  <c:v>5879</c:v>
                </c:pt>
                <c:pt idx="201880">
                  <c:v>5880</c:v>
                </c:pt>
                <c:pt idx="201831">
                  <c:v>5881</c:v>
                </c:pt>
                <c:pt idx="201782">
                  <c:v>5882</c:v>
                </c:pt>
                <c:pt idx="201733">
                  <c:v>5883</c:v>
                </c:pt>
                <c:pt idx="201684">
                  <c:v>5884</c:v>
                </c:pt>
                <c:pt idx="201635">
                  <c:v>5885</c:v>
                </c:pt>
                <c:pt idx="201586">
                  <c:v>5886</c:v>
                </c:pt>
                <c:pt idx="201537">
                  <c:v>5887</c:v>
                </c:pt>
                <c:pt idx="201488">
                  <c:v>5888</c:v>
                </c:pt>
                <c:pt idx="201439">
                  <c:v>5889</c:v>
                </c:pt>
                <c:pt idx="201390">
                  <c:v>5890</c:v>
                </c:pt>
                <c:pt idx="201341">
                  <c:v>5891</c:v>
                </c:pt>
                <c:pt idx="201292">
                  <c:v>5892</c:v>
                </c:pt>
                <c:pt idx="201243">
                  <c:v>5893</c:v>
                </c:pt>
                <c:pt idx="201194">
                  <c:v>5894</c:v>
                </c:pt>
                <c:pt idx="201145">
                  <c:v>5895</c:v>
                </c:pt>
                <c:pt idx="201096">
                  <c:v>5896</c:v>
                </c:pt>
                <c:pt idx="201047">
                  <c:v>5897</c:v>
                </c:pt>
                <c:pt idx="200998">
                  <c:v>5898</c:v>
                </c:pt>
                <c:pt idx="200949">
                  <c:v>5899</c:v>
                </c:pt>
                <c:pt idx="200900">
                  <c:v>5900</c:v>
                </c:pt>
                <c:pt idx="200851">
                  <c:v>5901</c:v>
                </c:pt>
                <c:pt idx="200802">
                  <c:v>5902</c:v>
                </c:pt>
                <c:pt idx="200753">
                  <c:v>5903</c:v>
                </c:pt>
                <c:pt idx="200704">
                  <c:v>5904</c:v>
                </c:pt>
                <c:pt idx="200655">
                  <c:v>5905</c:v>
                </c:pt>
                <c:pt idx="200606">
                  <c:v>5906</c:v>
                </c:pt>
                <c:pt idx="200557">
                  <c:v>5907</c:v>
                </c:pt>
                <c:pt idx="200508">
                  <c:v>5908</c:v>
                </c:pt>
                <c:pt idx="200459">
                  <c:v>5909</c:v>
                </c:pt>
                <c:pt idx="200410">
                  <c:v>5910</c:v>
                </c:pt>
                <c:pt idx="200361">
                  <c:v>5911</c:v>
                </c:pt>
                <c:pt idx="200312">
                  <c:v>5912</c:v>
                </c:pt>
                <c:pt idx="200263">
                  <c:v>5913</c:v>
                </c:pt>
                <c:pt idx="200214">
                  <c:v>5914</c:v>
                </c:pt>
                <c:pt idx="200165">
                  <c:v>5915</c:v>
                </c:pt>
                <c:pt idx="200116">
                  <c:v>5916</c:v>
                </c:pt>
                <c:pt idx="200067">
                  <c:v>5917</c:v>
                </c:pt>
                <c:pt idx="200018">
                  <c:v>5918</c:v>
                </c:pt>
                <c:pt idx="199969">
                  <c:v>5919</c:v>
                </c:pt>
                <c:pt idx="199920">
                  <c:v>5920</c:v>
                </c:pt>
                <c:pt idx="199871">
                  <c:v>5921</c:v>
                </c:pt>
                <c:pt idx="199822">
                  <c:v>5922</c:v>
                </c:pt>
                <c:pt idx="199773">
                  <c:v>5923</c:v>
                </c:pt>
                <c:pt idx="199724">
                  <c:v>5924</c:v>
                </c:pt>
                <c:pt idx="199675">
                  <c:v>5925</c:v>
                </c:pt>
                <c:pt idx="199626">
                  <c:v>5926</c:v>
                </c:pt>
                <c:pt idx="199577">
                  <c:v>5927</c:v>
                </c:pt>
                <c:pt idx="199528">
                  <c:v>5928</c:v>
                </c:pt>
                <c:pt idx="199479">
                  <c:v>5929</c:v>
                </c:pt>
                <c:pt idx="199430">
                  <c:v>5930</c:v>
                </c:pt>
                <c:pt idx="199381">
                  <c:v>5931</c:v>
                </c:pt>
                <c:pt idx="199332">
                  <c:v>5932</c:v>
                </c:pt>
                <c:pt idx="199283">
                  <c:v>5933</c:v>
                </c:pt>
                <c:pt idx="199234">
                  <c:v>5934</c:v>
                </c:pt>
                <c:pt idx="199185">
                  <c:v>5935</c:v>
                </c:pt>
                <c:pt idx="199136">
                  <c:v>5936</c:v>
                </c:pt>
                <c:pt idx="199087">
                  <c:v>5937</c:v>
                </c:pt>
                <c:pt idx="199038">
                  <c:v>5938</c:v>
                </c:pt>
                <c:pt idx="198989">
                  <c:v>5939</c:v>
                </c:pt>
                <c:pt idx="198940">
                  <c:v>5940</c:v>
                </c:pt>
                <c:pt idx="198891">
                  <c:v>5941</c:v>
                </c:pt>
                <c:pt idx="198842">
                  <c:v>5942</c:v>
                </c:pt>
                <c:pt idx="198793">
                  <c:v>5943</c:v>
                </c:pt>
                <c:pt idx="198744">
                  <c:v>5944</c:v>
                </c:pt>
                <c:pt idx="198695">
                  <c:v>5945</c:v>
                </c:pt>
                <c:pt idx="198646">
                  <c:v>5946</c:v>
                </c:pt>
                <c:pt idx="198597">
                  <c:v>5947</c:v>
                </c:pt>
                <c:pt idx="198548">
                  <c:v>5948</c:v>
                </c:pt>
                <c:pt idx="198499">
                  <c:v>5949</c:v>
                </c:pt>
                <c:pt idx="198450">
                  <c:v>5950</c:v>
                </c:pt>
                <c:pt idx="198401">
                  <c:v>5951</c:v>
                </c:pt>
                <c:pt idx="198352">
                  <c:v>5952</c:v>
                </c:pt>
                <c:pt idx="198303">
                  <c:v>5953</c:v>
                </c:pt>
                <c:pt idx="198254">
                  <c:v>5954</c:v>
                </c:pt>
                <c:pt idx="198205">
                  <c:v>5955</c:v>
                </c:pt>
                <c:pt idx="198156">
                  <c:v>5956</c:v>
                </c:pt>
                <c:pt idx="198107">
                  <c:v>5957</c:v>
                </c:pt>
                <c:pt idx="198058">
                  <c:v>5958</c:v>
                </c:pt>
                <c:pt idx="198009">
                  <c:v>5959</c:v>
                </c:pt>
                <c:pt idx="197960">
                  <c:v>5960</c:v>
                </c:pt>
                <c:pt idx="197911">
                  <c:v>5961</c:v>
                </c:pt>
                <c:pt idx="197862">
                  <c:v>5962</c:v>
                </c:pt>
                <c:pt idx="197813">
                  <c:v>5963</c:v>
                </c:pt>
                <c:pt idx="197764">
                  <c:v>5964</c:v>
                </c:pt>
                <c:pt idx="197715">
                  <c:v>5965</c:v>
                </c:pt>
                <c:pt idx="197666">
                  <c:v>5966</c:v>
                </c:pt>
                <c:pt idx="197617">
                  <c:v>5967</c:v>
                </c:pt>
                <c:pt idx="197568">
                  <c:v>5968</c:v>
                </c:pt>
                <c:pt idx="197519">
                  <c:v>5969</c:v>
                </c:pt>
                <c:pt idx="197470">
                  <c:v>5970</c:v>
                </c:pt>
                <c:pt idx="197421">
                  <c:v>5971</c:v>
                </c:pt>
                <c:pt idx="197372">
                  <c:v>5972</c:v>
                </c:pt>
                <c:pt idx="197323">
                  <c:v>5973</c:v>
                </c:pt>
                <c:pt idx="197274">
                  <c:v>5974</c:v>
                </c:pt>
                <c:pt idx="197225">
                  <c:v>5975</c:v>
                </c:pt>
                <c:pt idx="197176">
                  <c:v>5976</c:v>
                </c:pt>
                <c:pt idx="197127">
                  <c:v>5977</c:v>
                </c:pt>
                <c:pt idx="197078">
                  <c:v>5978</c:v>
                </c:pt>
                <c:pt idx="197029">
                  <c:v>5979</c:v>
                </c:pt>
                <c:pt idx="196980">
                  <c:v>5980</c:v>
                </c:pt>
                <c:pt idx="196931">
                  <c:v>5981</c:v>
                </c:pt>
                <c:pt idx="196882">
                  <c:v>5982</c:v>
                </c:pt>
                <c:pt idx="196833">
                  <c:v>5983</c:v>
                </c:pt>
                <c:pt idx="196784">
                  <c:v>5984</c:v>
                </c:pt>
                <c:pt idx="196735">
                  <c:v>5985</c:v>
                </c:pt>
                <c:pt idx="196686">
                  <c:v>5986</c:v>
                </c:pt>
                <c:pt idx="196637">
                  <c:v>5987</c:v>
                </c:pt>
                <c:pt idx="196588">
                  <c:v>5988</c:v>
                </c:pt>
                <c:pt idx="196539">
                  <c:v>5989</c:v>
                </c:pt>
                <c:pt idx="196490">
                  <c:v>5990</c:v>
                </c:pt>
                <c:pt idx="196441">
                  <c:v>5991</c:v>
                </c:pt>
                <c:pt idx="196392">
                  <c:v>5992</c:v>
                </c:pt>
                <c:pt idx="196343">
                  <c:v>5993</c:v>
                </c:pt>
                <c:pt idx="196294">
                  <c:v>5994</c:v>
                </c:pt>
                <c:pt idx="196245">
                  <c:v>5995</c:v>
                </c:pt>
                <c:pt idx="196196">
                  <c:v>5996</c:v>
                </c:pt>
                <c:pt idx="196147">
                  <c:v>5997</c:v>
                </c:pt>
                <c:pt idx="196098">
                  <c:v>5998</c:v>
                </c:pt>
                <c:pt idx="196049">
                  <c:v>5999</c:v>
                </c:pt>
                <c:pt idx="196000">
                  <c:v>6000</c:v>
                </c:pt>
                <c:pt idx="195951">
                  <c:v>6001</c:v>
                </c:pt>
                <c:pt idx="195902">
                  <c:v>6002</c:v>
                </c:pt>
                <c:pt idx="195853">
                  <c:v>6003</c:v>
                </c:pt>
                <c:pt idx="195804">
                  <c:v>6004</c:v>
                </c:pt>
                <c:pt idx="195755">
                  <c:v>6005</c:v>
                </c:pt>
                <c:pt idx="195706">
                  <c:v>6006</c:v>
                </c:pt>
                <c:pt idx="195657">
                  <c:v>6007</c:v>
                </c:pt>
                <c:pt idx="195608">
                  <c:v>6008</c:v>
                </c:pt>
                <c:pt idx="195559">
                  <c:v>6009</c:v>
                </c:pt>
                <c:pt idx="195510">
                  <c:v>6010</c:v>
                </c:pt>
                <c:pt idx="195461">
                  <c:v>6011</c:v>
                </c:pt>
                <c:pt idx="195412">
                  <c:v>6012</c:v>
                </c:pt>
                <c:pt idx="195363">
                  <c:v>6013</c:v>
                </c:pt>
                <c:pt idx="195314">
                  <c:v>6014</c:v>
                </c:pt>
                <c:pt idx="195265">
                  <c:v>6015</c:v>
                </c:pt>
                <c:pt idx="195216">
                  <c:v>6016</c:v>
                </c:pt>
                <c:pt idx="195167">
                  <c:v>6017</c:v>
                </c:pt>
                <c:pt idx="195118">
                  <c:v>6018</c:v>
                </c:pt>
                <c:pt idx="195069">
                  <c:v>6019</c:v>
                </c:pt>
                <c:pt idx="195020">
                  <c:v>6020</c:v>
                </c:pt>
                <c:pt idx="194971">
                  <c:v>6021</c:v>
                </c:pt>
                <c:pt idx="194922">
                  <c:v>6022</c:v>
                </c:pt>
                <c:pt idx="194873">
                  <c:v>6023</c:v>
                </c:pt>
                <c:pt idx="194824">
                  <c:v>6024</c:v>
                </c:pt>
                <c:pt idx="194775">
                  <c:v>6025</c:v>
                </c:pt>
                <c:pt idx="194726">
                  <c:v>6026</c:v>
                </c:pt>
                <c:pt idx="194677">
                  <c:v>6027</c:v>
                </c:pt>
                <c:pt idx="194628">
                  <c:v>6028</c:v>
                </c:pt>
                <c:pt idx="194579">
                  <c:v>6029</c:v>
                </c:pt>
                <c:pt idx="194530">
                  <c:v>6030</c:v>
                </c:pt>
                <c:pt idx="194481">
                  <c:v>6031</c:v>
                </c:pt>
                <c:pt idx="194432">
                  <c:v>6032</c:v>
                </c:pt>
                <c:pt idx="194383">
                  <c:v>6033</c:v>
                </c:pt>
                <c:pt idx="194334">
                  <c:v>6034</c:v>
                </c:pt>
                <c:pt idx="194285">
                  <c:v>6035</c:v>
                </c:pt>
                <c:pt idx="194236">
                  <c:v>6036</c:v>
                </c:pt>
                <c:pt idx="194187">
                  <c:v>6037</c:v>
                </c:pt>
                <c:pt idx="194138">
                  <c:v>6038</c:v>
                </c:pt>
                <c:pt idx="194089">
                  <c:v>6039</c:v>
                </c:pt>
                <c:pt idx="194040">
                  <c:v>6040</c:v>
                </c:pt>
                <c:pt idx="193991">
                  <c:v>6041</c:v>
                </c:pt>
                <c:pt idx="193942">
                  <c:v>6042</c:v>
                </c:pt>
                <c:pt idx="193893">
                  <c:v>6043</c:v>
                </c:pt>
                <c:pt idx="193844">
                  <c:v>6044</c:v>
                </c:pt>
                <c:pt idx="193795">
                  <c:v>6045</c:v>
                </c:pt>
                <c:pt idx="193746">
                  <c:v>6046</c:v>
                </c:pt>
                <c:pt idx="193697">
                  <c:v>6047</c:v>
                </c:pt>
                <c:pt idx="193648">
                  <c:v>6048</c:v>
                </c:pt>
                <c:pt idx="193599">
                  <c:v>6049</c:v>
                </c:pt>
                <c:pt idx="193550">
                  <c:v>6050</c:v>
                </c:pt>
                <c:pt idx="193501">
                  <c:v>6051</c:v>
                </c:pt>
                <c:pt idx="193452">
                  <c:v>6052</c:v>
                </c:pt>
                <c:pt idx="193403">
                  <c:v>6053</c:v>
                </c:pt>
                <c:pt idx="193354">
                  <c:v>6054</c:v>
                </c:pt>
                <c:pt idx="193305">
                  <c:v>6055</c:v>
                </c:pt>
                <c:pt idx="193256">
                  <c:v>6056</c:v>
                </c:pt>
                <c:pt idx="193207">
                  <c:v>6057</c:v>
                </c:pt>
                <c:pt idx="193158">
                  <c:v>6058</c:v>
                </c:pt>
                <c:pt idx="193109">
                  <c:v>6059</c:v>
                </c:pt>
                <c:pt idx="193060">
                  <c:v>6060</c:v>
                </c:pt>
                <c:pt idx="193011">
                  <c:v>6061</c:v>
                </c:pt>
                <c:pt idx="192962">
                  <c:v>6062</c:v>
                </c:pt>
                <c:pt idx="192913">
                  <c:v>6063</c:v>
                </c:pt>
                <c:pt idx="192864">
                  <c:v>6064</c:v>
                </c:pt>
                <c:pt idx="192815">
                  <c:v>6065</c:v>
                </c:pt>
                <c:pt idx="192766">
                  <c:v>6066</c:v>
                </c:pt>
                <c:pt idx="192717">
                  <c:v>6067</c:v>
                </c:pt>
                <c:pt idx="192668">
                  <c:v>6068</c:v>
                </c:pt>
                <c:pt idx="192619">
                  <c:v>6069</c:v>
                </c:pt>
                <c:pt idx="192570">
                  <c:v>6070</c:v>
                </c:pt>
                <c:pt idx="192521">
                  <c:v>6071</c:v>
                </c:pt>
                <c:pt idx="192472">
                  <c:v>6072</c:v>
                </c:pt>
                <c:pt idx="192423">
                  <c:v>6073</c:v>
                </c:pt>
                <c:pt idx="192374">
                  <c:v>6074</c:v>
                </c:pt>
                <c:pt idx="192325">
                  <c:v>6075</c:v>
                </c:pt>
                <c:pt idx="192276">
                  <c:v>6076</c:v>
                </c:pt>
                <c:pt idx="192227">
                  <c:v>6077</c:v>
                </c:pt>
                <c:pt idx="192178">
                  <c:v>6078</c:v>
                </c:pt>
                <c:pt idx="192129">
                  <c:v>6079</c:v>
                </c:pt>
                <c:pt idx="192080">
                  <c:v>6080</c:v>
                </c:pt>
                <c:pt idx="192031">
                  <c:v>6081</c:v>
                </c:pt>
                <c:pt idx="191982">
                  <c:v>6082</c:v>
                </c:pt>
                <c:pt idx="191933">
                  <c:v>6083</c:v>
                </c:pt>
                <c:pt idx="191884">
                  <c:v>6084</c:v>
                </c:pt>
                <c:pt idx="191835">
                  <c:v>6085</c:v>
                </c:pt>
                <c:pt idx="191786">
                  <c:v>6086</c:v>
                </c:pt>
                <c:pt idx="191737">
                  <c:v>6087</c:v>
                </c:pt>
                <c:pt idx="191688">
                  <c:v>6088</c:v>
                </c:pt>
                <c:pt idx="191639">
                  <c:v>6089</c:v>
                </c:pt>
                <c:pt idx="191590">
                  <c:v>6090</c:v>
                </c:pt>
                <c:pt idx="191541">
                  <c:v>6091</c:v>
                </c:pt>
                <c:pt idx="191492">
                  <c:v>6092</c:v>
                </c:pt>
                <c:pt idx="191443">
                  <c:v>6093</c:v>
                </c:pt>
                <c:pt idx="191394">
                  <c:v>6094</c:v>
                </c:pt>
                <c:pt idx="191345">
                  <c:v>6095</c:v>
                </c:pt>
                <c:pt idx="191296">
                  <c:v>6096</c:v>
                </c:pt>
                <c:pt idx="191247">
                  <c:v>6097</c:v>
                </c:pt>
                <c:pt idx="191198">
                  <c:v>6098</c:v>
                </c:pt>
                <c:pt idx="191149">
                  <c:v>6099</c:v>
                </c:pt>
                <c:pt idx="191100">
                  <c:v>6100</c:v>
                </c:pt>
                <c:pt idx="191051">
                  <c:v>6101</c:v>
                </c:pt>
                <c:pt idx="191002">
                  <c:v>6102</c:v>
                </c:pt>
                <c:pt idx="190953">
                  <c:v>6103</c:v>
                </c:pt>
                <c:pt idx="190904">
                  <c:v>6104</c:v>
                </c:pt>
                <c:pt idx="190855">
                  <c:v>6105</c:v>
                </c:pt>
                <c:pt idx="190806">
                  <c:v>6106</c:v>
                </c:pt>
                <c:pt idx="190757">
                  <c:v>6107</c:v>
                </c:pt>
                <c:pt idx="190708">
                  <c:v>6108</c:v>
                </c:pt>
                <c:pt idx="190659">
                  <c:v>6109</c:v>
                </c:pt>
                <c:pt idx="190610">
                  <c:v>6110</c:v>
                </c:pt>
                <c:pt idx="190561">
                  <c:v>6111</c:v>
                </c:pt>
                <c:pt idx="190512">
                  <c:v>6112</c:v>
                </c:pt>
                <c:pt idx="190463">
                  <c:v>6113</c:v>
                </c:pt>
                <c:pt idx="190414">
                  <c:v>6114</c:v>
                </c:pt>
                <c:pt idx="190365">
                  <c:v>6115</c:v>
                </c:pt>
                <c:pt idx="190316">
                  <c:v>6116</c:v>
                </c:pt>
                <c:pt idx="190267">
                  <c:v>6117</c:v>
                </c:pt>
                <c:pt idx="190218">
                  <c:v>6118</c:v>
                </c:pt>
                <c:pt idx="190169">
                  <c:v>6119</c:v>
                </c:pt>
                <c:pt idx="190120">
                  <c:v>6120</c:v>
                </c:pt>
                <c:pt idx="190071">
                  <c:v>6121</c:v>
                </c:pt>
                <c:pt idx="190022">
                  <c:v>6122</c:v>
                </c:pt>
                <c:pt idx="189973">
                  <c:v>6123</c:v>
                </c:pt>
                <c:pt idx="189924">
                  <c:v>6124</c:v>
                </c:pt>
                <c:pt idx="189875">
                  <c:v>6125</c:v>
                </c:pt>
                <c:pt idx="189826">
                  <c:v>6126</c:v>
                </c:pt>
                <c:pt idx="189777">
                  <c:v>6127</c:v>
                </c:pt>
                <c:pt idx="189728">
                  <c:v>6128</c:v>
                </c:pt>
                <c:pt idx="189679">
                  <c:v>6129</c:v>
                </c:pt>
                <c:pt idx="189630">
                  <c:v>6130</c:v>
                </c:pt>
                <c:pt idx="189581">
                  <c:v>6131</c:v>
                </c:pt>
                <c:pt idx="189532">
                  <c:v>6132</c:v>
                </c:pt>
                <c:pt idx="189483">
                  <c:v>6133</c:v>
                </c:pt>
                <c:pt idx="189434">
                  <c:v>6134</c:v>
                </c:pt>
                <c:pt idx="189385">
                  <c:v>6135</c:v>
                </c:pt>
                <c:pt idx="189336">
                  <c:v>6136</c:v>
                </c:pt>
                <c:pt idx="189287">
                  <c:v>6137</c:v>
                </c:pt>
                <c:pt idx="189238">
                  <c:v>6138</c:v>
                </c:pt>
                <c:pt idx="189189">
                  <c:v>6139</c:v>
                </c:pt>
                <c:pt idx="189140">
                  <c:v>6140</c:v>
                </c:pt>
                <c:pt idx="189091">
                  <c:v>6141</c:v>
                </c:pt>
                <c:pt idx="189042">
                  <c:v>6142</c:v>
                </c:pt>
                <c:pt idx="188993">
                  <c:v>6143</c:v>
                </c:pt>
                <c:pt idx="188944">
                  <c:v>6144</c:v>
                </c:pt>
                <c:pt idx="188895">
                  <c:v>6145</c:v>
                </c:pt>
                <c:pt idx="188846">
                  <c:v>6146</c:v>
                </c:pt>
                <c:pt idx="188797">
                  <c:v>6147</c:v>
                </c:pt>
                <c:pt idx="188748">
                  <c:v>6148</c:v>
                </c:pt>
                <c:pt idx="188699">
                  <c:v>6149</c:v>
                </c:pt>
                <c:pt idx="188650">
                  <c:v>6150</c:v>
                </c:pt>
                <c:pt idx="188601">
                  <c:v>6151</c:v>
                </c:pt>
                <c:pt idx="188552">
                  <c:v>6152</c:v>
                </c:pt>
                <c:pt idx="188503">
                  <c:v>6153</c:v>
                </c:pt>
                <c:pt idx="188454">
                  <c:v>6154</c:v>
                </c:pt>
                <c:pt idx="188405">
                  <c:v>6155</c:v>
                </c:pt>
                <c:pt idx="188356">
                  <c:v>6156</c:v>
                </c:pt>
                <c:pt idx="188307">
                  <c:v>6157</c:v>
                </c:pt>
                <c:pt idx="188258">
                  <c:v>6158</c:v>
                </c:pt>
                <c:pt idx="188209">
                  <c:v>6159</c:v>
                </c:pt>
                <c:pt idx="188160">
                  <c:v>6160</c:v>
                </c:pt>
                <c:pt idx="188111">
                  <c:v>6161</c:v>
                </c:pt>
                <c:pt idx="188062">
                  <c:v>6162</c:v>
                </c:pt>
                <c:pt idx="188013">
                  <c:v>6163</c:v>
                </c:pt>
                <c:pt idx="187964">
                  <c:v>6164</c:v>
                </c:pt>
                <c:pt idx="187915">
                  <c:v>6165</c:v>
                </c:pt>
                <c:pt idx="187866">
                  <c:v>6166</c:v>
                </c:pt>
                <c:pt idx="187817">
                  <c:v>6167</c:v>
                </c:pt>
                <c:pt idx="187768">
                  <c:v>6168</c:v>
                </c:pt>
                <c:pt idx="187719">
                  <c:v>6169</c:v>
                </c:pt>
                <c:pt idx="187670">
                  <c:v>6170</c:v>
                </c:pt>
                <c:pt idx="187621">
                  <c:v>6171</c:v>
                </c:pt>
                <c:pt idx="187572">
                  <c:v>6172</c:v>
                </c:pt>
                <c:pt idx="187523">
                  <c:v>6173</c:v>
                </c:pt>
                <c:pt idx="187474">
                  <c:v>6174</c:v>
                </c:pt>
                <c:pt idx="187425">
                  <c:v>6175</c:v>
                </c:pt>
                <c:pt idx="187376">
                  <c:v>6176</c:v>
                </c:pt>
                <c:pt idx="187327">
                  <c:v>6177</c:v>
                </c:pt>
                <c:pt idx="187278">
                  <c:v>6178</c:v>
                </c:pt>
                <c:pt idx="187229">
                  <c:v>6179</c:v>
                </c:pt>
                <c:pt idx="187180">
                  <c:v>6180</c:v>
                </c:pt>
                <c:pt idx="187131">
                  <c:v>6181</c:v>
                </c:pt>
                <c:pt idx="187082">
                  <c:v>6182</c:v>
                </c:pt>
                <c:pt idx="187033">
                  <c:v>6183</c:v>
                </c:pt>
                <c:pt idx="186984">
                  <c:v>6184</c:v>
                </c:pt>
                <c:pt idx="186935">
                  <c:v>6185</c:v>
                </c:pt>
                <c:pt idx="186886">
                  <c:v>6186</c:v>
                </c:pt>
                <c:pt idx="186837">
                  <c:v>6187</c:v>
                </c:pt>
                <c:pt idx="186788">
                  <c:v>6188</c:v>
                </c:pt>
                <c:pt idx="186739">
                  <c:v>6189</c:v>
                </c:pt>
                <c:pt idx="186690">
                  <c:v>6190</c:v>
                </c:pt>
                <c:pt idx="186641">
                  <c:v>6191</c:v>
                </c:pt>
                <c:pt idx="186592">
                  <c:v>6192</c:v>
                </c:pt>
                <c:pt idx="186543">
                  <c:v>6193</c:v>
                </c:pt>
                <c:pt idx="186494">
                  <c:v>6194</c:v>
                </c:pt>
                <c:pt idx="186445">
                  <c:v>6195</c:v>
                </c:pt>
                <c:pt idx="186396">
                  <c:v>6196</c:v>
                </c:pt>
                <c:pt idx="186347">
                  <c:v>6197</c:v>
                </c:pt>
                <c:pt idx="186298">
                  <c:v>6198</c:v>
                </c:pt>
                <c:pt idx="186249">
                  <c:v>6199</c:v>
                </c:pt>
                <c:pt idx="186200">
                  <c:v>6200</c:v>
                </c:pt>
                <c:pt idx="186151">
                  <c:v>6201</c:v>
                </c:pt>
                <c:pt idx="186102">
                  <c:v>6202</c:v>
                </c:pt>
                <c:pt idx="186053">
                  <c:v>6203</c:v>
                </c:pt>
                <c:pt idx="186004">
                  <c:v>6204</c:v>
                </c:pt>
                <c:pt idx="185955">
                  <c:v>6205</c:v>
                </c:pt>
                <c:pt idx="185906">
                  <c:v>6206</c:v>
                </c:pt>
                <c:pt idx="185857">
                  <c:v>6207</c:v>
                </c:pt>
                <c:pt idx="185808">
                  <c:v>6208</c:v>
                </c:pt>
                <c:pt idx="185759">
                  <c:v>6209</c:v>
                </c:pt>
                <c:pt idx="185710">
                  <c:v>6210</c:v>
                </c:pt>
                <c:pt idx="185661">
                  <c:v>6211</c:v>
                </c:pt>
                <c:pt idx="185612">
                  <c:v>6212</c:v>
                </c:pt>
                <c:pt idx="185563">
                  <c:v>6213</c:v>
                </c:pt>
                <c:pt idx="185514">
                  <c:v>6214</c:v>
                </c:pt>
                <c:pt idx="185465">
                  <c:v>6215</c:v>
                </c:pt>
                <c:pt idx="185416">
                  <c:v>6216</c:v>
                </c:pt>
                <c:pt idx="185367">
                  <c:v>6217</c:v>
                </c:pt>
                <c:pt idx="185318">
                  <c:v>6218</c:v>
                </c:pt>
                <c:pt idx="185269">
                  <c:v>6219</c:v>
                </c:pt>
                <c:pt idx="185220">
                  <c:v>6220</c:v>
                </c:pt>
                <c:pt idx="185171">
                  <c:v>6221</c:v>
                </c:pt>
                <c:pt idx="185122">
                  <c:v>6222</c:v>
                </c:pt>
                <c:pt idx="185073">
                  <c:v>6223</c:v>
                </c:pt>
                <c:pt idx="185024">
                  <c:v>6224</c:v>
                </c:pt>
                <c:pt idx="184975">
                  <c:v>6225</c:v>
                </c:pt>
                <c:pt idx="184926">
                  <c:v>6226</c:v>
                </c:pt>
                <c:pt idx="184877">
                  <c:v>6227</c:v>
                </c:pt>
                <c:pt idx="184828">
                  <c:v>6228</c:v>
                </c:pt>
                <c:pt idx="184779">
                  <c:v>6229</c:v>
                </c:pt>
                <c:pt idx="184730">
                  <c:v>6230</c:v>
                </c:pt>
                <c:pt idx="184681">
                  <c:v>6231</c:v>
                </c:pt>
                <c:pt idx="184632">
                  <c:v>6232</c:v>
                </c:pt>
                <c:pt idx="184583">
                  <c:v>6233</c:v>
                </c:pt>
                <c:pt idx="184534">
                  <c:v>6234</c:v>
                </c:pt>
                <c:pt idx="184485">
                  <c:v>6235</c:v>
                </c:pt>
                <c:pt idx="184436">
                  <c:v>6236</c:v>
                </c:pt>
                <c:pt idx="184387">
                  <c:v>6237</c:v>
                </c:pt>
                <c:pt idx="184338">
                  <c:v>6238</c:v>
                </c:pt>
                <c:pt idx="184289">
                  <c:v>6239</c:v>
                </c:pt>
                <c:pt idx="184240">
                  <c:v>6240</c:v>
                </c:pt>
                <c:pt idx="184191">
                  <c:v>6241</c:v>
                </c:pt>
                <c:pt idx="184142">
                  <c:v>6242</c:v>
                </c:pt>
                <c:pt idx="184093">
                  <c:v>6243</c:v>
                </c:pt>
                <c:pt idx="184044">
                  <c:v>6244</c:v>
                </c:pt>
                <c:pt idx="183995">
                  <c:v>6245</c:v>
                </c:pt>
                <c:pt idx="183946">
                  <c:v>6246</c:v>
                </c:pt>
                <c:pt idx="183897">
                  <c:v>6247</c:v>
                </c:pt>
                <c:pt idx="183848">
                  <c:v>6248</c:v>
                </c:pt>
                <c:pt idx="183799">
                  <c:v>6249</c:v>
                </c:pt>
                <c:pt idx="183750">
                  <c:v>6250</c:v>
                </c:pt>
                <c:pt idx="183701">
                  <c:v>6251</c:v>
                </c:pt>
                <c:pt idx="183652">
                  <c:v>6252</c:v>
                </c:pt>
                <c:pt idx="183603">
                  <c:v>6253</c:v>
                </c:pt>
                <c:pt idx="183554">
                  <c:v>6254</c:v>
                </c:pt>
                <c:pt idx="183505">
                  <c:v>6255</c:v>
                </c:pt>
                <c:pt idx="183456">
                  <c:v>6256</c:v>
                </c:pt>
                <c:pt idx="183407">
                  <c:v>6257</c:v>
                </c:pt>
                <c:pt idx="183358">
                  <c:v>6258</c:v>
                </c:pt>
                <c:pt idx="183309">
                  <c:v>6259</c:v>
                </c:pt>
                <c:pt idx="183260">
                  <c:v>6260</c:v>
                </c:pt>
                <c:pt idx="183211">
                  <c:v>6261</c:v>
                </c:pt>
                <c:pt idx="183162">
                  <c:v>6262</c:v>
                </c:pt>
                <c:pt idx="183113">
                  <c:v>6263</c:v>
                </c:pt>
                <c:pt idx="183064">
                  <c:v>6264</c:v>
                </c:pt>
                <c:pt idx="183015">
                  <c:v>6265</c:v>
                </c:pt>
                <c:pt idx="182966">
                  <c:v>6266</c:v>
                </c:pt>
                <c:pt idx="182917">
                  <c:v>6267</c:v>
                </c:pt>
                <c:pt idx="182868">
                  <c:v>6268</c:v>
                </c:pt>
                <c:pt idx="182819">
                  <c:v>6269</c:v>
                </c:pt>
                <c:pt idx="182770">
                  <c:v>6270</c:v>
                </c:pt>
                <c:pt idx="182721">
                  <c:v>6271</c:v>
                </c:pt>
                <c:pt idx="182672">
                  <c:v>6272</c:v>
                </c:pt>
                <c:pt idx="182623">
                  <c:v>6273</c:v>
                </c:pt>
                <c:pt idx="182574">
                  <c:v>6274</c:v>
                </c:pt>
                <c:pt idx="182525">
                  <c:v>6275</c:v>
                </c:pt>
                <c:pt idx="182476">
                  <c:v>6276</c:v>
                </c:pt>
                <c:pt idx="182427">
                  <c:v>6277</c:v>
                </c:pt>
                <c:pt idx="182378">
                  <c:v>6278</c:v>
                </c:pt>
                <c:pt idx="182329">
                  <c:v>6279</c:v>
                </c:pt>
                <c:pt idx="182280">
                  <c:v>6280</c:v>
                </c:pt>
                <c:pt idx="182231">
                  <c:v>6281</c:v>
                </c:pt>
                <c:pt idx="182182">
                  <c:v>6282</c:v>
                </c:pt>
                <c:pt idx="182133">
                  <c:v>6283</c:v>
                </c:pt>
                <c:pt idx="182084">
                  <c:v>6284</c:v>
                </c:pt>
                <c:pt idx="182035">
                  <c:v>6285</c:v>
                </c:pt>
                <c:pt idx="181986">
                  <c:v>6286</c:v>
                </c:pt>
                <c:pt idx="181937">
                  <c:v>6287</c:v>
                </c:pt>
                <c:pt idx="181888">
                  <c:v>6288</c:v>
                </c:pt>
                <c:pt idx="181839">
                  <c:v>6289</c:v>
                </c:pt>
                <c:pt idx="181790">
                  <c:v>6290</c:v>
                </c:pt>
                <c:pt idx="181741">
                  <c:v>6291</c:v>
                </c:pt>
                <c:pt idx="181692">
                  <c:v>6292</c:v>
                </c:pt>
                <c:pt idx="181643">
                  <c:v>6293</c:v>
                </c:pt>
                <c:pt idx="181594">
                  <c:v>6294</c:v>
                </c:pt>
                <c:pt idx="181545">
                  <c:v>6295</c:v>
                </c:pt>
                <c:pt idx="181496">
                  <c:v>6296</c:v>
                </c:pt>
                <c:pt idx="181447">
                  <c:v>6297</c:v>
                </c:pt>
                <c:pt idx="181398">
                  <c:v>6298</c:v>
                </c:pt>
                <c:pt idx="181349">
                  <c:v>6299</c:v>
                </c:pt>
                <c:pt idx="181300">
                  <c:v>6300</c:v>
                </c:pt>
                <c:pt idx="181251">
                  <c:v>6301</c:v>
                </c:pt>
                <c:pt idx="181202">
                  <c:v>6302</c:v>
                </c:pt>
                <c:pt idx="181153">
                  <c:v>6303</c:v>
                </c:pt>
                <c:pt idx="181104">
                  <c:v>6304</c:v>
                </c:pt>
                <c:pt idx="181055">
                  <c:v>6305</c:v>
                </c:pt>
                <c:pt idx="181006">
                  <c:v>6306</c:v>
                </c:pt>
                <c:pt idx="180957">
                  <c:v>6307</c:v>
                </c:pt>
                <c:pt idx="180908">
                  <c:v>6308</c:v>
                </c:pt>
                <c:pt idx="180859">
                  <c:v>6309</c:v>
                </c:pt>
                <c:pt idx="180810">
                  <c:v>6310</c:v>
                </c:pt>
                <c:pt idx="180761">
                  <c:v>6311</c:v>
                </c:pt>
                <c:pt idx="180712">
                  <c:v>6312</c:v>
                </c:pt>
                <c:pt idx="180663">
                  <c:v>6313</c:v>
                </c:pt>
                <c:pt idx="180614">
                  <c:v>6314</c:v>
                </c:pt>
                <c:pt idx="180565">
                  <c:v>6315</c:v>
                </c:pt>
                <c:pt idx="180516">
                  <c:v>6316</c:v>
                </c:pt>
                <c:pt idx="180467">
                  <c:v>6317</c:v>
                </c:pt>
                <c:pt idx="180418">
                  <c:v>6318</c:v>
                </c:pt>
                <c:pt idx="180369">
                  <c:v>6319</c:v>
                </c:pt>
                <c:pt idx="180320">
                  <c:v>6320</c:v>
                </c:pt>
                <c:pt idx="180271">
                  <c:v>6321</c:v>
                </c:pt>
                <c:pt idx="180222">
                  <c:v>6322</c:v>
                </c:pt>
                <c:pt idx="180173">
                  <c:v>6323</c:v>
                </c:pt>
                <c:pt idx="180124">
                  <c:v>6324</c:v>
                </c:pt>
                <c:pt idx="180075">
                  <c:v>6325</c:v>
                </c:pt>
                <c:pt idx="180026">
                  <c:v>6326</c:v>
                </c:pt>
                <c:pt idx="179977">
                  <c:v>6327</c:v>
                </c:pt>
                <c:pt idx="179928">
                  <c:v>6328</c:v>
                </c:pt>
                <c:pt idx="179879">
                  <c:v>6329</c:v>
                </c:pt>
                <c:pt idx="179830">
                  <c:v>6330</c:v>
                </c:pt>
                <c:pt idx="179781">
                  <c:v>6331</c:v>
                </c:pt>
                <c:pt idx="179732">
                  <c:v>6332</c:v>
                </c:pt>
                <c:pt idx="179683">
                  <c:v>6333</c:v>
                </c:pt>
                <c:pt idx="179634">
                  <c:v>6334</c:v>
                </c:pt>
                <c:pt idx="179585">
                  <c:v>6335</c:v>
                </c:pt>
                <c:pt idx="179536">
                  <c:v>6336</c:v>
                </c:pt>
                <c:pt idx="179487">
                  <c:v>6337</c:v>
                </c:pt>
                <c:pt idx="179438">
                  <c:v>6338</c:v>
                </c:pt>
                <c:pt idx="179389">
                  <c:v>6339</c:v>
                </c:pt>
                <c:pt idx="179340">
                  <c:v>6340</c:v>
                </c:pt>
                <c:pt idx="179291">
                  <c:v>6341</c:v>
                </c:pt>
                <c:pt idx="179242">
                  <c:v>6342</c:v>
                </c:pt>
                <c:pt idx="179193">
                  <c:v>6343</c:v>
                </c:pt>
                <c:pt idx="179144">
                  <c:v>6344</c:v>
                </c:pt>
                <c:pt idx="179095">
                  <c:v>6345</c:v>
                </c:pt>
                <c:pt idx="179046">
                  <c:v>6346</c:v>
                </c:pt>
                <c:pt idx="178997">
                  <c:v>6347</c:v>
                </c:pt>
                <c:pt idx="178948">
                  <c:v>6348</c:v>
                </c:pt>
                <c:pt idx="178899">
                  <c:v>6349</c:v>
                </c:pt>
                <c:pt idx="178850">
                  <c:v>6350</c:v>
                </c:pt>
                <c:pt idx="178801">
                  <c:v>6351</c:v>
                </c:pt>
                <c:pt idx="178752">
                  <c:v>6352</c:v>
                </c:pt>
                <c:pt idx="178703">
                  <c:v>6353</c:v>
                </c:pt>
                <c:pt idx="178654">
                  <c:v>6354</c:v>
                </c:pt>
                <c:pt idx="178605">
                  <c:v>6355</c:v>
                </c:pt>
                <c:pt idx="178556">
                  <c:v>6356</c:v>
                </c:pt>
                <c:pt idx="178507">
                  <c:v>6357</c:v>
                </c:pt>
                <c:pt idx="178458">
                  <c:v>6358</c:v>
                </c:pt>
                <c:pt idx="178409">
                  <c:v>6359</c:v>
                </c:pt>
                <c:pt idx="178360">
                  <c:v>6360</c:v>
                </c:pt>
                <c:pt idx="178311">
                  <c:v>6361</c:v>
                </c:pt>
                <c:pt idx="178262">
                  <c:v>6362</c:v>
                </c:pt>
                <c:pt idx="178213">
                  <c:v>6363</c:v>
                </c:pt>
                <c:pt idx="178164">
                  <c:v>6364</c:v>
                </c:pt>
                <c:pt idx="178115">
                  <c:v>6365</c:v>
                </c:pt>
                <c:pt idx="178066">
                  <c:v>6366</c:v>
                </c:pt>
                <c:pt idx="178017">
                  <c:v>6367</c:v>
                </c:pt>
                <c:pt idx="177968">
                  <c:v>6368</c:v>
                </c:pt>
                <c:pt idx="177919">
                  <c:v>6369</c:v>
                </c:pt>
                <c:pt idx="177870">
                  <c:v>6370</c:v>
                </c:pt>
                <c:pt idx="177821">
                  <c:v>6371</c:v>
                </c:pt>
                <c:pt idx="177772">
                  <c:v>6372</c:v>
                </c:pt>
                <c:pt idx="177723">
                  <c:v>6373</c:v>
                </c:pt>
                <c:pt idx="177674">
                  <c:v>6374</c:v>
                </c:pt>
                <c:pt idx="177625">
                  <c:v>6375</c:v>
                </c:pt>
                <c:pt idx="177576">
                  <c:v>6376</c:v>
                </c:pt>
                <c:pt idx="177527">
                  <c:v>6377</c:v>
                </c:pt>
                <c:pt idx="177478">
                  <c:v>6378</c:v>
                </c:pt>
                <c:pt idx="177429">
                  <c:v>6379</c:v>
                </c:pt>
                <c:pt idx="177380">
                  <c:v>6380</c:v>
                </c:pt>
                <c:pt idx="177331">
                  <c:v>6381</c:v>
                </c:pt>
                <c:pt idx="177282">
                  <c:v>6382</c:v>
                </c:pt>
                <c:pt idx="177233">
                  <c:v>6383</c:v>
                </c:pt>
                <c:pt idx="177184">
                  <c:v>6384</c:v>
                </c:pt>
                <c:pt idx="177135">
                  <c:v>6385</c:v>
                </c:pt>
                <c:pt idx="177086">
                  <c:v>6386</c:v>
                </c:pt>
                <c:pt idx="177037">
                  <c:v>6387</c:v>
                </c:pt>
                <c:pt idx="176988">
                  <c:v>6388</c:v>
                </c:pt>
                <c:pt idx="176939">
                  <c:v>6389</c:v>
                </c:pt>
                <c:pt idx="176890">
                  <c:v>6390</c:v>
                </c:pt>
                <c:pt idx="176841">
                  <c:v>6391</c:v>
                </c:pt>
                <c:pt idx="176792">
                  <c:v>6392</c:v>
                </c:pt>
                <c:pt idx="176743">
                  <c:v>6393</c:v>
                </c:pt>
                <c:pt idx="176694">
                  <c:v>6394</c:v>
                </c:pt>
                <c:pt idx="176645">
                  <c:v>6395</c:v>
                </c:pt>
                <c:pt idx="176596">
                  <c:v>6396</c:v>
                </c:pt>
                <c:pt idx="176547">
                  <c:v>6397</c:v>
                </c:pt>
                <c:pt idx="176498">
                  <c:v>6398</c:v>
                </c:pt>
                <c:pt idx="176449">
                  <c:v>6399</c:v>
                </c:pt>
                <c:pt idx="176400">
                  <c:v>6400</c:v>
                </c:pt>
                <c:pt idx="176351">
                  <c:v>6401</c:v>
                </c:pt>
                <c:pt idx="176302">
                  <c:v>6402</c:v>
                </c:pt>
                <c:pt idx="176253">
                  <c:v>6403</c:v>
                </c:pt>
                <c:pt idx="176204">
                  <c:v>6404</c:v>
                </c:pt>
                <c:pt idx="176155">
                  <c:v>6405</c:v>
                </c:pt>
                <c:pt idx="176106">
                  <c:v>6406</c:v>
                </c:pt>
                <c:pt idx="176057">
                  <c:v>6407</c:v>
                </c:pt>
                <c:pt idx="176008">
                  <c:v>6408</c:v>
                </c:pt>
                <c:pt idx="175959">
                  <c:v>6409</c:v>
                </c:pt>
                <c:pt idx="175910">
                  <c:v>6410</c:v>
                </c:pt>
                <c:pt idx="175861">
                  <c:v>6411</c:v>
                </c:pt>
                <c:pt idx="175812">
                  <c:v>6412</c:v>
                </c:pt>
                <c:pt idx="175763">
                  <c:v>6413</c:v>
                </c:pt>
                <c:pt idx="175714">
                  <c:v>6414</c:v>
                </c:pt>
                <c:pt idx="175665">
                  <c:v>6415</c:v>
                </c:pt>
                <c:pt idx="175616">
                  <c:v>6416</c:v>
                </c:pt>
                <c:pt idx="175567">
                  <c:v>6417</c:v>
                </c:pt>
                <c:pt idx="175518">
                  <c:v>6418</c:v>
                </c:pt>
                <c:pt idx="175469">
                  <c:v>6419</c:v>
                </c:pt>
                <c:pt idx="175420">
                  <c:v>6420</c:v>
                </c:pt>
                <c:pt idx="175371">
                  <c:v>6421</c:v>
                </c:pt>
                <c:pt idx="175322">
                  <c:v>6422</c:v>
                </c:pt>
                <c:pt idx="175273">
                  <c:v>6423</c:v>
                </c:pt>
                <c:pt idx="175224">
                  <c:v>6424</c:v>
                </c:pt>
                <c:pt idx="175175">
                  <c:v>6425</c:v>
                </c:pt>
                <c:pt idx="175126">
                  <c:v>6426</c:v>
                </c:pt>
                <c:pt idx="175077">
                  <c:v>6427</c:v>
                </c:pt>
                <c:pt idx="175028">
                  <c:v>6428</c:v>
                </c:pt>
                <c:pt idx="174979">
                  <c:v>6429</c:v>
                </c:pt>
                <c:pt idx="174930">
                  <c:v>6430</c:v>
                </c:pt>
                <c:pt idx="174881">
                  <c:v>6431</c:v>
                </c:pt>
                <c:pt idx="174832">
                  <c:v>6432</c:v>
                </c:pt>
                <c:pt idx="174783">
                  <c:v>6433</c:v>
                </c:pt>
                <c:pt idx="174734">
                  <c:v>6434</c:v>
                </c:pt>
                <c:pt idx="174685">
                  <c:v>6435</c:v>
                </c:pt>
                <c:pt idx="174636">
                  <c:v>6436</c:v>
                </c:pt>
                <c:pt idx="174587">
                  <c:v>6437</c:v>
                </c:pt>
                <c:pt idx="174538">
                  <c:v>6438</c:v>
                </c:pt>
                <c:pt idx="174489">
                  <c:v>6439</c:v>
                </c:pt>
                <c:pt idx="174440">
                  <c:v>6440</c:v>
                </c:pt>
                <c:pt idx="174391">
                  <c:v>6441</c:v>
                </c:pt>
                <c:pt idx="174342">
                  <c:v>6442</c:v>
                </c:pt>
                <c:pt idx="174293">
                  <c:v>6443</c:v>
                </c:pt>
                <c:pt idx="174244">
                  <c:v>6444</c:v>
                </c:pt>
                <c:pt idx="174195">
                  <c:v>6445</c:v>
                </c:pt>
                <c:pt idx="174146">
                  <c:v>6446</c:v>
                </c:pt>
                <c:pt idx="174097">
                  <c:v>6447</c:v>
                </c:pt>
                <c:pt idx="174048">
                  <c:v>6448</c:v>
                </c:pt>
                <c:pt idx="173999">
                  <c:v>6449</c:v>
                </c:pt>
                <c:pt idx="173950">
                  <c:v>6450</c:v>
                </c:pt>
                <c:pt idx="173901">
                  <c:v>6451</c:v>
                </c:pt>
                <c:pt idx="173852">
                  <c:v>6452</c:v>
                </c:pt>
                <c:pt idx="173803">
                  <c:v>6453</c:v>
                </c:pt>
                <c:pt idx="173754">
                  <c:v>6454</c:v>
                </c:pt>
                <c:pt idx="173705">
                  <c:v>6455</c:v>
                </c:pt>
                <c:pt idx="173656">
                  <c:v>6456</c:v>
                </c:pt>
                <c:pt idx="173607">
                  <c:v>6457</c:v>
                </c:pt>
                <c:pt idx="173558">
                  <c:v>6458</c:v>
                </c:pt>
                <c:pt idx="173509">
                  <c:v>6459</c:v>
                </c:pt>
                <c:pt idx="173460">
                  <c:v>6460</c:v>
                </c:pt>
                <c:pt idx="173411">
                  <c:v>6461</c:v>
                </c:pt>
                <c:pt idx="173362">
                  <c:v>6462</c:v>
                </c:pt>
                <c:pt idx="173313">
                  <c:v>6463</c:v>
                </c:pt>
                <c:pt idx="173264">
                  <c:v>6464</c:v>
                </c:pt>
                <c:pt idx="173215">
                  <c:v>6465</c:v>
                </c:pt>
                <c:pt idx="173166">
                  <c:v>6466</c:v>
                </c:pt>
                <c:pt idx="173117">
                  <c:v>6467</c:v>
                </c:pt>
                <c:pt idx="173068">
                  <c:v>6468</c:v>
                </c:pt>
                <c:pt idx="173019">
                  <c:v>6469</c:v>
                </c:pt>
                <c:pt idx="172970">
                  <c:v>6470</c:v>
                </c:pt>
                <c:pt idx="172921">
                  <c:v>6471</c:v>
                </c:pt>
                <c:pt idx="172872">
                  <c:v>6472</c:v>
                </c:pt>
                <c:pt idx="172823">
                  <c:v>6473</c:v>
                </c:pt>
                <c:pt idx="172774">
                  <c:v>6474</c:v>
                </c:pt>
                <c:pt idx="172725">
                  <c:v>6475</c:v>
                </c:pt>
                <c:pt idx="172676">
                  <c:v>6476</c:v>
                </c:pt>
                <c:pt idx="172627">
                  <c:v>6477</c:v>
                </c:pt>
                <c:pt idx="172578">
                  <c:v>6478</c:v>
                </c:pt>
                <c:pt idx="172529">
                  <c:v>6479</c:v>
                </c:pt>
                <c:pt idx="172480">
                  <c:v>6480</c:v>
                </c:pt>
                <c:pt idx="172431">
                  <c:v>6481</c:v>
                </c:pt>
                <c:pt idx="172382">
                  <c:v>6482</c:v>
                </c:pt>
                <c:pt idx="172333">
                  <c:v>6483</c:v>
                </c:pt>
                <c:pt idx="172284">
                  <c:v>6484</c:v>
                </c:pt>
                <c:pt idx="172235">
                  <c:v>6485</c:v>
                </c:pt>
                <c:pt idx="172186">
                  <c:v>6486</c:v>
                </c:pt>
                <c:pt idx="172137">
                  <c:v>6487</c:v>
                </c:pt>
                <c:pt idx="172088">
                  <c:v>6488</c:v>
                </c:pt>
                <c:pt idx="172039">
                  <c:v>6489</c:v>
                </c:pt>
                <c:pt idx="171990">
                  <c:v>6490</c:v>
                </c:pt>
                <c:pt idx="171941">
                  <c:v>6491</c:v>
                </c:pt>
                <c:pt idx="171892">
                  <c:v>6492</c:v>
                </c:pt>
                <c:pt idx="171843">
                  <c:v>6493</c:v>
                </c:pt>
                <c:pt idx="171794">
                  <c:v>6494</c:v>
                </c:pt>
                <c:pt idx="171745">
                  <c:v>6495</c:v>
                </c:pt>
                <c:pt idx="171696">
                  <c:v>6496</c:v>
                </c:pt>
                <c:pt idx="171647">
                  <c:v>6497</c:v>
                </c:pt>
                <c:pt idx="171598">
                  <c:v>6498</c:v>
                </c:pt>
                <c:pt idx="171549">
                  <c:v>6499</c:v>
                </c:pt>
                <c:pt idx="171500">
                  <c:v>6500</c:v>
                </c:pt>
                <c:pt idx="171451">
                  <c:v>6501</c:v>
                </c:pt>
                <c:pt idx="171402">
                  <c:v>6502</c:v>
                </c:pt>
                <c:pt idx="171353">
                  <c:v>6503</c:v>
                </c:pt>
                <c:pt idx="171304">
                  <c:v>6504</c:v>
                </c:pt>
                <c:pt idx="171255">
                  <c:v>6505</c:v>
                </c:pt>
                <c:pt idx="171206">
                  <c:v>6506</c:v>
                </c:pt>
                <c:pt idx="171157">
                  <c:v>6507</c:v>
                </c:pt>
                <c:pt idx="171108">
                  <c:v>6508</c:v>
                </c:pt>
                <c:pt idx="171059">
                  <c:v>6509</c:v>
                </c:pt>
                <c:pt idx="171010">
                  <c:v>6510</c:v>
                </c:pt>
                <c:pt idx="170961">
                  <c:v>6511</c:v>
                </c:pt>
                <c:pt idx="170912">
                  <c:v>6512</c:v>
                </c:pt>
                <c:pt idx="170863">
                  <c:v>6513</c:v>
                </c:pt>
                <c:pt idx="170814">
                  <c:v>6514</c:v>
                </c:pt>
                <c:pt idx="170765">
                  <c:v>6515</c:v>
                </c:pt>
                <c:pt idx="170716">
                  <c:v>6516</c:v>
                </c:pt>
                <c:pt idx="170667">
                  <c:v>6517</c:v>
                </c:pt>
                <c:pt idx="170618">
                  <c:v>6518</c:v>
                </c:pt>
                <c:pt idx="170569">
                  <c:v>6519</c:v>
                </c:pt>
                <c:pt idx="170520">
                  <c:v>6520</c:v>
                </c:pt>
                <c:pt idx="170471">
                  <c:v>6521</c:v>
                </c:pt>
                <c:pt idx="170422">
                  <c:v>6522</c:v>
                </c:pt>
                <c:pt idx="170373">
                  <c:v>6523</c:v>
                </c:pt>
                <c:pt idx="170324">
                  <c:v>6524</c:v>
                </c:pt>
                <c:pt idx="170275">
                  <c:v>6525</c:v>
                </c:pt>
                <c:pt idx="170226">
                  <c:v>6526</c:v>
                </c:pt>
                <c:pt idx="170177">
                  <c:v>6527</c:v>
                </c:pt>
                <c:pt idx="170128">
                  <c:v>6528</c:v>
                </c:pt>
                <c:pt idx="170079">
                  <c:v>6529</c:v>
                </c:pt>
                <c:pt idx="170030">
                  <c:v>6530</c:v>
                </c:pt>
                <c:pt idx="169981">
                  <c:v>6531</c:v>
                </c:pt>
                <c:pt idx="169932">
                  <c:v>6532</c:v>
                </c:pt>
                <c:pt idx="169883">
                  <c:v>6533</c:v>
                </c:pt>
                <c:pt idx="169834">
                  <c:v>6534</c:v>
                </c:pt>
                <c:pt idx="169785">
                  <c:v>6535</c:v>
                </c:pt>
                <c:pt idx="169736">
                  <c:v>6536</c:v>
                </c:pt>
                <c:pt idx="169687">
                  <c:v>6537</c:v>
                </c:pt>
                <c:pt idx="169638">
                  <c:v>6538</c:v>
                </c:pt>
                <c:pt idx="169589">
                  <c:v>6539</c:v>
                </c:pt>
                <c:pt idx="169540">
                  <c:v>6540</c:v>
                </c:pt>
                <c:pt idx="169491">
                  <c:v>6541</c:v>
                </c:pt>
                <c:pt idx="169442">
                  <c:v>6542</c:v>
                </c:pt>
                <c:pt idx="169393">
                  <c:v>6543</c:v>
                </c:pt>
                <c:pt idx="169344">
                  <c:v>6544</c:v>
                </c:pt>
                <c:pt idx="169295">
                  <c:v>6545</c:v>
                </c:pt>
                <c:pt idx="169246">
                  <c:v>6546</c:v>
                </c:pt>
                <c:pt idx="169197">
                  <c:v>6547</c:v>
                </c:pt>
                <c:pt idx="169148">
                  <c:v>6548</c:v>
                </c:pt>
                <c:pt idx="169099">
                  <c:v>6549</c:v>
                </c:pt>
                <c:pt idx="169050">
                  <c:v>6550</c:v>
                </c:pt>
                <c:pt idx="169001">
                  <c:v>6551</c:v>
                </c:pt>
                <c:pt idx="168952">
                  <c:v>6552</c:v>
                </c:pt>
                <c:pt idx="168903">
                  <c:v>6553</c:v>
                </c:pt>
                <c:pt idx="168854">
                  <c:v>6554</c:v>
                </c:pt>
                <c:pt idx="168805">
                  <c:v>6555</c:v>
                </c:pt>
                <c:pt idx="168756">
                  <c:v>6556</c:v>
                </c:pt>
                <c:pt idx="168707">
                  <c:v>6557</c:v>
                </c:pt>
                <c:pt idx="168658">
                  <c:v>6558</c:v>
                </c:pt>
                <c:pt idx="168609">
                  <c:v>6559</c:v>
                </c:pt>
                <c:pt idx="168560">
                  <c:v>6560</c:v>
                </c:pt>
                <c:pt idx="168511">
                  <c:v>6561</c:v>
                </c:pt>
                <c:pt idx="168462">
                  <c:v>6562</c:v>
                </c:pt>
                <c:pt idx="168413">
                  <c:v>6563</c:v>
                </c:pt>
                <c:pt idx="168364">
                  <c:v>6564</c:v>
                </c:pt>
                <c:pt idx="168315">
                  <c:v>6565</c:v>
                </c:pt>
                <c:pt idx="168266">
                  <c:v>6566</c:v>
                </c:pt>
                <c:pt idx="168217">
                  <c:v>6567</c:v>
                </c:pt>
                <c:pt idx="168168">
                  <c:v>6568</c:v>
                </c:pt>
                <c:pt idx="168119">
                  <c:v>6569</c:v>
                </c:pt>
                <c:pt idx="168070">
                  <c:v>6570</c:v>
                </c:pt>
                <c:pt idx="168021">
                  <c:v>6571</c:v>
                </c:pt>
                <c:pt idx="167972">
                  <c:v>6572</c:v>
                </c:pt>
                <c:pt idx="167923">
                  <c:v>6573</c:v>
                </c:pt>
                <c:pt idx="167874">
                  <c:v>6574</c:v>
                </c:pt>
                <c:pt idx="167825">
                  <c:v>6575</c:v>
                </c:pt>
                <c:pt idx="167776">
                  <c:v>6576</c:v>
                </c:pt>
                <c:pt idx="167727">
                  <c:v>6577</c:v>
                </c:pt>
                <c:pt idx="167678">
                  <c:v>6578</c:v>
                </c:pt>
                <c:pt idx="167629">
                  <c:v>6579</c:v>
                </c:pt>
                <c:pt idx="167580">
                  <c:v>6580</c:v>
                </c:pt>
                <c:pt idx="167531">
                  <c:v>6581</c:v>
                </c:pt>
                <c:pt idx="167482">
                  <c:v>6582</c:v>
                </c:pt>
                <c:pt idx="167433">
                  <c:v>6583</c:v>
                </c:pt>
                <c:pt idx="167384">
                  <c:v>6584</c:v>
                </c:pt>
                <c:pt idx="167335">
                  <c:v>6585</c:v>
                </c:pt>
                <c:pt idx="167286">
                  <c:v>6586</c:v>
                </c:pt>
                <c:pt idx="167237">
                  <c:v>6587</c:v>
                </c:pt>
                <c:pt idx="167188">
                  <c:v>6588</c:v>
                </c:pt>
                <c:pt idx="167139">
                  <c:v>6589</c:v>
                </c:pt>
                <c:pt idx="167090">
                  <c:v>6590</c:v>
                </c:pt>
                <c:pt idx="167041">
                  <c:v>6591</c:v>
                </c:pt>
                <c:pt idx="166992">
                  <c:v>6592</c:v>
                </c:pt>
                <c:pt idx="166943">
                  <c:v>6593</c:v>
                </c:pt>
                <c:pt idx="166894">
                  <c:v>6594</c:v>
                </c:pt>
                <c:pt idx="166845">
                  <c:v>6595</c:v>
                </c:pt>
                <c:pt idx="166796">
                  <c:v>6596</c:v>
                </c:pt>
                <c:pt idx="166747">
                  <c:v>6597</c:v>
                </c:pt>
                <c:pt idx="166698">
                  <c:v>6598</c:v>
                </c:pt>
                <c:pt idx="166649">
                  <c:v>6599</c:v>
                </c:pt>
                <c:pt idx="166600">
                  <c:v>6600</c:v>
                </c:pt>
                <c:pt idx="166551">
                  <c:v>6601</c:v>
                </c:pt>
                <c:pt idx="166502">
                  <c:v>6602</c:v>
                </c:pt>
                <c:pt idx="166453">
                  <c:v>6603</c:v>
                </c:pt>
                <c:pt idx="166404">
                  <c:v>6604</c:v>
                </c:pt>
                <c:pt idx="166355">
                  <c:v>6605</c:v>
                </c:pt>
                <c:pt idx="166306">
                  <c:v>6606</c:v>
                </c:pt>
                <c:pt idx="166257">
                  <c:v>6607</c:v>
                </c:pt>
                <c:pt idx="166208">
                  <c:v>6608</c:v>
                </c:pt>
                <c:pt idx="166159">
                  <c:v>6609</c:v>
                </c:pt>
                <c:pt idx="166110">
                  <c:v>6610</c:v>
                </c:pt>
                <c:pt idx="166061">
                  <c:v>6611</c:v>
                </c:pt>
                <c:pt idx="166012">
                  <c:v>6612</c:v>
                </c:pt>
                <c:pt idx="165963">
                  <c:v>6613</c:v>
                </c:pt>
                <c:pt idx="165914">
                  <c:v>6614</c:v>
                </c:pt>
                <c:pt idx="165865">
                  <c:v>6615</c:v>
                </c:pt>
                <c:pt idx="165816">
                  <c:v>6616</c:v>
                </c:pt>
                <c:pt idx="165767">
                  <c:v>6617</c:v>
                </c:pt>
                <c:pt idx="165718">
                  <c:v>6618</c:v>
                </c:pt>
                <c:pt idx="165669">
                  <c:v>6619</c:v>
                </c:pt>
                <c:pt idx="165620">
                  <c:v>6620</c:v>
                </c:pt>
                <c:pt idx="165571">
                  <c:v>6621</c:v>
                </c:pt>
                <c:pt idx="165522">
                  <c:v>6622</c:v>
                </c:pt>
                <c:pt idx="165473">
                  <c:v>6623</c:v>
                </c:pt>
                <c:pt idx="165424">
                  <c:v>6624</c:v>
                </c:pt>
                <c:pt idx="165375">
                  <c:v>6625</c:v>
                </c:pt>
                <c:pt idx="165326">
                  <c:v>6626</c:v>
                </c:pt>
                <c:pt idx="165277">
                  <c:v>6627</c:v>
                </c:pt>
                <c:pt idx="165228">
                  <c:v>6628</c:v>
                </c:pt>
                <c:pt idx="165179">
                  <c:v>6629</c:v>
                </c:pt>
                <c:pt idx="165130">
                  <c:v>6630</c:v>
                </c:pt>
                <c:pt idx="165081">
                  <c:v>6631</c:v>
                </c:pt>
                <c:pt idx="165032">
                  <c:v>6632</c:v>
                </c:pt>
                <c:pt idx="164983">
                  <c:v>6633</c:v>
                </c:pt>
                <c:pt idx="164934">
                  <c:v>6634</c:v>
                </c:pt>
                <c:pt idx="164885">
                  <c:v>6635</c:v>
                </c:pt>
                <c:pt idx="164836">
                  <c:v>6636</c:v>
                </c:pt>
                <c:pt idx="164787">
                  <c:v>6637</c:v>
                </c:pt>
                <c:pt idx="164738">
                  <c:v>6638</c:v>
                </c:pt>
                <c:pt idx="164689">
                  <c:v>6639</c:v>
                </c:pt>
                <c:pt idx="164640">
                  <c:v>6640</c:v>
                </c:pt>
                <c:pt idx="164591">
                  <c:v>6641</c:v>
                </c:pt>
                <c:pt idx="164542">
                  <c:v>6642</c:v>
                </c:pt>
                <c:pt idx="164493">
                  <c:v>6643</c:v>
                </c:pt>
                <c:pt idx="164444">
                  <c:v>6644</c:v>
                </c:pt>
                <c:pt idx="164395">
                  <c:v>6645</c:v>
                </c:pt>
                <c:pt idx="164346">
                  <c:v>6646</c:v>
                </c:pt>
                <c:pt idx="164297">
                  <c:v>6647</c:v>
                </c:pt>
                <c:pt idx="164248">
                  <c:v>6648</c:v>
                </c:pt>
                <c:pt idx="164199">
                  <c:v>6649</c:v>
                </c:pt>
                <c:pt idx="164150">
                  <c:v>6650</c:v>
                </c:pt>
                <c:pt idx="164101">
                  <c:v>6651</c:v>
                </c:pt>
                <c:pt idx="164052">
                  <c:v>6652</c:v>
                </c:pt>
                <c:pt idx="164003">
                  <c:v>6653</c:v>
                </c:pt>
                <c:pt idx="163954">
                  <c:v>6654</c:v>
                </c:pt>
                <c:pt idx="163905">
                  <c:v>6655</c:v>
                </c:pt>
                <c:pt idx="163856">
                  <c:v>6656</c:v>
                </c:pt>
                <c:pt idx="163807">
                  <c:v>6657</c:v>
                </c:pt>
                <c:pt idx="163758">
                  <c:v>6658</c:v>
                </c:pt>
                <c:pt idx="163709">
                  <c:v>6659</c:v>
                </c:pt>
                <c:pt idx="163660">
                  <c:v>6660</c:v>
                </c:pt>
                <c:pt idx="163611">
                  <c:v>6661</c:v>
                </c:pt>
                <c:pt idx="163562">
                  <c:v>6662</c:v>
                </c:pt>
                <c:pt idx="163513">
                  <c:v>6663</c:v>
                </c:pt>
                <c:pt idx="163464">
                  <c:v>6664</c:v>
                </c:pt>
                <c:pt idx="163415">
                  <c:v>6665</c:v>
                </c:pt>
                <c:pt idx="163366">
                  <c:v>6666</c:v>
                </c:pt>
                <c:pt idx="163317">
                  <c:v>6667</c:v>
                </c:pt>
                <c:pt idx="163268">
                  <c:v>6668</c:v>
                </c:pt>
                <c:pt idx="163219">
                  <c:v>6669</c:v>
                </c:pt>
                <c:pt idx="163170">
                  <c:v>6670</c:v>
                </c:pt>
                <c:pt idx="163121">
                  <c:v>6671</c:v>
                </c:pt>
                <c:pt idx="163072">
                  <c:v>6672</c:v>
                </c:pt>
                <c:pt idx="163023">
                  <c:v>6673</c:v>
                </c:pt>
                <c:pt idx="162974">
                  <c:v>6674</c:v>
                </c:pt>
                <c:pt idx="162925">
                  <c:v>6675</c:v>
                </c:pt>
                <c:pt idx="162876">
                  <c:v>6676</c:v>
                </c:pt>
                <c:pt idx="162827">
                  <c:v>6677</c:v>
                </c:pt>
                <c:pt idx="162778">
                  <c:v>6678</c:v>
                </c:pt>
                <c:pt idx="162729">
                  <c:v>6679</c:v>
                </c:pt>
                <c:pt idx="162680">
                  <c:v>6680</c:v>
                </c:pt>
                <c:pt idx="162631">
                  <c:v>6681</c:v>
                </c:pt>
                <c:pt idx="162582">
                  <c:v>6682</c:v>
                </c:pt>
                <c:pt idx="162533">
                  <c:v>6683</c:v>
                </c:pt>
                <c:pt idx="162484">
                  <c:v>6684</c:v>
                </c:pt>
                <c:pt idx="162435">
                  <c:v>6685</c:v>
                </c:pt>
                <c:pt idx="162386">
                  <c:v>6686</c:v>
                </c:pt>
                <c:pt idx="162337">
                  <c:v>6687</c:v>
                </c:pt>
                <c:pt idx="162288">
                  <c:v>6688</c:v>
                </c:pt>
                <c:pt idx="162239">
                  <c:v>6689</c:v>
                </c:pt>
                <c:pt idx="162190">
                  <c:v>6690</c:v>
                </c:pt>
                <c:pt idx="162141">
                  <c:v>6691</c:v>
                </c:pt>
                <c:pt idx="162092">
                  <c:v>6692</c:v>
                </c:pt>
                <c:pt idx="162043">
                  <c:v>6693</c:v>
                </c:pt>
                <c:pt idx="161994">
                  <c:v>6694</c:v>
                </c:pt>
                <c:pt idx="161945">
                  <c:v>6695</c:v>
                </c:pt>
                <c:pt idx="161896">
                  <c:v>6696</c:v>
                </c:pt>
                <c:pt idx="161847">
                  <c:v>6697</c:v>
                </c:pt>
                <c:pt idx="161798">
                  <c:v>6698</c:v>
                </c:pt>
                <c:pt idx="161749">
                  <c:v>6699</c:v>
                </c:pt>
                <c:pt idx="161700">
                  <c:v>6700</c:v>
                </c:pt>
                <c:pt idx="161651">
                  <c:v>6701</c:v>
                </c:pt>
                <c:pt idx="161602">
                  <c:v>6702</c:v>
                </c:pt>
                <c:pt idx="161553">
                  <c:v>6703</c:v>
                </c:pt>
                <c:pt idx="161504">
                  <c:v>6704</c:v>
                </c:pt>
                <c:pt idx="161455">
                  <c:v>6705</c:v>
                </c:pt>
                <c:pt idx="161406">
                  <c:v>6706</c:v>
                </c:pt>
                <c:pt idx="161357">
                  <c:v>6707</c:v>
                </c:pt>
                <c:pt idx="161308">
                  <c:v>6708</c:v>
                </c:pt>
                <c:pt idx="161259">
                  <c:v>6709</c:v>
                </c:pt>
                <c:pt idx="161210">
                  <c:v>6710</c:v>
                </c:pt>
                <c:pt idx="161161">
                  <c:v>6711</c:v>
                </c:pt>
                <c:pt idx="161112">
                  <c:v>6712</c:v>
                </c:pt>
                <c:pt idx="161063">
                  <c:v>6713</c:v>
                </c:pt>
                <c:pt idx="161014">
                  <c:v>6714</c:v>
                </c:pt>
                <c:pt idx="160965">
                  <c:v>6715</c:v>
                </c:pt>
                <c:pt idx="160916">
                  <c:v>6716</c:v>
                </c:pt>
                <c:pt idx="160867">
                  <c:v>6717</c:v>
                </c:pt>
                <c:pt idx="160818">
                  <c:v>6718</c:v>
                </c:pt>
                <c:pt idx="160769">
                  <c:v>6719</c:v>
                </c:pt>
                <c:pt idx="160720">
                  <c:v>6720</c:v>
                </c:pt>
                <c:pt idx="160671">
                  <c:v>6721</c:v>
                </c:pt>
                <c:pt idx="160622">
                  <c:v>6722</c:v>
                </c:pt>
                <c:pt idx="160573">
                  <c:v>6723</c:v>
                </c:pt>
                <c:pt idx="160524">
                  <c:v>6724</c:v>
                </c:pt>
                <c:pt idx="160475">
                  <c:v>6725</c:v>
                </c:pt>
                <c:pt idx="160426">
                  <c:v>6726</c:v>
                </c:pt>
                <c:pt idx="160377">
                  <c:v>6727</c:v>
                </c:pt>
                <c:pt idx="160328">
                  <c:v>6728</c:v>
                </c:pt>
                <c:pt idx="160279">
                  <c:v>6729</c:v>
                </c:pt>
                <c:pt idx="160230">
                  <c:v>6730</c:v>
                </c:pt>
                <c:pt idx="160181">
                  <c:v>6731</c:v>
                </c:pt>
                <c:pt idx="160132">
                  <c:v>6732</c:v>
                </c:pt>
                <c:pt idx="160083">
                  <c:v>6733</c:v>
                </c:pt>
                <c:pt idx="160034">
                  <c:v>6734</c:v>
                </c:pt>
                <c:pt idx="159985">
                  <c:v>6735</c:v>
                </c:pt>
                <c:pt idx="159936">
                  <c:v>6736</c:v>
                </c:pt>
                <c:pt idx="159887">
                  <c:v>6737</c:v>
                </c:pt>
                <c:pt idx="159838">
                  <c:v>6738</c:v>
                </c:pt>
                <c:pt idx="159789">
                  <c:v>6739</c:v>
                </c:pt>
                <c:pt idx="159740">
                  <c:v>6740</c:v>
                </c:pt>
                <c:pt idx="159691">
                  <c:v>6741</c:v>
                </c:pt>
                <c:pt idx="159642">
                  <c:v>6742</c:v>
                </c:pt>
                <c:pt idx="159593">
                  <c:v>6743</c:v>
                </c:pt>
                <c:pt idx="159544">
                  <c:v>6744</c:v>
                </c:pt>
                <c:pt idx="159495">
                  <c:v>6745</c:v>
                </c:pt>
                <c:pt idx="159446">
                  <c:v>6746</c:v>
                </c:pt>
                <c:pt idx="159397">
                  <c:v>6747</c:v>
                </c:pt>
                <c:pt idx="159348">
                  <c:v>6748</c:v>
                </c:pt>
                <c:pt idx="159299">
                  <c:v>6749</c:v>
                </c:pt>
                <c:pt idx="159250">
                  <c:v>6750</c:v>
                </c:pt>
                <c:pt idx="159201">
                  <c:v>6751</c:v>
                </c:pt>
                <c:pt idx="159152">
                  <c:v>6752</c:v>
                </c:pt>
                <c:pt idx="159103">
                  <c:v>6753</c:v>
                </c:pt>
                <c:pt idx="159054">
                  <c:v>6754</c:v>
                </c:pt>
                <c:pt idx="159005">
                  <c:v>6755</c:v>
                </c:pt>
                <c:pt idx="158956">
                  <c:v>6756</c:v>
                </c:pt>
                <c:pt idx="158907">
                  <c:v>6757</c:v>
                </c:pt>
                <c:pt idx="158858">
                  <c:v>6758</c:v>
                </c:pt>
                <c:pt idx="158809">
                  <c:v>6759</c:v>
                </c:pt>
                <c:pt idx="158760">
                  <c:v>6760</c:v>
                </c:pt>
                <c:pt idx="158711">
                  <c:v>6761</c:v>
                </c:pt>
                <c:pt idx="158662">
                  <c:v>6762</c:v>
                </c:pt>
                <c:pt idx="158613">
                  <c:v>6763</c:v>
                </c:pt>
                <c:pt idx="158564">
                  <c:v>6764</c:v>
                </c:pt>
                <c:pt idx="158515">
                  <c:v>6765</c:v>
                </c:pt>
                <c:pt idx="158466">
                  <c:v>6766</c:v>
                </c:pt>
                <c:pt idx="158417">
                  <c:v>6767</c:v>
                </c:pt>
                <c:pt idx="158368">
                  <c:v>6768</c:v>
                </c:pt>
                <c:pt idx="158319">
                  <c:v>6769</c:v>
                </c:pt>
                <c:pt idx="158270">
                  <c:v>6770</c:v>
                </c:pt>
                <c:pt idx="158221">
                  <c:v>6771</c:v>
                </c:pt>
                <c:pt idx="158172">
                  <c:v>6772</c:v>
                </c:pt>
                <c:pt idx="158123">
                  <c:v>6773</c:v>
                </c:pt>
                <c:pt idx="158074">
                  <c:v>6774</c:v>
                </c:pt>
                <c:pt idx="158025">
                  <c:v>6775</c:v>
                </c:pt>
                <c:pt idx="157976">
                  <c:v>6776</c:v>
                </c:pt>
                <c:pt idx="157927">
                  <c:v>6777</c:v>
                </c:pt>
                <c:pt idx="157878">
                  <c:v>6778</c:v>
                </c:pt>
                <c:pt idx="157829">
                  <c:v>6779</c:v>
                </c:pt>
                <c:pt idx="157780">
                  <c:v>6780</c:v>
                </c:pt>
                <c:pt idx="157731">
                  <c:v>6781</c:v>
                </c:pt>
                <c:pt idx="157682">
                  <c:v>6782</c:v>
                </c:pt>
                <c:pt idx="157633">
                  <c:v>6783</c:v>
                </c:pt>
                <c:pt idx="157584">
                  <c:v>6784</c:v>
                </c:pt>
                <c:pt idx="157535">
                  <c:v>6785</c:v>
                </c:pt>
                <c:pt idx="157486">
                  <c:v>6786</c:v>
                </c:pt>
                <c:pt idx="157437">
                  <c:v>6787</c:v>
                </c:pt>
                <c:pt idx="157388">
                  <c:v>6788</c:v>
                </c:pt>
                <c:pt idx="157339">
                  <c:v>6789</c:v>
                </c:pt>
                <c:pt idx="157290">
                  <c:v>6790</c:v>
                </c:pt>
                <c:pt idx="157241">
                  <c:v>6791</c:v>
                </c:pt>
                <c:pt idx="157192">
                  <c:v>6792</c:v>
                </c:pt>
                <c:pt idx="157143">
                  <c:v>6793</c:v>
                </c:pt>
                <c:pt idx="157094">
                  <c:v>6794</c:v>
                </c:pt>
                <c:pt idx="157045">
                  <c:v>6795</c:v>
                </c:pt>
                <c:pt idx="156996">
                  <c:v>6796</c:v>
                </c:pt>
                <c:pt idx="156947">
                  <c:v>6797</c:v>
                </c:pt>
                <c:pt idx="156898">
                  <c:v>6798</c:v>
                </c:pt>
                <c:pt idx="156849">
                  <c:v>6799</c:v>
                </c:pt>
                <c:pt idx="156800">
                  <c:v>6800</c:v>
                </c:pt>
                <c:pt idx="156751">
                  <c:v>6801</c:v>
                </c:pt>
                <c:pt idx="156702">
                  <c:v>6802</c:v>
                </c:pt>
                <c:pt idx="156653">
                  <c:v>6803</c:v>
                </c:pt>
                <c:pt idx="156604">
                  <c:v>6804</c:v>
                </c:pt>
                <c:pt idx="156555">
                  <c:v>6805</c:v>
                </c:pt>
                <c:pt idx="156506">
                  <c:v>6806</c:v>
                </c:pt>
                <c:pt idx="156457">
                  <c:v>6807</c:v>
                </c:pt>
                <c:pt idx="156408">
                  <c:v>6808</c:v>
                </c:pt>
                <c:pt idx="156359">
                  <c:v>6809</c:v>
                </c:pt>
                <c:pt idx="156310">
                  <c:v>6810</c:v>
                </c:pt>
                <c:pt idx="156261">
                  <c:v>6811</c:v>
                </c:pt>
                <c:pt idx="156212">
                  <c:v>6812</c:v>
                </c:pt>
                <c:pt idx="156163">
                  <c:v>6813</c:v>
                </c:pt>
                <c:pt idx="156114">
                  <c:v>6814</c:v>
                </c:pt>
                <c:pt idx="156065">
                  <c:v>6815</c:v>
                </c:pt>
                <c:pt idx="156016">
                  <c:v>6816</c:v>
                </c:pt>
                <c:pt idx="155967">
                  <c:v>6817</c:v>
                </c:pt>
                <c:pt idx="155918">
                  <c:v>6818</c:v>
                </c:pt>
                <c:pt idx="155869">
                  <c:v>6819</c:v>
                </c:pt>
                <c:pt idx="155820">
                  <c:v>6820</c:v>
                </c:pt>
                <c:pt idx="155771">
                  <c:v>6821</c:v>
                </c:pt>
                <c:pt idx="155722">
                  <c:v>6822</c:v>
                </c:pt>
                <c:pt idx="155673">
                  <c:v>6823</c:v>
                </c:pt>
                <c:pt idx="155624">
                  <c:v>6824</c:v>
                </c:pt>
                <c:pt idx="155575">
                  <c:v>6825</c:v>
                </c:pt>
                <c:pt idx="155526">
                  <c:v>6826</c:v>
                </c:pt>
                <c:pt idx="155477">
                  <c:v>6827</c:v>
                </c:pt>
                <c:pt idx="155428">
                  <c:v>6828</c:v>
                </c:pt>
                <c:pt idx="155379">
                  <c:v>6829</c:v>
                </c:pt>
                <c:pt idx="155330">
                  <c:v>6830</c:v>
                </c:pt>
                <c:pt idx="155281">
                  <c:v>6831</c:v>
                </c:pt>
                <c:pt idx="155232">
                  <c:v>6832</c:v>
                </c:pt>
                <c:pt idx="155183">
                  <c:v>6833</c:v>
                </c:pt>
                <c:pt idx="155134">
                  <c:v>6834</c:v>
                </c:pt>
                <c:pt idx="155085">
                  <c:v>6835</c:v>
                </c:pt>
                <c:pt idx="155036">
                  <c:v>6836</c:v>
                </c:pt>
                <c:pt idx="154987">
                  <c:v>6837</c:v>
                </c:pt>
                <c:pt idx="154938">
                  <c:v>6838</c:v>
                </c:pt>
                <c:pt idx="154889">
                  <c:v>6839</c:v>
                </c:pt>
                <c:pt idx="154840">
                  <c:v>6840</c:v>
                </c:pt>
                <c:pt idx="154791">
                  <c:v>6841</c:v>
                </c:pt>
                <c:pt idx="154742">
                  <c:v>6842</c:v>
                </c:pt>
                <c:pt idx="154693">
                  <c:v>6843</c:v>
                </c:pt>
                <c:pt idx="154644">
                  <c:v>6844</c:v>
                </c:pt>
                <c:pt idx="154595">
                  <c:v>6845</c:v>
                </c:pt>
                <c:pt idx="154546">
                  <c:v>6846</c:v>
                </c:pt>
                <c:pt idx="154497">
                  <c:v>6847</c:v>
                </c:pt>
                <c:pt idx="154448">
                  <c:v>6848</c:v>
                </c:pt>
                <c:pt idx="154399">
                  <c:v>6849</c:v>
                </c:pt>
                <c:pt idx="154350">
                  <c:v>6850</c:v>
                </c:pt>
                <c:pt idx="154301">
                  <c:v>6851</c:v>
                </c:pt>
                <c:pt idx="154252">
                  <c:v>6852</c:v>
                </c:pt>
                <c:pt idx="154203">
                  <c:v>6853</c:v>
                </c:pt>
                <c:pt idx="154154">
                  <c:v>6854</c:v>
                </c:pt>
                <c:pt idx="154105">
                  <c:v>6855</c:v>
                </c:pt>
                <c:pt idx="154056">
                  <c:v>6856</c:v>
                </c:pt>
                <c:pt idx="154007">
                  <c:v>6857</c:v>
                </c:pt>
                <c:pt idx="153958">
                  <c:v>6858</c:v>
                </c:pt>
                <c:pt idx="153909">
                  <c:v>6859</c:v>
                </c:pt>
                <c:pt idx="153860">
                  <c:v>6860</c:v>
                </c:pt>
                <c:pt idx="153811">
                  <c:v>6861</c:v>
                </c:pt>
                <c:pt idx="153762">
                  <c:v>6862</c:v>
                </c:pt>
                <c:pt idx="153713">
                  <c:v>6863</c:v>
                </c:pt>
                <c:pt idx="153664">
                  <c:v>6864</c:v>
                </c:pt>
                <c:pt idx="153615">
                  <c:v>6865</c:v>
                </c:pt>
                <c:pt idx="153566">
                  <c:v>6866</c:v>
                </c:pt>
                <c:pt idx="153517">
                  <c:v>6867</c:v>
                </c:pt>
                <c:pt idx="153468">
                  <c:v>6868</c:v>
                </c:pt>
                <c:pt idx="153419">
                  <c:v>6869</c:v>
                </c:pt>
                <c:pt idx="153370">
                  <c:v>6870</c:v>
                </c:pt>
                <c:pt idx="153321">
                  <c:v>6871</c:v>
                </c:pt>
                <c:pt idx="153272">
                  <c:v>6872</c:v>
                </c:pt>
                <c:pt idx="153223">
                  <c:v>6873</c:v>
                </c:pt>
                <c:pt idx="153174">
                  <c:v>6874</c:v>
                </c:pt>
                <c:pt idx="153125">
                  <c:v>6875</c:v>
                </c:pt>
                <c:pt idx="153076">
                  <c:v>6876</c:v>
                </c:pt>
                <c:pt idx="153027">
                  <c:v>6877</c:v>
                </c:pt>
                <c:pt idx="152978">
                  <c:v>6878</c:v>
                </c:pt>
                <c:pt idx="152929">
                  <c:v>6879</c:v>
                </c:pt>
                <c:pt idx="152880">
                  <c:v>6880</c:v>
                </c:pt>
                <c:pt idx="152831">
                  <c:v>6881</c:v>
                </c:pt>
                <c:pt idx="152782">
                  <c:v>6882</c:v>
                </c:pt>
                <c:pt idx="152733">
                  <c:v>6883</c:v>
                </c:pt>
                <c:pt idx="152684">
                  <c:v>6884</c:v>
                </c:pt>
                <c:pt idx="152635">
                  <c:v>6885</c:v>
                </c:pt>
                <c:pt idx="152586">
                  <c:v>6886</c:v>
                </c:pt>
                <c:pt idx="152537">
                  <c:v>6887</c:v>
                </c:pt>
                <c:pt idx="152488">
                  <c:v>6888</c:v>
                </c:pt>
                <c:pt idx="152439">
                  <c:v>6889</c:v>
                </c:pt>
                <c:pt idx="152390">
                  <c:v>6890</c:v>
                </c:pt>
                <c:pt idx="152341">
                  <c:v>6891</c:v>
                </c:pt>
                <c:pt idx="152292">
                  <c:v>6892</c:v>
                </c:pt>
                <c:pt idx="152243">
                  <c:v>6893</c:v>
                </c:pt>
                <c:pt idx="152194">
                  <c:v>6894</c:v>
                </c:pt>
                <c:pt idx="152145">
                  <c:v>6895</c:v>
                </c:pt>
                <c:pt idx="152096">
                  <c:v>6896</c:v>
                </c:pt>
                <c:pt idx="152047">
                  <c:v>6897</c:v>
                </c:pt>
                <c:pt idx="151998">
                  <c:v>6898</c:v>
                </c:pt>
                <c:pt idx="151949">
                  <c:v>6899</c:v>
                </c:pt>
                <c:pt idx="151900">
                  <c:v>6900</c:v>
                </c:pt>
                <c:pt idx="151851">
                  <c:v>6901</c:v>
                </c:pt>
                <c:pt idx="151802">
                  <c:v>6902</c:v>
                </c:pt>
                <c:pt idx="151753">
                  <c:v>6903</c:v>
                </c:pt>
                <c:pt idx="151704">
                  <c:v>6904</c:v>
                </c:pt>
                <c:pt idx="151655">
                  <c:v>6905</c:v>
                </c:pt>
                <c:pt idx="151606">
                  <c:v>6906</c:v>
                </c:pt>
                <c:pt idx="151557">
                  <c:v>6907</c:v>
                </c:pt>
                <c:pt idx="151508">
                  <c:v>6908</c:v>
                </c:pt>
                <c:pt idx="151459">
                  <c:v>6909</c:v>
                </c:pt>
                <c:pt idx="151410">
                  <c:v>6910</c:v>
                </c:pt>
                <c:pt idx="151361">
                  <c:v>6911</c:v>
                </c:pt>
                <c:pt idx="151312">
                  <c:v>6912</c:v>
                </c:pt>
                <c:pt idx="151263">
                  <c:v>6913</c:v>
                </c:pt>
                <c:pt idx="151214">
                  <c:v>6914</c:v>
                </c:pt>
                <c:pt idx="151165">
                  <c:v>6915</c:v>
                </c:pt>
                <c:pt idx="151116">
                  <c:v>6916</c:v>
                </c:pt>
                <c:pt idx="151067">
                  <c:v>6917</c:v>
                </c:pt>
                <c:pt idx="151018">
                  <c:v>6918</c:v>
                </c:pt>
                <c:pt idx="150969">
                  <c:v>6919</c:v>
                </c:pt>
                <c:pt idx="150920">
                  <c:v>6920</c:v>
                </c:pt>
                <c:pt idx="150871">
                  <c:v>6921</c:v>
                </c:pt>
                <c:pt idx="150822">
                  <c:v>6922</c:v>
                </c:pt>
                <c:pt idx="150773">
                  <c:v>6923</c:v>
                </c:pt>
                <c:pt idx="150724">
                  <c:v>6924</c:v>
                </c:pt>
                <c:pt idx="150675">
                  <c:v>6925</c:v>
                </c:pt>
                <c:pt idx="150626">
                  <c:v>6926</c:v>
                </c:pt>
                <c:pt idx="150577">
                  <c:v>6927</c:v>
                </c:pt>
                <c:pt idx="150528">
                  <c:v>6928</c:v>
                </c:pt>
                <c:pt idx="150479">
                  <c:v>6929</c:v>
                </c:pt>
                <c:pt idx="150430">
                  <c:v>6930</c:v>
                </c:pt>
                <c:pt idx="150381">
                  <c:v>6931</c:v>
                </c:pt>
                <c:pt idx="150332">
                  <c:v>6932</c:v>
                </c:pt>
                <c:pt idx="150283">
                  <c:v>6933</c:v>
                </c:pt>
                <c:pt idx="150234">
                  <c:v>6934</c:v>
                </c:pt>
                <c:pt idx="150185">
                  <c:v>6935</c:v>
                </c:pt>
                <c:pt idx="150136">
                  <c:v>6936</c:v>
                </c:pt>
                <c:pt idx="150087">
                  <c:v>6937</c:v>
                </c:pt>
                <c:pt idx="150038">
                  <c:v>6938</c:v>
                </c:pt>
                <c:pt idx="149989">
                  <c:v>6939</c:v>
                </c:pt>
                <c:pt idx="149940">
                  <c:v>6940</c:v>
                </c:pt>
                <c:pt idx="149891">
                  <c:v>6941</c:v>
                </c:pt>
                <c:pt idx="149842">
                  <c:v>6942</c:v>
                </c:pt>
                <c:pt idx="149793">
                  <c:v>6943</c:v>
                </c:pt>
                <c:pt idx="149744">
                  <c:v>6944</c:v>
                </c:pt>
                <c:pt idx="149695">
                  <c:v>6945</c:v>
                </c:pt>
                <c:pt idx="149646">
                  <c:v>6946</c:v>
                </c:pt>
                <c:pt idx="149597">
                  <c:v>6947</c:v>
                </c:pt>
                <c:pt idx="149548">
                  <c:v>6948</c:v>
                </c:pt>
                <c:pt idx="149499">
                  <c:v>6949</c:v>
                </c:pt>
                <c:pt idx="149450">
                  <c:v>6950</c:v>
                </c:pt>
                <c:pt idx="149401">
                  <c:v>6951</c:v>
                </c:pt>
                <c:pt idx="149352">
                  <c:v>6952</c:v>
                </c:pt>
                <c:pt idx="149303">
                  <c:v>6953</c:v>
                </c:pt>
                <c:pt idx="149254">
                  <c:v>6954</c:v>
                </c:pt>
                <c:pt idx="149205">
                  <c:v>6955</c:v>
                </c:pt>
                <c:pt idx="149156">
                  <c:v>6956</c:v>
                </c:pt>
                <c:pt idx="149107">
                  <c:v>6957</c:v>
                </c:pt>
                <c:pt idx="149058">
                  <c:v>6958</c:v>
                </c:pt>
                <c:pt idx="149009">
                  <c:v>6959</c:v>
                </c:pt>
                <c:pt idx="148960">
                  <c:v>6960</c:v>
                </c:pt>
                <c:pt idx="148911">
                  <c:v>6961</c:v>
                </c:pt>
                <c:pt idx="148862">
                  <c:v>6962</c:v>
                </c:pt>
                <c:pt idx="148813">
                  <c:v>6963</c:v>
                </c:pt>
                <c:pt idx="148764">
                  <c:v>6964</c:v>
                </c:pt>
                <c:pt idx="148715">
                  <c:v>6965</c:v>
                </c:pt>
                <c:pt idx="148666">
                  <c:v>6966</c:v>
                </c:pt>
                <c:pt idx="148617">
                  <c:v>6967</c:v>
                </c:pt>
                <c:pt idx="148568">
                  <c:v>6968</c:v>
                </c:pt>
                <c:pt idx="148519">
                  <c:v>6969</c:v>
                </c:pt>
                <c:pt idx="148470">
                  <c:v>6970</c:v>
                </c:pt>
                <c:pt idx="148421">
                  <c:v>6971</c:v>
                </c:pt>
                <c:pt idx="148372">
                  <c:v>6972</c:v>
                </c:pt>
                <c:pt idx="148323">
                  <c:v>6973</c:v>
                </c:pt>
                <c:pt idx="148274">
                  <c:v>6974</c:v>
                </c:pt>
                <c:pt idx="148225">
                  <c:v>6975</c:v>
                </c:pt>
                <c:pt idx="148176">
                  <c:v>6976</c:v>
                </c:pt>
                <c:pt idx="148127">
                  <c:v>6977</c:v>
                </c:pt>
                <c:pt idx="148078">
                  <c:v>6978</c:v>
                </c:pt>
                <c:pt idx="148029">
                  <c:v>6979</c:v>
                </c:pt>
                <c:pt idx="147980">
                  <c:v>6980</c:v>
                </c:pt>
                <c:pt idx="147931">
                  <c:v>6981</c:v>
                </c:pt>
                <c:pt idx="147882">
                  <c:v>6982</c:v>
                </c:pt>
                <c:pt idx="147833">
                  <c:v>6983</c:v>
                </c:pt>
                <c:pt idx="147784">
                  <c:v>6984</c:v>
                </c:pt>
                <c:pt idx="147735">
                  <c:v>6985</c:v>
                </c:pt>
                <c:pt idx="147686">
                  <c:v>6986</c:v>
                </c:pt>
                <c:pt idx="147637">
                  <c:v>6987</c:v>
                </c:pt>
                <c:pt idx="147588">
                  <c:v>6988</c:v>
                </c:pt>
                <c:pt idx="147539">
                  <c:v>6989</c:v>
                </c:pt>
                <c:pt idx="147490">
                  <c:v>6990</c:v>
                </c:pt>
                <c:pt idx="147441">
                  <c:v>6991</c:v>
                </c:pt>
                <c:pt idx="147392">
                  <c:v>6992</c:v>
                </c:pt>
                <c:pt idx="147343">
                  <c:v>6993</c:v>
                </c:pt>
                <c:pt idx="147294">
                  <c:v>6994</c:v>
                </c:pt>
                <c:pt idx="147245">
                  <c:v>6995</c:v>
                </c:pt>
                <c:pt idx="147196">
                  <c:v>6996</c:v>
                </c:pt>
                <c:pt idx="147147">
                  <c:v>6997</c:v>
                </c:pt>
                <c:pt idx="147098">
                  <c:v>6998</c:v>
                </c:pt>
                <c:pt idx="147049">
                  <c:v>6999</c:v>
                </c:pt>
                <c:pt idx="147000">
                  <c:v>7000</c:v>
                </c:pt>
                <c:pt idx="146951">
                  <c:v>7001</c:v>
                </c:pt>
                <c:pt idx="146902">
                  <c:v>7002</c:v>
                </c:pt>
                <c:pt idx="146853">
                  <c:v>7003</c:v>
                </c:pt>
                <c:pt idx="146804">
                  <c:v>7004</c:v>
                </c:pt>
                <c:pt idx="146755">
                  <c:v>7005</c:v>
                </c:pt>
                <c:pt idx="146706">
                  <c:v>7006</c:v>
                </c:pt>
                <c:pt idx="146657">
                  <c:v>7007</c:v>
                </c:pt>
                <c:pt idx="146608">
                  <c:v>7008</c:v>
                </c:pt>
                <c:pt idx="146559">
                  <c:v>7009</c:v>
                </c:pt>
                <c:pt idx="146510">
                  <c:v>7010</c:v>
                </c:pt>
                <c:pt idx="146461">
                  <c:v>7011</c:v>
                </c:pt>
                <c:pt idx="146412">
                  <c:v>7012</c:v>
                </c:pt>
                <c:pt idx="146363">
                  <c:v>7013</c:v>
                </c:pt>
                <c:pt idx="146314">
                  <c:v>7014</c:v>
                </c:pt>
                <c:pt idx="146265">
                  <c:v>7015</c:v>
                </c:pt>
                <c:pt idx="146216">
                  <c:v>7016</c:v>
                </c:pt>
                <c:pt idx="146167">
                  <c:v>7017</c:v>
                </c:pt>
                <c:pt idx="146118">
                  <c:v>7018</c:v>
                </c:pt>
                <c:pt idx="146069">
                  <c:v>7019</c:v>
                </c:pt>
                <c:pt idx="146020">
                  <c:v>7020</c:v>
                </c:pt>
                <c:pt idx="145971">
                  <c:v>7021</c:v>
                </c:pt>
                <c:pt idx="145922">
                  <c:v>7022</c:v>
                </c:pt>
                <c:pt idx="145873">
                  <c:v>7023</c:v>
                </c:pt>
                <c:pt idx="145824">
                  <c:v>7024</c:v>
                </c:pt>
                <c:pt idx="145775">
                  <c:v>7025</c:v>
                </c:pt>
                <c:pt idx="145726">
                  <c:v>7026</c:v>
                </c:pt>
                <c:pt idx="145677">
                  <c:v>7027</c:v>
                </c:pt>
                <c:pt idx="145628">
                  <c:v>7028</c:v>
                </c:pt>
                <c:pt idx="145579">
                  <c:v>7029</c:v>
                </c:pt>
                <c:pt idx="145530">
                  <c:v>7030</c:v>
                </c:pt>
                <c:pt idx="145481">
                  <c:v>7031</c:v>
                </c:pt>
                <c:pt idx="145432">
                  <c:v>7032</c:v>
                </c:pt>
                <c:pt idx="145383">
                  <c:v>7033</c:v>
                </c:pt>
                <c:pt idx="145334">
                  <c:v>7034</c:v>
                </c:pt>
                <c:pt idx="145285">
                  <c:v>7035</c:v>
                </c:pt>
                <c:pt idx="145236">
                  <c:v>7036</c:v>
                </c:pt>
                <c:pt idx="145187">
                  <c:v>7037</c:v>
                </c:pt>
                <c:pt idx="145138">
                  <c:v>7038</c:v>
                </c:pt>
                <c:pt idx="145089">
                  <c:v>7039</c:v>
                </c:pt>
                <c:pt idx="145040">
                  <c:v>7040</c:v>
                </c:pt>
                <c:pt idx="144991">
                  <c:v>7041</c:v>
                </c:pt>
                <c:pt idx="144942">
                  <c:v>7042</c:v>
                </c:pt>
                <c:pt idx="144893">
                  <c:v>7043</c:v>
                </c:pt>
                <c:pt idx="144844">
                  <c:v>7044</c:v>
                </c:pt>
                <c:pt idx="144795">
                  <c:v>7045</c:v>
                </c:pt>
                <c:pt idx="144746">
                  <c:v>7046</c:v>
                </c:pt>
                <c:pt idx="144697">
                  <c:v>7047</c:v>
                </c:pt>
                <c:pt idx="144648">
                  <c:v>7048</c:v>
                </c:pt>
                <c:pt idx="144599">
                  <c:v>7049</c:v>
                </c:pt>
                <c:pt idx="144550">
                  <c:v>7050</c:v>
                </c:pt>
                <c:pt idx="144501">
                  <c:v>7051</c:v>
                </c:pt>
                <c:pt idx="144452">
                  <c:v>7052</c:v>
                </c:pt>
                <c:pt idx="144403">
                  <c:v>7053</c:v>
                </c:pt>
                <c:pt idx="144354">
                  <c:v>7054</c:v>
                </c:pt>
                <c:pt idx="144305">
                  <c:v>7055</c:v>
                </c:pt>
                <c:pt idx="144256">
                  <c:v>7056</c:v>
                </c:pt>
                <c:pt idx="144207">
                  <c:v>7057</c:v>
                </c:pt>
                <c:pt idx="144158">
                  <c:v>7058</c:v>
                </c:pt>
                <c:pt idx="144109">
                  <c:v>7059</c:v>
                </c:pt>
                <c:pt idx="144060">
                  <c:v>7060</c:v>
                </c:pt>
                <c:pt idx="144011">
                  <c:v>7061</c:v>
                </c:pt>
                <c:pt idx="143962">
                  <c:v>7062</c:v>
                </c:pt>
                <c:pt idx="143913">
                  <c:v>7063</c:v>
                </c:pt>
                <c:pt idx="143864">
                  <c:v>7064</c:v>
                </c:pt>
                <c:pt idx="143815">
                  <c:v>7065</c:v>
                </c:pt>
                <c:pt idx="143766">
                  <c:v>7066</c:v>
                </c:pt>
                <c:pt idx="143717">
                  <c:v>7067</c:v>
                </c:pt>
                <c:pt idx="143668">
                  <c:v>7068</c:v>
                </c:pt>
                <c:pt idx="143619">
                  <c:v>7069</c:v>
                </c:pt>
                <c:pt idx="143570">
                  <c:v>7070</c:v>
                </c:pt>
                <c:pt idx="143521">
                  <c:v>7071</c:v>
                </c:pt>
                <c:pt idx="143472">
                  <c:v>7072</c:v>
                </c:pt>
                <c:pt idx="143423">
                  <c:v>7073</c:v>
                </c:pt>
                <c:pt idx="143374">
                  <c:v>7074</c:v>
                </c:pt>
                <c:pt idx="143325">
                  <c:v>7075</c:v>
                </c:pt>
                <c:pt idx="143276">
                  <c:v>7076</c:v>
                </c:pt>
                <c:pt idx="143227">
                  <c:v>7077</c:v>
                </c:pt>
                <c:pt idx="143178">
                  <c:v>7078</c:v>
                </c:pt>
                <c:pt idx="143129">
                  <c:v>7079</c:v>
                </c:pt>
                <c:pt idx="143080">
                  <c:v>7080</c:v>
                </c:pt>
                <c:pt idx="143031">
                  <c:v>7081</c:v>
                </c:pt>
                <c:pt idx="142982">
                  <c:v>7082</c:v>
                </c:pt>
                <c:pt idx="142933">
                  <c:v>7083</c:v>
                </c:pt>
                <c:pt idx="142884">
                  <c:v>7084</c:v>
                </c:pt>
                <c:pt idx="142835">
                  <c:v>7085</c:v>
                </c:pt>
                <c:pt idx="142786">
                  <c:v>7086</c:v>
                </c:pt>
                <c:pt idx="142737">
                  <c:v>7087</c:v>
                </c:pt>
                <c:pt idx="142688">
                  <c:v>7088</c:v>
                </c:pt>
                <c:pt idx="142639">
                  <c:v>7089</c:v>
                </c:pt>
                <c:pt idx="142590">
                  <c:v>7090</c:v>
                </c:pt>
                <c:pt idx="142541">
                  <c:v>7091</c:v>
                </c:pt>
                <c:pt idx="142492">
                  <c:v>7092</c:v>
                </c:pt>
                <c:pt idx="142443">
                  <c:v>7093</c:v>
                </c:pt>
                <c:pt idx="142394">
                  <c:v>7094</c:v>
                </c:pt>
                <c:pt idx="142345">
                  <c:v>7095</c:v>
                </c:pt>
                <c:pt idx="142296">
                  <c:v>7096</c:v>
                </c:pt>
                <c:pt idx="142247">
                  <c:v>7097</c:v>
                </c:pt>
                <c:pt idx="142198">
                  <c:v>7098</c:v>
                </c:pt>
                <c:pt idx="142149">
                  <c:v>7099</c:v>
                </c:pt>
                <c:pt idx="142100">
                  <c:v>7100</c:v>
                </c:pt>
                <c:pt idx="142051">
                  <c:v>7101</c:v>
                </c:pt>
                <c:pt idx="142002">
                  <c:v>7102</c:v>
                </c:pt>
                <c:pt idx="141953">
                  <c:v>7103</c:v>
                </c:pt>
                <c:pt idx="141904">
                  <c:v>7104</c:v>
                </c:pt>
                <c:pt idx="141855">
                  <c:v>7105</c:v>
                </c:pt>
                <c:pt idx="141806">
                  <c:v>7106</c:v>
                </c:pt>
                <c:pt idx="141757">
                  <c:v>7107</c:v>
                </c:pt>
                <c:pt idx="141708">
                  <c:v>7108</c:v>
                </c:pt>
                <c:pt idx="141659">
                  <c:v>7109</c:v>
                </c:pt>
                <c:pt idx="141610">
                  <c:v>7110</c:v>
                </c:pt>
                <c:pt idx="141561">
                  <c:v>7111</c:v>
                </c:pt>
                <c:pt idx="141512">
                  <c:v>7112</c:v>
                </c:pt>
                <c:pt idx="141463">
                  <c:v>7113</c:v>
                </c:pt>
                <c:pt idx="141414">
                  <c:v>7114</c:v>
                </c:pt>
                <c:pt idx="141365">
                  <c:v>7115</c:v>
                </c:pt>
                <c:pt idx="141316">
                  <c:v>7116</c:v>
                </c:pt>
                <c:pt idx="141267">
                  <c:v>7117</c:v>
                </c:pt>
                <c:pt idx="141218">
                  <c:v>7118</c:v>
                </c:pt>
                <c:pt idx="141169">
                  <c:v>7119</c:v>
                </c:pt>
                <c:pt idx="141120">
                  <c:v>7120</c:v>
                </c:pt>
                <c:pt idx="141071">
                  <c:v>7121</c:v>
                </c:pt>
                <c:pt idx="141022">
                  <c:v>7122</c:v>
                </c:pt>
                <c:pt idx="140973">
                  <c:v>7123</c:v>
                </c:pt>
                <c:pt idx="140924">
                  <c:v>7124</c:v>
                </c:pt>
                <c:pt idx="140875">
                  <c:v>7125</c:v>
                </c:pt>
                <c:pt idx="140826">
                  <c:v>7126</c:v>
                </c:pt>
                <c:pt idx="140777">
                  <c:v>7127</c:v>
                </c:pt>
                <c:pt idx="140728">
                  <c:v>7128</c:v>
                </c:pt>
                <c:pt idx="140679">
                  <c:v>7129</c:v>
                </c:pt>
                <c:pt idx="140630">
                  <c:v>7130</c:v>
                </c:pt>
                <c:pt idx="140581">
                  <c:v>7131</c:v>
                </c:pt>
                <c:pt idx="140532">
                  <c:v>7132</c:v>
                </c:pt>
                <c:pt idx="140483">
                  <c:v>7133</c:v>
                </c:pt>
                <c:pt idx="140434">
                  <c:v>7134</c:v>
                </c:pt>
                <c:pt idx="140385">
                  <c:v>7135</c:v>
                </c:pt>
                <c:pt idx="140336">
                  <c:v>7136</c:v>
                </c:pt>
                <c:pt idx="140287">
                  <c:v>7137</c:v>
                </c:pt>
                <c:pt idx="140238">
                  <c:v>7138</c:v>
                </c:pt>
                <c:pt idx="140189">
                  <c:v>7139</c:v>
                </c:pt>
                <c:pt idx="140140">
                  <c:v>7140</c:v>
                </c:pt>
                <c:pt idx="140091">
                  <c:v>7141</c:v>
                </c:pt>
                <c:pt idx="140042">
                  <c:v>7142</c:v>
                </c:pt>
                <c:pt idx="139993">
                  <c:v>7143</c:v>
                </c:pt>
                <c:pt idx="139944">
                  <c:v>7144</c:v>
                </c:pt>
                <c:pt idx="139895">
                  <c:v>7145</c:v>
                </c:pt>
                <c:pt idx="139846">
                  <c:v>7146</c:v>
                </c:pt>
                <c:pt idx="139797">
                  <c:v>7147</c:v>
                </c:pt>
                <c:pt idx="139748">
                  <c:v>7148</c:v>
                </c:pt>
                <c:pt idx="139699">
                  <c:v>7149</c:v>
                </c:pt>
                <c:pt idx="139650">
                  <c:v>7150</c:v>
                </c:pt>
                <c:pt idx="139601">
                  <c:v>7151</c:v>
                </c:pt>
                <c:pt idx="139552">
                  <c:v>7152</c:v>
                </c:pt>
                <c:pt idx="139503">
                  <c:v>7153</c:v>
                </c:pt>
                <c:pt idx="139454">
                  <c:v>7154</c:v>
                </c:pt>
                <c:pt idx="139405">
                  <c:v>7155</c:v>
                </c:pt>
                <c:pt idx="139356">
                  <c:v>7156</c:v>
                </c:pt>
                <c:pt idx="139307">
                  <c:v>7157</c:v>
                </c:pt>
                <c:pt idx="139258">
                  <c:v>7158</c:v>
                </c:pt>
                <c:pt idx="139209">
                  <c:v>7159</c:v>
                </c:pt>
                <c:pt idx="139160">
                  <c:v>7160</c:v>
                </c:pt>
                <c:pt idx="139111">
                  <c:v>7161</c:v>
                </c:pt>
                <c:pt idx="139062">
                  <c:v>7162</c:v>
                </c:pt>
                <c:pt idx="139013">
                  <c:v>7163</c:v>
                </c:pt>
                <c:pt idx="138964">
                  <c:v>7164</c:v>
                </c:pt>
                <c:pt idx="138915">
                  <c:v>7165</c:v>
                </c:pt>
                <c:pt idx="138866">
                  <c:v>7166</c:v>
                </c:pt>
                <c:pt idx="138817">
                  <c:v>7167</c:v>
                </c:pt>
                <c:pt idx="138768">
                  <c:v>7168</c:v>
                </c:pt>
                <c:pt idx="138719">
                  <c:v>7169</c:v>
                </c:pt>
                <c:pt idx="138670">
                  <c:v>7170</c:v>
                </c:pt>
                <c:pt idx="138621">
                  <c:v>7171</c:v>
                </c:pt>
                <c:pt idx="138572">
                  <c:v>7172</c:v>
                </c:pt>
                <c:pt idx="138523">
                  <c:v>7173</c:v>
                </c:pt>
                <c:pt idx="138474">
                  <c:v>7174</c:v>
                </c:pt>
                <c:pt idx="138425">
                  <c:v>7175</c:v>
                </c:pt>
                <c:pt idx="138376">
                  <c:v>7176</c:v>
                </c:pt>
                <c:pt idx="138327">
                  <c:v>7177</c:v>
                </c:pt>
                <c:pt idx="138278">
                  <c:v>7178</c:v>
                </c:pt>
                <c:pt idx="138229">
                  <c:v>7179</c:v>
                </c:pt>
                <c:pt idx="138180">
                  <c:v>7180</c:v>
                </c:pt>
                <c:pt idx="138131">
                  <c:v>7181</c:v>
                </c:pt>
                <c:pt idx="138082">
                  <c:v>7182</c:v>
                </c:pt>
                <c:pt idx="138033">
                  <c:v>7183</c:v>
                </c:pt>
                <c:pt idx="137984">
                  <c:v>7184</c:v>
                </c:pt>
                <c:pt idx="137935">
                  <c:v>7185</c:v>
                </c:pt>
                <c:pt idx="137886">
                  <c:v>7186</c:v>
                </c:pt>
                <c:pt idx="137837">
                  <c:v>7187</c:v>
                </c:pt>
                <c:pt idx="137788">
                  <c:v>7188</c:v>
                </c:pt>
                <c:pt idx="137739">
                  <c:v>7189</c:v>
                </c:pt>
                <c:pt idx="137690">
                  <c:v>7190</c:v>
                </c:pt>
                <c:pt idx="137641">
                  <c:v>7191</c:v>
                </c:pt>
                <c:pt idx="137592">
                  <c:v>7192</c:v>
                </c:pt>
                <c:pt idx="137543">
                  <c:v>7193</c:v>
                </c:pt>
                <c:pt idx="137494">
                  <c:v>7194</c:v>
                </c:pt>
                <c:pt idx="137445">
                  <c:v>7195</c:v>
                </c:pt>
                <c:pt idx="137396">
                  <c:v>7196</c:v>
                </c:pt>
                <c:pt idx="137347">
                  <c:v>7197</c:v>
                </c:pt>
                <c:pt idx="137298">
                  <c:v>7198</c:v>
                </c:pt>
                <c:pt idx="137249">
                  <c:v>7199</c:v>
                </c:pt>
                <c:pt idx="137200">
                  <c:v>7200</c:v>
                </c:pt>
                <c:pt idx="137151">
                  <c:v>7201</c:v>
                </c:pt>
                <c:pt idx="137102">
                  <c:v>7202</c:v>
                </c:pt>
                <c:pt idx="137053">
                  <c:v>7203</c:v>
                </c:pt>
                <c:pt idx="137004">
                  <c:v>7204</c:v>
                </c:pt>
                <c:pt idx="136955">
                  <c:v>7205</c:v>
                </c:pt>
                <c:pt idx="136906">
                  <c:v>7206</c:v>
                </c:pt>
                <c:pt idx="136857">
                  <c:v>7207</c:v>
                </c:pt>
                <c:pt idx="136808">
                  <c:v>7208</c:v>
                </c:pt>
                <c:pt idx="136759">
                  <c:v>7209</c:v>
                </c:pt>
                <c:pt idx="136710">
                  <c:v>7210</c:v>
                </c:pt>
                <c:pt idx="136661">
                  <c:v>7211</c:v>
                </c:pt>
                <c:pt idx="136612">
                  <c:v>7212</c:v>
                </c:pt>
                <c:pt idx="136563">
                  <c:v>7213</c:v>
                </c:pt>
                <c:pt idx="136514">
                  <c:v>7214</c:v>
                </c:pt>
                <c:pt idx="136465">
                  <c:v>7215</c:v>
                </c:pt>
                <c:pt idx="136416">
                  <c:v>7216</c:v>
                </c:pt>
                <c:pt idx="136367">
                  <c:v>7217</c:v>
                </c:pt>
                <c:pt idx="136318">
                  <c:v>7218</c:v>
                </c:pt>
                <c:pt idx="136269">
                  <c:v>7219</c:v>
                </c:pt>
                <c:pt idx="136220">
                  <c:v>7220</c:v>
                </c:pt>
                <c:pt idx="136171">
                  <c:v>7221</c:v>
                </c:pt>
                <c:pt idx="136122">
                  <c:v>7222</c:v>
                </c:pt>
                <c:pt idx="136073">
                  <c:v>7223</c:v>
                </c:pt>
                <c:pt idx="136024">
                  <c:v>7224</c:v>
                </c:pt>
                <c:pt idx="135975">
                  <c:v>7225</c:v>
                </c:pt>
                <c:pt idx="135926">
                  <c:v>7226</c:v>
                </c:pt>
                <c:pt idx="135877">
                  <c:v>7227</c:v>
                </c:pt>
                <c:pt idx="135828">
                  <c:v>7228</c:v>
                </c:pt>
                <c:pt idx="135779">
                  <c:v>7229</c:v>
                </c:pt>
                <c:pt idx="135730">
                  <c:v>7230</c:v>
                </c:pt>
                <c:pt idx="135681">
                  <c:v>7231</c:v>
                </c:pt>
                <c:pt idx="135632">
                  <c:v>7232</c:v>
                </c:pt>
                <c:pt idx="135583">
                  <c:v>7233</c:v>
                </c:pt>
                <c:pt idx="135534">
                  <c:v>7234</c:v>
                </c:pt>
                <c:pt idx="135485">
                  <c:v>7235</c:v>
                </c:pt>
                <c:pt idx="135436">
                  <c:v>7236</c:v>
                </c:pt>
                <c:pt idx="135387">
                  <c:v>7237</c:v>
                </c:pt>
                <c:pt idx="135338">
                  <c:v>7238</c:v>
                </c:pt>
                <c:pt idx="135289">
                  <c:v>7239</c:v>
                </c:pt>
                <c:pt idx="135240">
                  <c:v>7240</c:v>
                </c:pt>
                <c:pt idx="135191">
                  <c:v>7241</c:v>
                </c:pt>
                <c:pt idx="135142">
                  <c:v>7242</c:v>
                </c:pt>
                <c:pt idx="135093">
                  <c:v>7243</c:v>
                </c:pt>
                <c:pt idx="135044">
                  <c:v>7244</c:v>
                </c:pt>
                <c:pt idx="134995">
                  <c:v>7245</c:v>
                </c:pt>
                <c:pt idx="134946">
                  <c:v>7246</c:v>
                </c:pt>
                <c:pt idx="134897">
                  <c:v>7247</c:v>
                </c:pt>
                <c:pt idx="134848">
                  <c:v>7248</c:v>
                </c:pt>
                <c:pt idx="134799">
                  <c:v>7249</c:v>
                </c:pt>
                <c:pt idx="134750">
                  <c:v>7250</c:v>
                </c:pt>
                <c:pt idx="134701">
                  <c:v>7251</c:v>
                </c:pt>
                <c:pt idx="134652">
                  <c:v>7252</c:v>
                </c:pt>
                <c:pt idx="134603">
                  <c:v>7253</c:v>
                </c:pt>
                <c:pt idx="134554">
                  <c:v>7254</c:v>
                </c:pt>
                <c:pt idx="134505">
                  <c:v>7255</c:v>
                </c:pt>
                <c:pt idx="134456">
                  <c:v>7256</c:v>
                </c:pt>
                <c:pt idx="134407">
                  <c:v>7257</c:v>
                </c:pt>
                <c:pt idx="134358">
                  <c:v>7258</c:v>
                </c:pt>
                <c:pt idx="134309">
                  <c:v>7259</c:v>
                </c:pt>
                <c:pt idx="134260">
                  <c:v>7260</c:v>
                </c:pt>
                <c:pt idx="134211">
                  <c:v>7261</c:v>
                </c:pt>
                <c:pt idx="134162">
                  <c:v>7262</c:v>
                </c:pt>
                <c:pt idx="134113">
                  <c:v>7263</c:v>
                </c:pt>
                <c:pt idx="134064">
                  <c:v>7264</c:v>
                </c:pt>
                <c:pt idx="134015">
                  <c:v>7265</c:v>
                </c:pt>
                <c:pt idx="133966">
                  <c:v>7266</c:v>
                </c:pt>
                <c:pt idx="133917">
                  <c:v>7267</c:v>
                </c:pt>
                <c:pt idx="133868">
                  <c:v>7268</c:v>
                </c:pt>
                <c:pt idx="133819">
                  <c:v>7269</c:v>
                </c:pt>
                <c:pt idx="133770">
                  <c:v>7270</c:v>
                </c:pt>
                <c:pt idx="133721">
                  <c:v>7271</c:v>
                </c:pt>
                <c:pt idx="133672">
                  <c:v>7272</c:v>
                </c:pt>
                <c:pt idx="133623">
                  <c:v>7273</c:v>
                </c:pt>
                <c:pt idx="133574">
                  <c:v>7274</c:v>
                </c:pt>
                <c:pt idx="133525">
                  <c:v>7275</c:v>
                </c:pt>
                <c:pt idx="133476">
                  <c:v>7276</c:v>
                </c:pt>
                <c:pt idx="133427">
                  <c:v>7277</c:v>
                </c:pt>
                <c:pt idx="133378">
                  <c:v>7278</c:v>
                </c:pt>
                <c:pt idx="133329">
                  <c:v>7279</c:v>
                </c:pt>
                <c:pt idx="133280">
                  <c:v>7280</c:v>
                </c:pt>
                <c:pt idx="133231">
                  <c:v>7281</c:v>
                </c:pt>
                <c:pt idx="133182">
                  <c:v>7282</c:v>
                </c:pt>
                <c:pt idx="133133">
                  <c:v>7283</c:v>
                </c:pt>
                <c:pt idx="133084">
                  <c:v>7284</c:v>
                </c:pt>
                <c:pt idx="133035">
                  <c:v>7285</c:v>
                </c:pt>
                <c:pt idx="132986">
                  <c:v>7286</c:v>
                </c:pt>
                <c:pt idx="132937">
                  <c:v>7287</c:v>
                </c:pt>
                <c:pt idx="132888">
                  <c:v>7288</c:v>
                </c:pt>
                <c:pt idx="132839">
                  <c:v>7289</c:v>
                </c:pt>
                <c:pt idx="132790">
                  <c:v>7290</c:v>
                </c:pt>
                <c:pt idx="132741">
                  <c:v>7291</c:v>
                </c:pt>
                <c:pt idx="132692">
                  <c:v>7292</c:v>
                </c:pt>
                <c:pt idx="132643">
                  <c:v>7293</c:v>
                </c:pt>
                <c:pt idx="132594">
                  <c:v>7294</c:v>
                </c:pt>
                <c:pt idx="132545">
                  <c:v>7295</c:v>
                </c:pt>
                <c:pt idx="132496">
                  <c:v>7296</c:v>
                </c:pt>
                <c:pt idx="132447">
                  <c:v>7297</c:v>
                </c:pt>
                <c:pt idx="132398">
                  <c:v>7298</c:v>
                </c:pt>
                <c:pt idx="132349">
                  <c:v>7299</c:v>
                </c:pt>
                <c:pt idx="132300">
                  <c:v>7300</c:v>
                </c:pt>
                <c:pt idx="132251">
                  <c:v>7301</c:v>
                </c:pt>
                <c:pt idx="132202">
                  <c:v>7302</c:v>
                </c:pt>
                <c:pt idx="132153">
                  <c:v>7303</c:v>
                </c:pt>
                <c:pt idx="132104">
                  <c:v>7304</c:v>
                </c:pt>
                <c:pt idx="132055">
                  <c:v>7305</c:v>
                </c:pt>
                <c:pt idx="132006">
                  <c:v>7306</c:v>
                </c:pt>
                <c:pt idx="131957">
                  <c:v>7307</c:v>
                </c:pt>
                <c:pt idx="131908">
                  <c:v>7308</c:v>
                </c:pt>
                <c:pt idx="131859">
                  <c:v>7309</c:v>
                </c:pt>
                <c:pt idx="131810">
                  <c:v>7310</c:v>
                </c:pt>
                <c:pt idx="131761">
                  <c:v>7311</c:v>
                </c:pt>
                <c:pt idx="131712">
                  <c:v>7312</c:v>
                </c:pt>
                <c:pt idx="131663">
                  <c:v>7313</c:v>
                </c:pt>
                <c:pt idx="131614">
                  <c:v>7314</c:v>
                </c:pt>
                <c:pt idx="131565">
                  <c:v>7315</c:v>
                </c:pt>
                <c:pt idx="131516">
                  <c:v>7316</c:v>
                </c:pt>
                <c:pt idx="131467">
                  <c:v>7317</c:v>
                </c:pt>
                <c:pt idx="131418">
                  <c:v>7318</c:v>
                </c:pt>
                <c:pt idx="131369">
                  <c:v>7319</c:v>
                </c:pt>
                <c:pt idx="131320">
                  <c:v>7320</c:v>
                </c:pt>
                <c:pt idx="131271">
                  <c:v>7321</c:v>
                </c:pt>
                <c:pt idx="131222">
                  <c:v>7322</c:v>
                </c:pt>
                <c:pt idx="131173">
                  <c:v>7323</c:v>
                </c:pt>
                <c:pt idx="131124">
                  <c:v>7324</c:v>
                </c:pt>
                <c:pt idx="131075">
                  <c:v>7325</c:v>
                </c:pt>
                <c:pt idx="131026">
                  <c:v>7326</c:v>
                </c:pt>
                <c:pt idx="130977">
                  <c:v>7327</c:v>
                </c:pt>
                <c:pt idx="130928">
                  <c:v>7328</c:v>
                </c:pt>
                <c:pt idx="130879">
                  <c:v>7329</c:v>
                </c:pt>
                <c:pt idx="130830">
                  <c:v>7330</c:v>
                </c:pt>
                <c:pt idx="130781">
                  <c:v>7331</c:v>
                </c:pt>
                <c:pt idx="130732">
                  <c:v>7332</c:v>
                </c:pt>
                <c:pt idx="130683">
                  <c:v>7333</c:v>
                </c:pt>
                <c:pt idx="130634">
                  <c:v>7334</c:v>
                </c:pt>
                <c:pt idx="130585">
                  <c:v>7335</c:v>
                </c:pt>
                <c:pt idx="130536">
                  <c:v>7336</c:v>
                </c:pt>
                <c:pt idx="130487">
                  <c:v>7337</c:v>
                </c:pt>
                <c:pt idx="130438">
                  <c:v>7338</c:v>
                </c:pt>
                <c:pt idx="130389">
                  <c:v>7339</c:v>
                </c:pt>
                <c:pt idx="130340">
                  <c:v>7340</c:v>
                </c:pt>
                <c:pt idx="130291">
                  <c:v>7341</c:v>
                </c:pt>
                <c:pt idx="130242">
                  <c:v>7342</c:v>
                </c:pt>
                <c:pt idx="130193">
                  <c:v>7343</c:v>
                </c:pt>
                <c:pt idx="130144">
                  <c:v>7344</c:v>
                </c:pt>
                <c:pt idx="130095">
                  <c:v>7345</c:v>
                </c:pt>
                <c:pt idx="130046">
                  <c:v>7346</c:v>
                </c:pt>
                <c:pt idx="129997">
                  <c:v>7347</c:v>
                </c:pt>
                <c:pt idx="129948">
                  <c:v>7348</c:v>
                </c:pt>
                <c:pt idx="129899">
                  <c:v>7349</c:v>
                </c:pt>
                <c:pt idx="129850">
                  <c:v>7350</c:v>
                </c:pt>
                <c:pt idx="129801">
                  <c:v>7351</c:v>
                </c:pt>
                <c:pt idx="129752">
                  <c:v>7352</c:v>
                </c:pt>
                <c:pt idx="129703">
                  <c:v>7353</c:v>
                </c:pt>
                <c:pt idx="129654">
                  <c:v>7354</c:v>
                </c:pt>
                <c:pt idx="129605">
                  <c:v>7355</c:v>
                </c:pt>
                <c:pt idx="129556">
                  <c:v>7356</c:v>
                </c:pt>
                <c:pt idx="129507">
                  <c:v>7357</c:v>
                </c:pt>
                <c:pt idx="129458">
                  <c:v>7358</c:v>
                </c:pt>
                <c:pt idx="129409">
                  <c:v>7359</c:v>
                </c:pt>
                <c:pt idx="129360">
                  <c:v>7360</c:v>
                </c:pt>
                <c:pt idx="129311">
                  <c:v>7361</c:v>
                </c:pt>
                <c:pt idx="129262">
                  <c:v>7362</c:v>
                </c:pt>
                <c:pt idx="129213">
                  <c:v>7363</c:v>
                </c:pt>
                <c:pt idx="129164">
                  <c:v>7364</c:v>
                </c:pt>
                <c:pt idx="129115">
                  <c:v>7365</c:v>
                </c:pt>
                <c:pt idx="129066">
                  <c:v>7366</c:v>
                </c:pt>
                <c:pt idx="129017">
                  <c:v>7367</c:v>
                </c:pt>
                <c:pt idx="128968">
                  <c:v>7368</c:v>
                </c:pt>
                <c:pt idx="128919">
                  <c:v>7369</c:v>
                </c:pt>
                <c:pt idx="128870">
                  <c:v>7370</c:v>
                </c:pt>
                <c:pt idx="128821">
                  <c:v>7371</c:v>
                </c:pt>
                <c:pt idx="128772">
                  <c:v>7372</c:v>
                </c:pt>
                <c:pt idx="128723">
                  <c:v>7373</c:v>
                </c:pt>
                <c:pt idx="128674">
                  <c:v>7374</c:v>
                </c:pt>
                <c:pt idx="128625">
                  <c:v>7375</c:v>
                </c:pt>
                <c:pt idx="128576">
                  <c:v>7376</c:v>
                </c:pt>
                <c:pt idx="128527">
                  <c:v>7377</c:v>
                </c:pt>
                <c:pt idx="128478">
                  <c:v>7378</c:v>
                </c:pt>
                <c:pt idx="128429">
                  <c:v>7379</c:v>
                </c:pt>
                <c:pt idx="128380">
                  <c:v>7380</c:v>
                </c:pt>
                <c:pt idx="128331">
                  <c:v>7381</c:v>
                </c:pt>
                <c:pt idx="128282">
                  <c:v>7382</c:v>
                </c:pt>
                <c:pt idx="128233">
                  <c:v>7383</c:v>
                </c:pt>
                <c:pt idx="128184">
                  <c:v>7384</c:v>
                </c:pt>
                <c:pt idx="128135">
                  <c:v>7385</c:v>
                </c:pt>
                <c:pt idx="128086">
                  <c:v>7386</c:v>
                </c:pt>
                <c:pt idx="128037">
                  <c:v>7387</c:v>
                </c:pt>
                <c:pt idx="127988">
                  <c:v>7388</c:v>
                </c:pt>
                <c:pt idx="127939">
                  <c:v>7389</c:v>
                </c:pt>
                <c:pt idx="127890">
                  <c:v>7390</c:v>
                </c:pt>
                <c:pt idx="127841">
                  <c:v>7391</c:v>
                </c:pt>
                <c:pt idx="127792">
                  <c:v>7392</c:v>
                </c:pt>
                <c:pt idx="127743">
                  <c:v>7393</c:v>
                </c:pt>
                <c:pt idx="127694">
                  <c:v>7394</c:v>
                </c:pt>
                <c:pt idx="127645">
                  <c:v>7395</c:v>
                </c:pt>
                <c:pt idx="127596">
                  <c:v>7396</c:v>
                </c:pt>
                <c:pt idx="127547">
                  <c:v>7397</c:v>
                </c:pt>
                <c:pt idx="127498">
                  <c:v>7398</c:v>
                </c:pt>
                <c:pt idx="127449">
                  <c:v>7399</c:v>
                </c:pt>
                <c:pt idx="127400">
                  <c:v>7400</c:v>
                </c:pt>
                <c:pt idx="127351">
                  <c:v>7401</c:v>
                </c:pt>
                <c:pt idx="127302">
                  <c:v>7402</c:v>
                </c:pt>
                <c:pt idx="127253">
                  <c:v>7403</c:v>
                </c:pt>
                <c:pt idx="127204">
                  <c:v>7404</c:v>
                </c:pt>
                <c:pt idx="127155">
                  <c:v>7405</c:v>
                </c:pt>
                <c:pt idx="127106">
                  <c:v>7406</c:v>
                </c:pt>
                <c:pt idx="127057">
                  <c:v>7407</c:v>
                </c:pt>
                <c:pt idx="127008">
                  <c:v>7408</c:v>
                </c:pt>
                <c:pt idx="126959">
                  <c:v>7409</c:v>
                </c:pt>
                <c:pt idx="126910">
                  <c:v>7410</c:v>
                </c:pt>
                <c:pt idx="126861">
                  <c:v>7411</c:v>
                </c:pt>
                <c:pt idx="126812">
                  <c:v>7412</c:v>
                </c:pt>
                <c:pt idx="126763">
                  <c:v>7413</c:v>
                </c:pt>
                <c:pt idx="126714">
                  <c:v>7414</c:v>
                </c:pt>
                <c:pt idx="126665">
                  <c:v>7415</c:v>
                </c:pt>
                <c:pt idx="126616">
                  <c:v>7416</c:v>
                </c:pt>
                <c:pt idx="126567">
                  <c:v>7417</c:v>
                </c:pt>
                <c:pt idx="126518">
                  <c:v>7418</c:v>
                </c:pt>
                <c:pt idx="126469">
                  <c:v>7419</c:v>
                </c:pt>
                <c:pt idx="126420">
                  <c:v>7420</c:v>
                </c:pt>
                <c:pt idx="126371">
                  <c:v>7421</c:v>
                </c:pt>
                <c:pt idx="126322">
                  <c:v>7422</c:v>
                </c:pt>
                <c:pt idx="126273">
                  <c:v>7423</c:v>
                </c:pt>
                <c:pt idx="126224">
                  <c:v>7424</c:v>
                </c:pt>
                <c:pt idx="126175">
                  <c:v>7425</c:v>
                </c:pt>
                <c:pt idx="126126">
                  <c:v>7426</c:v>
                </c:pt>
                <c:pt idx="126077">
                  <c:v>7427</c:v>
                </c:pt>
                <c:pt idx="126028">
                  <c:v>7428</c:v>
                </c:pt>
                <c:pt idx="125979">
                  <c:v>7429</c:v>
                </c:pt>
                <c:pt idx="125930">
                  <c:v>7430</c:v>
                </c:pt>
                <c:pt idx="125881">
                  <c:v>7431</c:v>
                </c:pt>
                <c:pt idx="125832">
                  <c:v>7432</c:v>
                </c:pt>
                <c:pt idx="125783">
                  <c:v>7433</c:v>
                </c:pt>
                <c:pt idx="125734">
                  <c:v>7434</c:v>
                </c:pt>
                <c:pt idx="125685">
                  <c:v>7435</c:v>
                </c:pt>
                <c:pt idx="125636">
                  <c:v>7436</c:v>
                </c:pt>
                <c:pt idx="125587">
                  <c:v>7437</c:v>
                </c:pt>
                <c:pt idx="125538">
                  <c:v>7438</c:v>
                </c:pt>
                <c:pt idx="125489">
                  <c:v>7439</c:v>
                </c:pt>
                <c:pt idx="125440">
                  <c:v>7440</c:v>
                </c:pt>
                <c:pt idx="125391">
                  <c:v>7441</c:v>
                </c:pt>
                <c:pt idx="125342">
                  <c:v>7442</c:v>
                </c:pt>
                <c:pt idx="125293">
                  <c:v>7443</c:v>
                </c:pt>
                <c:pt idx="125244">
                  <c:v>7444</c:v>
                </c:pt>
                <c:pt idx="125195">
                  <c:v>7445</c:v>
                </c:pt>
                <c:pt idx="125146">
                  <c:v>7446</c:v>
                </c:pt>
                <c:pt idx="125097">
                  <c:v>7447</c:v>
                </c:pt>
                <c:pt idx="125048">
                  <c:v>7448</c:v>
                </c:pt>
                <c:pt idx="124999">
                  <c:v>7449</c:v>
                </c:pt>
                <c:pt idx="124950">
                  <c:v>7450</c:v>
                </c:pt>
                <c:pt idx="124901">
                  <c:v>7451</c:v>
                </c:pt>
                <c:pt idx="124852">
                  <c:v>7452</c:v>
                </c:pt>
                <c:pt idx="124803">
                  <c:v>7453</c:v>
                </c:pt>
                <c:pt idx="124754">
                  <c:v>7454</c:v>
                </c:pt>
                <c:pt idx="124705">
                  <c:v>7455</c:v>
                </c:pt>
                <c:pt idx="124656">
                  <c:v>7456</c:v>
                </c:pt>
                <c:pt idx="124607">
                  <c:v>7457</c:v>
                </c:pt>
                <c:pt idx="124558">
                  <c:v>7458</c:v>
                </c:pt>
                <c:pt idx="124509">
                  <c:v>7459</c:v>
                </c:pt>
                <c:pt idx="124460">
                  <c:v>7460</c:v>
                </c:pt>
                <c:pt idx="124411">
                  <c:v>7461</c:v>
                </c:pt>
                <c:pt idx="124362">
                  <c:v>7462</c:v>
                </c:pt>
                <c:pt idx="124313">
                  <c:v>7463</c:v>
                </c:pt>
                <c:pt idx="124264">
                  <c:v>7464</c:v>
                </c:pt>
                <c:pt idx="124215">
                  <c:v>7465</c:v>
                </c:pt>
                <c:pt idx="124166">
                  <c:v>7466</c:v>
                </c:pt>
                <c:pt idx="124117">
                  <c:v>7467</c:v>
                </c:pt>
                <c:pt idx="124068">
                  <c:v>7468</c:v>
                </c:pt>
                <c:pt idx="124019">
                  <c:v>7469</c:v>
                </c:pt>
                <c:pt idx="123970">
                  <c:v>7470</c:v>
                </c:pt>
                <c:pt idx="123921">
                  <c:v>7471</c:v>
                </c:pt>
                <c:pt idx="123872">
                  <c:v>7472</c:v>
                </c:pt>
                <c:pt idx="123823">
                  <c:v>7473</c:v>
                </c:pt>
                <c:pt idx="123774">
                  <c:v>7474</c:v>
                </c:pt>
                <c:pt idx="123725">
                  <c:v>7475</c:v>
                </c:pt>
                <c:pt idx="123676">
                  <c:v>7476</c:v>
                </c:pt>
                <c:pt idx="123627">
                  <c:v>7477</c:v>
                </c:pt>
                <c:pt idx="123578">
                  <c:v>7478</c:v>
                </c:pt>
                <c:pt idx="123529">
                  <c:v>7479</c:v>
                </c:pt>
                <c:pt idx="123480">
                  <c:v>7480</c:v>
                </c:pt>
                <c:pt idx="123431">
                  <c:v>7481</c:v>
                </c:pt>
                <c:pt idx="123382">
                  <c:v>7482</c:v>
                </c:pt>
                <c:pt idx="123333">
                  <c:v>7483</c:v>
                </c:pt>
                <c:pt idx="123284">
                  <c:v>7484</c:v>
                </c:pt>
                <c:pt idx="123235">
                  <c:v>7485</c:v>
                </c:pt>
                <c:pt idx="123186">
                  <c:v>7486</c:v>
                </c:pt>
                <c:pt idx="123137">
                  <c:v>7487</c:v>
                </c:pt>
                <c:pt idx="123088">
                  <c:v>7488</c:v>
                </c:pt>
                <c:pt idx="123039">
                  <c:v>7489</c:v>
                </c:pt>
                <c:pt idx="122990">
                  <c:v>7490</c:v>
                </c:pt>
                <c:pt idx="122941">
                  <c:v>7491</c:v>
                </c:pt>
                <c:pt idx="122892">
                  <c:v>7492</c:v>
                </c:pt>
                <c:pt idx="122843">
                  <c:v>7493</c:v>
                </c:pt>
                <c:pt idx="122794">
                  <c:v>7494</c:v>
                </c:pt>
                <c:pt idx="122745">
                  <c:v>7495</c:v>
                </c:pt>
                <c:pt idx="122696">
                  <c:v>7496</c:v>
                </c:pt>
                <c:pt idx="122647">
                  <c:v>7497</c:v>
                </c:pt>
                <c:pt idx="122598">
                  <c:v>7498</c:v>
                </c:pt>
                <c:pt idx="122549">
                  <c:v>7499</c:v>
                </c:pt>
                <c:pt idx="122500">
                  <c:v>7500</c:v>
                </c:pt>
                <c:pt idx="122451">
                  <c:v>7501</c:v>
                </c:pt>
                <c:pt idx="122402">
                  <c:v>7502</c:v>
                </c:pt>
                <c:pt idx="122353">
                  <c:v>7503</c:v>
                </c:pt>
                <c:pt idx="122304">
                  <c:v>7504</c:v>
                </c:pt>
                <c:pt idx="122255">
                  <c:v>7505</c:v>
                </c:pt>
                <c:pt idx="122206">
                  <c:v>7506</c:v>
                </c:pt>
                <c:pt idx="122157">
                  <c:v>7507</c:v>
                </c:pt>
                <c:pt idx="122108">
                  <c:v>7508</c:v>
                </c:pt>
                <c:pt idx="122059">
                  <c:v>7509</c:v>
                </c:pt>
                <c:pt idx="122010">
                  <c:v>7510</c:v>
                </c:pt>
                <c:pt idx="121961">
                  <c:v>7511</c:v>
                </c:pt>
                <c:pt idx="121912">
                  <c:v>7512</c:v>
                </c:pt>
                <c:pt idx="121863">
                  <c:v>7513</c:v>
                </c:pt>
                <c:pt idx="121814">
                  <c:v>7514</c:v>
                </c:pt>
                <c:pt idx="121765">
                  <c:v>7515</c:v>
                </c:pt>
                <c:pt idx="121716">
                  <c:v>7516</c:v>
                </c:pt>
                <c:pt idx="121667">
                  <c:v>7517</c:v>
                </c:pt>
                <c:pt idx="121618">
                  <c:v>7518</c:v>
                </c:pt>
                <c:pt idx="121569">
                  <c:v>7519</c:v>
                </c:pt>
                <c:pt idx="121520">
                  <c:v>7520</c:v>
                </c:pt>
                <c:pt idx="121471">
                  <c:v>7521</c:v>
                </c:pt>
                <c:pt idx="121422">
                  <c:v>7522</c:v>
                </c:pt>
                <c:pt idx="121373">
                  <c:v>7523</c:v>
                </c:pt>
                <c:pt idx="121324">
                  <c:v>7524</c:v>
                </c:pt>
                <c:pt idx="121275">
                  <c:v>7525</c:v>
                </c:pt>
                <c:pt idx="121226">
                  <c:v>7526</c:v>
                </c:pt>
                <c:pt idx="121177">
                  <c:v>7527</c:v>
                </c:pt>
                <c:pt idx="121128">
                  <c:v>7528</c:v>
                </c:pt>
                <c:pt idx="121079">
                  <c:v>7529</c:v>
                </c:pt>
                <c:pt idx="121030">
                  <c:v>7530</c:v>
                </c:pt>
                <c:pt idx="120981">
                  <c:v>7531</c:v>
                </c:pt>
                <c:pt idx="120932">
                  <c:v>7532</c:v>
                </c:pt>
                <c:pt idx="120883">
                  <c:v>7533</c:v>
                </c:pt>
                <c:pt idx="120834">
                  <c:v>7534</c:v>
                </c:pt>
                <c:pt idx="120785">
                  <c:v>7535</c:v>
                </c:pt>
                <c:pt idx="120736">
                  <c:v>7536</c:v>
                </c:pt>
                <c:pt idx="120687">
                  <c:v>7537</c:v>
                </c:pt>
                <c:pt idx="120638">
                  <c:v>7538</c:v>
                </c:pt>
                <c:pt idx="120589">
                  <c:v>7539</c:v>
                </c:pt>
                <c:pt idx="120540">
                  <c:v>7540</c:v>
                </c:pt>
                <c:pt idx="120491">
                  <c:v>7541</c:v>
                </c:pt>
                <c:pt idx="120442">
                  <c:v>7542</c:v>
                </c:pt>
                <c:pt idx="120393">
                  <c:v>7543</c:v>
                </c:pt>
                <c:pt idx="120344">
                  <c:v>7544</c:v>
                </c:pt>
                <c:pt idx="120295">
                  <c:v>7545</c:v>
                </c:pt>
                <c:pt idx="120246">
                  <c:v>7546</c:v>
                </c:pt>
                <c:pt idx="120197">
                  <c:v>7547</c:v>
                </c:pt>
                <c:pt idx="120148">
                  <c:v>7548</c:v>
                </c:pt>
                <c:pt idx="120099">
                  <c:v>7549</c:v>
                </c:pt>
                <c:pt idx="120050">
                  <c:v>7550</c:v>
                </c:pt>
                <c:pt idx="120001">
                  <c:v>7551</c:v>
                </c:pt>
                <c:pt idx="119952">
                  <c:v>7552</c:v>
                </c:pt>
                <c:pt idx="119903">
                  <c:v>7553</c:v>
                </c:pt>
                <c:pt idx="119854">
                  <c:v>7554</c:v>
                </c:pt>
                <c:pt idx="119805">
                  <c:v>7555</c:v>
                </c:pt>
                <c:pt idx="119756">
                  <c:v>7556</c:v>
                </c:pt>
                <c:pt idx="119707">
                  <c:v>7557</c:v>
                </c:pt>
                <c:pt idx="119658">
                  <c:v>7558</c:v>
                </c:pt>
                <c:pt idx="119609">
                  <c:v>7559</c:v>
                </c:pt>
                <c:pt idx="119560">
                  <c:v>7560</c:v>
                </c:pt>
                <c:pt idx="119511">
                  <c:v>7561</c:v>
                </c:pt>
                <c:pt idx="119462">
                  <c:v>7562</c:v>
                </c:pt>
                <c:pt idx="119413">
                  <c:v>7563</c:v>
                </c:pt>
                <c:pt idx="119364">
                  <c:v>7564</c:v>
                </c:pt>
                <c:pt idx="119315">
                  <c:v>7565</c:v>
                </c:pt>
                <c:pt idx="119266">
                  <c:v>7566</c:v>
                </c:pt>
                <c:pt idx="119217">
                  <c:v>7567</c:v>
                </c:pt>
                <c:pt idx="119168">
                  <c:v>7568</c:v>
                </c:pt>
                <c:pt idx="119119">
                  <c:v>7569</c:v>
                </c:pt>
                <c:pt idx="119070">
                  <c:v>7570</c:v>
                </c:pt>
                <c:pt idx="119021">
                  <c:v>7571</c:v>
                </c:pt>
                <c:pt idx="118972">
                  <c:v>7572</c:v>
                </c:pt>
                <c:pt idx="118923">
                  <c:v>7573</c:v>
                </c:pt>
                <c:pt idx="118874">
                  <c:v>7574</c:v>
                </c:pt>
                <c:pt idx="118825">
                  <c:v>7575</c:v>
                </c:pt>
                <c:pt idx="118776">
                  <c:v>7576</c:v>
                </c:pt>
                <c:pt idx="118727">
                  <c:v>7577</c:v>
                </c:pt>
                <c:pt idx="118678">
                  <c:v>7578</c:v>
                </c:pt>
                <c:pt idx="118629">
                  <c:v>7579</c:v>
                </c:pt>
                <c:pt idx="118580">
                  <c:v>7580</c:v>
                </c:pt>
                <c:pt idx="118531">
                  <c:v>7581</c:v>
                </c:pt>
                <c:pt idx="118482">
                  <c:v>7582</c:v>
                </c:pt>
                <c:pt idx="118433">
                  <c:v>7583</c:v>
                </c:pt>
                <c:pt idx="118384">
                  <c:v>7584</c:v>
                </c:pt>
                <c:pt idx="118335">
                  <c:v>7585</c:v>
                </c:pt>
                <c:pt idx="118286">
                  <c:v>7586</c:v>
                </c:pt>
                <c:pt idx="118237">
                  <c:v>7587</c:v>
                </c:pt>
                <c:pt idx="118188">
                  <c:v>7588</c:v>
                </c:pt>
                <c:pt idx="118139">
                  <c:v>7589</c:v>
                </c:pt>
                <c:pt idx="118090">
                  <c:v>7590</c:v>
                </c:pt>
                <c:pt idx="118041">
                  <c:v>7591</c:v>
                </c:pt>
                <c:pt idx="117992">
                  <c:v>7592</c:v>
                </c:pt>
                <c:pt idx="117943">
                  <c:v>7593</c:v>
                </c:pt>
                <c:pt idx="117894">
                  <c:v>7594</c:v>
                </c:pt>
                <c:pt idx="117845">
                  <c:v>7595</c:v>
                </c:pt>
                <c:pt idx="117796">
                  <c:v>7596</c:v>
                </c:pt>
                <c:pt idx="117747">
                  <c:v>7597</c:v>
                </c:pt>
                <c:pt idx="117698">
                  <c:v>7598</c:v>
                </c:pt>
                <c:pt idx="117649">
                  <c:v>7599</c:v>
                </c:pt>
                <c:pt idx="117600">
                  <c:v>7600</c:v>
                </c:pt>
                <c:pt idx="117551">
                  <c:v>7601</c:v>
                </c:pt>
                <c:pt idx="117502">
                  <c:v>7602</c:v>
                </c:pt>
                <c:pt idx="117453">
                  <c:v>7603</c:v>
                </c:pt>
                <c:pt idx="117404">
                  <c:v>7604</c:v>
                </c:pt>
                <c:pt idx="117355">
                  <c:v>7605</c:v>
                </c:pt>
                <c:pt idx="117306">
                  <c:v>7606</c:v>
                </c:pt>
                <c:pt idx="117257">
                  <c:v>7607</c:v>
                </c:pt>
                <c:pt idx="117208">
                  <c:v>7608</c:v>
                </c:pt>
                <c:pt idx="117159">
                  <c:v>7609</c:v>
                </c:pt>
                <c:pt idx="117110">
                  <c:v>7610</c:v>
                </c:pt>
                <c:pt idx="117061">
                  <c:v>7611</c:v>
                </c:pt>
                <c:pt idx="117012">
                  <c:v>7612</c:v>
                </c:pt>
                <c:pt idx="116963">
                  <c:v>7613</c:v>
                </c:pt>
                <c:pt idx="116914">
                  <c:v>7614</c:v>
                </c:pt>
                <c:pt idx="116865">
                  <c:v>7615</c:v>
                </c:pt>
                <c:pt idx="116816">
                  <c:v>7616</c:v>
                </c:pt>
                <c:pt idx="116767">
                  <c:v>7617</c:v>
                </c:pt>
                <c:pt idx="116718">
                  <c:v>7618</c:v>
                </c:pt>
                <c:pt idx="116669">
                  <c:v>7619</c:v>
                </c:pt>
                <c:pt idx="116620">
                  <c:v>7620</c:v>
                </c:pt>
                <c:pt idx="116571">
                  <c:v>7621</c:v>
                </c:pt>
                <c:pt idx="116522">
                  <c:v>7622</c:v>
                </c:pt>
                <c:pt idx="116473">
                  <c:v>7623</c:v>
                </c:pt>
                <c:pt idx="116424">
                  <c:v>7624</c:v>
                </c:pt>
                <c:pt idx="116375">
                  <c:v>7625</c:v>
                </c:pt>
                <c:pt idx="116326">
                  <c:v>7626</c:v>
                </c:pt>
                <c:pt idx="116277">
                  <c:v>7627</c:v>
                </c:pt>
                <c:pt idx="116228">
                  <c:v>7628</c:v>
                </c:pt>
                <c:pt idx="116179">
                  <c:v>7629</c:v>
                </c:pt>
                <c:pt idx="116130">
                  <c:v>7630</c:v>
                </c:pt>
                <c:pt idx="116081">
                  <c:v>7631</c:v>
                </c:pt>
                <c:pt idx="116032">
                  <c:v>7632</c:v>
                </c:pt>
                <c:pt idx="115983">
                  <c:v>7633</c:v>
                </c:pt>
                <c:pt idx="115934">
                  <c:v>7634</c:v>
                </c:pt>
                <c:pt idx="115885">
                  <c:v>7635</c:v>
                </c:pt>
                <c:pt idx="115836">
                  <c:v>7636</c:v>
                </c:pt>
                <c:pt idx="115787">
                  <c:v>7637</c:v>
                </c:pt>
                <c:pt idx="115738">
                  <c:v>7638</c:v>
                </c:pt>
                <c:pt idx="115689">
                  <c:v>7639</c:v>
                </c:pt>
                <c:pt idx="115640">
                  <c:v>7640</c:v>
                </c:pt>
                <c:pt idx="115591">
                  <c:v>7641</c:v>
                </c:pt>
                <c:pt idx="115542">
                  <c:v>7642</c:v>
                </c:pt>
                <c:pt idx="115493">
                  <c:v>7643</c:v>
                </c:pt>
                <c:pt idx="115444">
                  <c:v>7644</c:v>
                </c:pt>
                <c:pt idx="115395">
                  <c:v>7645</c:v>
                </c:pt>
                <c:pt idx="115346">
                  <c:v>7646</c:v>
                </c:pt>
                <c:pt idx="115297">
                  <c:v>7647</c:v>
                </c:pt>
                <c:pt idx="115248">
                  <c:v>7648</c:v>
                </c:pt>
                <c:pt idx="115199">
                  <c:v>7649</c:v>
                </c:pt>
                <c:pt idx="115150">
                  <c:v>7650</c:v>
                </c:pt>
                <c:pt idx="115101">
                  <c:v>7651</c:v>
                </c:pt>
                <c:pt idx="115052">
                  <c:v>7652</c:v>
                </c:pt>
                <c:pt idx="115003">
                  <c:v>7653</c:v>
                </c:pt>
                <c:pt idx="114954">
                  <c:v>7654</c:v>
                </c:pt>
                <c:pt idx="114905">
                  <c:v>7655</c:v>
                </c:pt>
                <c:pt idx="114856">
                  <c:v>7656</c:v>
                </c:pt>
                <c:pt idx="114807">
                  <c:v>7657</c:v>
                </c:pt>
                <c:pt idx="114758">
                  <c:v>7658</c:v>
                </c:pt>
                <c:pt idx="114709">
                  <c:v>7659</c:v>
                </c:pt>
                <c:pt idx="114660">
                  <c:v>7660</c:v>
                </c:pt>
                <c:pt idx="114611">
                  <c:v>7661</c:v>
                </c:pt>
                <c:pt idx="114562">
                  <c:v>7662</c:v>
                </c:pt>
                <c:pt idx="114513">
                  <c:v>7663</c:v>
                </c:pt>
                <c:pt idx="114464">
                  <c:v>7664</c:v>
                </c:pt>
                <c:pt idx="114415">
                  <c:v>7665</c:v>
                </c:pt>
                <c:pt idx="114366">
                  <c:v>7666</c:v>
                </c:pt>
                <c:pt idx="114317">
                  <c:v>7667</c:v>
                </c:pt>
                <c:pt idx="114268">
                  <c:v>7668</c:v>
                </c:pt>
                <c:pt idx="114219">
                  <c:v>7669</c:v>
                </c:pt>
                <c:pt idx="114170">
                  <c:v>7670</c:v>
                </c:pt>
                <c:pt idx="114121">
                  <c:v>7671</c:v>
                </c:pt>
                <c:pt idx="114072">
                  <c:v>7672</c:v>
                </c:pt>
                <c:pt idx="114023">
                  <c:v>7673</c:v>
                </c:pt>
                <c:pt idx="113974">
                  <c:v>7674</c:v>
                </c:pt>
                <c:pt idx="113925">
                  <c:v>7675</c:v>
                </c:pt>
                <c:pt idx="113876">
                  <c:v>7676</c:v>
                </c:pt>
                <c:pt idx="113827">
                  <c:v>7677</c:v>
                </c:pt>
                <c:pt idx="113778">
                  <c:v>7678</c:v>
                </c:pt>
                <c:pt idx="113729">
                  <c:v>7679</c:v>
                </c:pt>
                <c:pt idx="113680">
                  <c:v>7680</c:v>
                </c:pt>
                <c:pt idx="113631">
                  <c:v>7681</c:v>
                </c:pt>
                <c:pt idx="113582">
                  <c:v>7682</c:v>
                </c:pt>
                <c:pt idx="113533">
                  <c:v>7683</c:v>
                </c:pt>
                <c:pt idx="113484">
                  <c:v>7684</c:v>
                </c:pt>
                <c:pt idx="113435">
                  <c:v>7685</c:v>
                </c:pt>
                <c:pt idx="113386">
                  <c:v>7686</c:v>
                </c:pt>
                <c:pt idx="113337">
                  <c:v>7687</c:v>
                </c:pt>
                <c:pt idx="113288">
                  <c:v>7688</c:v>
                </c:pt>
                <c:pt idx="113239">
                  <c:v>7689</c:v>
                </c:pt>
                <c:pt idx="113190">
                  <c:v>7690</c:v>
                </c:pt>
                <c:pt idx="113141">
                  <c:v>7691</c:v>
                </c:pt>
                <c:pt idx="113092">
                  <c:v>7692</c:v>
                </c:pt>
                <c:pt idx="113043">
                  <c:v>7693</c:v>
                </c:pt>
                <c:pt idx="112994">
                  <c:v>7694</c:v>
                </c:pt>
                <c:pt idx="112945">
                  <c:v>7695</c:v>
                </c:pt>
                <c:pt idx="112896">
                  <c:v>7696</c:v>
                </c:pt>
                <c:pt idx="112847">
                  <c:v>7697</c:v>
                </c:pt>
                <c:pt idx="112798">
                  <c:v>7698</c:v>
                </c:pt>
                <c:pt idx="112749">
                  <c:v>7699</c:v>
                </c:pt>
                <c:pt idx="112700">
                  <c:v>7700</c:v>
                </c:pt>
                <c:pt idx="112651">
                  <c:v>7701</c:v>
                </c:pt>
                <c:pt idx="112602">
                  <c:v>7702</c:v>
                </c:pt>
                <c:pt idx="112553">
                  <c:v>7703</c:v>
                </c:pt>
                <c:pt idx="112504">
                  <c:v>7704</c:v>
                </c:pt>
                <c:pt idx="112455">
                  <c:v>7705</c:v>
                </c:pt>
                <c:pt idx="112406">
                  <c:v>7706</c:v>
                </c:pt>
                <c:pt idx="112357">
                  <c:v>7707</c:v>
                </c:pt>
                <c:pt idx="112308">
                  <c:v>7708</c:v>
                </c:pt>
                <c:pt idx="112259">
                  <c:v>7709</c:v>
                </c:pt>
                <c:pt idx="112210">
                  <c:v>7710</c:v>
                </c:pt>
                <c:pt idx="112161">
                  <c:v>7711</c:v>
                </c:pt>
                <c:pt idx="112112">
                  <c:v>7712</c:v>
                </c:pt>
                <c:pt idx="112063">
                  <c:v>7713</c:v>
                </c:pt>
                <c:pt idx="112014">
                  <c:v>7714</c:v>
                </c:pt>
                <c:pt idx="111965">
                  <c:v>7715</c:v>
                </c:pt>
                <c:pt idx="111916">
                  <c:v>7716</c:v>
                </c:pt>
                <c:pt idx="111867">
                  <c:v>7717</c:v>
                </c:pt>
                <c:pt idx="111818">
                  <c:v>7718</c:v>
                </c:pt>
                <c:pt idx="111769">
                  <c:v>7719</c:v>
                </c:pt>
                <c:pt idx="111720">
                  <c:v>7720</c:v>
                </c:pt>
                <c:pt idx="111671">
                  <c:v>7721</c:v>
                </c:pt>
                <c:pt idx="111622">
                  <c:v>7722</c:v>
                </c:pt>
                <c:pt idx="111573">
                  <c:v>7723</c:v>
                </c:pt>
                <c:pt idx="111524">
                  <c:v>7724</c:v>
                </c:pt>
                <c:pt idx="111475">
                  <c:v>7725</c:v>
                </c:pt>
                <c:pt idx="111426">
                  <c:v>7726</c:v>
                </c:pt>
                <c:pt idx="111377">
                  <c:v>7727</c:v>
                </c:pt>
                <c:pt idx="111328">
                  <c:v>7728</c:v>
                </c:pt>
                <c:pt idx="111279">
                  <c:v>7729</c:v>
                </c:pt>
                <c:pt idx="111230">
                  <c:v>7730</c:v>
                </c:pt>
                <c:pt idx="111181">
                  <c:v>7731</c:v>
                </c:pt>
                <c:pt idx="111132">
                  <c:v>7732</c:v>
                </c:pt>
                <c:pt idx="111083">
                  <c:v>7733</c:v>
                </c:pt>
                <c:pt idx="111034">
                  <c:v>7734</c:v>
                </c:pt>
                <c:pt idx="110985">
                  <c:v>7735</c:v>
                </c:pt>
                <c:pt idx="110936">
                  <c:v>7736</c:v>
                </c:pt>
                <c:pt idx="110887">
                  <c:v>7737</c:v>
                </c:pt>
                <c:pt idx="110838">
                  <c:v>7738</c:v>
                </c:pt>
                <c:pt idx="110789">
                  <c:v>7739</c:v>
                </c:pt>
                <c:pt idx="110740">
                  <c:v>7740</c:v>
                </c:pt>
                <c:pt idx="110691">
                  <c:v>7741</c:v>
                </c:pt>
                <c:pt idx="110642">
                  <c:v>7742</c:v>
                </c:pt>
                <c:pt idx="110593">
                  <c:v>7743</c:v>
                </c:pt>
                <c:pt idx="110544">
                  <c:v>7744</c:v>
                </c:pt>
                <c:pt idx="110495">
                  <c:v>7745</c:v>
                </c:pt>
                <c:pt idx="110446">
                  <c:v>7746</c:v>
                </c:pt>
                <c:pt idx="110397">
                  <c:v>7747</c:v>
                </c:pt>
                <c:pt idx="110348">
                  <c:v>7748</c:v>
                </c:pt>
                <c:pt idx="110299">
                  <c:v>7749</c:v>
                </c:pt>
                <c:pt idx="110250">
                  <c:v>7750</c:v>
                </c:pt>
                <c:pt idx="110201">
                  <c:v>7751</c:v>
                </c:pt>
                <c:pt idx="110152">
                  <c:v>7752</c:v>
                </c:pt>
                <c:pt idx="110103">
                  <c:v>7753</c:v>
                </c:pt>
                <c:pt idx="110054">
                  <c:v>7754</c:v>
                </c:pt>
                <c:pt idx="110005">
                  <c:v>7755</c:v>
                </c:pt>
                <c:pt idx="109956">
                  <c:v>7756</c:v>
                </c:pt>
                <c:pt idx="109907">
                  <c:v>7757</c:v>
                </c:pt>
                <c:pt idx="109858">
                  <c:v>7758</c:v>
                </c:pt>
                <c:pt idx="109809">
                  <c:v>7759</c:v>
                </c:pt>
                <c:pt idx="109760">
                  <c:v>7760</c:v>
                </c:pt>
                <c:pt idx="109711">
                  <c:v>7761</c:v>
                </c:pt>
                <c:pt idx="109662">
                  <c:v>7762</c:v>
                </c:pt>
                <c:pt idx="109613">
                  <c:v>7763</c:v>
                </c:pt>
                <c:pt idx="109564">
                  <c:v>7764</c:v>
                </c:pt>
                <c:pt idx="109515">
                  <c:v>7765</c:v>
                </c:pt>
                <c:pt idx="109466">
                  <c:v>7766</c:v>
                </c:pt>
                <c:pt idx="109417">
                  <c:v>7767</c:v>
                </c:pt>
                <c:pt idx="109368">
                  <c:v>7768</c:v>
                </c:pt>
                <c:pt idx="109319">
                  <c:v>7769</c:v>
                </c:pt>
                <c:pt idx="109270">
                  <c:v>7770</c:v>
                </c:pt>
                <c:pt idx="109221">
                  <c:v>7771</c:v>
                </c:pt>
                <c:pt idx="109172">
                  <c:v>7772</c:v>
                </c:pt>
                <c:pt idx="109123">
                  <c:v>7773</c:v>
                </c:pt>
                <c:pt idx="109074">
                  <c:v>7774</c:v>
                </c:pt>
                <c:pt idx="109025">
                  <c:v>7775</c:v>
                </c:pt>
                <c:pt idx="108976">
                  <c:v>7776</c:v>
                </c:pt>
                <c:pt idx="108927">
                  <c:v>7777</c:v>
                </c:pt>
                <c:pt idx="108878">
                  <c:v>7778</c:v>
                </c:pt>
                <c:pt idx="108829">
                  <c:v>7779</c:v>
                </c:pt>
                <c:pt idx="108780">
                  <c:v>7780</c:v>
                </c:pt>
                <c:pt idx="108731">
                  <c:v>7781</c:v>
                </c:pt>
                <c:pt idx="108682">
                  <c:v>7782</c:v>
                </c:pt>
                <c:pt idx="108633">
                  <c:v>7783</c:v>
                </c:pt>
                <c:pt idx="108584">
                  <c:v>7784</c:v>
                </c:pt>
                <c:pt idx="108535">
                  <c:v>7785</c:v>
                </c:pt>
                <c:pt idx="108486">
                  <c:v>7786</c:v>
                </c:pt>
                <c:pt idx="108437">
                  <c:v>7787</c:v>
                </c:pt>
                <c:pt idx="108388">
                  <c:v>7788</c:v>
                </c:pt>
                <c:pt idx="108339">
                  <c:v>7789</c:v>
                </c:pt>
                <c:pt idx="108290">
                  <c:v>7790</c:v>
                </c:pt>
                <c:pt idx="108241">
                  <c:v>7791</c:v>
                </c:pt>
                <c:pt idx="108192">
                  <c:v>7792</c:v>
                </c:pt>
                <c:pt idx="108143">
                  <c:v>7793</c:v>
                </c:pt>
                <c:pt idx="108094">
                  <c:v>7794</c:v>
                </c:pt>
                <c:pt idx="108045">
                  <c:v>7795</c:v>
                </c:pt>
                <c:pt idx="107996">
                  <c:v>7796</c:v>
                </c:pt>
                <c:pt idx="107947">
                  <c:v>7797</c:v>
                </c:pt>
                <c:pt idx="107898">
                  <c:v>7798</c:v>
                </c:pt>
                <c:pt idx="107849">
                  <c:v>7799</c:v>
                </c:pt>
                <c:pt idx="107800">
                  <c:v>7800</c:v>
                </c:pt>
                <c:pt idx="107751">
                  <c:v>7801</c:v>
                </c:pt>
                <c:pt idx="107702">
                  <c:v>7802</c:v>
                </c:pt>
                <c:pt idx="107653">
                  <c:v>7803</c:v>
                </c:pt>
                <c:pt idx="107604">
                  <c:v>7804</c:v>
                </c:pt>
                <c:pt idx="107555">
                  <c:v>7805</c:v>
                </c:pt>
                <c:pt idx="107506">
                  <c:v>7806</c:v>
                </c:pt>
                <c:pt idx="107457">
                  <c:v>7807</c:v>
                </c:pt>
                <c:pt idx="107408">
                  <c:v>7808</c:v>
                </c:pt>
                <c:pt idx="107359">
                  <c:v>7809</c:v>
                </c:pt>
                <c:pt idx="107310">
                  <c:v>7810</c:v>
                </c:pt>
                <c:pt idx="107261">
                  <c:v>7811</c:v>
                </c:pt>
                <c:pt idx="107212">
                  <c:v>7812</c:v>
                </c:pt>
                <c:pt idx="107163">
                  <c:v>7813</c:v>
                </c:pt>
                <c:pt idx="107114">
                  <c:v>7814</c:v>
                </c:pt>
                <c:pt idx="107065">
                  <c:v>7815</c:v>
                </c:pt>
                <c:pt idx="107016">
                  <c:v>7816</c:v>
                </c:pt>
                <c:pt idx="106967">
                  <c:v>7817</c:v>
                </c:pt>
                <c:pt idx="106918">
                  <c:v>7818</c:v>
                </c:pt>
                <c:pt idx="106869">
                  <c:v>7819</c:v>
                </c:pt>
                <c:pt idx="106820">
                  <c:v>7820</c:v>
                </c:pt>
                <c:pt idx="106771">
                  <c:v>7821</c:v>
                </c:pt>
                <c:pt idx="106722">
                  <c:v>7822</c:v>
                </c:pt>
                <c:pt idx="106673">
                  <c:v>7823</c:v>
                </c:pt>
                <c:pt idx="106624">
                  <c:v>7824</c:v>
                </c:pt>
                <c:pt idx="106575">
                  <c:v>7825</c:v>
                </c:pt>
                <c:pt idx="106526">
                  <c:v>7826</c:v>
                </c:pt>
                <c:pt idx="106477">
                  <c:v>7827</c:v>
                </c:pt>
                <c:pt idx="106428">
                  <c:v>7828</c:v>
                </c:pt>
                <c:pt idx="106379">
                  <c:v>7829</c:v>
                </c:pt>
                <c:pt idx="106330">
                  <c:v>7830</c:v>
                </c:pt>
                <c:pt idx="106281">
                  <c:v>7831</c:v>
                </c:pt>
                <c:pt idx="106232">
                  <c:v>7832</c:v>
                </c:pt>
                <c:pt idx="106183">
                  <c:v>7833</c:v>
                </c:pt>
                <c:pt idx="106134">
                  <c:v>7834</c:v>
                </c:pt>
                <c:pt idx="106085">
                  <c:v>7835</c:v>
                </c:pt>
                <c:pt idx="106036">
                  <c:v>7836</c:v>
                </c:pt>
                <c:pt idx="105987">
                  <c:v>7837</c:v>
                </c:pt>
                <c:pt idx="105938">
                  <c:v>7838</c:v>
                </c:pt>
                <c:pt idx="105889">
                  <c:v>7839</c:v>
                </c:pt>
                <c:pt idx="105840">
                  <c:v>7840</c:v>
                </c:pt>
                <c:pt idx="105791">
                  <c:v>7841</c:v>
                </c:pt>
                <c:pt idx="105742">
                  <c:v>7842</c:v>
                </c:pt>
                <c:pt idx="105693">
                  <c:v>7843</c:v>
                </c:pt>
                <c:pt idx="105644">
                  <c:v>7844</c:v>
                </c:pt>
                <c:pt idx="105595">
                  <c:v>7845</c:v>
                </c:pt>
                <c:pt idx="105546">
                  <c:v>7846</c:v>
                </c:pt>
                <c:pt idx="105497">
                  <c:v>7847</c:v>
                </c:pt>
                <c:pt idx="105448">
                  <c:v>7848</c:v>
                </c:pt>
                <c:pt idx="105399">
                  <c:v>7849</c:v>
                </c:pt>
                <c:pt idx="105350">
                  <c:v>7850</c:v>
                </c:pt>
                <c:pt idx="105301">
                  <c:v>7851</c:v>
                </c:pt>
                <c:pt idx="105252">
                  <c:v>7852</c:v>
                </c:pt>
                <c:pt idx="105203">
                  <c:v>7853</c:v>
                </c:pt>
                <c:pt idx="105154">
                  <c:v>7854</c:v>
                </c:pt>
                <c:pt idx="105105">
                  <c:v>7855</c:v>
                </c:pt>
                <c:pt idx="105056">
                  <c:v>7856</c:v>
                </c:pt>
                <c:pt idx="105007">
                  <c:v>7857</c:v>
                </c:pt>
                <c:pt idx="104958">
                  <c:v>7858</c:v>
                </c:pt>
                <c:pt idx="104909">
                  <c:v>7859</c:v>
                </c:pt>
                <c:pt idx="104860">
                  <c:v>7860</c:v>
                </c:pt>
                <c:pt idx="104811">
                  <c:v>7861</c:v>
                </c:pt>
                <c:pt idx="104762">
                  <c:v>7862</c:v>
                </c:pt>
                <c:pt idx="104713">
                  <c:v>7863</c:v>
                </c:pt>
                <c:pt idx="104664">
                  <c:v>7864</c:v>
                </c:pt>
                <c:pt idx="104615">
                  <c:v>7865</c:v>
                </c:pt>
                <c:pt idx="104566">
                  <c:v>7866</c:v>
                </c:pt>
                <c:pt idx="104517">
                  <c:v>7867</c:v>
                </c:pt>
                <c:pt idx="104468">
                  <c:v>7868</c:v>
                </c:pt>
                <c:pt idx="104419">
                  <c:v>7869</c:v>
                </c:pt>
                <c:pt idx="104370">
                  <c:v>7870</c:v>
                </c:pt>
                <c:pt idx="104321">
                  <c:v>7871</c:v>
                </c:pt>
                <c:pt idx="104272">
                  <c:v>7872</c:v>
                </c:pt>
                <c:pt idx="104223">
                  <c:v>7873</c:v>
                </c:pt>
                <c:pt idx="104174">
                  <c:v>7874</c:v>
                </c:pt>
                <c:pt idx="104125">
                  <c:v>7875</c:v>
                </c:pt>
                <c:pt idx="104076">
                  <c:v>7876</c:v>
                </c:pt>
                <c:pt idx="104027">
                  <c:v>7877</c:v>
                </c:pt>
                <c:pt idx="103978">
                  <c:v>7878</c:v>
                </c:pt>
                <c:pt idx="103929">
                  <c:v>7879</c:v>
                </c:pt>
                <c:pt idx="103880">
                  <c:v>7880</c:v>
                </c:pt>
                <c:pt idx="103831">
                  <c:v>7881</c:v>
                </c:pt>
                <c:pt idx="103782">
                  <c:v>7882</c:v>
                </c:pt>
                <c:pt idx="103733">
                  <c:v>7883</c:v>
                </c:pt>
                <c:pt idx="103684">
                  <c:v>7884</c:v>
                </c:pt>
                <c:pt idx="103635">
                  <c:v>7885</c:v>
                </c:pt>
                <c:pt idx="103586">
                  <c:v>7886</c:v>
                </c:pt>
                <c:pt idx="103537">
                  <c:v>7887</c:v>
                </c:pt>
                <c:pt idx="103488">
                  <c:v>7888</c:v>
                </c:pt>
                <c:pt idx="103439">
                  <c:v>7889</c:v>
                </c:pt>
                <c:pt idx="103390">
                  <c:v>7890</c:v>
                </c:pt>
                <c:pt idx="103341">
                  <c:v>7891</c:v>
                </c:pt>
                <c:pt idx="103292">
                  <c:v>7892</c:v>
                </c:pt>
                <c:pt idx="103243">
                  <c:v>7893</c:v>
                </c:pt>
                <c:pt idx="103194">
                  <c:v>7894</c:v>
                </c:pt>
                <c:pt idx="103145">
                  <c:v>7895</c:v>
                </c:pt>
                <c:pt idx="103096">
                  <c:v>7896</c:v>
                </c:pt>
                <c:pt idx="103047">
                  <c:v>7897</c:v>
                </c:pt>
                <c:pt idx="102998">
                  <c:v>7898</c:v>
                </c:pt>
                <c:pt idx="102949">
                  <c:v>7899</c:v>
                </c:pt>
                <c:pt idx="102900">
                  <c:v>7900</c:v>
                </c:pt>
                <c:pt idx="102851">
                  <c:v>7901</c:v>
                </c:pt>
                <c:pt idx="102802">
                  <c:v>7902</c:v>
                </c:pt>
                <c:pt idx="102753">
                  <c:v>7903</c:v>
                </c:pt>
                <c:pt idx="102704">
                  <c:v>7904</c:v>
                </c:pt>
                <c:pt idx="102655">
                  <c:v>7905</c:v>
                </c:pt>
                <c:pt idx="102606">
                  <c:v>7906</c:v>
                </c:pt>
                <c:pt idx="102557">
                  <c:v>7907</c:v>
                </c:pt>
                <c:pt idx="102508">
                  <c:v>7908</c:v>
                </c:pt>
                <c:pt idx="102459">
                  <c:v>7909</c:v>
                </c:pt>
                <c:pt idx="102410">
                  <c:v>7910</c:v>
                </c:pt>
                <c:pt idx="102361">
                  <c:v>7911</c:v>
                </c:pt>
                <c:pt idx="102312">
                  <c:v>7912</c:v>
                </c:pt>
                <c:pt idx="102263">
                  <c:v>7913</c:v>
                </c:pt>
                <c:pt idx="102214">
                  <c:v>7914</c:v>
                </c:pt>
                <c:pt idx="102165">
                  <c:v>7915</c:v>
                </c:pt>
                <c:pt idx="102116">
                  <c:v>7916</c:v>
                </c:pt>
                <c:pt idx="102067">
                  <c:v>7917</c:v>
                </c:pt>
                <c:pt idx="102018">
                  <c:v>7918</c:v>
                </c:pt>
                <c:pt idx="101969">
                  <c:v>7919</c:v>
                </c:pt>
                <c:pt idx="101920">
                  <c:v>7920</c:v>
                </c:pt>
                <c:pt idx="101871">
                  <c:v>7921</c:v>
                </c:pt>
                <c:pt idx="101822">
                  <c:v>7922</c:v>
                </c:pt>
                <c:pt idx="101773">
                  <c:v>7923</c:v>
                </c:pt>
                <c:pt idx="101724">
                  <c:v>7924</c:v>
                </c:pt>
                <c:pt idx="101675">
                  <c:v>7925</c:v>
                </c:pt>
                <c:pt idx="101626">
                  <c:v>7926</c:v>
                </c:pt>
                <c:pt idx="101577">
                  <c:v>7927</c:v>
                </c:pt>
                <c:pt idx="101528">
                  <c:v>7928</c:v>
                </c:pt>
                <c:pt idx="101479">
                  <c:v>7929</c:v>
                </c:pt>
                <c:pt idx="101430">
                  <c:v>7930</c:v>
                </c:pt>
                <c:pt idx="101381">
                  <c:v>7931</c:v>
                </c:pt>
                <c:pt idx="101332">
                  <c:v>7932</c:v>
                </c:pt>
                <c:pt idx="101283">
                  <c:v>7933</c:v>
                </c:pt>
                <c:pt idx="101234">
                  <c:v>7934</c:v>
                </c:pt>
                <c:pt idx="101185">
                  <c:v>7935</c:v>
                </c:pt>
                <c:pt idx="101136">
                  <c:v>7936</c:v>
                </c:pt>
                <c:pt idx="101087">
                  <c:v>7937</c:v>
                </c:pt>
                <c:pt idx="101038">
                  <c:v>7938</c:v>
                </c:pt>
                <c:pt idx="100989">
                  <c:v>7939</c:v>
                </c:pt>
                <c:pt idx="100940">
                  <c:v>7940</c:v>
                </c:pt>
                <c:pt idx="100891">
                  <c:v>7941</c:v>
                </c:pt>
                <c:pt idx="100842">
                  <c:v>7942</c:v>
                </c:pt>
                <c:pt idx="100793">
                  <c:v>7943</c:v>
                </c:pt>
                <c:pt idx="100744">
                  <c:v>7944</c:v>
                </c:pt>
                <c:pt idx="100695">
                  <c:v>7945</c:v>
                </c:pt>
                <c:pt idx="100646">
                  <c:v>7946</c:v>
                </c:pt>
                <c:pt idx="100597">
                  <c:v>7947</c:v>
                </c:pt>
                <c:pt idx="100548">
                  <c:v>7948</c:v>
                </c:pt>
                <c:pt idx="100499">
                  <c:v>7949</c:v>
                </c:pt>
                <c:pt idx="100450">
                  <c:v>7950</c:v>
                </c:pt>
                <c:pt idx="100401">
                  <c:v>7951</c:v>
                </c:pt>
                <c:pt idx="100352">
                  <c:v>7952</c:v>
                </c:pt>
                <c:pt idx="100303">
                  <c:v>7953</c:v>
                </c:pt>
                <c:pt idx="100254">
                  <c:v>7954</c:v>
                </c:pt>
                <c:pt idx="100205">
                  <c:v>7955</c:v>
                </c:pt>
                <c:pt idx="100156">
                  <c:v>7956</c:v>
                </c:pt>
                <c:pt idx="100107">
                  <c:v>7957</c:v>
                </c:pt>
                <c:pt idx="100058">
                  <c:v>7958</c:v>
                </c:pt>
                <c:pt idx="100009">
                  <c:v>7959</c:v>
                </c:pt>
                <c:pt idx="99960">
                  <c:v>7960</c:v>
                </c:pt>
                <c:pt idx="99911">
                  <c:v>7961</c:v>
                </c:pt>
                <c:pt idx="99862">
                  <c:v>7962</c:v>
                </c:pt>
                <c:pt idx="99813">
                  <c:v>7963</c:v>
                </c:pt>
                <c:pt idx="99764">
                  <c:v>7964</c:v>
                </c:pt>
                <c:pt idx="99715">
                  <c:v>7965</c:v>
                </c:pt>
                <c:pt idx="99666">
                  <c:v>7966</c:v>
                </c:pt>
                <c:pt idx="99617">
                  <c:v>7967</c:v>
                </c:pt>
                <c:pt idx="99568">
                  <c:v>7968</c:v>
                </c:pt>
                <c:pt idx="99519">
                  <c:v>7969</c:v>
                </c:pt>
                <c:pt idx="99470">
                  <c:v>7970</c:v>
                </c:pt>
                <c:pt idx="99421">
                  <c:v>7971</c:v>
                </c:pt>
                <c:pt idx="99372">
                  <c:v>7972</c:v>
                </c:pt>
                <c:pt idx="99323">
                  <c:v>7973</c:v>
                </c:pt>
                <c:pt idx="99274">
                  <c:v>7974</c:v>
                </c:pt>
                <c:pt idx="99225">
                  <c:v>7975</c:v>
                </c:pt>
                <c:pt idx="99176">
                  <c:v>7976</c:v>
                </c:pt>
                <c:pt idx="99127">
                  <c:v>7977</c:v>
                </c:pt>
                <c:pt idx="99078">
                  <c:v>7978</c:v>
                </c:pt>
                <c:pt idx="99029">
                  <c:v>7979</c:v>
                </c:pt>
                <c:pt idx="98980">
                  <c:v>7980</c:v>
                </c:pt>
                <c:pt idx="98931">
                  <c:v>7981</c:v>
                </c:pt>
                <c:pt idx="98882">
                  <c:v>7982</c:v>
                </c:pt>
                <c:pt idx="98833">
                  <c:v>7983</c:v>
                </c:pt>
                <c:pt idx="98784">
                  <c:v>7984</c:v>
                </c:pt>
                <c:pt idx="98735">
                  <c:v>7985</c:v>
                </c:pt>
                <c:pt idx="98686">
                  <c:v>7986</c:v>
                </c:pt>
                <c:pt idx="98637">
                  <c:v>7987</c:v>
                </c:pt>
                <c:pt idx="98588">
                  <c:v>7988</c:v>
                </c:pt>
                <c:pt idx="98539">
                  <c:v>7989</c:v>
                </c:pt>
                <c:pt idx="98490">
                  <c:v>7990</c:v>
                </c:pt>
                <c:pt idx="98441">
                  <c:v>7991</c:v>
                </c:pt>
                <c:pt idx="98392">
                  <c:v>7992</c:v>
                </c:pt>
                <c:pt idx="98343">
                  <c:v>7993</c:v>
                </c:pt>
                <c:pt idx="98294">
                  <c:v>7994</c:v>
                </c:pt>
                <c:pt idx="98245">
                  <c:v>7995</c:v>
                </c:pt>
                <c:pt idx="98196">
                  <c:v>7996</c:v>
                </c:pt>
                <c:pt idx="98147">
                  <c:v>7997</c:v>
                </c:pt>
                <c:pt idx="98098">
                  <c:v>7998</c:v>
                </c:pt>
                <c:pt idx="98049">
                  <c:v>7999</c:v>
                </c:pt>
                <c:pt idx="98000">
                  <c:v>8000</c:v>
                </c:pt>
                <c:pt idx="97951">
                  <c:v>8001</c:v>
                </c:pt>
                <c:pt idx="97902">
                  <c:v>8002</c:v>
                </c:pt>
                <c:pt idx="97853">
                  <c:v>8003</c:v>
                </c:pt>
                <c:pt idx="97804">
                  <c:v>8004</c:v>
                </c:pt>
                <c:pt idx="97755">
                  <c:v>8005</c:v>
                </c:pt>
                <c:pt idx="97706">
                  <c:v>8006</c:v>
                </c:pt>
                <c:pt idx="97657">
                  <c:v>8007</c:v>
                </c:pt>
                <c:pt idx="97608">
                  <c:v>8008</c:v>
                </c:pt>
                <c:pt idx="97559">
                  <c:v>8009</c:v>
                </c:pt>
                <c:pt idx="97510">
                  <c:v>8010</c:v>
                </c:pt>
                <c:pt idx="97461">
                  <c:v>8011</c:v>
                </c:pt>
                <c:pt idx="97412">
                  <c:v>8012</c:v>
                </c:pt>
                <c:pt idx="97363">
                  <c:v>8013</c:v>
                </c:pt>
                <c:pt idx="97314">
                  <c:v>8014</c:v>
                </c:pt>
                <c:pt idx="97265">
                  <c:v>8015</c:v>
                </c:pt>
                <c:pt idx="97216">
                  <c:v>8016</c:v>
                </c:pt>
                <c:pt idx="97167">
                  <c:v>8017</c:v>
                </c:pt>
                <c:pt idx="97118">
                  <c:v>8018</c:v>
                </c:pt>
                <c:pt idx="97069">
                  <c:v>8019</c:v>
                </c:pt>
                <c:pt idx="97020">
                  <c:v>8020</c:v>
                </c:pt>
                <c:pt idx="96971">
                  <c:v>8021</c:v>
                </c:pt>
                <c:pt idx="96922">
                  <c:v>8022</c:v>
                </c:pt>
                <c:pt idx="96873">
                  <c:v>8023</c:v>
                </c:pt>
                <c:pt idx="96824">
                  <c:v>8024</c:v>
                </c:pt>
                <c:pt idx="96775">
                  <c:v>8025</c:v>
                </c:pt>
                <c:pt idx="96726">
                  <c:v>8026</c:v>
                </c:pt>
                <c:pt idx="96677">
                  <c:v>8027</c:v>
                </c:pt>
                <c:pt idx="96628">
                  <c:v>8028</c:v>
                </c:pt>
                <c:pt idx="96579">
                  <c:v>8029</c:v>
                </c:pt>
                <c:pt idx="96530">
                  <c:v>8030</c:v>
                </c:pt>
                <c:pt idx="96481">
                  <c:v>8031</c:v>
                </c:pt>
                <c:pt idx="96432">
                  <c:v>8032</c:v>
                </c:pt>
                <c:pt idx="96383">
                  <c:v>8033</c:v>
                </c:pt>
                <c:pt idx="96334">
                  <c:v>8034</c:v>
                </c:pt>
                <c:pt idx="96285">
                  <c:v>8035</c:v>
                </c:pt>
                <c:pt idx="96236">
                  <c:v>8036</c:v>
                </c:pt>
                <c:pt idx="96187">
                  <c:v>8037</c:v>
                </c:pt>
                <c:pt idx="96138">
                  <c:v>8038</c:v>
                </c:pt>
                <c:pt idx="96089">
                  <c:v>8039</c:v>
                </c:pt>
                <c:pt idx="96040">
                  <c:v>8040</c:v>
                </c:pt>
                <c:pt idx="95991">
                  <c:v>8041</c:v>
                </c:pt>
                <c:pt idx="95942">
                  <c:v>8042</c:v>
                </c:pt>
                <c:pt idx="95893">
                  <c:v>8043</c:v>
                </c:pt>
                <c:pt idx="95844">
                  <c:v>8044</c:v>
                </c:pt>
                <c:pt idx="95795">
                  <c:v>8045</c:v>
                </c:pt>
                <c:pt idx="95746">
                  <c:v>8046</c:v>
                </c:pt>
                <c:pt idx="95697">
                  <c:v>8047</c:v>
                </c:pt>
                <c:pt idx="95648">
                  <c:v>8048</c:v>
                </c:pt>
                <c:pt idx="95599">
                  <c:v>8049</c:v>
                </c:pt>
                <c:pt idx="95550">
                  <c:v>8050</c:v>
                </c:pt>
                <c:pt idx="95501">
                  <c:v>8051</c:v>
                </c:pt>
                <c:pt idx="95452">
                  <c:v>8052</c:v>
                </c:pt>
                <c:pt idx="95403">
                  <c:v>8053</c:v>
                </c:pt>
                <c:pt idx="95354">
                  <c:v>8054</c:v>
                </c:pt>
                <c:pt idx="95305">
                  <c:v>8055</c:v>
                </c:pt>
                <c:pt idx="95256">
                  <c:v>8056</c:v>
                </c:pt>
                <c:pt idx="95207">
                  <c:v>8057</c:v>
                </c:pt>
                <c:pt idx="95158">
                  <c:v>8058</c:v>
                </c:pt>
                <c:pt idx="95109">
                  <c:v>8059</c:v>
                </c:pt>
                <c:pt idx="95060">
                  <c:v>8060</c:v>
                </c:pt>
                <c:pt idx="95011">
                  <c:v>8061</c:v>
                </c:pt>
                <c:pt idx="94962">
                  <c:v>8062</c:v>
                </c:pt>
                <c:pt idx="94913">
                  <c:v>8063</c:v>
                </c:pt>
                <c:pt idx="94864">
                  <c:v>8064</c:v>
                </c:pt>
                <c:pt idx="94815">
                  <c:v>8065</c:v>
                </c:pt>
                <c:pt idx="94766">
                  <c:v>8066</c:v>
                </c:pt>
                <c:pt idx="94717">
                  <c:v>8067</c:v>
                </c:pt>
                <c:pt idx="94668">
                  <c:v>8068</c:v>
                </c:pt>
                <c:pt idx="94619">
                  <c:v>8069</c:v>
                </c:pt>
                <c:pt idx="94570">
                  <c:v>8070</c:v>
                </c:pt>
                <c:pt idx="94521">
                  <c:v>8071</c:v>
                </c:pt>
                <c:pt idx="94472">
                  <c:v>8072</c:v>
                </c:pt>
                <c:pt idx="94423">
                  <c:v>8073</c:v>
                </c:pt>
                <c:pt idx="94374">
                  <c:v>8074</c:v>
                </c:pt>
                <c:pt idx="94325">
                  <c:v>8075</c:v>
                </c:pt>
                <c:pt idx="94276">
                  <c:v>8076</c:v>
                </c:pt>
                <c:pt idx="94227">
                  <c:v>8077</c:v>
                </c:pt>
                <c:pt idx="94178">
                  <c:v>8078</c:v>
                </c:pt>
                <c:pt idx="94129">
                  <c:v>8079</c:v>
                </c:pt>
                <c:pt idx="94080">
                  <c:v>8080</c:v>
                </c:pt>
                <c:pt idx="94031">
                  <c:v>8081</c:v>
                </c:pt>
                <c:pt idx="93982">
                  <c:v>8082</c:v>
                </c:pt>
                <c:pt idx="93933">
                  <c:v>8083</c:v>
                </c:pt>
                <c:pt idx="93884">
                  <c:v>8084</c:v>
                </c:pt>
                <c:pt idx="93835">
                  <c:v>8085</c:v>
                </c:pt>
                <c:pt idx="93786">
                  <c:v>8086</c:v>
                </c:pt>
                <c:pt idx="93737">
                  <c:v>8087</c:v>
                </c:pt>
                <c:pt idx="93688">
                  <c:v>8088</c:v>
                </c:pt>
                <c:pt idx="93639">
                  <c:v>8089</c:v>
                </c:pt>
                <c:pt idx="93590">
                  <c:v>8090</c:v>
                </c:pt>
                <c:pt idx="93541">
                  <c:v>8091</c:v>
                </c:pt>
                <c:pt idx="93492">
                  <c:v>8092</c:v>
                </c:pt>
                <c:pt idx="93443">
                  <c:v>8093</c:v>
                </c:pt>
                <c:pt idx="93394">
                  <c:v>8094</c:v>
                </c:pt>
                <c:pt idx="93345">
                  <c:v>8095</c:v>
                </c:pt>
                <c:pt idx="93296">
                  <c:v>8096</c:v>
                </c:pt>
                <c:pt idx="93247">
                  <c:v>8097</c:v>
                </c:pt>
                <c:pt idx="93198">
                  <c:v>8098</c:v>
                </c:pt>
                <c:pt idx="93149">
                  <c:v>8099</c:v>
                </c:pt>
                <c:pt idx="93100">
                  <c:v>8100</c:v>
                </c:pt>
                <c:pt idx="93051">
                  <c:v>8101</c:v>
                </c:pt>
                <c:pt idx="93002">
                  <c:v>8102</c:v>
                </c:pt>
                <c:pt idx="92953">
                  <c:v>8103</c:v>
                </c:pt>
                <c:pt idx="92904">
                  <c:v>8104</c:v>
                </c:pt>
                <c:pt idx="92855">
                  <c:v>8105</c:v>
                </c:pt>
                <c:pt idx="92806">
                  <c:v>8106</c:v>
                </c:pt>
                <c:pt idx="92757">
                  <c:v>8107</c:v>
                </c:pt>
                <c:pt idx="92708">
                  <c:v>8108</c:v>
                </c:pt>
                <c:pt idx="92659">
                  <c:v>8109</c:v>
                </c:pt>
                <c:pt idx="92610">
                  <c:v>8110</c:v>
                </c:pt>
                <c:pt idx="92561">
                  <c:v>8111</c:v>
                </c:pt>
                <c:pt idx="92512">
                  <c:v>8112</c:v>
                </c:pt>
                <c:pt idx="92463">
                  <c:v>8113</c:v>
                </c:pt>
                <c:pt idx="92414">
                  <c:v>8114</c:v>
                </c:pt>
                <c:pt idx="92365">
                  <c:v>8115</c:v>
                </c:pt>
                <c:pt idx="92316">
                  <c:v>8116</c:v>
                </c:pt>
                <c:pt idx="92267">
                  <c:v>8117</c:v>
                </c:pt>
                <c:pt idx="92218">
                  <c:v>8118</c:v>
                </c:pt>
                <c:pt idx="92169">
                  <c:v>8119</c:v>
                </c:pt>
                <c:pt idx="92120">
                  <c:v>8120</c:v>
                </c:pt>
                <c:pt idx="92071">
                  <c:v>8121</c:v>
                </c:pt>
                <c:pt idx="92022">
                  <c:v>8122</c:v>
                </c:pt>
                <c:pt idx="91973">
                  <c:v>8123</c:v>
                </c:pt>
                <c:pt idx="91924">
                  <c:v>8124</c:v>
                </c:pt>
                <c:pt idx="91875">
                  <c:v>8125</c:v>
                </c:pt>
                <c:pt idx="91826">
                  <c:v>8126</c:v>
                </c:pt>
                <c:pt idx="91777">
                  <c:v>8127</c:v>
                </c:pt>
                <c:pt idx="91728">
                  <c:v>8128</c:v>
                </c:pt>
                <c:pt idx="91679">
                  <c:v>8129</c:v>
                </c:pt>
                <c:pt idx="91630">
                  <c:v>8130</c:v>
                </c:pt>
                <c:pt idx="91581">
                  <c:v>8131</c:v>
                </c:pt>
                <c:pt idx="91532">
                  <c:v>8132</c:v>
                </c:pt>
                <c:pt idx="91483">
                  <c:v>8133</c:v>
                </c:pt>
                <c:pt idx="91434">
                  <c:v>8134</c:v>
                </c:pt>
                <c:pt idx="91385">
                  <c:v>8135</c:v>
                </c:pt>
                <c:pt idx="91336">
                  <c:v>8136</c:v>
                </c:pt>
                <c:pt idx="91287">
                  <c:v>8137</c:v>
                </c:pt>
                <c:pt idx="91238">
                  <c:v>8138</c:v>
                </c:pt>
                <c:pt idx="91189">
                  <c:v>8139</c:v>
                </c:pt>
                <c:pt idx="91140">
                  <c:v>8140</c:v>
                </c:pt>
                <c:pt idx="91091">
                  <c:v>8141</c:v>
                </c:pt>
                <c:pt idx="91042">
                  <c:v>8142</c:v>
                </c:pt>
                <c:pt idx="90993">
                  <c:v>8143</c:v>
                </c:pt>
                <c:pt idx="90944">
                  <c:v>8144</c:v>
                </c:pt>
                <c:pt idx="90895">
                  <c:v>8145</c:v>
                </c:pt>
                <c:pt idx="90846">
                  <c:v>8146</c:v>
                </c:pt>
                <c:pt idx="90797">
                  <c:v>8147</c:v>
                </c:pt>
                <c:pt idx="90748">
                  <c:v>8148</c:v>
                </c:pt>
                <c:pt idx="90699">
                  <c:v>8149</c:v>
                </c:pt>
                <c:pt idx="90650">
                  <c:v>8150</c:v>
                </c:pt>
                <c:pt idx="90601">
                  <c:v>8151</c:v>
                </c:pt>
                <c:pt idx="90552">
                  <c:v>8152</c:v>
                </c:pt>
                <c:pt idx="90503">
                  <c:v>8153</c:v>
                </c:pt>
                <c:pt idx="90454">
                  <c:v>8154</c:v>
                </c:pt>
                <c:pt idx="90405">
                  <c:v>8155</c:v>
                </c:pt>
                <c:pt idx="90356">
                  <c:v>8156</c:v>
                </c:pt>
                <c:pt idx="90307">
                  <c:v>8157</c:v>
                </c:pt>
                <c:pt idx="90258">
                  <c:v>8158</c:v>
                </c:pt>
                <c:pt idx="90209">
                  <c:v>8159</c:v>
                </c:pt>
                <c:pt idx="90160">
                  <c:v>8160</c:v>
                </c:pt>
                <c:pt idx="90111">
                  <c:v>8161</c:v>
                </c:pt>
                <c:pt idx="90062">
                  <c:v>8162</c:v>
                </c:pt>
                <c:pt idx="90013">
                  <c:v>8163</c:v>
                </c:pt>
                <c:pt idx="89964">
                  <c:v>8164</c:v>
                </c:pt>
                <c:pt idx="89915">
                  <c:v>8165</c:v>
                </c:pt>
                <c:pt idx="89866">
                  <c:v>8166</c:v>
                </c:pt>
                <c:pt idx="89817">
                  <c:v>8167</c:v>
                </c:pt>
                <c:pt idx="89768">
                  <c:v>8168</c:v>
                </c:pt>
                <c:pt idx="89719">
                  <c:v>8169</c:v>
                </c:pt>
                <c:pt idx="89670">
                  <c:v>8170</c:v>
                </c:pt>
                <c:pt idx="89621">
                  <c:v>8171</c:v>
                </c:pt>
                <c:pt idx="89572">
                  <c:v>8172</c:v>
                </c:pt>
                <c:pt idx="89523">
                  <c:v>8173</c:v>
                </c:pt>
                <c:pt idx="89474">
                  <c:v>8174</c:v>
                </c:pt>
                <c:pt idx="89425">
                  <c:v>8175</c:v>
                </c:pt>
                <c:pt idx="89376">
                  <c:v>8176</c:v>
                </c:pt>
                <c:pt idx="89327">
                  <c:v>8177</c:v>
                </c:pt>
                <c:pt idx="89278">
                  <c:v>8178</c:v>
                </c:pt>
                <c:pt idx="89229">
                  <c:v>8179</c:v>
                </c:pt>
                <c:pt idx="89180">
                  <c:v>8180</c:v>
                </c:pt>
                <c:pt idx="89131">
                  <c:v>8181</c:v>
                </c:pt>
                <c:pt idx="89082">
                  <c:v>8182</c:v>
                </c:pt>
                <c:pt idx="89033">
                  <c:v>8183</c:v>
                </c:pt>
                <c:pt idx="88984">
                  <c:v>8184</c:v>
                </c:pt>
                <c:pt idx="88935">
                  <c:v>8185</c:v>
                </c:pt>
                <c:pt idx="88886">
                  <c:v>8186</c:v>
                </c:pt>
                <c:pt idx="88837">
                  <c:v>8187</c:v>
                </c:pt>
                <c:pt idx="88788">
                  <c:v>8188</c:v>
                </c:pt>
                <c:pt idx="88739">
                  <c:v>8189</c:v>
                </c:pt>
                <c:pt idx="88690">
                  <c:v>8190</c:v>
                </c:pt>
                <c:pt idx="88641">
                  <c:v>8191</c:v>
                </c:pt>
                <c:pt idx="88592">
                  <c:v>8192</c:v>
                </c:pt>
                <c:pt idx="88543">
                  <c:v>8193</c:v>
                </c:pt>
                <c:pt idx="88494">
                  <c:v>8194</c:v>
                </c:pt>
                <c:pt idx="88445">
                  <c:v>8195</c:v>
                </c:pt>
                <c:pt idx="88396">
                  <c:v>8196</c:v>
                </c:pt>
                <c:pt idx="88347">
                  <c:v>8197</c:v>
                </c:pt>
                <c:pt idx="88298">
                  <c:v>8198</c:v>
                </c:pt>
                <c:pt idx="88249">
                  <c:v>8199</c:v>
                </c:pt>
                <c:pt idx="88200">
                  <c:v>8200</c:v>
                </c:pt>
                <c:pt idx="88151">
                  <c:v>8201</c:v>
                </c:pt>
                <c:pt idx="88102">
                  <c:v>8202</c:v>
                </c:pt>
                <c:pt idx="88053">
                  <c:v>8203</c:v>
                </c:pt>
                <c:pt idx="88004">
                  <c:v>8204</c:v>
                </c:pt>
                <c:pt idx="87955">
                  <c:v>8205</c:v>
                </c:pt>
                <c:pt idx="87906">
                  <c:v>8206</c:v>
                </c:pt>
                <c:pt idx="87857">
                  <c:v>8207</c:v>
                </c:pt>
                <c:pt idx="87808">
                  <c:v>8208</c:v>
                </c:pt>
                <c:pt idx="87759">
                  <c:v>8209</c:v>
                </c:pt>
                <c:pt idx="87710">
                  <c:v>8210</c:v>
                </c:pt>
                <c:pt idx="87661">
                  <c:v>8211</c:v>
                </c:pt>
                <c:pt idx="87612">
                  <c:v>8212</c:v>
                </c:pt>
                <c:pt idx="87563">
                  <c:v>8213</c:v>
                </c:pt>
                <c:pt idx="87514">
                  <c:v>8214</c:v>
                </c:pt>
                <c:pt idx="87465">
                  <c:v>8215</c:v>
                </c:pt>
                <c:pt idx="87416">
                  <c:v>8216</c:v>
                </c:pt>
                <c:pt idx="87367">
                  <c:v>8217</c:v>
                </c:pt>
                <c:pt idx="87318">
                  <c:v>8218</c:v>
                </c:pt>
                <c:pt idx="87269">
                  <c:v>8219</c:v>
                </c:pt>
                <c:pt idx="87220">
                  <c:v>8220</c:v>
                </c:pt>
                <c:pt idx="87171">
                  <c:v>8221</c:v>
                </c:pt>
                <c:pt idx="87122">
                  <c:v>8222</c:v>
                </c:pt>
                <c:pt idx="87073">
                  <c:v>8223</c:v>
                </c:pt>
                <c:pt idx="87024">
                  <c:v>8224</c:v>
                </c:pt>
                <c:pt idx="86975">
                  <c:v>8225</c:v>
                </c:pt>
                <c:pt idx="86926">
                  <c:v>8226</c:v>
                </c:pt>
                <c:pt idx="86877">
                  <c:v>8227</c:v>
                </c:pt>
                <c:pt idx="86828">
                  <c:v>8228</c:v>
                </c:pt>
                <c:pt idx="86779">
                  <c:v>8229</c:v>
                </c:pt>
                <c:pt idx="86730">
                  <c:v>8230</c:v>
                </c:pt>
                <c:pt idx="86681">
                  <c:v>8231</c:v>
                </c:pt>
                <c:pt idx="86632">
                  <c:v>8232</c:v>
                </c:pt>
                <c:pt idx="86583">
                  <c:v>8233</c:v>
                </c:pt>
                <c:pt idx="86534">
                  <c:v>8234</c:v>
                </c:pt>
                <c:pt idx="86485">
                  <c:v>8235</c:v>
                </c:pt>
                <c:pt idx="86436">
                  <c:v>8236</c:v>
                </c:pt>
                <c:pt idx="86387">
                  <c:v>8237</c:v>
                </c:pt>
                <c:pt idx="86338">
                  <c:v>8238</c:v>
                </c:pt>
                <c:pt idx="86289">
                  <c:v>8239</c:v>
                </c:pt>
                <c:pt idx="86240">
                  <c:v>8240</c:v>
                </c:pt>
                <c:pt idx="86191">
                  <c:v>8241</c:v>
                </c:pt>
                <c:pt idx="86142">
                  <c:v>8242</c:v>
                </c:pt>
                <c:pt idx="86093">
                  <c:v>8243</c:v>
                </c:pt>
                <c:pt idx="86044">
                  <c:v>8244</c:v>
                </c:pt>
                <c:pt idx="85995">
                  <c:v>8245</c:v>
                </c:pt>
                <c:pt idx="85946">
                  <c:v>8246</c:v>
                </c:pt>
                <c:pt idx="85897">
                  <c:v>8247</c:v>
                </c:pt>
                <c:pt idx="85848">
                  <c:v>8248</c:v>
                </c:pt>
                <c:pt idx="85799">
                  <c:v>8249</c:v>
                </c:pt>
                <c:pt idx="85750">
                  <c:v>8250</c:v>
                </c:pt>
                <c:pt idx="85701">
                  <c:v>8251</c:v>
                </c:pt>
                <c:pt idx="85652">
                  <c:v>8252</c:v>
                </c:pt>
                <c:pt idx="85603">
                  <c:v>8253</c:v>
                </c:pt>
                <c:pt idx="85554">
                  <c:v>8254</c:v>
                </c:pt>
                <c:pt idx="85505">
                  <c:v>8255</c:v>
                </c:pt>
                <c:pt idx="85456">
                  <c:v>8256</c:v>
                </c:pt>
                <c:pt idx="85407">
                  <c:v>8257</c:v>
                </c:pt>
                <c:pt idx="85358">
                  <c:v>8258</c:v>
                </c:pt>
                <c:pt idx="85309">
                  <c:v>8259</c:v>
                </c:pt>
                <c:pt idx="85260">
                  <c:v>8260</c:v>
                </c:pt>
                <c:pt idx="85211">
                  <c:v>8261</c:v>
                </c:pt>
                <c:pt idx="85162">
                  <c:v>8262</c:v>
                </c:pt>
                <c:pt idx="85113">
                  <c:v>8263</c:v>
                </c:pt>
                <c:pt idx="85064">
                  <c:v>8264</c:v>
                </c:pt>
                <c:pt idx="85015">
                  <c:v>8265</c:v>
                </c:pt>
                <c:pt idx="84966">
                  <c:v>8266</c:v>
                </c:pt>
                <c:pt idx="84917">
                  <c:v>8267</c:v>
                </c:pt>
                <c:pt idx="84868">
                  <c:v>8268</c:v>
                </c:pt>
                <c:pt idx="84819">
                  <c:v>8269</c:v>
                </c:pt>
                <c:pt idx="84770">
                  <c:v>8270</c:v>
                </c:pt>
                <c:pt idx="84721">
                  <c:v>8271</c:v>
                </c:pt>
                <c:pt idx="84672">
                  <c:v>8272</c:v>
                </c:pt>
                <c:pt idx="84623">
                  <c:v>8273</c:v>
                </c:pt>
                <c:pt idx="84574">
                  <c:v>8274</c:v>
                </c:pt>
                <c:pt idx="84525">
                  <c:v>8275</c:v>
                </c:pt>
                <c:pt idx="84476">
                  <c:v>8276</c:v>
                </c:pt>
                <c:pt idx="84427">
                  <c:v>8277</c:v>
                </c:pt>
                <c:pt idx="84378">
                  <c:v>8278</c:v>
                </c:pt>
                <c:pt idx="84329">
                  <c:v>8279</c:v>
                </c:pt>
                <c:pt idx="84280">
                  <c:v>8280</c:v>
                </c:pt>
                <c:pt idx="84231">
                  <c:v>8281</c:v>
                </c:pt>
                <c:pt idx="84182">
                  <c:v>8282</c:v>
                </c:pt>
                <c:pt idx="84133">
                  <c:v>8283</c:v>
                </c:pt>
                <c:pt idx="84084">
                  <c:v>8284</c:v>
                </c:pt>
                <c:pt idx="84035">
                  <c:v>8285</c:v>
                </c:pt>
                <c:pt idx="83986">
                  <c:v>8286</c:v>
                </c:pt>
                <c:pt idx="83937">
                  <c:v>8287</c:v>
                </c:pt>
                <c:pt idx="83888">
                  <c:v>8288</c:v>
                </c:pt>
                <c:pt idx="83839">
                  <c:v>8289</c:v>
                </c:pt>
                <c:pt idx="83790">
                  <c:v>8290</c:v>
                </c:pt>
                <c:pt idx="83741">
                  <c:v>8291</c:v>
                </c:pt>
                <c:pt idx="83692">
                  <c:v>8292</c:v>
                </c:pt>
                <c:pt idx="83643">
                  <c:v>8293</c:v>
                </c:pt>
                <c:pt idx="83594">
                  <c:v>8294</c:v>
                </c:pt>
                <c:pt idx="83545">
                  <c:v>8295</c:v>
                </c:pt>
                <c:pt idx="83496">
                  <c:v>8296</c:v>
                </c:pt>
                <c:pt idx="83447">
                  <c:v>8297</c:v>
                </c:pt>
                <c:pt idx="83398">
                  <c:v>8298</c:v>
                </c:pt>
                <c:pt idx="83349">
                  <c:v>8299</c:v>
                </c:pt>
                <c:pt idx="83300">
                  <c:v>8300</c:v>
                </c:pt>
                <c:pt idx="83251">
                  <c:v>8301</c:v>
                </c:pt>
                <c:pt idx="83202">
                  <c:v>8302</c:v>
                </c:pt>
                <c:pt idx="83153">
                  <c:v>8303</c:v>
                </c:pt>
                <c:pt idx="83104">
                  <c:v>8304</c:v>
                </c:pt>
                <c:pt idx="83055">
                  <c:v>8305</c:v>
                </c:pt>
                <c:pt idx="83006">
                  <c:v>8306</c:v>
                </c:pt>
                <c:pt idx="82957">
                  <c:v>8307</c:v>
                </c:pt>
                <c:pt idx="82908">
                  <c:v>8308</c:v>
                </c:pt>
                <c:pt idx="82859">
                  <c:v>8309</c:v>
                </c:pt>
                <c:pt idx="82810">
                  <c:v>8310</c:v>
                </c:pt>
                <c:pt idx="82761">
                  <c:v>8311</c:v>
                </c:pt>
                <c:pt idx="82712">
                  <c:v>8312</c:v>
                </c:pt>
                <c:pt idx="82663">
                  <c:v>8313</c:v>
                </c:pt>
                <c:pt idx="82614">
                  <c:v>8314</c:v>
                </c:pt>
                <c:pt idx="82565">
                  <c:v>8315</c:v>
                </c:pt>
                <c:pt idx="82516">
                  <c:v>8316</c:v>
                </c:pt>
                <c:pt idx="82467">
                  <c:v>8317</c:v>
                </c:pt>
                <c:pt idx="82418">
                  <c:v>8318</c:v>
                </c:pt>
                <c:pt idx="82369">
                  <c:v>8319</c:v>
                </c:pt>
                <c:pt idx="82320">
                  <c:v>8320</c:v>
                </c:pt>
                <c:pt idx="82271">
                  <c:v>8321</c:v>
                </c:pt>
                <c:pt idx="82222">
                  <c:v>8322</c:v>
                </c:pt>
                <c:pt idx="82173">
                  <c:v>8323</c:v>
                </c:pt>
                <c:pt idx="82124">
                  <c:v>8324</c:v>
                </c:pt>
                <c:pt idx="82075">
                  <c:v>8325</c:v>
                </c:pt>
                <c:pt idx="82026">
                  <c:v>8326</c:v>
                </c:pt>
                <c:pt idx="81977">
                  <c:v>8327</c:v>
                </c:pt>
                <c:pt idx="81928">
                  <c:v>8328</c:v>
                </c:pt>
                <c:pt idx="81879">
                  <c:v>8329</c:v>
                </c:pt>
                <c:pt idx="81830">
                  <c:v>8330</c:v>
                </c:pt>
                <c:pt idx="81781">
                  <c:v>8331</c:v>
                </c:pt>
                <c:pt idx="81732">
                  <c:v>8332</c:v>
                </c:pt>
                <c:pt idx="81683">
                  <c:v>8333</c:v>
                </c:pt>
                <c:pt idx="81634">
                  <c:v>8334</c:v>
                </c:pt>
                <c:pt idx="81585">
                  <c:v>8335</c:v>
                </c:pt>
                <c:pt idx="81536">
                  <c:v>8336</c:v>
                </c:pt>
                <c:pt idx="81487">
                  <c:v>8337</c:v>
                </c:pt>
                <c:pt idx="81438">
                  <c:v>8338</c:v>
                </c:pt>
                <c:pt idx="81389">
                  <c:v>8339</c:v>
                </c:pt>
                <c:pt idx="81340">
                  <c:v>8340</c:v>
                </c:pt>
                <c:pt idx="81291">
                  <c:v>8341</c:v>
                </c:pt>
                <c:pt idx="81242">
                  <c:v>8342</c:v>
                </c:pt>
                <c:pt idx="81193">
                  <c:v>8343</c:v>
                </c:pt>
                <c:pt idx="81144">
                  <c:v>8344</c:v>
                </c:pt>
                <c:pt idx="81095">
                  <c:v>8345</c:v>
                </c:pt>
                <c:pt idx="81046">
                  <c:v>8346</c:v>
                </c:pt>
                <c:pt idx="80997">
                  <c:v>8347</c:v>
                </c:pt>
                <c:pt idx="80948">
                  <c:v>8348</c:v>
                </c:pt>
                <c:pt idx="80899">
                  <c:v>8349</c:v>
                </c:pt>
                <c:pt idx="80850">
                  <c:v>8350</c:v>
                </c:pt>
                <c:pt idx="80801">
                  <c:v>8351</c:v>
                </c:pt>
                <c:pt idx="80752">
                  <c:v>8352</c:v>
                </c:pt>
                <c:pt idx="80703">
                  <c:v>8353</c:v>
                </c:pt>
                <c:pt idx="80654">
                  <c:v>8354</c:v>
                </c:pt>
                <c:pt idx="80605">
                  <c:v>8355</c:v>
                </c:pt>
                <c:pt idx="80556">
                  <c:v>8356</c:v>
                </c:pt>
                <c:pt idx="80507">
                  <c:v>8357</c:v>
                </c:pt>
                <c:pt idx="80458">
                  <c:v>8358</c:v>
                </c:pt>
                <c:pt idx="80409">
                  <c:v>8359</c:v>
                </c:pt>
                <c:pt idx="80360">
                  <c:v>8360</c:v>
                </c:pt>
                <c:pt idx="80311">
                  <c:v>8361</c:v>
                </c:pt>
                <c:pt idx="80262">
                  <c:v>8362</c:v>
                </c:pt>
                <c:pt idx="80213">
                  <c:v>8363</c:v>
                </c:pt>
                <c:pt idx="80164">
                  <c:v>8364</c:v>
                </c:pt>
                <c:pt idx="80115">
                  <c:v>8365</c:v>
                </c:pt>
                <c:pt idx="80066">
                  <c:v>8366</c:v>
                </c:pt>
                <c:pt idx="80017">
                  <c:v>8367</c:v>
                </c:pt>
                <c:pt idx="79968">
                  <c:v>8368</c:v>
                </c:pt>
                <c:pt idx="79919">
                  <c:v>8369</c:v>
                </c:pt>
                <c:pt idx="79870">
                  <c:v>8370</c:v>
                </c:pt>
                <c:pt idx="79821">
                  <c:v>8371</c:v>
                </c:pt>
                <c:pt idx="79772">
                  <c:v>8372</c:v>
                </c:pt>
                <c:pt idx="79723">
                  <c:v>8373</c:v>
                </c:pt>
                <c:pt idx="79674">
                  <c:v>8374</c:v>
                </c:pt>
                <c:pt idx="79625">
                  <c:v>8375</c:v>
                </c:pt>
                <c:pt idx="79576">
                  <c:v>8376</c:v>
                </c:pt>
                <c:pt idx="79527">
                  <c:v>8377</c:v>
                </c:pt>
                <c:pt idx="79478">
                  <c:v>8378</c:v>
                </c:pt>
                <c:pt idx="79429">
                  <c:v>8379</c:v>
                </c:pt>
                <c:pt idx="79380">
                  <c:v>8380</c:v>
                </c:pt>
                <c:pt idx="79331">
                  <c:v>8381</c:v>
                </c:pt>
                <c:pt idx="79282">
                  <c:v>8382</c:v>
                </c:pt>
                <c:pt idx="79233">
                  <c:v>8383</c:v>
                </c:pt>
                <c:pt idx="79184">
                  <c:v>8384</c:v>
                </c:pt>
                <c:pt idx="79135">
                  <c:v>8385</c:v>
                </c:pt>
                <c:pt idx="79086">
                  <c:v>8386</c:v>
                </c:pt>
                <c:pt idx="79037">
                  <c:v>8387</c:v>
                </c:pt>
                <c:pt idx="78988">
                  <c:v>8388</c:v>
                </c:pt>
                <c:pt idx="78939">
                  <c:v>8389</c:v>
                </c:pt>
                <c:pt idx="78890">
                  <c:v>8390</c:v>
                </c:pt>
                <c:pt idx="78841">
                  <c:v>8391</c:v>
                </c:pt>
                <c:pt idx="78792">
                  <c:v>8392</c:v>
                </c:pt>
                <c:pt idx="78743">
                  <c:v>8393</c:v>
                </c:pt>
                <c:pt idx="78694">
                  <c:v>8394</c:v>
                </c:pt>
                <c:pt idx="78645">
                  <c:v>8395</c:v>
                </c:pt>
                <c:pt idx="78596">
                  <c:v>8396</c:v>
                </c:pt>
                <c:pt idx="78547">
                  <c:v>8397</c:v>
                </c:pt>
                <c:pt idx="78498">
                  <c:v>8398</c:v>
                </c:pt>
                <c:pt idx="78449">
                  <c:v>8399</c:v>
                </c:pt>
                <c:pt idx="78400">
                  <c:v>8400</c:v>
                </c:pt>
                <c:pt idx="78351">
                  <c:v>8401</c:v>
                </c:pt>
                <c:pt idx="78302">
                  <c:v>8402</c:v>
                </c:pt>
                <c:pt idx="78253">
                  <c:v>8403</c:v>
                </c:pt>
                <c:pt idx="78204">
                  <c:v>8404</c:v>
                </c:pt>
                <c:pt idx="78155">
                  <c:v>8405</c:v>
                </c:pt>
                <c:pt idx="78106">
                  <c:v>8406</c:v>
                </c:pt>
                <c:pt idx="78057">
                  <c:v>8407</c:v>
                </c:pt>
                <c:pt idx="78008">
                  <c:v>8408</c:v>
                </c:pt>
                <c:pt idx="77959">
                  <c:v>8409</c:v>
                </c:pt>
                <c:pt idx="77910">
                  <c:v>8410</c:v>
                </c:pt>
                <c:pt idx="77861">
                  <c:v>8411</c:v>
                </c:pt>
                <c:pt idx="77812">
                  <c:v>8412</c:v>
                </c:pt>
                <c:pt idx="77763">
                  <c:v>8413</c:v>
                </c:pt>
                <c:pt idx="77714">
                  <c:v>8414</c:v>
                </c:pt>
                <c:pt idx="77665">
                  <c:v>8415</c:v>
                </c:pt>
                <c:pt idx="77616">
                  <c:v>8416</c:v>
                </c:pt>
                <c:pt idx="77567">
                  <c:v>8417</c:v>
                </c:pt>
                <c:pt idx="77518">
                  <c:v>8418</c:v>
                </c:pt>
                <c:pt idx="77469">
                  <c:v>8419</c:v>
                </c:pt>
                <c:pt idx="77420">
                  <c:v>8420</c:v>
                </c:pt>
                <c:pt idx="77371">
                  <c:v>8421</c:v>
                </c:pt>
                <c:pt idx="77322">
                  <c:v>8422</c:v>
                </c:pt>
                <c:pt idx="77273">
                  <c:v>8423</c:v>
                </c:pt>
                <c:pt idx="77224">
                  <c:v>8424</c:v>
                </c:pt>
                <c:pt idx="77175">
                  <c:v>8425</c:v>
                </c:pt>
                <c:pt idx="77126">
                  <c:v>8426</c:v>
                </c:pt>
                <c:pt idx="77077">
                  <c:v>8427</c:v>
                </c:pt>
                <c:pt idx="77028">
                  <c:v>8428</c:v>
                </c:pt>
                <c:pt idx="76979">
                  <c:v>8429</c:v>
                </c:pt>
                <c:pt idx="76930">
                  <c:v>8430</c:v>
                </c:pt>
                <c:pt idx="76881">
                  <c:v>8431</c:v>
                </c:pt>
                <c:pt idx="76832">
                  <c:v>8432</c:v>
                </c:pt>
                <c:pt idx="76783">
                  <c:v>8433</c:v>
                </c:pt>
                <c:pt idx="76734">
                  <c:v>8434</c:v>
                </c:pt>
                <c:pt idx="76685">
                  <c:v>8435</c:v>
                </c:pt>
                <c:pt idx="76636">
                  <c:v>8436</c:v>
                </c:pt>
                <c:pt idx="76587">
                  <c:v>8437</c:v>
                </c:pt>
                <c:pt idx="76538">
                  <c:v>8438</c:v>
                </c:pt>
                <c:pt idx="76489">
                  <c:v>8439</c:v>
                </c:pt>
                <c:pt idx="76440">
                  <c:v>8440</c:v>
                </c:pt>
                <c:pt idx="76391">
                  <c:v>8441</c:v>
                </c:pt>
                <c:pt idx="76342">
                  <c:v>8442</c:v>
                </c:pt>
                <c:pt idx="76293">
                  <c:v>8443</c:v>
                </c:pt>
                <c:pt idx="76244">
                  <c:v>8444</c:v>
                </c:pt>
                <c:pt idx="76195">
                  <c:v>8445</c:v>
                </c:pt>
                <c:pt idx="76146">
                  <c:v>8446</c:v>
                </c:pt>
                <c:pt idx="76097">
                  <c:v>8447</c:v>
                </c:pt>
                <c:pt idx="76048">
                  <c:v>8448</c:v>
                </c:pt>
                <c:pt idx="75999">
                  <c:v>8449</c:v>
                </c:pt>
                <c:pt idx="75950">
                  <c:v>8450</c:v>
                </c:pt>
                <c:pt idx="75901">
                  <c:v>8451</c:v>
                </c:pt>
                <c:pt idx="75852">
                  <c:v>8452</c:v>
                </c:pt>
                <c:pt idx="75803">
                  <c:v>8453</c:v>
                </c:pt>
                <c:pt idx="75754">
                  <c:v>8454</c:v>
                </c:pt>
                <c:pt idx="75705">
                  <c:v>8455</c:v>
                </c:pt>
                <c:pt idx="75656">
                  <c:v>8456</c:v>
                </c:pt>
                <c:pt idx="75607">
                  <c:v>8457</c:v>
                </c:pt>
                <c:pt idx="75558">
                  <c:v>8458</c:v>
                </c:pt>
                <c:pt idx="75509">
                  <c:v>8459</c:v>
                </c:pt>
                <c:pt idx="75460">
                  <c:v>8460</c:v>
                </c:pt>
                <c:pt idx="75411">
                  <c:v>8461</c:v>
                </c:pt>
                <c:pt idx="75362">
                  <c:v>8462</c:v>
                </c:pt>
                <c:pt idx="75313">
                  <c:v>8463</c:v>
                </c:pt>
                <c:pt idx="75264">
                  <c:v>8464</c:v>
                </c:pt>
                <c:pt idx="75215">
                  <c:v>8465</c:v>
                </c:pt>
                <c:pt idx="75166">
                  <c:v>8466</c:v>
                </c:pt>
                <c:pt idx="75117">
                  <c:v>8467</c:v>
                </c:pt>
                <c:pt idx="75068">
                  <c:v>8468</c:v>
                </c:pt>
                <c:pt idx="75019">
                  <c:v>8469</c:v>
                </c:pt>
                <c:pt idx="74970">
                  <c:v>8470</c:v>
                </c:pt>
                <c:pt idx="74921">
                  <c:v>8471</c:v>
                </c:pt>
                <c:pt idx="74872">
                  <c:v>8472</c:v>
                </c:pt>
                <c:pt idx="74823">
                  <c:v>8473</c:v>
                </c:pt>
                <c:pt idx="74774">
                  <c:v>8474</c:v>
                </c:pt>
                <c:pt idx="74725">
                  <c:v>8475</c:v>
                </c:pt>
                <c:pt idx="74676">
                  <c:v>8476</c:v>
                </c:pt>
                <c:pt idx="74627">
                  <c:v>8477</c:v>
                </c:pt>
                <c:pt idx="74578">
                  <c:v>8478</c:v>
                </c:pt>
                <c:pt idx="74529">
                  <c:v>8479</c:v>
                </c:pt>
                <c:pt idx="74480">
                  <c:v>8480</c:v>
                </c:pt>
                <c:pt idx="74431">
                  <c:v>8481</c:v>
                </c:pt>
                <c:pt idx="74382">
                  <c:v>8482</c:v>
                </c:pt>
                <c:pt idx="74333">
                  <c:v>8483</c:v>
                </c:pt>
                <c:pt idx="74284">
                  <c:v>8484</c:v>
                </c:pt>
                <c:pt idx="74235">
                  <c:v>8485</c:v>
                </c:pt>
                <c:pt idx="74186">
                  <c:v>8486</c:v>
                </c:pt>
                <c:pt idx="74137">
                  <c:v>8487</c:v>
                </c:pt>
                <c:pt idx="74088">
                  <c:v>8488</c:v>
                </c:pt>
                <c:pt idx="74039">
                  <c:v>8489</c:v>
                </c:pt>
                <c:pt idx="73990">
                  <c:v>8490</c:v>
                </c:pt>
                <c:pt idx="73941">
                  <c:v>8491</c:v>
                </c:pt>
                <c:pt idx="73892">
                  <c:v>8492</c:v>
                </c:pt>
                <c:pt idx="73843">
                  <c:v>8493</c:v>
                </c:pt>
                <c:pt idx="73794">
                  <c:v>8494</c:v>
                </c:pt>
                <c:pt idx="73745">
                  <c:v>8495</c:v>
                </c:pt>
                <c:pt idx="73696">
                  <c:v>8496</c:v>
                </c:pt>
                <c:pt idx="73647">
                  <c:v>8497</c:v>
                </c:pt>
                <c:pt idx="73598">
                  <c:v>8498</c:v>
                </c:pt>
                <c:pt idx="73549">
                  <c:v>8499</c:v>
                </c:pt>
                <c:pt idx="73500">
                  <c:v>8500</c:v>
                </c:pt>
                <c:pt idx="73451">
                  <c:v>8501</c:v>
                </c:pt>
                <c:pt idx="73402">
                  <c:v>8502</c:v>
                </c:pt>
                <c:pt idx="73353">
                  <c:v>8503</c:v>
                </c:pt>
                <c:pt idx="73304">
                  <c:v>8504</c:v>
                </c:pt>
                <c:pt idx="73255">
                  <c:v>8505</c:v>
                </c:pt>
                <c:pt idx="73206">
                  <c:v>8506</c:v>
                </c:pt>
                <c:pt idx="73157">
                  <c:v>8507</c:v>
                </c:pt>
                <c:pt idx="73108">
                  <c:v>8508</c:v>
                </c:pt>
                <c:pt idx="73059">
                  <c:v>8509</c:v>
                </c:pt>
                <c:pt idx="73010">
                  <c:v>8510</c:v>
                </c:pt>
                <c:pt idx="72961">
                  <c:v>8511</c:v>
                </c:pt>
                <c:pt idx="72912">
                  <c:v>8512</c:v>
                </c:pt>
                <c:pt idx="72863">
                  <c:v>8513</c:v>
                </c:pt>
                <c:pt idx="72814">
                  <c:v>8514</c:v>
                </c:pt>
                <c:pt idx="72765">
                  <c:v>8515</c:v>
                </c:pt>
                <c:pt idx="72716">
                  <c:v>8516</c:v>
                </c:pt>
                <c:pt idx="72667">
                  <c:v>8517</c:v>
                </c:pt>
                <c:pt idx="72618">
                  <c:v>8518</c:v>
                </c:pt>
                <c:pt idx="72569">
                  <c:v>8519</c:v>
                </c:pt>
                <c:pt idx="72520">
                  <c:v>8520</c:v>
                </c:pt>
                <c:pt idx="72471">
                  <c:v>8521</c:v>
                </c:pt>
                <c:pt idx="72422">
                  <c:v>8522</c:v>
                </c:pt>
                <c:pt idx="72373">
                  <c:v>8523</c:v>
                </c:pt>
                <c:pt idx="72324">
                  <c:v>8524</c:v>
                </c:pt>
                <c:pt idx="72275">
                  <c:v>8525</c:v>
                </c:pt>
                <c:pt idx="72226">
                  <c:v>8526</c:v>
                </c:pt>
                <c:pt idx="72177">
                  <c:v>8527</c:v>
                </c:pt>
                <c:pt idx="72128">
                  <c:v>8528</c:v>
                </c:pt>
                <c:pt idx="72079">
                  <c:v>8529</c:v>
                </c:pt>
                <c:pt idx="72030">
                  <c:v>8530</c:v>
                </c:pt>
                <c:pt idx="71981">
                  <c:v>8531</c:v>
                </c:pt>
                <c:pt idx="71932">
                  <c:v>8532</c:v>
                </c:pt>
                <c:pt idx="71883">
                  <c:v>8533</c:v>
                </c:pt>
                <c:pt idx="71834">
                  <c:v>8534</c:v>
                </c:pt>
                <c:pt idx="71785">
                  <c:v>8535</c:v>
                </c:pt>
                <c:pt idx="71736">
                  <c:v>8536</c:v>
                </c:pt>
                <c:pt idx="71687">
                  <c:v>8537</c:v>
                </c:pt>
                <c:pt idx="71638">
                  <c:v>8538</c:v>
                </c:pt>
                <c:pt idx="71589">
                  <c:v>8539</c:v>
                </c:pt>
                <c:pt idx="71540">
                  <c:v>8540</c:v>
                </c:pt>
                <c:pt idx="71491">
                  <c:v>8541</c:v>
                </c:pt>
                <c:pt idx="71442">
                  <c:v>8542</c:v>
                </c:pt>
                <c:pt idx="71393">
                  <c:v>8543</c:v>
                </c:pt>
                <c:pt idx="71344">
                  <c:v>8544</c:v>
                </c:pt>
                <c:pt idx="71295">
                  <c:v>8545</c:v>
                </c:pt>
                <c:pt idx="71246">
                  <c:v>8546</c:v>
                </c:pt>
                <c:pt idx="71197">
                  <c:v>8547</c:v>
                </c:pt>
                <c:pt idx="71148">
                  <c:v>8548</c:v>
                </c:pt>
                <c:pt idx="71099">
                  <c:v>8549</c:v>
                </c:pt>
                <c:pt idx="71050">
                  <c:v>8550</c:v>
                </c:pt>
                <c:pt idx="71001">
                  <c:v>8551</c:v>
                </c:pt>
                <c:pt idx="70952">
                  <c:v>8552</c:v>
                </c:pt>
                <c:pt idx="70903">
                  <c:v>8553</c:v>
                </c:pt>
                <c:pt idx="70854">
                  <c:v>8554</c:v>
                </c:pt>
                <c:pt idx="70805">
                  <c:v>8555</c:v>
                </c:pt>
                <c:pt idx="70756">
                  <c:v>8556</c:v>
                </c:pt>
                <c:pt idx="70707">
                  <c:v>8557</c:v>
                </c:pt>
                <c:pt idx="70658">
                  <c:v>8558</c:v>
                </c:pt>
                <c:pt idx="70609">
                  <c:v>8559</c:v>
                </c:pt>
                <c:pt idx="70560">
                  <c:v>8560</c:v>
                </c:pt>
                <c:pt idx="70511">
                  <c:v>8561</c:v>
                </c:pt>
                <c:pt idx="70462">
                  <c:v>8562</c:v>
                </c:pt>
                <c:pt idx="70413">
                  <c:v>8563</c:v>
                </c:pt>
                <c:pt idx="70364">
                  <c:v>8564</c:v>
                </c:pt>
                <c:pt idx="70315">
                  <c:v>8565</c:v>
                </c:pt>
                <c:pt idx="70266">
                  <c:v>8566</c:v>
                </c:pt>
                <c:pt idx="70217">
                  <c:v>8567</c:v>
                </c:pt>
                <c:pt idx="70168">
                  <c:v>8568</c:v>
                </c:pt>
                <c:pt idx="70119">
                  <c:v>8569</c:v>
                </c:pt>
                <c:pt idx="70070">
                  <c:v>8570</c:v>
                </c:pt>
                <c:pt idx="70021">
                  <c:v>8571</c:v>
                </c:pt>
                <c:pt idx="69972">
                  <c:v>8572</c:v>
                </c:pt>
                <c:pt idx="69923">
                  <c:v>8573</c:v>
                </c:pt>
                <c:pt idx="69874">
                  <c:v>8574</c:v>
                </c:pt>
                <c:pt idx="69825">
                  <c:v>8575</c:v>
                </c:pt>
                <c:pt idx="69776">
                  <c:v>8576</c:v>
                </c:pt>
                <c:pt idx="69727">
                  <c:v>8577</c:v>
                </c:pt>
                <c:pt idx="69678">
                  <c:v>8578</c:v>
                </c:pt>
                <c:pt idx="69629">
                  <c:v>8579</c:v>
                </c:pt>
                <c:pt idx="69580">
                  <c:v>8580</c:v>
                </c:pt>
                <c:pt idx="69531">
                  <c:v>8581</c:v>
                </c:pt>
                <c:pt idx="69482">
                  <c:v>8582</c:v>
                </c:pt>
                <c:pt idx="69433">
                  <c:v>8583</c:v>
                </c:pt>
                <c:pt idx="69384">
                  <c:v>8584</c:v>
                </c:pt>
                <c:pt idx="69335">
                  <c:v>8585</c:v>
                </c:pt>
                <c:pt idx="69286">
                  <c:v>8586</c:v>
                </c:pt>
                <c:pt idx="69237">
                  <c:v>8587</c:v>
                </c:pt>
                <c:pt idx="69188">
                  <c:v>8588</c:v>
                </c:pt>
                <c:pt idx="69139">
                  <c:v>8589</c:v>
                </c:pt>
                <c:pt idx="69090">
                  <c:v>8590</c:v>
                </c:pt>
                <c:pt idx="69041">
                  <c:v>8591</c:v>
                </c:pt>
                <c:pt idx="68992">
                  <c:v>8592</c:v>
                </c:pt>
                <c:pt idx="68943">
                  <c:v>8593</c:v>
                </c:pt>
                <c:pt idx="68894">
                  <c:v>8594</c:v>
                </c:pt>
                <c:pt idx="68845">
                  <c:v>8595</c:v>
                </c:pt>
                <c:pt idx="68796">
                  <c:v>8596</c:v>
                </c:pt>
                <c:pt idx="68747">
                  <c:v>8597</c:v>
                </c:pt>
                <c:pt idx="68698">
                  <c:v>8598</c:v>
                </c:pt>
                <c:pt idx="68649">
                  <c:v>8599</c:v>
                </c:pt>
                <c:pt idx="68600">
                  <c:v>8600</c:v>
                </c:pt>
                <c:pt idx="68551">
                  <c:v>8601</c:v>
                </c:pt>
                <c:pt idx="68502">
                  <c:v>8602</c:v>
                </c:pt>
                <c:pt idx="68453">
                  <c:v>8603</c:v>
                </c:pt>
                <c:pt idx="68404">
                  <c:v>8604</c:v>
                </c:pt>
                <c:pt idx="68355">
                  <c:v>8605</c:v>
                </c:pt>
                <c:pt idx="68306">
                  <c:v>8606</c:v>
                </c:pt>
                <c:pt idx="68257">
                  <c:v>8607</c:v>
                </c:pt>
                <c:pt idx="68208">
                  <c:v>8608</c:v>
                </c:pt>
                <c:pt idx="68159">
                  <c:v>8609</c:v>
                </c:pt>
                <c:pt idx="68110">
                  <c:v>8610</c:v>
                </c:pt>
                <c:pt idx="68061">
                  <c:v>8611</c:v>
                </c:pt>
                <c:pt idx="68012">
                  <c:v>8612</c:v>
                </c:pt>
                <c:pt idx="67963">
                  <c:v>8613</c:v>
                </c:pt>
                <c:pt idx="67914">
                  <c:v>8614</c:v>
                </c:pt>
                <c:pt idx="67865">
                  <c:v>8615</c:v>
                </c:pt>
                <c:pt idx="67816">
                  <c:v>8616</c:v>
                </c:pt>
                <c:pt idx="67767">
                  <c:v>8617</c:v>
                </c:pt>
                <c:pt idx="67718">
                  <c:v>8618</c:v>
                </c:pt>
                <c:pt idx="67669">
                  <c:v>8619</c:v>
                </c:pt>
                <c:pt idx="67620">
                  <c:v>8620</c:v>
                </c:pt>
                <c:pt idx="67571">
                  <c:v>8621</c:v>
                </c:pt>
                <c:pt idx="67522">
                  <c:v>8622</c:v>
                </c:pt>
                <c:pt idx="67473">
                  <c:v>8623</c:v>
                </c:pt>
                <c:pt idx="67424">
                  <c:v>8624</c:v>
                </c:pt>
                <c:pt idx="67375">
                  <c:v>8625</c:v>
                </c:pt>
                <c:pt idx="67326">
                  <c:v>8626</c:v>
                </c:pt>
                <c:pt idx="67277">
                  <c:v>8627</c:v>
                </c:pt>
                <c:pt idx="67228">
                  <c:v>8628</c:v>
                </c:pt>
                <c:pt idx="67179">
                  <c:v>8629</c:v>
                </c:pt>
                <c:pt idx="67130">
                  <c:v>8630</c:v>
                </c:pt>
                <c:pt idx="67081">
                  <c:v>8631</c:v>
                </c:pt>
                <c:pt idx="67032">
                  <c:v>8632</c:v>
                </c:pt>
                <c:pt idx="66983">
                  <c:v>8633</c:v>
                </c:pt>
                <c:pt idx="66934">
                  <c:v>8634</c:v>
                </c:pt>
                <c:pt idx="66885">
                  <c:v>8635</c:v>
                </c:pt>
                <c:pt idx="66836">
                  <c:v>8636</c:v>
                </c:pt>
                <c:pt idx="66787">
                  <c:v>8637</c:v>
                </c:pt>
                <c:pt idx="66738">
                  <c:v>8638</c:v>
                </c:pt>
                <c:pt idx="66689">
                  <c:v>8639</c:v>
                </c:pt>
                <c:pt idx="66640">
                  <c:v>8640</c:v>
                </c:pt>
                <c:pt idx="66591">
                  <c:v>8641</c:v>
                </c:pt>
                <c:pt idx="66542">
                  <c:v>8642</c:v>
                </c:pt>
                <c:pt idx="66493">
                  <c:v>8643</c:v>
                </c:pt>
                <c:pt idx="66444">
                  <c:v>8644</c:v>
                </c:pt>
                <c:pt idx="66395">
                  <c:v>8645</c:v>
                </c:pt>
                <c:pt idx="66346">
                  <c:v>8646</c:v>
                </c:pt>
                <c:pt idx="66297">
                  <c:v>8647</c:v>
                </c:pt>
                <c:pt idx="66248">
                  <c:v>8648</c:v>
                </c:pt>
                <c:pt idx="66199">
                  <c:v>8649</c:v>
                </c:pt>
                <c:pt idx="66150">
                  <c:v>8650</c:v>
                </c:pt>
                <c:pt idx="66101">
                  <c:v>8651</c:v>
                </c:pt>
                <c:pt idx="66052">
                  <c:v>8652</c:v>
                </c:pt>
                <c:pt idx="66003">
                  <c:v>8653</c:v>
                </c:pt>
                <c:pt idx="65954">
                  <c:v>8654</c:v>
                </c:pt>
                <c:pt idx="65905">
                  <c:v>8655</c:v>
                </c:pt>
                <c:pt idx="65856">
                  <c:v>8656</c:v>
                </c:pt>
                <c:pt idx="65807">
                  <c:v>8657</c:v>
                </c:pt>
                <c:pt idx="65758">
                  <c:v>8658</c:v>
                </c:pt>
                <c:pt idx="65709">
                  <c:v>8659</c:v>
                </c:pt>
                <c:pt idx="65660">
                  <c:v>8660</c:v>
                </c:pt>
                <c:pt idx="65611">
                  <c:v>8661</c:v>
                </c:pt>
                <c:pt idx="65562">
                  <c:v>8662</c:v>
                </c:pt>
                <c:pt idx="65513">
                  <c:v>8663</c:v>
                </c:pt>
                <c:pt idx="65464">
                  <c:v>8664</c:v>
                </c:pt>
                <c:pt idx="65415">
                  <c:v>8665</c:v>
                </c:pt>
                <c:pt idx="65366">
                  <c:v>8666</c:v>
                </c:pt>
                <c:pt idx="65317">
                  <c:v>8667</c:v>
                </c:pt>
                <c:pt idx="65268">
                  <c:v>8668</c:v>
                </c:pt>
                <c:pt idx="65219">
                  <c:v>8669</c:v>
                </c:pt>
                <c:pt idx="65170">
                  <c:v>8670</c:v>
                </c:pt>
                <c:pt idx="65121">
                  <c:v>8671</c:v>
                </c:pt>
                <c:pt idx="65072">
                  <c:v>8672</c:v>
                </c:pt>
                <c:pt idx="65023">
                  <c:v>8673</c:v>
                </c:pt>
                <c:pt idx="64974">
                  <c:v>8674</c:v>
                </c:pt>
                <c:pt idx="64925">
                  <c:v>8675</c:v>
                </c:pt>
                <c:pt idx="64876">
                  <c:v>8676</c:v>
                </c:pt>
                <c:pt idx="64827">
                  <c:v>8677</c:v>
                </c:pt>
                <c:pt idx="64778">
                  <c:v>8678</c:v>
                </c:pt>
                <c:pt idx="64729">
                  <c:v>8679</c:v>
                </c:pt>
                <c:pt idx="64680">
                  <c:v>8680</c:v>
                </c:pt>
                <c:pt idx="64631">
                  <c:v>8681</c:v>
                </c:pt>
                <c:pt idx="64582">
                  <c:v>8682</c:v>
                </c:pt>
                <c:pt idx="64533">
                  <c:v>8683</c:v>
                </c:pt>
                <c:pt idx="64484">
                  <c:v>8684</c:v>
                </c:pt>
                <c:pt idx="64435">
                  <c:v>8685</c:v>
                </c:pt>
                <c:pt idx="64386">
                  <c:v>8686</c:v>
                </c:pt>
                <c:pt idx="64337">
                  <c:v>8687</c:v>
                </c:pt>
                <c:pt idx="64288">
                  <c:v>8688</c:v>
                </c:pt>
                <c:pt idx="64239">
                  <c:v>8689</c:v>
                </c:pt>
                <c:pt idx="64190">
                  <c:v>8690</c:v>
                </c:pt>
                <c:pt idx="64141">
                  <c:v>8691</c:v>
                </c:pt>
                <c:pt idx="64092">
                  <c:v>8692</c:v>
                </c:pt>
                <c:pt idx="64043">
                  <c:v>8693</c:v>
                </c:pt>
                <c:pt idx="63994">
                  <c:v>8694</c:v>
                </c:pt>
                <c:pt idx="63945">
                  <c:v>8695</c:v>
                </c:pt>
                <c:pt idx="63896">
                  <c:v>8696</c:v>
                </c:pt>
                <c:pt idx="63847">
                  <c:v>8697</c:v>
                </c:pt>
                <c:pt idx="63798">
                  <c:v>8698</c:v>
                </c:pt>
                <c:pt idx="63749">
                  <c:v>8699</c:v>
                </c:pt>
                <c:pt idx="63700">
                  <c:v>8700</c:v>
                </c:pt>
                <c:pt idx="63651">
                  <c:v>8701</c:v>
                </c:pt>
                <c:pt idx="63602">
                  <c:v>8702</c:v>
                </c:pt>
                <c:pt idx="63553">
                  <c:v>8703</c:v>
                </c:pt>
                <c:pt idx="63504">
                  <c:v>8704</c:v>
                </c:pt>
                <c:pt idx="63455">
                  <c:v>8705</c:v>
                </c:pt>
                <c:pt idx="63406">
                  <c:v>8706</c:v>
                </c:pt>
                <c:pt idx="63357">
                  <c:v>8707</c:v>
                </c:pt>
                <c:pt idx="63308">
                  <c:v>8708</c:v>
                </c:pt>
                <c:pt idx="63259">
                  <c:v>8709</c:v>
                </c:pt>
                <c:pt idx="63210">
                  <c:v>8710</c:v>
                </c:pt>
                <c:pt idx="63161">
                  <c:v>8711</c:v>
                </c:pt>
                <c:pt idx="63112">
                  <c:v>8712</c:v>
                </c:pt>
                <c:pt idx="63063">
                  <c:v>8713</c:v>
                </c:pt>
                <c:pt idx="63014">
                  <c:v>8714</c:v>
                </c:pt>
                <c:pt idx="62965">
                  <c:v>8715</c:v>
                </c:pt>
                <c:pt idx="62916">
                  <c:v>8716</c:v>
                </c:pt>
                <c:pt idx="62867">
                  <c:v>8717</c:v>
                </c:pt>
                <c:pt idx="62818">
                  <c:v>8718</c:v>
                </c:pt>
                <c:pt idx="62769">
                  <c:v>8719</c:v>
                </c:pt>
                <c:pt idx="62720">
                  <c:v>8720</c:v>
                </c:pt>
                <c:pt idx="62671">
                  <c:v>8721</c:v>
                </c:pt>
                <c:pt idx="62622">
                  <c:v>8722</c:v>
                </c:pt>
                <c:pt idx="62573">
                  <c:v>8723</c:v>
                </c:pt>
                <c:pt idx="62524">
                  <c:v>8724</c:v>
                </c:pt>
                <c:pt idx="62475">
                  <c:v>8725</c:v>
                </c:pt>
                <c:pt idx="62426">
                  <c:v>8726</c:v>
                </c:pt>
                <c:pt idx="62377">
                  <c:v>8727</c:v>
                </c:pt>
                <c:pt idx="62328">
                  <c:v>8728</c:v>
                </c:pt>
                <c:pt idx="62279">
                  <c:v>8729</c:v>
                </c:pt>
                <c:pt idx="62230">
                  <c:v>8730</c:v>
                </c:pt>
                <c:pt idx="62181">
                  <c:v>8731</c:v>
                </c:pt>
                <c:pt idx="62132">
                  <c:v>8732</c:v>
                </c:pt>
                <c:pt idx="62083">
                  <c:v>8733</c:v>
                </c:pt>
                <c:pt idx="62034">
                  <c:v>8734</c:v>
                </c:pt>
                <c:pt idx="61985">
                  <c:v>8735</c:v>
                </c:pt>
                <c:pt idx="61936">
                  <c:v>8736</c:v>
                </c:pt>
                <c:pt idx="61887">
                  <c:v>8737</c:v>
                </c:pt>
                <c:pt idx="61838">
                  <c:v>8738</c:v>
                </c:pt>
                <c:pt idx="61789">
                  <c:v>8739</c:v>
                </c:pt>
                <c:pt idx="61740">
                  <c:v>8740</c:v>
                </c:pt>
                <c:pt idx="61691">
                  <c:v>8741</c:v>
                </c:pt>
                <c:pt idx="61642">
                  <c:v>8742</c:v>
                </c:pt>
                <c:pt idx="61593">
                  <c:v>8743</c:v>
                </c:pt>
                <c:pt idx="61544">
                  <c:v>8744</c:v>
                </c:pt>
                <c:pt idx="61495">
                  <c:v>8745</c:v>
                </c:pt>
                <c:pt idx="61446">
                  <c:v>8746</c:v>
                </c:pt>
                <c:pt idx="61397">
                  <c:v>8747</c:v>
                </c:pt>
                <c:pt idx="61348">
                  <c:v>8748</c:v>
                </c:pt>
                <c:pt idx="61299">
                  <c:v>8749</c:v>
                </c:pt>
                <c:pt idx="61250">
                  <c:v>8750</c:v>
                </c:pt>
                <c:pt idx="61201">
                  <c:v>8751</c:v>
                </c:pt>
                <c:pt idx="61152">
                  <c:v>8752</c:v>
                </c:pt>
                <c:pt idx="61103">
                  <c:v>8753</c:v>
                </c:pt>
                <c:pt idx="61054">
                  <c:v>8754</c:v>
                </c:pt>
                <c:pt idx="61005">
                  <c:v>8755</c:v>
                </c:pt>
                <c:pt idx="60956">
                  <c:v>8756</c:v>
                </c:pt>
                <c:pt idx="60907">
                  <c:v>8757</c:v>
                </c:pt>
                <c:pt idx="60858">
                  <c:v>8758</c:v>
                </c:pt>
                <c:pt idx="60809">
                  <c:v>8759</c:v>
                </c:pt>
                <c:pt idx="60760">
                  <c:v>8760</c:v>
                </c:pt>
                <c:pt idx="60711">
                  <c:v>8761</c:v>
                </c:pt>
                <c:pt idx="60662">
                  <c:v>8762</c:v>
                </c:pt>
                <c:pt idx="60613">
                  <c:v>8763</c:v>
                </c:pt>
                <c:pt idx="60564">
                  <c:v>8764</c:v>
                </c:pt>
                <c:pt idx="60515">
                  <c:v>8765</c:v>
                </c:pt>
                <c:pt idx="60466">
                  <c:v>8766</c:v>
                </c:pt>
                <c:pt idx="60417">
                  <c:v>8767</c:v>
                </c:pt>
                <c:pt idx="60368">
                  <c:v>8768</c:v>
                </c:pt>
                <c:pt idx="60319">
                  <c:v>8769</c:v>
                </c:pt>
                <c:pt idx="60270">
                  <c:v>8770</c:v>
                </c:pt>
                <c:pt idx="60221">
                  <c:v>8771</c:v>
                </c:pt>
                <c:pt idx="60172">
                  <c:v>8772</c:v>
                </c:pt>
                <c:pt idx="60123">
                  <c:v>8773</c:v>
                </c:pt>
                <c:pt idx="60074">
                  <c:v>8774</c:v>
                </c:pt>
                <c:pt idx="60025">
                  <c:v>8775</c:v>
                </c:pt>
                <c:pt idx="59976">
                  <c:v>8776</c:v>
                </c:pt>
                <c:pt idx="59927">
                  <c:v>8777</c:v>
                </c:pt>
                <c:pt idx="59878">
                  <c:v>8778</c:v>
                </c:pt>
                <c:pt idx="59829">
                  <c:v>8779</c:v>
                </c:pt>
                <c:pt idx="59780">
                  <c:v>8780</c:v>
                </c:pt>
                <c:pt idx="59731">
                  <c:v>8781</c:v>
                </c:pt>
                <c:pt idx="59682">
                  <c:v>8782</c:v>
                </c:pt>
                <c:pt idx="59633">
                  <c:v>8783</c:v>
                </c:pt>
                <c:pt idx="59584">
                  <c:v>8784</c:v>
                </c:pt>
                <c:pt idx="59535">
                  <c:v>8785</c:v>
                </c:pt>
                <c:pt idx="59486">
                  <c:v>8786</c:v>
                </c:pt>
                <c:pt idx="59437">
                  <c:v>8787</c:v>
                </c:pt>
                <c:pt idx="59388">
                  <c:v>8788</c:v>
                </c:pt>
                <c:pt idx="59339">
                  <c:v>8789</c:v>
                </c:pt>
                <c:pt idx="59290">
                  <c:v>8790</c:v>
                </c:pt>
                <c:pt idx="59241">
                  <c:v>8791</c:v>
                </c:pt>
                <c:pt idx="59192">
                  <c:v>8792</c:v>
                </c:pt>
                <c:pt idx="59143">
                  <c:v>8793</c:v>
                </c:pt>
                <c:pt idx="59094">
                  <c:v>8794</c:v>
                </c:pt>
                <c:pt idx="59045">
                  <c:v>8795</c:v>
                </c:pt>
                <c:pt idx="58996">
                  <c:v>8796</c:v>
                </c:pt>
                <c:pt idx="58947">
                  <c:v>8797</c:v>
                </c:pt>
                <c:pt idx="58898">
                  <c:v>8798</c:v>
                </c:pt>
                <c:pt idx="58849">
                  <c:v>8799</c:v>
                </c:pt>
                <c:pt idx="58800">
                  <c:v>8800</c:v>
                </c:pt>
                <c:pt idx="58751">
                  <c:v>8801</c:v>
                </c:pt>
                <c:pt idx="58702">
                  <c:v>8802</c:v>
                </c:pt>
                <c:pt idx="58653">
                  <c:v>8803</c:v>
                </c:pt>
                <c:pt idx="58604">
                  <c:v>8804</c:v>
                </c:pt>
                <c:pt idx="58555">
                  <c:v>8805</c:v>
                </c:pt>
                <c:pt idx="58506">
                  <c:v>8806</c:v>
                </c:pt>
                <c:pt idx="58457">
                  <c:v>8807</c:v>
                </c:pt>
                <c:pt idx="58408">
                  <c:v>8808</c:v>
                </c:pt>
                <c:pt idx="58359">
                  <c:v>8809</c:v>
                </c:pt>
                <c:pt idx="58310">
                  <c:v>8810</c:v>
                </c:pt>
                <c:pt idx="58261">
                  <c:v>8811</c:v>
                </c:pt>
                <c:pt idx="58212">
                  <c:v>8812</c:v>
                </c:pt>
                <c:pt idx="58163">
                  <c:v>8813</c:v>
                </c:pt>
                <c:pt idx="58114">
                  <c:v>8814</c:v>
                </c:pt>
                <c:pt idx="58065">
                  <c:v>8815</c:v>
                </c:pt>
                <c:pt idx="58016">
                  <c:v>8816</c:v>
                </c:pt>
                <c:pt idx="57967">
                  <c:v>8817</c:v>
                </c:pt>
                <c:pt idx="57918">
                  <c:v>8818</c:v>
                </c:pt>
                <c:pt idx="57869">
                  <c:v>8819</c:v>
                </c:pt>
                <c:pt idx="57820">
                  <c:v>8820</c:v>
                </c:pt>
                <c:pt idx="57771">
                  <c:v>8821</c:v>
                </c:pt>
                <c:pt idx="57722">
                  <c:v>8822</c:v>
                </c:pt>
                <c:pt idx="57673">
                  <c:v>8823</c:v>
                </c:pt>
                <c:pt idx="57624">
                  <c:v>8824</c:v>
                </c:pt>
                <c:pt idx="57575">
                  <c:v>8825</c:v>
                </c:pt>
                <c:pt idx="57526">
                  <c:v>8826</c:v>
                </c:pt>
                <c:pt idx="57477">
                  <c:v>8827</c:v>
                </c:pt>
                <c:pt idx="57428">
                  <c:v>8828</c:v>
                </c:pt>
                <c:pt idx="57379">
                  <c:v>8829</c:v>
                </c:pt>
                <c:pt idx="57330">
                  <c:v>8830</c:v>
                </c:pt>
                <c:pt idx="57281">
                  <c:v>8831</c:v>
                </c:pt>
                <c:pt idx="57232">
                  <c:v>8832</c:v>
                </c:pt>
                <c:pt idx="57183">
                  <c:v>8833</c:v>
                </c:pt>
                <c:pt idx="57134">
                  <c:v>8834</c:v>
                </c:pt>
                <c:pt idx="57085">
                  <c:v>8835</c:v>
                </c:pt>
                <c:pt idx="57036">
                  <c:v>8836</c:v>
                </c:pt>
                <c:pt idx="56987">
                  <c:v>8837</c:v>
                </c:pt>
                <c:pt idx="56938">
                  <c:v>8838</c:v>
                </c:pt>
                <c:pt idx="56889">
                  <c:v>8839</c:v>
                </c:pt>
                <c:pt idx="56840">
                  <c:v>8840</c:v>
                </c:pt>
                <c:pt idx="56791">
                  <c:v>8841</c:v>
                </c:pt>
                <c:pt idx="56742">
                  <c:v>8842</c:v>
                </c:pt>
                <c:pt idx="56693">
                  <c:v>8843</c:v>
                </c:pt>
                <c:pt idx="56644">
                  <c:v>8844</c:v>
                </c:pt>
                <c:pt idx="56595">
                  <c:v>8845</c:v>
                </c:pt>
                <c:pt idx="56546">
                  <c:v>8846</c:v>
                </c:pt>
                <c:pt idx="56497">
                  <c:v>8847</c:v>
                </c:pt>
                <c:pt idx="56448">
                  <c:v>8848</c:v>
                </c:pt>
                <c:pt idx="56399">
                  <c:v>8849</c:v>
                </c:pt>
                <c:pt idx="56350">
                  <c:v>8850</c:v>
                </c:pt>
                <c:pt idx="56301">
                  <c:v>8851</c:v>
                </c:pt>
                <c:pt idx="56252">
                  <c:v>8852</c:v>
                </c:pt>
                <c:pt idx="56203">
                  <c:v>8853</c:v>
                </c:pt>
                <c:pt idx="56154">
                  <c:v>8854</c:v>
                </c:pt>
                <c:pt idx="56105">
                  <c:v>8855</c:v>
                </c:pt>
                <c:pt idx="56056">
                  <c:v>8856</c:v>
                </c:pt>
                <c:pt idx="56007">
                  <c:v>8857</c:v>
                </c:pt>
                <c:pt idx="55958">
                  <c:v>8858</c:v>
                </c:pt>
                <c:pt idx="55909">
                  <c:v>8859</c:v>
                </c:pt>
                <c:pt idx="55860">
                  <c:v>8860</c:v>
                </c:pt>
                <c:pt idx="55811">
                  <c:v>8861</c:v>
                </c:pt>
                <c:pt idx="55762">
                  <c:v>8862</c:v>
                </c:pt>
                <c:pt idx="55713">
                  <c:v>8863</c:v>
                </c:pt>
                <c:pt idx="55664">
                  <c:v>8864</c:v>
                </c:pt>
                <c:pt idx="55615">
                  <c:v>8865</c:v>
                </c:pt>
                <c:pt idx="55566">
                  <c:v>8866</c:v>
                </c:pt>
                <c:pt idx="55517">
                  <c:v>8867</c:v>
                </c:pt>
                <c:pt idx="55468">
                  <c:v>8868</c:v>
                </c:pt>
                <c:pt idx="55419">
                  <c:v>8869</c:v>
                </c:pt>
                <c:pt idx="55370">
                  <c:v>8870</c:v>
                </c:pt>
                <c:pt idx="55321">
                  <c:v>8871</c:v>
                </c:pt>
                <c:pt idx="55272">
                  <c:v>8872</c:v>
                </c:pt>
                <c:pt idx="55223">
                  <c:v>8873</c:v>
                </c:pt>
                <c:pt idx="55174">
                  <c:v>8874</c:v>
                </c:pt>
                <c:pt idx="55125">
                  <c:v>8875</c:v>
                </c:pt>
                <c:pt idx="55076">
                  <c:v>8876</c:v>
                </c:pt>
                <c:pt idx="55027">
                  <c:v>8877</c:v>
                </c:pt>
                <c:pt idx="54978">
                  <c:v>8878</c:v>
                </c:pt>
                <c:pt idx="54929">
                  <c:v>8879</c:v>
                </c:pt>
                <c:pt idx="54880">
                  <c:v>8880</c:v>
                </c:pt>
                <c:pt idx="54831">
                  <c:v>8881</c:v>
                </c:pt>
                <c:pt idx="54782">
                  <c:v>8882</c:v>
                </c:pt>
                <c:pt idx="54733">
                  <c:v>8883</c:v>
                </c:pt>
                <c:pt idx="54684">
                  <c:v>8884</c:v>
                </c:pt>
                <c:pt idx="54635">
                  <c:v>8885</c:v>
                </c:pt>
                <c:pt idx="54586">
                  <c:v>8886</c:v>
                </c:pt>
                <c:pt idx="54537">
                  <c:v>8887</c:v>
                </c:pt>
                <c:pt idx="54488">
                  <c:v>8888</c:v>
                </c:pt>
                <c:pt idx="54439">
                  <c:v>8889</c:v>
                </c:pt>
                <c:pt idx="54390">
                  <c:v>8890</c:v>
                </c:pt>
                <c:pt idx="54341">
                  <c:v>8891</c:v>
                </c:pt>
                <c:pt idx="54292">
                  <c:v>8892</c:v>
                </c:pt>
                <c:pt idx="54243">
                  <c:v>8893</c:v>
                </c:pt>
                <c:pt idx="54194">
                  <c:v>8894</c:v>
                </c:pt>
                <c:pt idx="54145">
                  <c:v>8895</c:v>
                </c:pt>
                <c:pt idx="54096">
                  <c:v>8896</c:v>
                </c:pt>
                <c:pt idx="54047">
                  <c:v>8897</c:v>
                </c:pt>
                <c:pt idx="53998">
                  <c:v>8898</c:v>
                </c:pt>
                <c:pt idx="53949">
                  <c:v>8899</c:v>
                </c:pt>
                <c:pt idx="53900">
                  <c:v>8900</c:v>
                </c:pt>
                <c:pt idx="53851">
                  <c:v>8901</c:v>
                </c:pt>
                <c:pt idx="53802">
                  <c:v>8902</c:v>
                </c:pt>
                <c:pt idx="53753">
                  <c:v>8903</c:v>
                </c:pt>
                <c:pt idx="53704">
                  <c:v>8904</c:v>
                </c:pt>
                <c:pt idx="53655">
                  <c:v>8905</c:v>
                </c:pt>
                <c:pt idx="53606">
                  <c:v>8906</c:v>
                </c:pt>
                <c:pt idx="53557">
                  <c:v>8907</c:v>
                </c:pt>
                <c:pt idx="53508">
                  <c:v>8908</c:v>
                </c:pt>
                <c:pt idx="53459">
                  <c:v>8909</c:v>
                </c:pt>
                <c:pt idx="53410">
                  <c:v>8910</c:v>
                </c:pt>
                <c:pt idx="53361">
                  <c:v>8911</c:v>
                </c:pt>
                <c:pt idx="53312">
                  <c:v>8912</c:v>
                </c:pt>
                <c:pt idx="53263">
                  <c:v>8913</c:v>
                </c:pt>
                <c:pt idx="53214">
                  <c:v>8914</c:v>
                </c:pt>
                <c:pt idx="53165">
                  <c:v>8915</c:v>
                </c:pt>
                <c:pt idx="53116">
                  <c:v>8916</c:v>
                </c:pt>
                <c:pt idx="53067">
                  <c:v>8917</c:v>
                </c:pt>
                <c:pt idx="53018">
                  <c:v>8918</c:v>
                </c:pt>
                <c:pt idx="52969">
                  <c:v>8919</c:v>
                </c:pt>
                <c:pt idx="52920">
                  <c:v>8920</c:v>
                </c:pt>
                <c:pt idx="52871">
                  <c:v>8921</c:v>
                </c:pt>
                <c:pt idx="52822">
                  <c:v>8922</c:v>
                </c:pt>
                <c:pt idx="52773">
                  <c:v>8923</c:v>
                </c:pt>
                <c:pt idx="52724">
                  <c:v>8924</c:v>
                </c:pt>
                <c:pt idx="52675">
                  <c:v>8925</c:v>
                </c:pt>
                <c:pt idx="52626">
                  <c:v>8926</c:v>
                </c:pt>
                <c:pt idx="52577">
                  <c:v>8927</c:v>
                </c:pt>
                <c:pt idx="52528">
                  <c:v>8928</c:v>
                </c:pt>
                <c:pt idx="52479">
                  <c:v>8929</c:v>
                </c:pt>
                <c:pt idx="52430">
                  <c:v>8930</c:v>
                </c:pt>
                <c:pt idx="52381">
                  <c:v>8931</c:v>
                </c:pt>
                <c:pt idx="52332">
                  <c:v>8932</c:v>
                </c:pt>
                <c:pt idx="52283">
                  <c:v>8933</c:v>
                </c:pt>
                <c:pt idx="52234">
                  <c:v>8934</c:v>
                </c:pt>
                <c:pt idx="52185">
                  <c:v>8935</c:v>
                </c:pt>
                <c:pt idx="52136">
                  <c:v>8936</c:v>
                </c:pt>
                <c:pt idx="52087">
                  <c:v>8937</c:v>
                </c:pt>
                <c:pt idx="52038">
                  <c:v>8938</c:v>
                </c:pt>
                <c:pt idx="51989">
                  <c:v>8939</c:v>
                </c:pt>
                <c:pt idx="51940">
                  <c:v>8940</c:v>
                </c:pt>
                <c:pt idx="51891">
                  <c:v>8941</c:v>
                </c:pt>
                <c:pt idx="51842">
                  <c:v>8942</c:v>
                </c:pt>
                <c:pt idx="51793">
                  <c:v>8943</c:v>
                </c:pt>
                <c:pt idx="51744">
                  <c:v>8944</c:v>
                </c:pt>
                <c:pt idx="51695">
                  <c:v>8945</c:v>
                </c:pt>
                <c:pt idx="51646">
                  <c:v>8946</c:v>
                </c:pt>
                <c:pt idx="51597">
                  <c:v>8947</c:v>
                </c:pt>
                <c:pt idx="51548">
                  <c:v>8948</c:v>
                </c:pt>
                <c:pt idx="51499">
                  <c:v>8949</c:v>
                </c:pt>
                <c:pt idx="51450">
                  <c:v>8950</c:v>
                </c:pt>
                <c:pt idx="51401">
                  <c:v>8951</c:v>
                </c:pt>
                <c:pt idx="51352">
                  <c:v>8952</c:v>
                </c:pt>
                <c:pt idx="51303">
                  <c:v>8953</c:v>
                </c:pt>
                <c:pt idx="51254">
                  <c:v>8954</c:v>
                </c:pt>
                <c:pt idx="51205">
                  <c:v>8955</c:v>
                </c:pt>
                <c:pt idx="51156">
                  <c:v>8956</c:v>
                </c:pt>
                <c:pt idx="51107">
                  <c:v>8957</c:v>
                </c:pt>
                <c:pt idx="51058">
                  <c:v>8958</c:v>
                </c:pt>
                <c:pt idx="51009">
                  <c:v>8959</c:v>
                </c:pt>
                <c:pt idx="50960">
                  <c:v>8960</c:v>
                </c:pt>
                <c:pt idx="50911">
                  <c:v>8961</c:v>
                </c:pt>
                <c:pt idx="50862">
                  <c:v>8962</c:v>
                </c:pt>
                <c:pt idx="50813">
                  <c:v>8963</c:v>
                </c:pt>
                <c:pt idx="50764">
                  <c:v>8964</c:v>
                </c:pt>
                <c:pt idx="50715">
                  <c:v>8965</c:v>
                </c:pt>
                <c:pt idx="50666">
                  <c:v>8966</c:v>
                </c:pt>
                <c:pt idx="50617">
                  <c:v>8967</c:v>
                </c:pt>
                <c:pt idx="50568">
                  <c:v>8968</c:v>
                </c:pt>
                <c:pt idx="50519">
                  <c:v>8969</c:v>
                </c:pt>
                <c:pt idx="50470">
                  <c:v>8970</c:v>
                </c:pt>
                <c:pt idx="50421">
                  <c:v>8971</c:v>
                </c:pt>
                <c:pt idx="50372">
                  <c:v>8972</c:v>
                </c:pt>
                <c:pt idx="50323">
                  <c:v>8973</c:v>
                </c:pt>
                <c:pt idx="50274">
                  <c:v>8974</c:v>
                </c:pt>
                <c:pt idx="50225">
                  <c:v>8975</c:v>
                </c:pt>
                <c:pt idx="50176">
                  <c:v>8976</c:v>
                </c:pt>
                <c:pt idx="50127">
                  <c:v>8977</c:v>
                </c:pt>
                <c:pt idx="50078">
                  <c:v>8978</c:v>
                </c:pt>
                <c:pt idx="50029">
                  <c:v>8979</c:v>
                </c:pt>
                <c:pt idx="49980">
                  <c:v>8980</c:v>
                </c:pt>
                <c:pt idx="49931">
                  <c:v>8981</c:v>
                </c:pt>
                <c:pt idx="49882">
                  <c:v>8982</c:v>
                </c:pt>
                <c:pt idx="49833">
                  <c:v>8983</c:v>
                </c:pt>
                <c:pt idx="49784">
                  <c:v>8984</c:v>
                </c:pt>
                <c:pt idx="49735">
                  <c:v>8985</c:v>
                </c:pt>
                <c:pt idx="49686">
                  <c:v>8986</c:v>
                </c:pt>
                <c:pt idx="49637">
                  <c:v>8987</c:v>
                </c:pt>
                <c:pt idx="49588">
                  <c:v>8988</c:v>
                </c:pt>
                <c:pt idx="49539">
                  <c:v>8989</c:v>
                </c:pt>
                <c:pt idx="49490">
                  <c:v>8990</c:v>
                </c:pt>
                <c:pt idx="49441">
                  <c:v>8991</c:v>
                </c:pt>
                <c:pt idx="49392">
                  <c:v>8992</c:v>
                </c:pt>
                <c:pt idx="49343">
                  <c:v>8993</c:v>
                </c:pt>
                <c:pt idx="49294">
                  <c:v>8994</c:v>
                </c:pt>
                <c:pt idx="49245">
                  <c:v>8995</c:v>
                </c:pt>
                <c:pt idx="49196">
                  <c:v>8996</c:v>
                </c:pt>
                <c:pt idx="49147">
                  <c:v>8997</c:v>
                </c:pt>
                <c:pt idx="49098">
                  <c:v>8998</c:v>
                </c:pt>
                <c:pt idx="49049">
                  <c:v>8999</c:v>
                </c:pt>
                <c:pt idx="49000">
                  <c:v>9000</c:v>
                </c:pt>
                <c:pt idx="48951">
                  <c:v>9001</c:v>
                </c:pt>
                <c:pt idx="48902">
                  <c:v>9002</c:v>
                </c:pt>
                <c:pt idx="48853">
                  <c:v>9003</c:v>
                </c:pt>
                <c:pt idx="48804">
                  <c:v>9004</c:v>
                </c:pt>
                <c:pt idx="48755">
                  <c:v>9005</c:v>
                </c:pt>
                <c:pt idx="48706">
                  <c:v>9006</c:v>
                </c:pt>
                <c:pt idx="48657">
                  <c:v>9007</c:v>
                </c:pt>
                <c:pt idx="48608">
                  <c:v>9008</c:v>
                </c:pt>
                <c:pt idx="48559">
                  <c:v>9009</c:v>
                </c:pt>
                <c:pt idx="48510">
                  <c:v>9010</c:v>
                </c:pt>
                <c:pt idx="48461">
                  <c:v>9011</c:v>
                </c:pt>
                <c:pt idx="48412">
                  <c:v>9012</c:v>
                </c:pt>
                <c:pt idx="48363">
                  <c:v>9013</c:v>
                </c:pt>
                <c:pt idx="48314">
                  <c:v>9014</c:v>
                </c:pt>
                <c:pt idx="48265">
                  <c:v>9015</c:v>
                </c:pt>
                <c:pt idx="48216">
                  <c:v>9016</c:v>
                </c:pt>
                <c:pt idx="48167">
                  <c:v>9017</c:v>
                </c:pt>
                <c:pt idx="48118">
                  <c:v>9018</c:v>
                </c:pt>
                <c:pt idx="48069">
                  <c:v>9019</c:v>
                </c:pt>
                <c:pt idx="48020">
                  <c:v>9020</c:v>
                </c:pt>
                <c:pt idx="47971">
                  <c:v>9021</c:v>
                </c:pt>
                <c:pt idx="47922">
                  <c:v>9022</c:v>
                </c:pt>
                <c:pt idx="47873">
                  <c:v>9023</c:v>
                </c:pt>
                <c:pt idx="47824">
                  <c:v>9024</c:v>
                </c:pt>
                <c:pt idx="47775">
                  <c:v>9025</c:v>
                </c:pt>
                <c:pt idx="47726">
                  <c:v>9026</c:v>
                </c:pt>
                <c:pt idx="47677">
                  <c:v>9027</c:v>
                </c:pt>
                <c:pt idx="47628">
                  <c:v>9028</c:v>
                </c:pt>
                <c:pt idx="47579">
                  <c:v>9029</c:v>
                </c:pt>
                <c:pt idx="47530">
                  <c:v>9030</c:v>
                </c:pt>
                <c:pt idx="47481">
                  <c:v>9031</c:v>
                </c:pt>
                <c:pt idx="47432">
                  <c:v>9032</c:v>
                </c:pt>
                <c:pt idx="47383">
                  <c:v>9033</c:v>
                </c:pt>
                <c:pt idx="47334">
                  <c:v>9034</c:v>
                </c:pt>
                <c:pt idx="47285">
                  <c:v>9035</c:v>
                </c:pt>
                <c:pt idx="47236">
                  <c:v>9036</c:v>
                </c:pt>
                <c:pt idx="47187">
                  <c:v>9037</c:v>
                </c:pt>
                <c:pt idx="47138">
                  <c:v>9038</c:v>
                </c:pt>
                <c:pt idx="47089">
                  <c:v>9039</c:v>
                </c:pt>
                <c:pt idx="47040">
                  <c:v>9040</c:v>
                </c:pt>
                <c:pt idx="46991">
                  <c:v>9041</c:v>
                </c:pt>
                <c:pt idx="46942">
                  <c:v>9042</c:v>
                </c:pt>
                <c:pt idx="46893">
                  <c:v>9043</c:v>
                </c:pt>
                <c:pt idx="46844">
                  <c:v>9044</c:v>
                </c:pt>
                <c:pt idx="46795">
                  <c:v>9045</c:v>
                </c:pt>
                <c:pt idx="46746">
                  <c:v>9046</c:v>
                </c:pt>
                <c:pt idx="46697">
                  <c:v>9047</c:v>
                </c:pt>
                <c:pt idx="46648">
                  <c:v>9048</c:v>
                </c:pt>
                <c:pt idx="46599">
                  <c:v>9049</c:v>
                </c:pt>
                <c:pt idx="46550">
                  <c:v>9050</c:v>
                </c:pt>
                <c:pt idx="46501">
                  <c:v>9051</c:v>
                </c:pt>
                <c:pt idx="46452">
                  <c:v>9052</c:v>
                </c:pt>
                <c:pt idx="46403">
                  <c:v>9053</c:v>
                </c:pt>
                <c:pt idx="46354">
                  <c:v>9054</c:v>
                </c:pt>
                <c:pt idx="46305">
                  <c:v>9055</c:v>
                </c:pt>
                <c:pt idx="46256">
                  <c:v>9056</c:v>
                </c:pt>
                <c:pt idx="46207">
                  <c:v>9057</c:v>
                </c:pt>
                <c:pt idx="46158">
                  <c:v>9058</c:v>
                </c:pt>
                <c:pt idx="46109">
                  <c:v>9059</c:v>
                </c:pt>
                <c:pt idx="46060">
                  <c:v>9060</c:v>
                </c:pt>
                <c:pt idx="46011">
                  <c:v>9061</c:v>
                </c:pt>
                <c:pt idx="45962">
                  <c:v>9062</c:v>
                </c:pt>
                <c:pt idx="45913">
                  <c:v>9063</c:v>
                </c:pt>
                <c:pt idx="45864">
                  <c:v>9064</c:v>
                </c:pt>
                <c:pt idx="45815">
                  <c:v>9065</c:v>
                </c:pt>
                <c:pt idx="45766">
                  <c:v>9066</c:v>
                </c:pt>
                <c:pt idx="45717">
                  <c:v>9067</c:v>
                </c:pt>
                <c:pt idx="45668">
                  <c:v>9068</c:v>
                </c:pt>
                <c:pt idx="45619">
                  <c:v>9069</c:v>
                </c:pt>
                <c:pt idx="45570">
                  <c:v>9070</c:v>
                </c:pt>
                <c:pt idx="45521">
                  <c:v>9071</c:v>
                </c:pt>
                <c:pt idx="45472">
                  <c:v>9072</c:v>
                </c:pt>
                <c:pt idx="45423">
                  <c:v>9073</c:v>
                </c:pt>
                <c:pt idx="45374">
                  <c:v>9074</c:v>
                </c:pt>
                <c:pt idx="45325">
                  <c:v>9075</c:v>
                </c:pt>
                <c:pt idx="45276">
                  <c:v>9076</c:v>
                </c:pt>
                <c:pt idx="45227">
                  <c:v>9077</c:v>
                </c:pt>
                <c:pt idx="45178">
                  <c:v>9078</c:v>
                </c:pt>
                <c:pt idx="45129">
                  <c:v>9079</c:v>
                </c:pt>
                <c:pt idx="45080">
                  <c:v>9080</c:v>
                </c:pt>
                <c:pt idx="45031">
                  <c:v>9081</c:v>
                </c:pt>
                <c:pt idx="44982">
                  <c:v>9082</c:v>
                </c:pt>
                <c:pt idx="44933">
                  <c:v>9083</c:v>
                </c:pt>
                <c:pt idx="44884">
                  <c:v>9084</c:v>
                </c:pt>
                <c:pt idx="44835">
                  <c:v>9085</c:v>
                </c:pt>
                <c:pt idx="44786">
                  <c:v>9086</c:v>
                </c:pt>
                <c:pt idx="44737">
                  <c:v>9087</c:v>
                </c:pt>
                <c:pt idx="44688">
                  <c:v>9088</c:v>
                </c:pt>
                <c:pt idx="44639">
                  <c:v>9089</c:v>
                </c:pt>
                <c:pt idx="44590">
                  <c:v>9090</c:v>
                </c:pt>
                <c:pt idx="44541">
                  <c:v>9091</c:v>
                </c:pt>
                <c:pt idx="44492">
                  <c:v>9092</c:v>
                </c:pt>
                <c:pt idx="44443">
                  <c:v>9093</c:v>
                </c:pt>
                <c:pt idx="44394">
                  <c:v>9094</c:v>
                </c:pt>
                <c:pt idx="44345">
                  <c:v>9095</c:v>
                </c:pt>
                <c:pt idx="44296">
                  <c:v>9096</c:v>
                </c:pt>
                <c:pt idx="44247">
                  <c:v>9097</c:v>
                </c:pt>
                <c:pt idx="44198">
                  <c:v>9098</c:v>
                </c:pt>
                <c:pt idx="44149">
                  <c:v>9099</c:v>
                </c:pt>
                <c:pt idx="44100">
                  <c:v>9100</c:v>
                </c:pt>
                <c:pt idx="44051">
                  <c:v>9101</c:v>
                </c:pt>
                <c:pt idx="44002">
                  <c:v>9102</c:v>
                </c:pt>
                <c:pt idx="43953">
                  <c:v>9103</c:v>
                </c:pt>
                <c:pt idx="43904">
                  <c:v>9104</c:v>
                </c:pt>
                <c:pt idx="43855">
                  <c:v>9105</c:v>
                </c:pt>
                <c:pt idx="43806">
                  <c:v>9106</c:v>
                </c:pt>
                <c:pt idx="43757">
                  <c:v>9107</c:v>
                </c:pt>
                <c:pt idx="43708">
                  <c:v>9108</c:v>
                </c:pt>
                <c:pt idx="43659">
                  <c:v>9109</c:v>
                </c:pt>
                <c:pt idx="43610">
                  <c:v>9110</c:v>
                </c:pt>
                <c:pt idx="43561">
                  <c:v>9111</c:v>
                </c:pt>
                <c:pt idx="43512">
                  <c:v>9112</c:v>
                </c:pt>
                <c:pt idx="43463">
                  <c:v>9113</c:v>
                </c:pt>
                <c:pt idx="43414">
                  <c:v>9114</c:v>
                </c:pt>
                <c:pt idx="43365">
                  <c:v>9115</c:v>
                </c:pt>
                <c:pt idx="43316">
                  <c:v>9116</c:v>
                </c:pt>
                <c:pt idx="43267">
                  <c:v>9117</c:v>
                </c:pt>
                <c:pt idx="43218">
                  <c:v>9118</c:v>
                </c:pt>
                <c:pt idx="43169">
                  <c:v>9119</c:v>
                </c:pt>
                <c:pt idx="43120">
                  <c:v>9120</c:v>
                </c:pt>
                <c:pt idx="43071">
                  <c:v>9121</c:v>
                </c:pt>
                <c:pt idx="43022">
                  <c:v>9122</c:v>
                </c:pt>
                <c:pt idx="42973">
                  <c:v>9123</c:v>
                </c:pt>
                <c:pt idx="42924">
                  <c:v>9124</c:v>
                </c:pt>
                <c:pt idx="42875">
                  <c:v>9125</c:v>
                </c:pt>
                <c:pt idx="42826">
                  <c:v>9126</c:v>
                </c:pt>
                <c:pt idx="42777">
                  <c:v>9127</c:v>
                </c:pt>
                <c:pt idx="42728">
                  <c:v>9128</c:v>
                </c:pt>
                <c:pt idx="42679">
                  <c:v>9129</c:v>
                </c:pt>
                <c:pt idx="42630">
                  <c:v>9130</c:v>
                </c:pt>
                <c:pt idx="42581">
                  <c:v>9131</c:v>
                </c:pt>
                <c:pt idx="42532">
                  <c:v>9132</c:v>
                </c:pt>
                <c:pt idx="42483">
                  <c:v>9133</c:v>
                </c:pt>
                <c:pt idx="42434">
                  <c:v>9134</c:v>
                </c:pt>
                <c:pt idx="42385">
                  <c:v>9135</c:v>
                </c:pt>
                <c:pt idx="42336">
                  <c:v>9136</c:v>
                </c:pt>
                <c:pt idx="42287">
                  <c:v>9137</c:v>
                </c:pt>
                <c:pt idx="42238">
                  <c:v>9138</c:v>
                </c:pt>
                <c:pt idx="42189">
                  <c:v>9139</c:v>
                </c:pt>
                <c:pt idx="42140">
                  <c:v>9140</c:v>
                </c:pt>
                <c:pt idx="42091">
                  <c:v>9141</c:v>
                </c:pt>
                <c:pt idx="42042">
                  <c:v>9142</c:v>
                </c:pt>
                <c:pt idx="41993">
                  <c:v>9143</c:v>
                </c:pt>
                <c:pt idx="41944">
                  <c:v>9144</c:v>
                </c:pt>
                <c:pt idx="41895">
                  <c:v>9145</c:v>
                </c:pt>
                <c:pt idx="41846">
                  <c:v>9146</c:v>
                </c:pt>
                <c:pt idx="41797">
                  <c:v>9147</c:v>
                </c:pt>
                <c:pt idx="41748">
                  <c:v>9148</c:v>
                </c:pt>
                <c:pt idx="41699">
                  <c:v>9149</c:v>
                </c:pt>
                <c:pt idx="41650">
                  <c:v>9150</c:v>
                </c:pt>
                <c:pt idx="41601">
                  <c:v>9151</c:v>
                </c:pt>
                <c:pt idx="41552">
                  <c:v>9152</c:v>
                </c:pt>
                <c:pt idx="41503">
                  <c:v>9153</c:v>
                </c:pt>
                <c:pt idx="41454">
                  <c:v>9154</c:v>
                </c:pt>
                <c:pt idx="41405">
                  <c:v>9155</c:v>
                </c:pt>
                <c:pt idx="41356">
                  <c:v>9156</c:v>
                </c:pt>
                <c:pt idx="41307">
                  <c:v>9157</c:v>
                </c:pt>
                <c:pt idx="41258">
                  <c:v>9158</c:v>
                </c:pt>
                <c:pt idx="41209">
                  <c:v>9159</c:v>
                </c:pt>
                <c:pt idx="41160">
                  <c:v>9160</c:v>
                </c:pt>
                <c:pt idx="41111">
                  <c:v>9161</c:v>
                </c:pt>
                <c:pt idx="41062">
                  <c:v>9162</c:v>
                </c:pt>
                <c:pt idx="41013">
                  <c:v>9163</c:v>
                </c:pt>
                <c:pt idx="40964">
                  <c:v>9164</c:v>
                </c:pt>
                <c:pt idx="40915">
                  <c:v>9165</c:v>
                </c:pt>
                <c:pt idx="40866">
                  <c:v>9166</c:v>
                </c:pt>
                <c:pt idx="40817">
                  <c:v>9167</c:v>
                </c:pt>
                <c:pt idx="40768">
                  <c:v>9168</c:v>
                </c:pt>
                <c:pt idx="40719">
                  <c:v>9169</c:v>
                </c:pt>
                <c:pt idx="40670">
                  <c:v>9170</c:v>
                </c:pt>
                <c:pt idx="40621">
                  <c:v>9171</c:v>
                </c:pt>
                <c:pt idx="40572">
                  <c:v>9172</c:v>
                </c:pt>
                <c:pt idx="40523">
                  <c:v>9173</c:v>
                </c:pt>
                <c:pt idx="40474">
                  <c:v>9174</c:v>
                </c:pt>
                <c:pt idx="40425">
                  <c:v>9175</c:v>
                </c:pt>
                <c:pt idx="40376">
                  <c:v>9176</c:v>
                </c:pt>
                <c:pt idx="40327">
                  <c:v>9177</c:v>
                </c:pt>
                <c:pt idx="40278">
                  <c:v>9178</c:v>
                </c:pt>
                <c:pt idx="40229">
                  <c:v>9179</c:v>
                </c:pt>
                <c:pt idx="40180">
                  <c:v>9180</c:v>
                </c:pt>
                <c:pt idx="40131">
                  <c:v>9181</c:v>
                </c:pt>
                <c:pt idx="40082">
                  <c:v>9182</c:v>
                </c:pt>
                <c:pt idx="40033">
                  <c:v>9183</c:v>
                </c:pt>
                <c:pt idx="39984">
                  <c:v>9184</c:v>
                </c:pt>
                <c:pt idx="39935">
                  <c:v>9185</c:v>
                </c:pt>
                <c:pt idx="39886">
                  <c:v>9186</c:v>
                </c:pt>
                <c:pt idx="39837">
                  <c:v>9187</c:v>
                </c:pt>
                <c:pt idx="39788">
                  <c:v>9188</c:v>
                </c:pt>
                <c:pt idx="39739">
                  <c:v>9189</c:v>
                </c:pt>
                <c:pt idx="39690">
                  <c:v>9190</c:v>
                </c:pt>
                <c:pt idx="39641">
                  <c:v>9191</c:v>
                </c:pt>
                <c:pt idx="39592">
                  <c:v>9192</c:v>
                </c:pt>
                <c:pt idx="39543">
                  <c:v>9193</c:v>
                </c:pt>
                <c:pt idx="39494">
                  <c:v>9194</c:v>
                </c:pt>
                <c:pt idx="39445">
                  <c:v>9195</c:v>
                </c:pt>
                <c:pt idx="39396">
                  <c:v>9196</c:v>
                </c:pt>
                <c:pt idx="39347">
                  <c:v>9197</c:v>
                </c:pt>
                <c:pt idx="39298">
                  <c:v>9198</c:v>
                </c:pt>
                <c:pt idx="39249">
                  <c:v>9199</c:v>
                </c:pt>
                <c:pt idx="39200">
                  <c:v>9200</c:v>
                </c:pt>
                <c:pt idx="39151">
                  <c:v>9201</c:v>
                </c:pt>
                <c:pt idx="39102">
                  <c:v>9202</c:v>
                </c:pt>
                <c:pt idx="39053">
                  <c:v>9203</c:v>
                </c:pt>
                <c:pt idx="39004">
                  <c:v>9204</c:v>
                </c:pt>
                <c:pt idx="38955">
                  <c:v>9205</c:v>
                </c:pt>
                <c:pt idx="38906">
                  <c:v>9206</c:v>
                </c:pt>
                <c:pt idx="38857">
                  <c:v>9207</c:v>
                </c:pt>
                <c:pt idx="38808">
                  <c:v>9208</c:v>
                </c:pt>
                <c:pt idx="38759">
                  <c:v>9209</c:v>
                </c:pt>
                <c:pt idx="38710">
                  <c:v>9210</c:v>
                </c:pt>
                <c:pt idx="38661">
                  <c:v>9211</c:v>
                </c:pt>
                <c:pt idx="38612">
                  <c:v>9212</c:v>
                </c:pt>
                <c:pt idx="38563">
                  <c:v>9213</c:v>
                </c:pt>
                <c:pt idx="38514">
                  <c:v>9214</c:v>
                </c:pt>
                <c:pt idx="38465">
                  <c:v>9215</c:v>
                </c:pt>
                <c:pt idx="38416">
                  <c:v>9216</c:v>
                </c:pt>
                <c:pt idx="38367">
                  <c:v>9217</c:v>
                </c:pt>
                <c:pt idx="38318">
                  <c:v>9218</c:v>
                </c:pt>
                <c:pt idx="38269">
                  <c:v>9219</c:v>
                </c:pt>
                <c:pt idx="38220">
                  <c:v>9220</c:v>
                </c:pt>
                <c:pt idx="38171">
                  <c:v>9221</c:v>
                </c:pt>
                <c:pt idx="38122">
                  <c:v>9222</c:v>
                </c:pt>
                <c:pt idx="38073">
                  <c:v>9223</c:v>
                </c:pt>
                <c:pt idx="38024">
                  <c:v>9224</c:v>
                </c:pt>
                <c:pt idx="37975">
                  <c:v>9225</c:v>
                </c:pt>
                <c:pt idx="37926">
                  <c:v>9226</c:v>
                </c:pt>
                <c:pt idx="37877">
                  <c:v>9227</c:v>
                </c:pt>
                <c:pt idx="37828">
                  <c:v>9228</c:v>
                </c:pt>
                <c:pt idx="37779">
                  <c:v>9229</c:v>
                </c:pt>
                <c:pt idx="37730">
                  <c:v>9230</c:v>
                </c:pt>
                <c:pt idx="37681">
                  <c:v>9231</c:v>
                </c:pt>
                <c:pt idx="37632">
                  <c:v>9232</c:v>
                </c:pt>
                <c:pt idx="37583">
                  <c:v>9233</c:v>
                </c:pt>
                <c:pt idx="37534">
                  <c:v>9234</c:v>
                </c:pt>
                <c:pt idx="37485">
                  <c:v>9235</c:v>
                </c:pt>
                <c:pt idx="37436">
                  <c:v>9236</c:v>
                </c:pt>
                <c:pt idx="37387">
                  <c:v>9237</c:v>
                </c:pt>
                <c:pt idx="37338">
                  <c:v>9238</c:v>
                </c:pt>
                <c:pt idx="37289">
                  <c:v>9239</c:v>
                </c:pt>
                <c:pt idx="37240">
                  <c:v>9240</c:v>
                </c:pt>
                <c:pt idx="37191">
                  <c:v>9241</c:v>
                </c:pt>
                <c:pt idx="37142">
                  <c:v>9242</c:v>
                </c:pt>
                <c:pt idx="37093">
                  <c:v>9243</c:v>
                </c:pt>
                <c:pt idx="37044">
                  <c:v>9244</c:v>
                </c:pt>
                <c:pt idx="36995">
                  <c:v>9245</c:v>
                </c:pt>
                <c:pt idx="36946">
                  <c:v>9246</c:v>
                </c:pt>
                <c:pt idx="36897">
                  <c:v>9247</c:v>
                </c:pt>
                <c:pt idx="36848">
                  <c:v>9248</c:v>
                </c:pt>
                <c:pt idx="36799">
                  <c:v>9249</c:v>
                </c:pt>
                <c:pt idx="36750">
                  <c:v>9250</c:v>
                </c:pt>
                <c:pt idx="36701">
                  <c:v>9251</c:v>
                </c:pt>
                <c:pt idx="36652">
                  <c:v>9252</c:v>
                </c:pt>
                <c:pt idx="36603">
                  <c:v>9253</c:v>
                </c:pt>
                <c:pt idx="36554">
                  <c:v>9254</c:v>
                </c:pt>
                <c:pt idx="36505">
                  <c:v>9255</c:v>
                </c:pt>
                <c:pt idx="36456">
                  <c:v>9256</c:v>
                </c:pt>
                <c:pt idx="36407">
                  <c:v>9257</c:v>
                </c:pt>
                <c:pt idx="36358">
                  <c:v>9258</c:v>
                </c:pt>
                <c:pt idx="36309">
                  <c:v>9259</c:v>
                </c:pt>
                <c:pt idx="36260">
                  <c:v>9260</c:v>
                </c:pt>
                <c:pt idx="36211">
                  <c:v>9261</c:v>
                </c:pt>
                <c:pt idx="36162">
                  <c:v>9262</c:v>
                </c:pt>
                <c:pt idx="36113">
                  <c:v>9263</c:v>
                </c:pt>
                <c:pt idx="36064">
                  <c:v>9264</c:v>
                </c:pt>
                <c:pt idx="36015">
                  <c:v>9265</c:v>
                </c:pt>
                <c:pt idx="35966">
                  <c:v>9266</c:v>
                </c:pt>
                <c:pt idx="35917">
                  <c:v>9267</c:v>
                </c:pt>
                <c:pt idx="35868">
                  <c:v>9268</c:v>
                </c:pt>
                <c:pt idx="35819">
                  <c:v>9269</c:v>
                </c:pt>
                <c:pt idx="35770">
                  <c:v>9270</c:v>
                </c:pt>
                <c:pt idx="35721">
                  <c:v>9271</c:v>
                </c:pt>
                <c:pt idx="35672">
                  <c:v>9272</c:v>
                </c:pt>
                <c:pt idx="35623">
                  <c:v>9273</c:v>
                </c:pt>
                <c:pt idx="35574">
                  <c:v>9274</c:v>
                </c:pt>
                <c:pt idx="35525">
                  <c:v>9275</c:v>
                </c:pt>
                <c:pt idx="35476">
                  <c:v>9276</c:v>
                </c:pt>
                <c:pt idx="35427">
                  <c:v>9277</c:v>
                </c:pt>
                <c:pt idx="35378">
                  <c:v>9278</c:v>
                </c:pt>
                <c:pt idx="35329">
                  <c:v>9279</c:v>
                </c:pt>
                <c:pt idx="35280">
                  <c:v>9280</c:v>
                </c:pt>
                <c:pt idx="35231">
                  <c:v>9281</c:v>
                </c:pt>
                <c:pt idx="35182">
                  <c:v>9282</c:v>
                </c:pt>
                <c:pt idx="35133">
                  <c:v>9283</c:v>
                </c:pt>
                <c:pt idx="35084">
                  <c:v>9284</c:v>
                </c:pt>
                <c:pt idx="35035">
                  <c:v>9285</c:v>
                </c:pt>
                <c:pt idx="34986">
                  <c:v>9286</c:v>
                </c:pt>
                <c:pt idx="34937">
                  <c:v>9287</c:v>
                </c:pt>
                <c:pt idx="34888">
                  <c:v>9288</c:v>
                </c:pt>
                <c:pt idx="34839">
                  <c:v>9289</c:v>
                </c:pt>
                <c:pt idx="34790">
                  <c:v>9290</c:v>
                </c:pt>
                <c:pt idx="34741">
                  <c:v>9291</c:v>
                </c:pt>
                <c:pt idx="34692">
                  <c:v>9292</c:v>
                </c:pt>
                <c:pt idx="34643">
                  <c:v>9293</c:v>
                </c:pt>
                <c:pt idx="34594">
                  <c:v>9294</c:v>
                </c:pt>
                <c:pt idx="34545">
                  <c:v>9295</c:v>
                </c:pt>
                <c:pt idx="34496">
                  <c:v>9296</c:v>
                </c:pt>
                <c:pt idx="34447">
                  <c:v>9297</c:v>
                </c:pt>
                <c:pt idx="34398">
                  <c:v>9298</c:v>
                </c:pt>
                <c:pt idx="34349">
                  <c:v>9299</c:v>
                </c:pt>
                <c:pt idx="34300">
                  <c:v>9300</c:v>
                </c:pt>
                <c:pt idx="34251">
                  <c:v>9301</c:v>
                </c:pt>
                <c:pt idx="34202">
                  <c:v>9302</c:v>
                </c:pt>
                <c:pt idx="34153">
                  <c:v>9303</c:v>
                </c:pt>
                <c:pt idx="34104">
                  <c:v>9304</c:v>
                </c:pt>
                <c:pt idx="34055">
                  <c:v>9305</c:v>
                </c:pt>
                <c:pt idx="34006">
                  <c:v>9306</c:v>
                </c:pt>
                <c:pt idx="33957">
                  <c:v>9307</c:v>
                </c:pt>
                <c:pt idx="33908">
                  <c:v>9308</c:v>
                </c:pt>
                <c:pt idx="33859">
                  <c:v>9309</c:v>
                </c:pt>
                <c:pt idx="33810">
                  <c:v>9310</c:v>
                </c:pt>
                <c:pt idx="33761">
                  <c:v>9311</c:v>
                </c:pt>
                <c:pt idx="33712">
                  <c:v>9312</c:v>
                </c:pt>
                <c:pt idx="33663">
                  <c:v>9313</c:v>
                </c:pt>
                <c:pt idx="33614">
                  <c:v>9314</c:v>
                </c:pt>
                <c:pt idx="33565">
                  <c:v>9315</c:v>
                </c:pt>
                <c:pt idx="33516">
                  <c:v>9316</c:v>
                </c:pt>
                <c:pt idx="33467">
                  <c:v>9317</c:v>
                </c:pt>
                <c:pt idx="33418">
                  <c:v>9318</c:v>
                </c:pt>
                <c:pt idx="33369">
                  <c:v>9319</c:v>
                </c:pt>
                <c:pt idx="33320">
                  <c:v>9320</c:v>
                </c:pt>
                <c:pt idx="33271">
                  <c:v>9321</c:v>
                </c:pt>
                <c:pt idx="33222">
                  <c:v>9322</c:v>
                </c:pt>
                <c:pt idx="33173">
                  <c:v>9323</c:v>
                </c:pt>
                <c:pt idx="33124">
                  <c:v>9324</c:v>
                </c:pt>
                <c:pt idx="33075">
                  <c:v>9325</c:v>
                </c:pt>
                <c:pt idx="33026">
                  <c:v>9326</c:v>
                </c:pt>
                <c:pt idx="32977">
                  <c:v>9327</c:v>
                </c:pt>
                <c:pt idx="32928">
                  <c:v>9328</c:v>
                </c:pt>
                <c:pt idx="32879">
                  <c:v>9329</c:v>
                </c:pt>
                <c:pt idx="32830">
                  <c:v>9330</c:v>
                </c:pt>
                <c:pt idx="32781">
                  <c:v>9331</c:v>
                </c:pt>
                <c:pt idx="32732">
                  <c:v>9332</c:v>
                </c:pt>
                <c:pt idx="32683">
                  <c:v>9333</c:v>
                </c:pt>
                <c:pt idx="32634">
                  <c:v>9334</c:v>
                </c:pt>
                <c:pt idx="32585">
                  <c:v>9335</c:v>
                </c:pt>
                <c:pt idx="32536">
                  <c:v>9336</c:v>
                </c:pt>
                <c:pt idx="32487">
                  <c:v>9337</c:v>
                </c:pt>
                <c:pt idx="32438">
                  <c:v>9338</c:v>
                </c:pt>
                <c:pt idx="32389">
                  <c:v>9339</c:v>
                </c:pt>
                <c:pt idx="32340">
                  <c:v>9340</c:v>
                </c:pt>
                <c:pt idx="32291">
                  <c:v>9341</c:v>
                </c:pt>
                <c:pt idx="32242">
                  <c:v>9342</c:v>
                </c:pt>
                <c:pt idx="32193">
                  <c:v>9343</c:v>
                </c:pt>
                <c:pt idx="32144">
                  <c:v>9344</c:v>
                </c:pt>
                <c:pt idx="32095">
                  <c:v>9345</c:v>
                </c:pt>
                <c:pt idx="32046">
                  <c:v>9346</c:v>
                </c:pt>
                <c:pt idx="31997">
                  <c:v>9347</c:v>
                </c:pt>
                <c:pt idx="31948">
                  <c:v>9348</c:v>
                </c:pt>
                <c:pt idx="31899">
                  <c:v>9349</c:v>
                </c:pt>
                <c:pt idx="31850">
                  <c:v>9350</c:v>
                </c:pt>
                <c:pt idx="31801">
                  <c:v>9351</c:v>
                </c:pt>
                <c:pt idx="31752">
                  <c:v>9352</c:v>
                </c:pt>
                <c:pt idx="31703">
                  <c:v>9353</c:v>
                </c:pt>
                <c:pt idx="31654">
                  <c:v>9354</c:v>
                </c:pt>
                <c:pt idx="31605">
                  <c:v>9355</c:v>
                </c:pt>
                <c:pt idx="31556">
                  <c:v>9356</c:v>
                </c:pt>
                <c:pt idx="31507">
                  <c:v>9357</c:v>
                </c:pt>
                <c:pt idx="31458">
                  <c:v>9358</c:v>
                </c:pt>
                <c:pt idx="31409">
                  <c:v>9359</c:v>
                </c:pt>
                <c:pt idx="31360">
                  <c:v>9360</c:v>
                </c:pt>
                <c:pt idx="31311">
                  <c:v>9361</c:v>
                </c:pt>
                <c:pt idx="31262">
                  <c:v>9362</c:v>
                </c:pt>
                <c:pt idx="31213">
                  <c:v>9363</c:v>
                </c:pt>
                <c:pt idx="31164">
                  <c:v>9364</c:v>
                </c:pt>
                <c:pt idx="31115">
                  <c:v>9365</c:v>
                </c:pt>
                <c:pt idx="31066">
                  <c:v>9366</c:v>
                </c:pt>
                <c:pt idx="31017">
                  <c:v>9367</c:v>
                </c:pt>
                <c:pt idx="30968">
                  <c:v>9368</c:v>
                </c:pt>
                <c:pt idx="30919">
                  <c:v>9369</c:v>
                </c:pt>
                <c:pt idx="30870">
                  <c:v>9370</c:v>
                </c:pt>
                <c:pt idx="30821">
                  <c:v>9371</c:v>
                </c:pt>
                <c:pt idx="30772">
                  <c:v>9372</c:v>
                </c:pt>
                <c:pt idx="30723">
                  <c:v>9373</c:v>
                </c:pt>
                <c:pt idx="30674">
                  <c:v>9374</c:v>
                </c:pt>
                <c:pt idx="30625">
                  <c:v>9375</c:v>
                </c:pt>
                <c:pt idx="30576">
                  <c:v>9376</c:v>
                </c:pt>
                <c:pt idx="30527">
                  <c:v>9377</c:v>
                </c:pt>
                <c:pt idx="30478">
                  <c:v>9378</c:v>
                </c:pt>
                <c:pt idx="30429">
                  <c:v>9379</c:v>
                </c:pt>
                <c:pt idx="30380">
                  <c:v>9380</c:v>
                </c:pt>
                <c:pt idx="30331">
                  <c:v>9381</c:v>
                </c:pt>
                <c:pt idx="30282">
                  <c:v>9382</c:v>
                </c:pt>
                <c:pt idx="30233">
                  <c:v>9383</c:v>
                </c:pt>
                <c:pt idx="30184">
                  <c:v>9384</c:v>
                </c:pt>
                <c:pt idx="30135">
                  <c:v>9385</c:v>
                </c:pt>
                <c:pt idx="30086">
                  <c:v>9386</c:v>
                </c:pt>
                <c:pt idx="30037">
                  <c:v>9387</c:v>
                </c:pt>
                <c:pt idx="29988">
                  <c:v>9388</c:v>
                </c:pt>
                <c:pt idx="29939">
                  <c:v>9389</c:v>
                </c:pt>
                <c:pt idx="29890">
                  <c:v>9390</c:v>
                </c:pt>
                <c:pt idx="29841">
                  <c:v>9391</c:v>
                </c:pt>
                <c:pt idx="29792">
                  <c:v>9392</c:v>
                </c:pt>
                <c:pt idx="29743">
                  <c:v>9393</c:v>
                </c:pt>
                <c:pt idx="29694">
                  <c:v>9394</c:v>
                </c:pt>
                <c:pt idx="29645">
                  <c:v>9395</c:v>
                </c:pt>
                <c:pt idx="29596">
                  <c:v>9396</c:v>
                </c:pt>
                <c:pt idx="29547">
                  <c:v>9397</c:v>
                </c:pt>
                <c:pt idx="29498">
                  <c:v>9398</c:v>
                </c:pt>
                <c:pt idx="29449">
                  <c:v>9399</c:v>
                </c:pt>
                <c:pt idx="29400">
                  <c:v>9400</c:v>
                </c:pt>
                <c:pt idx="29351">
                  <c:v>9401</c:v>
                </c:pt>
                <c:pt idx="29302">
                  <c:v>9402</c:v>
                </c:pt>
                <c:pt idx="29253">
                  <c:v>9403</c:v>
                </c:pt>
                <c:pt idx="29204">
                  <c:v>9404</c:v>
                </c:pt>
                <c:pt idx="29155">
                  <c:v>9405</c:v>
                </c:pt>
                <c:pt idx="29106">
                  <c:v>9406</c:v>
                </c:pt>
                <c:pt idx="29057">
                  <c:v>9407</c:v>
                </c:pt>
                <c:pt idx="29008">
                  <c:v>9408</c:v>
                </c:pt>
                <c:pt idx="28959">
                  <c:v>9409</c:v>
                </c:pt>
                <c:pt idx="28910">
                  <c:v>9410</c:v>
                </c:pt>
                <c:pt idx="28861">
                  <c:v>9411</c:v>
                </c:pt>
                <c:pt idx="28812">
                  <c:v>9412</c:v>
                </c:pt>
                <c:pt idx="28763">
                  <c:v>9413</c:v>
                </c:pt>
                <c:pt idx="28714">
                  <c:v>9414</c:v>
                </c:pt>
                <c:pt idx="28665">
                  <c:v>9415</c:v>
                </c:pt>
                <c:pt idx="28616">
                  <c:v>9416</c:v>
                </c:pt>
                <c:pt idx="28567">
                  <c:v>9417</c:v>
                </c:pt>
                <c:pt idx="28518">
                  <c:v>9418</c:v>
                </c:pt>
                <c:pt idx="28469">
                  <c:v>9419</c:v>
                </c:pt>
                <c:pt idx="28420">
                  <c:v>9420</c:v>
                </c:pt>
                <c:pt idx="28371">
                  <c:v>9421</c:v>
                </c:pt>
                <c:pt idx="28322">
                  <c:v>9422</c:v>
                </c:pt>
                <c:pt idx="28273">
                  <c:v>9423</c:v>
                </c:pt>
                <c:pt idx="28224">
                  <c:v>9424</c:v>
                </c:pt>
                <c:pt idx="28175">
                  <c:v>9425</c:v>
                </c:pt>
                <c:pt idx="28126">
                  <c:v>9426</c:v>
                </c:pt>
                <c:pt idx="28077">
                  <c:v>9427</c:v>
                </c:pt>
                <c:pt idx="28028">
                  <c:v>9428</c:v>
                </c:pt>
                <c:pt idx="27979">
                  <c:v>9429</c:v>
                </c:pt>
                <c:pt idx="27930">
                  <c:v>9430</c:v>
                </c:pt>
                <c:pt idx="27881">
                  <c:v>9431</c:v>
                </c:pt>
                <c:pt idx="27832">
                  <c:v>9432</c:v>
                </c:pt>
                <c:pt idx="27783">
                  <c:v>9433</c:v>
                </c:pt>
                <c:pt idx="27734">
                  <c:v>9434</c:v>
                </c:pt>
                <c:pt idx="27685">
                  <c:v>9435</c:v>
                </c:pt>
                <c:pt idx="27636">
                  <c:v>9436</c:v>
                </c:pt>
                <c:pt idx="27587">
                  <c:v>9437</c:v>
                </c:pt>
                <c:pt idx="27538">
                  <c:v>9438</c:v>
                </c:pt>
                <c:pt idx="27489">
                  <c:v>9439</c:v>
                </c:pt>
                <c:pt idx="27440">
                  <c:v>9440</c:v>
                </c:pt>
                <c:pt idx="27391">
                  <c:v>9441</c:v>
                </c:pt>
                <c:pt idx="27342">
                  <c:v>9442</c:v>
                </c:pt>
                <c:pt idx="27293">
                  <c:v>9443</c:v>
                </c:pt>
                <c:pt idx="27244">
                  <c:v>9444</c:v>
                </c:pt>
                <c:pt idx="27195">
                  <c:v>9445</c:v>
                </c:pt>
                <c:pt idx="27146">
                  <c:v>9446</c:v>
                </c:pt>
                <c:pt idx="27097">
                  <c:v>9447</c:v>
                </c:pt>
                <c:pt idx="27048">
                  <c:v>9448</c:v>
                </c:pt>
                <c:pt idx="26999">
                  <c:v>9449</c:v>
                </c:pt>
                <c:pt idx="26950">
                  <c:v>9450</c:v>
                </c:pt>
                <c:pt idx="26901">
                  <c:v>9451</c:v>
                </c:pt>
                <c:pt idx="26852">
                  <c:v>9452</c:v>
                </c:pt>
                <c:pt idx="26803">
                  <c:v>9453</c:v>
                </c:pt>
                <c:pt idx="26754">
                  <c:v>9454</c:v>
                </c:pt>
                <c:pt idx="26705">
                  <c:v>9455</c:v>
                </c:pt>
                <c:pt idx="26656">
                  <c:v>9456</c:v>
                </c:pt>
                <c:pt idx="26607">
                  <c:v>9457</c:v>
                </c:pt>
                <c:pt idx="26558">
                  <c:v>9458</c:v>
                </c:pt>
                <c:pt idx="26509">
                  <c:v>9459</c:v>
                </c:pt>
                <c:pt idx="26460">
                  <c:v>9460</c:v>
                </c:pt>
                <c:pt idx="26411">
                  <c:v>9461</c:v>
                </c:pt>
                <c:pt idx="26362">
                  <c:v>9462</c:v>
                </c:pt>
                <c:pt idx="26313">
                  <c:v>9463</c:v>
                </c:pt>
                <c:pt idx="26264">
                  <c:v>9464</c:v>
                </c:pt>
                <c:pt idx="26215">
                  <c:v>9465</c:v>
                </c:pt>
                <c:pt idx="26166">
                  <c:v>9466</c:v>
                </c:pt>
                <c:pt idx="26117">
                  <c:v>9467</c:v>
                </c:pt>
                <c:pt idx="26068">
                  <c:v>9468</c:v>
                </c:pt>
                <c:pt idx="26019">
                  <c:v>9469</c:v>
                </c:pt>
                <c:pt idx="25970">
                  <c:v>9470</c:v>
                </c:pt>
                <c:pt idx="25921">
                  <c:v>9471</c:v>
                </c:pt>
                <c:pt idx="25872">
                  <c:v>9472</c:v>
                </c:pt>
                <c:pt idx="25823">
                  <c:v>9473</c:v>
                </c:pt>
                <c:pt idx="25774">
                  <c:v>9474</c:v>
                </c:pt>
                <c:pt idx="25725">
                  <c:v>9475</c:v>
                </c:pt>
                <c:pt idx="25676">
                  <c:v>9476</c:v>
                </c:pt>
                <c:pt idx="25627">
                  <c:v>9477</c:v>
                </c:pt>
                <c:pt idx="25578">
                  <c:v>9478</c:v>
                </c:pt>
                <c:pt idx="25529">
                  <c:v>9479</c:v>
                </c:pt>
                <c:pt idx="25480">
                  <c:v>9480</c:v>
                </c:pt>
                <c:pt idx="25431">
                  <c:v>9481</c:v>
                </c:pt>
                <c:pt idx="25382">
                  <c:v>9482</c:v>
                </c:pt>
                <c:pt idx="25333">
                  <c:v>9483</c:v>
                </c:pt>
                <c:pt idx="25284">
                  <c:v>9484</c:v>
                </c:pt>
                <c:pt idx="25235">
                  <c:v>9485</c:v>
                </c:pt>
                <c:pt idx="25186">
                  <c:v>9486</c:v>
                </c:pt>
                <c:pt idx="25137">
                  <c:v>9487</c:v>
                </c:pt>
                <c:pt idx="25088">
                  <c:v>9488</c:v>
                </c:pt>
                <c:pt idx="25039">
                  <c:v>9489</c:v>
                </c:pt>
                <c:pt idx="24990">
                  <c:v>9490</c:v>
                </c:pt>
                <c:pt idx="24941">
                  <c:v>9491</c:v>
                </c:pt>
                <c:pt idx="24892">
                  <c:v>9492</c:v>
                </c:pt>
                <c:pt idx="24843">
                  <c:v>9493</c:v>
                </c:pt>
                <c:pt idx="24794">
                  <c:v>9494</c:v>
                </c:pt>
                <c:pt idx="24745">
                  <c:v>9495</c:v>
                </c:pt>
                <c:pt idx="24696">
                  <c:v>9496</c:v>
                </c:pt>
                <c:pt idx="24647">
                  <c:v>9497</c:v>
                </c:pt>
                <c:pt idx="24598">
                  <c:v>9498</c:v>
                </c:pt>
                <c:pt idx="24549">
                  <c:v>9499</c:v>
                </c:pt>
                <c:pt idx="24500">
                  <c:v>9500</c:v>
                </c:pt>
                <c:pt idx="24451">
                  <c:v>9501</c:v>
                </c:pt>
                <c:pt idx="24402">
                  <c:v>9502</c:v>
                </c:pt>
                <c:pt idx="24353">
                  <c:v>9503</c:v>
                </c:pt>
                <c:pt idx="24304">
                  <c:v>9504</c:v>
                </c:pt>
                <c:pt idx="24255">
                  <c:v>9505</c:v>
                </c:pt>
                <c:pt idx="24206">
                  <c:v>9506</c:v>
                </c:pt>
                <c:pt idx="24157">
                  <c:v>9507</c:v>
                </c:pt>
                <c:pt idx="24108">
                  <c:v>9508</c:v>
                </c:pt>
                <c:pt idx="24059">
                  <c:v>9509</c:v>
                </c:pt>
                <c:pt idx="24010">
                  <c:v>9510</c:v>
                </c:pt>
                <c:pt idx="23961">
                  <c:v>9511</c:v>
                </c:pt>
                <c:pt idx="23912">
                  <c:v>9512</c:v>
                </c:pt>
                <c:pt idx="23863">
                  <c:v>9513</c:v>
                </c:pt>
                <c:pt idx="23814">
                  <c:v>9514</c:v>
                </c:pt>
                <c:pt idx="23765">
                  <c:v>9515</c:v>
                </c:pt>
                <c:pt idx="23716">
                  <c:v>9516</c:v>
                </c:pt>
                <c:pt idx="23667">
                  <c:v>9517</c:v>
                </c:pt>
                <c:pt idx="23618">
                  <c:v>9518</c:v>
                </c:pt>
                <c:pt idx="23569">
                  <c:v>9519</c:v>
                </c:pt>
                <c:pt idx="23520">
                  <c:v>9520</c:v>
                </c:pt>
                <c:pt idx="23471">
                  <c:v>9521</c:v>
                </c:pt>
                <c:pt idx="23422">
                  <c:v>9522</c:v>
                </c:pt>
                <c:pt idx="23373">
                  <c:v>9523</c:v>
                </c:pt>
                <c:pt idx="23324">
                  <c:v>9524</c:v>
                </c:pt>
                <c:pt idx="23275">
                  <c:v>9525</c:v>
                </c:pt>
                <c:pt idx="23226">
                  <c:v>9526</c:v>
                </c:pt>
                <c:pt idx="23177">
                  <c:v>9527</c:v>
                </c:pt>
                <c:pt idx="23128">
                  <c:v>9528</c:v>
                </c:pt>
                <c:pt idx="23079">
                  <c:v>9529</c:v>
                </c:pt>
                <c:pt idx="23030">
                  <c:v>9530</c:v>
                </c:pt>
                <c:pt idx="22981">
                  <c:v>9531</c:v>
                </c:pt>
                <c:pt idx="22932">
                  <c:v>9532</c:v>
                </c:pt>
                <c:pt idx="22883">
                  <c:v>9533</c:v>
                </c:pt>
                <c:pt idx="22834">
                  <c:v>9534</c:v>
                </c:pt>
                <c:pt idx="22785">
                  <c:v>9535</c:v>
                </c:pt>
                <c:pt idx="22736">
                  <c:v>9536</c:v>
                </c:pt>
                <c:pt idx="22687">
                  <c:v>9537</c:v>
                </c:pt>
                <c:pt idx="22638">
                  <c:v>9538</c:v>
                </c:pt>
                <c:pt idx="22589">
                  <c:v>9539</c:v>
                </c:pt>
                <c:pt idx="22540">
                  <c:v>9540</c:v>
                </c:pt>
                <c:pt idx="22491">
                  <c:v>9541</c:v>
                </c:pt>
                <c:pt idx="22442">
                  <c:v>9542</c:v>
                </c:pt>
                <c:pt idx="22393">
                  <c:v>9543</c:v>
                </c:pt>
                <c:pt idx="22344">
                  <c:v>9544</c:v>
                </c:pt>
                <c:pt idx="22295">
                  <c:v>9545</c:v>
                </c:pt>
                <c:pt idx="22246">
                  <c:v>9546</c:v>
                </c:pt>
                <c:pt idx="22197">
                  <c:v>9547</c:v>
                </c:pt>
                <c:pt idx="22148">
                  <c:v>9548</c:v>
                </c:pt>
                <c:pt idx="22099">
                  <c:v>9549</c:v>
                </c:pt>
                <c:pt idx="22050">
                  <c:v>9550</c:v>
                </c:pt>
                <c:pt idx="22001">
                  <c:v>9551</c:v>
                </c:pt>
                <c:pt idx="21952">
                  <c:v>9552</c:v>
                </c:pt>
                <c:pt idx="21903">
                  <c:v>9553</c:v>
                </c:pt>
                <c:pt idx="21854">
                  <c:v>9554</c:v>
                </c:pt>
                <c:pt idx="21805">
                  <c:v>9555</c:v>
                </c:pt>
                <c:pt idx="21756">
                  <c:v>9556</c:v>
                </c:pt>
                <c:pt idx="21707">
                  <c:v>9557</c:v>
                </c:pt>
                <c:pt idx="21658">
                  <c:v>9558</c:v>
                </c:pt>
                <c:pt idx="21609">
                  <c:v>9559</c:v>
                </c:pt>
                <c:pt idx="21560">
                  <c:v>9560</c:v>
                </c:pt>
                <c:pt idx="21511">
                  <c:v>9561</c:v>
                </c:pt>
                <c:pt idx="21462">
                  <c:v>9562</c:v>
                </c:pt>
                <c:pt idx="21413">
                  <c:v>9563</c:v>
                </c:pt>
                <c:pt idx="21364">
                  <c:v>9564</c:v>
                </c:pt>
                <c:pt idx="21315">
                  <c:v>9565</c:v>
                </c:pt>
                <c:pt idx="21266">
                  <c:v>9566</c:v>
                </c:pt>
                <c:pt idx="21217">
                  <c:v>9567</c:v>
                </c:pt>
                <c:pt idx="21168">
                  <c:v>9568</c:v>
                </c:pt>
                <c:pt idx="21119">
                  <c:v>9569</c:v>
                </c:pt>
                <c:pt idx="21070">
                  <c:v>9570</c:v>
                </c:pt>
                <c:pt idx="21021">
                  <c:v>9571</c:v>
                </c:pt>
                <c:pt idx="20972">
                  <c:v>9572</c:v>
                </c:pt>
                <c:pt idx="20923">
                  <c:v>9573</c:v>
                </c:pt>
                <c:pt idx="20874">
                  <c:v>9574</c:v>
                </c:pt>
                <c:pt idx="20825">
                  <c:v>9575</c:v>
                </c:pt>
                <c:pt idx="20776">
                  <c:v>9576</c:v>
                </c:pt>
                <c:pt idx="20727">
                  <c:v>9577</c:v>
                </c:pt>
                <c:pt idx="20678">
                  <c:v>9578</c:v>
                </c:pt>
                <c:pt idx="20629">
                  <c:v>9579</c:v>
                </c:pt>
                <c:pt idx="20580">
                  <c:v>9580</c:v>
                </c:pt>
                <c:pt idx="20531">
                  <c:v>9581</c:v>
                </c:pt>
                <c:pt idx="20482">
                  <c:v>9582</c:v>
                </c:pt>
                <c:pt idx="20433">
                  <c:v>9583</c:v>
                </c:pt>
                <c:pt idx="20384">
                  <c:v>9584</c:v>
                </c:pt>
                <c:pt idx="20335">
                  <c:v>9585</c:v>
                </c:pt>
                <c:pt idx="20286">
                  <c:v>9586</c:v>
                </c:pt>
                <c:pt idx="20237">
                  <c:v>9587</c:v>
                </c:pt>
                <c:pt idx="20188">
                  <c:v>9588</c:v>
                </c:pt>
                <c:pt idx="20139">
                  <c:v>9589</c:v>
                </c:pt>
                <c:pt idx="20090">
                  <c:v>9590</c:v>
                </c:pt>
                <c:pt idx="20041">
                  <c:v>9591</c:v>
                </c:pt>
                <c:pt idx="19992">
                  <c:v>9592</c:v>
                </c:pt>
                <c:pt idx="19943">
                  <c:v>9593</c:v>
                </c:pt>
                <c:pt idx="19894">
                  <c:v>9594</c:v>
                </c:pt>
                <c:pt idx="19845">
                  <c:v>9595</c:v>
                </c:pt>
                <c:pt idx="19796">
                  <c:v>9596</c:v>
                </c:pt>
                <c:pt idx="19747">
                  <c:v>9597</c:v>
                </c:pt>
                <c:pt idx="19698">
                  <c:v>9598</c:v>
                </c:pt>
                <c:pt idx="19649">
                  <c:v>9599</c:v>
                </c:pt>
                <c:pt idx="19600">
                  <c:v>9600</c:v>
                </c:pt>
                <c:pt idx="19551">
                  <c:v>9601</c:v>
                </c:pt>
                <c:pt idx="19502">
                  <c:v>9602</c:v>
                </c:pt>
                <c:pt idx="19453">
                  <c:v>9603</c:v>
                </c:pt>
                <c:pt idx="19404">
                  <c:v>9604</c:v>
                </c:pt>
                <c:pt idx="19355">
                  <c:v>9605</c:v>
                </c:pt>
                <c:pt idx="19306">
                  <c:v>9606</c:v>
                </c:pt>
                <c:pt idx="19257">
                  <c:v>9607</c:v>
                </c:pt>
                <c:pt idx="19208">
                  <c:v>9608</c:v>
                </c:pt>
                <c:pt idx="19159">
                  <c:v>9609</c:v>
                </c:pt>
                <c:pt idx="19110">
                  <c:v>9610</c:v>
                </c:pt>
                <c:pt idx="19061">
                  <c:v>9611</c:v>
                </c:pt>
                <c:pt idx="19012">
                  <c:v>9612</c:v>
                </c:pt>
                <c:pt idx="18963">
                  <c:v>9613</c:v>
                </c:pt>
                <c:pt idx="18914">
                  <c:v>9614</c:v>
                </c:pt>
                <c:pt idx="18865">
                  <c:v>9615</c:v>
                </c:pt>
                <c:pt idx="18816">
                  <c:v>9616</c:v>
                </c:pt>
                <c:pt idx="18767">
                  <c:v>9617</c:v>
                </c:pt>
                <c:pt idx="18718">
                  <c:v>9618</c:v>
                </c:pt>
                <c:pt idx="18669">
                  <c:v>9619</c:v>
                </c:pt>
                <c:pt idx="18620">
                  <c:v>9620</c:v>
                </c:pt>
                <c:pt idx="18571">
                  <c:v>9621</c:v>
                </c:pt>
                <c:pt idx="18522">
                  <c:v>9622</c:v>
                </c:pt>
                <c:pt idx="18473">
                  <c:v>9623</c:v>
                </c:pt>
                <c:pt idx="18424">
                  <c:v>9624</c:v>
                </c:pt>
                <c:pt idx="18375">
                  <c:v>9625</c:v>
                </c:pt>
                <c:pt idx="18326">
                  <c:v>9626</c:v>
                </c:pt>
                <c:pt idx="18277">
                  <c:v>9627</c:v>
                </c:pt>
                <c:pt idx="18228">
                  <c:v>9628</c:v>
                </c:pt>
                <c:pt idx="18179">
                  <c:v>9629</c:v>
                </c:pt>
                <c:pt idx="18130">
                  <c:v>9630</c:v>
                </c:pt>
                <c:pt idx="18081">
                  <c:v>9631</c:v>
                </c:pt>
                <c:pt idx="18032">
                  <c:v>9632</c:v>
                </c:pt>
                <c:pt idx="17983">
                  <c:v>9633</c:v>
                </c:pt>
                <c:pt idx="17934">
                  <c:v>9634</c:v>
                </c:pt>
                <c:pt idx="17885">
                  <c:v>9635</c:v>
                </c:pt>
                <c:pt idx="17836">
                  <c:v>9636</c:v>
                </c:pt>
                <c:pt idx="17787">
                  <c:v>9637</c:v>
                </c:pt>
                <c:pt idx="17738">
                  <c:v>9638</c:v>
                </c:pt>
                <c:pt idx="17689">
                  <c:v>9639</c:v>
                </c:pt>
                <c:pt idx="17640">
                  <c:v>9640</c:v>
                </c:pt>
                <c:pt idx="17591">
                  <c:v>9641</c:v>
                </c:pt>
                <c:pt idx="17542">
                  <c:v>9642</c:v>
                </c:pt>
                <c:pt idx="17493">
                  <c:v>9643</c:v>
                </c:pt>
                <c:pt idx="17444">
                  <c:v>9644</c:v>
                </c:pt>
                <c:pt idx="17395">
                  <c:v>9645</c:v>
                </c:pt>
                <c:pt idx="17346">
                  <c:v>9646</c:v>
                </c:pt>
                <c:pt idx="17297">
                  <c:v>9647</c:v>
                </c:pt>
                <c:pt idx="17248">
                  <c:v>9648</c:v>
                </c:pt>
                <c:pt idx="17199">
                  <c:v>9649</c:v>
                </c:pt>
                <c:pt idx="17150">
                  <c:v>9650</c:v>
                </c:pt>
                <c:pt idx="17101">
                  <c:v>9651</c:v>
                </c:pt>
                <c:pt idx="17052">
                  <c:v>9652</c:v>
                </c:pt>
                <c:pt idx="17003">
                  <c:v>9653</c:v>
                </c:pt>
                <c:pt idx="16954">
                  <c:v>9654</c:v>
                </c:pt>
                <c:pt idx="16905">
                  <c:v>9655</c:v>
                </c:pt>
                <c:pt idx="16856">
                  <c:v>9656</c:v>
                </c:pt>
                <c:pt idx="16807">
                  <c:v>9657</c:v>
                </c:pt>
                <c:pt idx="16758">
                  <c:v>9658</c:v>
                </c:pt>
                <c:pt idx="16709">
                  <c:v>9659</c:v>
                </c:pt>
                <c:pt idx="16660">
                  <c:v>9660</c:v>
                </c:pt>
                <c:pt idx="16611">
                  <c:v>9661</c:v>
                </c:pt>
                <c:pt idx="16562">
                  <c:v>9662</c:v>
                </c:pt>
                <c:pt idx="16513">
                  <c:v>9663</c:v>
                </c:pt>
                <c:pt idx="16464">
                  <c:v>9664</c:v>
                </c:pt>
                <c:pt idx="16415">
                  <c:v>9665</c:v>
                </c:pt>
                <c:pt idx="16366">
                  <c:v>9666</c:v>
                </c:pt>
                <c:pt idx="16317">
                  <c:v>9667</c:v>
                </c:pt>
                <c:pt idx="16268">
                  <c:v>9668</c:v>
                </c:pt>
                <c:pt idx="16219">
                  <c:v>9669</c:v>
                </c:pt>
                <c:pt idx="16170">
                  <c:v>9670</c:v>
                </c:pt>
                <c:pt idx="16121">
                  <c:v>9671</c:v>
                </c:pt>
                <c:pt idx="16072">
                  <c:v>9672</c:v>
                </c:pt>
                <c:pt idx="16023">
                  <c:v>9673</c:v>
                </c:pt>
                <c:pt idx="15974">
                  <c:v>9674</c:v>
                </c:pt>
                <c:pt idx="15925">
                  <c:v>9675</c:v>
                </c:pt>
                <c:pt idx="15876">
                  <c:v>9676</c:v>
                </c:pt>
                <c:pt idx="15827">
                  <c:v>9677</c:v>
                </c:pt>
                <c:pt idx="15778">
                  <c:v>9678</c:v>
                </c:pt>
                <c:pt idx="15729">
                  <c:v>9679</c:v>
                </c:pt>
                <c:pt idx="15680">
                  <c:v>9680</c:v>
                </c:pt>
                <c:pt idx="15631">
                  <c:v>9681</c:v>
                </c:pt>
                <c:pt idx="15582">
                  <c:v>9682</c:v>
                </c:pt>
                <c:pt idx="15533">
                  <c:v>9683</c:v>
                </c:pt>
                <c:pt idx="15484">
                  <c:v>9684</c:v>
                </c:pt>
                <c:pt idx="15435">
                  <c:v>9685</c:v>
                </c:pt>
                <c:pt idx="15386">
                  <c:v>9686</c:v>
                </c:pt>
                <c:pt idx="15337">
                  <c:v>9687</c:v>
                </c:pt>
                <c:pt idx="15288">
                  <c:v>9688</c:v>
                </c:pt>
                <c:pt idx="15239">
                  <c:v>9689</c:v>
                </c:pt>
                <c:pt idx="15190">
                  <c:v>9690</c:v>
                </c:pt>
                <c:pt idx="15141">
                  <c:v>9691</c:v>
                </c:pt>
                <c:pt idx="15092">
                  <c:v>9692</c:v>
                </c:pt>
                <c:pt idx="15043">
                  <c:v>9693</c:v>
                </c:pt>
                <c:pt idx="14994">
                  <c:v>9694</c:v>
                </c:pt>
                <c:pt idx="14945">
                  <c:v>9695</c:v>
                </c:pt>
                <c:pt idx="14896">
                  <c:v>9696</c:v>
                </c:pt>
                <c:pt idx="14847">
                  <c:v>9697</c:v>
                </c:pt>
                <c:pt idx="14798">
                  <c:v>9698</c:v>
                </c:pt>
                <c:pt idx="14749">
                  <c:v>9699</c:v>
                </c:pt>
                <c:pt idx="14700">
                  <c:v>9700</c:v>
                </c:pt>
                <c:pt idx="14651">
                  <c:v>9701</c:v>
                </c:pt>
                <c:pt idx="14602">
                  <c:v>9702</c:v>
                </c:pt>
                <c:pt idx="14553">
                  <c:v>9703</c:v>
                </c:pt>
                <c:pt idx="14504">
                  <c:v>9704</c:v>
                </c:pt>
                <c:pt idx="14455">
                  <c:v>9705</c:v>
                </c:pt>
                <c:pt idx="14406">
                  <c:v>9706</c:v>
                </c:pt>
                <c:pt idx="14357">
                  <c:v>9707</c:v>
                </c:pt>
                <c:pt idx="14308">
                  <c:v>9708</c:v>
                </c:pt>
                <c:pt idx="14259">
                  <c:v>9709</c:v>
                </c:pt>
                <c:pt idx="14210">
                  <c:v>9710</c:v>
                </c:pt>
                <c:pt idx="14161">
                  <c:v>9711</c:v>
                </c:pt>
                <c:pt idx="14112">
                  <c:v>9712</c:v>
                </c:pt>
                <c:pt idx="14063">
                  <c:v>9713</c:v>
                </c:pt>
                <c:pt idx="14014">
                  <c:v>9714</c:v>
                </c:pt>
                <c:pt idx="13965">
                  <c:v>9715</c:v>
                </c:pt>
                <c:pt idx="13916">
                  <c:v>9716</c:v>
                </c:pt>
                <c:pt idx="13867">
                  <c:v>9717</c:v>
                </c:pt>
                <c:pt idx="13818">
                  <c:v>9718</c:v>
                </c:pt>
                <c:pt idx="13769">
                  <c:v>9719</c:v>
                </c:pt>
                <c:pt idx="13720">
                  <c:v>9720</c:v>
                </c:pt>
                <c:pt idx="13671">
                  <c:v>9721</c:v>
                </c:pt>
                <c:pt idx="13622">
                  <c:v>9722</c:v>
                </c:pt>
                <c:pt idx="13573">
                  <c:v>9723</c:v>
                </c:pt>
                <c:pt idx="13524">
                  <c:v>9724</c:v>
                </c:pt>
                <c:pt idx="13475">
                  <c:v>9725</c:v>
                </c:pt>
                <c:pt idx="13426">
                  <c:v>9726</c:v>
                </c:pt>
                <c:pt idx="13377">
                  <c:v>9727</c:v>
                </c:pt>
                <c:pt idx="13328">
                  <c:v>9728</c:v>
                </c:pt>
                <c:pt idx="13279">
                  <c:v>9729</c:v>
                </c:pt>
                <c:pt idx="13230">
                  <c:v>9730</c:v>
                </c:pt>
                <c:pt idx="13181">
                  <c:v>9731</c:v>
                </c:pt>
                <c:pt idx="13132">
                  <c:v>9732</c:v>
                </c:pt>
                <c:pt idx="13083">
                  <c:v>9733</c:v>
                </c:pt>
                <c:pt idx="13034">
                  <c:v>9734</c:v>
                </c:pt>
                <c:pt idx="12985">
                  <c:v>9735</c:v>
                </c:pt>
                <c:pt idx="12936">
                  <c:v>9736</c:v>
                </c:pt>
                <c:pt idx="12887">
                  <c:v>9737</c:v>
                </c:pt>
                <c:pt idx="12838">
                  <c:v>9738</c:v>
                </c:pt>
                <c:pt idx="12789">
                  <c:v>9739</c:v>
                </c:pt>
                <c:pt idx="12740">
                  <c:v>9740</c:v>
                </c:pt>
                <c:pt idx="12691">
                  <c:v>9741</c:v>
                </c:pt>
                <c:pt idx="12642">
                  <c:v>9742</c:v>
                </c:pt>
                <c:pt idx="12593">
                  <c:v>9743</c:v>
                </c:pt>
                <c:pt idx="12544">
                  <c:v>9744</c:v>
                </c:pt>
                <c:pt idx="12495">
                  <c:v>9745</c:v>
                </c:pt>
                <c:pt idx="12446">
                  <c:v>9746</c:v>
                </c:pt>
                <c:pt idx="12397">
                  <c:v>9747</c:v>
                </c:pt>
                <c:pt idx="12348">
                  <c:v>9748</c:v>
                </c:pt>
                <c:pt idx="12299">
                  <c:v>9749</c:v>
                </c:pt>
                <c:pt idx="12250">
                  <c:v>9750</c:v>
                </c:pt>
                <c:pt idx="12201">
                  <c:v>9751</c:v>
                </c:pt>
                <c:pt idx="12152">
                  <c:v>9752</c:v>
                </c:pt>
                <c:pt idx="12103">
                  <c:v>9753</c:v>
                </c:pt>
                <c:pt idx="12054">
                  <c:v>9754</c:v>
                </c:pt>
                <c:pt idx="12005">
                  <c:v>9755</c:v>
                </c:pt>
                <c:pt idx="11956">
                  <c:v>9756</c:v>
                </c:pt>
                <c:pt idx="11907">
                  <c:v>9757</c:v>
                </c:pt>
                <c:pt idx="11858">
                  <c:v>9758</c:v>
                </c:pt>
                <c:pt idx="11809">
                  <c:v>9759</c:v>
                </c:pt>
                <c:pt idx="11760">
                  <c:v>9760</c:v>
                </c:pt>
                <c:pt idx="11711">
                  <c:v>9761</c:v>
                </c:pt>
                <c:pt idx="11662">
                  <c:v>9762</c:v>
                </c:pt>
                <c:pt idx="11613">
                  <c:v>9763</c:v>
                </c:pt>
                <c:pt idx="11564">
                  <c:v>9764</c:v>
                </c:pt>
                <c:pt idx="11515">
                  <c:v>9765</c:v>
                </c:pt>
                <c:pt idx="11466">
                  <c:v>9766</c:v>
                </c:pt>
                <c:pt idx="11417">
                  <c:v>9767</c:v>
                </c:pt>
                <c:pt idx="11368">
                  <c:v>9768</c:v>
                </c:pt>
                <c:pt idx="11319">
                  <c:v>9769</c:v>
                </c:pt>
                <c:pt idx="11270">
                  <c:v>9770</c:v>
                </c:pt>
                <c:pt idx="11221">
                  <c:v>9771</c:v>
                </c:pt>
                <c:pt idx="11172">
                  <c:v>9772</c:v>
                </c:pt>
                <c:pt idx="11123">
                  <c:v>9773</c:v>
                </c:pt>
                <c:pt idx="11074">
                  <c:v>9774</c:v>
                </c:pt>
                <c:pt idx="11025">
                  <c:v>9775</c:v>
                </c:pt>
                <c:pt idx="10976">
                  <c:v>9776</c:v>
                </c:pt>
                <c:pt idx="10927">
                  <c:v>9777</c:v>
                </c:pt>
                <c:pt idx="10878">
                  <c:v>9778</c:v>
                </c:pt>
                <c:pt idx="10829">
                  <c:v>9779</c:v>
                </c:pt>
                <c:pt idx="10780">
                  <c:v>9780</c:v>
                </c:pt>
                <c:pt idx="10731">
                  <c:v>9781</c:v>
                </c:pt>
                <c:pt idx="10682">
                  <c:v>9782</c:v>
                </c:pt>
                <c:pt idx="10633">
                  <c:v>9783</c:v>
                </c:pt>
                <c:pt idx="10584">
                  <c:v>9784</c:v>
                </c:pt>
                <c:pt idx="10535">
                  <c:v>9785</c:v>
                </c:pt>
                <c:pt idx="10486">
                  <c:v>9786</c:v>
                </c:pt>
                <c:pt idx="10437">
                  <c:v>9787</c:v>
                </c:pt>
                <c:pt idx="10388">
                  <c:v>9788</c:v>
                </c:pt>
                <c:pt idx="10339">
                  <c:v>9789</c:v>
                </c:pt>
                <c:pt idx="10290">
                  <c:v>9790</c:v>
                </c:pt>
                <c:pt idx="10241">
                  <c:v>9791</c:v>
                </c:pt>
                <c:pt idx="10192">
                  <c:v>9792</c:v>
                </c:pt>
                <c:pt idx="10143">
                  <c:v>9793</c:v>
                </c:pt>
                <c:pt idx="10094">
                  <c:v>9794</c:v>
                </c:pt>
                <c:pt idx="10045">
                  <c:v>9795</c:v>
                </c:pt>
                <c:pt idx="9996">
                  <c:v>9796</c:v>
                </c:pt>
                <c:pt idx="9947">
                  <c:v>9797</c:v>
                </c:pt>
                <c:pt idx="9898">
                  <c:v>9798</c:v>
                </c:pt>
                <c:pt idx="9849">
                  <c:v>9799</c:v>
                </c:pt>
                <c:pt idx="9800">
                  <c:v>9800</c:v>
                </c:pt>
                <c:pt idx="9751">
                  <c:v>9801</c:v>
                </c:pt>
                <c:pt idx="9702">
                  <c:v>9802</c:v>
                </c:pt>
                <c:pt idx="9653">
                  <c:v>9803</c:v>
                </c:pt>
                <c:pt idx="9604">
                  <c:v>9804</c:v>
                </c:pt>
                <c:pt idx="9555">
                  <c:v>9805</c:v>
                </c:pt>
                <c:pt idx="9506">
                  <c:v>9806</c:v>
                </c:pt>
                <c:pt idx="9457">
                  <c:v>9807</c:v>
                </c:pt>
                <c:pt idx="9408">
                  <c:v>9808</c:v>
                </c:pt>
                <c:pt idx="9359">
                  <c:v>9809</c:v>
                </c:pt>
                <c:pt idx="9310">
                  <c:v>9810</c:v>
                </c:pt>
                <c:pt idx="9261">
                  <c:v>9811</c:v>
                </c:pt>
                <c:pt idx="9212">
                  <c:v>9812</c:v>
                </c:pt>
                <c:pt idx="9163">
                  <c:v>9813</c:v>
                </c:pt>
                <c:pt idx="9114">
                  <c:v>9814</c:v>
                </c:pt>
                <c:pt idx="9065">
                  <c:v>9815</c:v>
                </c:pt>
                <c:pt idx="9016">
                  <c:v>9816</c:v>
                </c:pt>
                <c:pt idx="8967">
                  <c:v>9817</c:v>
                </c:pt>
                <c:pt idx="8918">
                  <c:v>9818</c:v>
                </c:pt>
                <c:pt idx="8869">
                  <c:v>9819</c:v>
                </c:pt>
                <c:pt idx="8820">
                  <c:v>9820</c:v>
                </c:pt>
                <c:pt idx="8771">
                  <c:v>9821</c:v>
                </c:pt>
                <c:pt idx="8722">
                  <c:v>9822</c:v>
                </c:pt>
                <c:pt idx="8673">
                  <c:v>9823</c:v>
                </c:pt>
                <c:pt idx="8624">
                  <c:v>9824</c:v>
                </c:pt>
                <c:pt idx="8575">
                  <c:v>9825</c:v>
                </c:pt>
                <c:pt idx="8526">
                  <c:v>9826</c:v>
                </c:pt>
                <c:pt idx="8477">
                  <c:v>9827</c:v>
                </c:pt>
                <c:pt idx="8428">
                  <c:v>9828</c:v>
                </c:pt>
                <c:pt idx="8379">
                  <c:v>9829</c:v>
                </c:pt>
                <c:pt idx="8330">
                  <c:v>9830</c:v>
                </c:pt>
                <c:pt idx="8281">
                  <c:v>9831</c:v>
                </c:pt>
                <c:pt idx="8232">
                  <c:v>9832</c:v>
                </c:pt>
                <c:pt idx="8183">
                  <c:v>9833</c:v>
                </c:pt>
                <c:pt idx="8134">
                  <c:v>9834</c:v>
                </c:pt>
                <c:pt idx="8085">
                  <c:v>9835</c:v>
                </c:pt>
                <c:pt idx="8036">
                  <c:v>9836</c:v>
                </c:pt>
                <c:pt idx="7987">
                  <c:v>9837</c:v>
                </c:pt>
                <c:pt idx="7938">
                  <c:v>9838</c:v>
                </c:pt>
                <c:pt idx="7889">
                  <c:v>9839</c:v>
                </c:pt>
                <c:pt idx="7840">
                  <c:v>9840</c:v>
                </c:pt>
                <c:pt idx="7791">
                  <c:v>9841</c:v>
                </c:pt>
                <c:pt idx="7742">
                  <c:v>9842</c:v>
                </c:pt>
                <c:pt idx="7693">
                  <c:v>9843</c:v>
                </c:pt>
                <c:pt idx="7644">
                  <c:v>9844</c:v>
                </c:pt>
                <c:pt idx="7595">
                  <c:v>9845</c:v>
                </c:pt>
                <c:pt idx="7546">
                  <c:v>9846</c:v>
                </c:pt>
                <c:pt idx="7497">
                  <c:v>9847</c:v>
                </c:pt>
                <c:pt idx="7448">
                  <c:v>9848</c:v>
                </c:pt>
                <c:pt idx="7399">
                  <c:v>9849</c:v>
                </c:pt>
                <c:pt idx="7350">
                  <c:v>9850</c:v>
                </c:pt>
                <c:pt idx="7301">
                  <c:v>9851</c:v>
                </c:pt>
                <c:pt idx="7252">
                  <c:v>9852</c:v>
                </c:pt>
                <c:pt idx="7203">
                  <c:v>9853</c:v>
                </c:pt>
                <c:pt idx="7154">
                  <c:v>9854</c:v>
                </c:pt>
                <c:pt idx="7105">
                  <c:v>9855</c:v>
                </c:pt>
                <c:pt idx="7056">
                  <c:v>9856</c:v>
                </c:pt>
                <c:pt idx="7007">
                  <c:v>9857</c:v>
                </c:pt>
                <c:pt idx="6958">
                  <c:v>9858</c:v>
                </c:pt>
                <c:pt idx="6909">
                  <c:v>9859</c:v>
                </c:pt>
                <c:pt idx="6860">
                  <c:v>9860</c:v>
                </c:pt>
                <c:pt idx="6811">
                  <c:v>9861</c:v>
                </c:pt>
                <c:pt idx="6762">
                  <c:v>9862</c:v>
                </c:pt>
                <c:pt idx="6713">
                  <c:v>9863</c:v>
                </c:pt>
                <c:pt idx="6664">
                  <c:v>9864</c:v>
                </c:pt>
                <c:pt idx="6615">
                  <c:v>9865</c:v>
                </c:pt>
                <c:pt idx="6566">
                  <c:v>9866</c:v>
                </c:pt>
                <c:pt idx="6517">
                  <c:v>9867</c:v>
                </c:pt>
                <c:pt idx="6468">
                  <c:v>9868</c:v>
                </c:pt>
                <c:pt idx="6419">
                  <c:v>9869</c:v>
                </c:pt>
                <c:pt idx="6370">
                  <c:v>9870</c:v>
                </c:pt>
                <c:pt idx="6321">
                  <c:v>9871</c:v>
                </c:pt>
                <c:pt idx="6272">
                  <c:v>9872</c:v>
                </c:pt>
                <c:pt idx="6223">
                  <c:v>9873</c:v>
                </c:pt>
                <c:pt idx="6174">
                  <c:v>9874</c:v>
                </c:pt>
                <c:pt idx="6125">
                  <c:v>9875</c:v>
                </c:pt>
                <c:pt idx="6076">
                  <c:v>9876</c:v>
                </c:pt>
                <c:pt idx="6027">
                  <c:v>9877</c:v>
                </c:pt>
                <c:pt idx="5978">
                  <c:v>9878</c:v>
                </c:pt>
                <c:pt idx="5929">
                  <c:v>9879</c:v>
                </c:pt>
                <c:pt idx="5880">
                  <c:v>9880</c:v>
                </c:pt>
                <c:pt idx="5831">
                  <c:v>9881</c:v>
                </c:pt>
                <c:pt idx="5782">
                  <c:v>9882</c:v>
                </c:pt>
                <c:pt idx="5733">
                  <c:v>9883</c:v>
                </c:pt>
                <c:pt idx="5684">
                  <c:v>9884</c:v>
                </c:pt>
                <c:pt idx="5635">
                  <c:v>9885</c:v>
                </c:pt>
                <c:pt idx="5586">
                  <c:v>9886</c:v>
                </c:pt>
                <c:pt idx="5537">
                  <c:v>9887</c:v>
                </c:pt>
                <c:pt idx="5488">
                  <c:v>9888</c:v>
                </c:pt>
                <c:pt idx="5439">
                  <c:v>9889</c:v>
                </c:pt>
                <c:pt idx="5390">
                  <c:v>9890</c:v>
                </c:pt>
                <c:pt idx="5341">
                  <c:v>9891</c:v>
                </c:pt>
                <c:pt idx="5292">
                  <c:v>9892</c:v>
                </c:pt>
                <c:pt idx="5243">
                  <c:v>9893</c:v>
                </c:pt>
                <c:pt idx="5194">
                  <c:v>9894</c:v>
                </c:pt>
                <c:pt idx="5145">
                  <c:v>9895</c:v>
                </c:pt>
                <c:pt idx="5096">
                  <c:v>9896</c:v>
                </c:pt>
                <c:pt idx="5047">
                  <c:v>9897</c:v>
                </c:pt>
                <c:pt idx="4998">
                  <c:v>9898</c:v>
                </c:pt>
                <c:pt idx="4949">
                  <c:v>9899</c:v>
                </c:pt>
                <c:pt idx="4900">
                  <c:v>9900</c:v>
                </c:pt>
                <c:pt idx="4851">
                  <c:v>9901</c:v>
                </c:pt>
                <c:pt idx="4802">
                  <c:v>9902</c:v>
                </c:pt>
                <c:pt idx="4753">
                  <c:v>9903</c:v>
                </c:pt>
                <c:pt idx="4704">
                  <c:v>9904</c:v>
                </c:pt>
                <c:pt idx="4655">
                  <c:v>9905</c:v>
                </c:pt>
                <c:pt idx="4606">
                  <c:v>9906</c:v>
                </c:pt>
                <c:pt idx="4557">
                  <c:v>9907</c:v>
                </c:pt>
                <c:pt idx="4508">
                  <c:v>9908</c:v>
                </c:pt>
                <c:pt idx="4459">
                  <c:v>9909</c:v>
                </c:pt>
                <c:pt idx="4410">
                  <c:v>9910</c:v>
                </c:pt>
                <c:pt idx="4361">
                  <c:v>9911</c:v>
                </c:pt>
                <c:pt idx="4312">
                  <c:v>9912</c:v>
                </c:pt>
                <c:pt idx="4263">
                  <c:v>9913</c:v>
                </c:pt>
                <c:pt idx="4214">
                  <c:v>9914</c:v>
                </c:pt>
                <c:pt idx="4165">
                  <c:v>9915</c:v>
                </c:pt>
                <c:pt idx="4116">
                  <c:v>9916</c:v>
                </c:pt>
                <c:pt idx="4067">
                  <c:v>9917</c:v>
                </c:pt>
                <c:pt idx="4018">
                  <c:v>9918</c:v>
                </c:pt>
                <c:pt idx="3969">
                  <c:v>9919</c:v>
                </c:pt>
                <c:pt idx="3920">
                  <c:v>9920</c:v>
                </c:pt>
                <c:pt idx="3871">
                  <c:v>9921</c:v>
                </c:pt>
                <c:pt idx="3822">
                  <c:v>9922</c:v>
                </c:pt>
                <c:pt idx="3773">
                  <c:v>9923</c:v>
                </c:pt>
                <c:pt idx="3724">
                  <c:v>9924</c:v>
                </c:pt>
                <c:pt idx="3675">
                  <c:v>9925</c:v>
                </c:pt>
                <c:pt idx="3626">
                  <c:v>9926</c:v>
                </c:pt>
                <c:pt idx="3577">
                  <c:v>9927</c:v>
                </c:pt>
                <c:pt idx="3528">
                  <c:v>9928</c:v>
                </c:pt>
                <c:pt idx="3479">
                  <c:v>9929</c:v>
                </c:pt>
                <c:pt idx="3430">
                  <c:v>9930</c:v>
                </c:pt>
                <c:pt idx="3381">
                  <c:v>9931</c:v>
                </c:pt>
                <c:pt idx="3332">
                  <c:v>9932</c:v>
                </c:pt>
                <c:pt idx="3283">
                  <c:v>9933</c:v>
                </c:pt>
                <c:pt idx="3234">
                  <c:v>9934</c:v>
                </c:pt>
                <c:pt idx="3185">
                  <c:v>9935</c:v>
                </c:pt>
                <c:pt idx="3136">
                  <c:v>9936</c:v>
                </c:pt>
                <c:pt idx="3087">
                  <c:v>9937</c:v>
                </c:pt>
                <c:pt idx="3038">
                  <c:v>9938</c:v>
                </c:pt>
                <c:pt idx="2989">
                  <c:v>9939</c:v>
                </c:pt>
                <c:pt idx="2940">
                  <c:v>9940</c:v>
                </c:pt>
                <c:pt idx="2891">
                  <c:v>9941</c:v>
                </c:pt>
                <c:pt idx="2842">
                  <c:v>9942</c:v>
                </c:pt>
                <c:pt idx="2793">
                  <c:v>9943</c:v>
                </c:pt>
                <c:pt idx="2744">
                  <c:v>9944</c:v>
                </c:pt>
                <c:pt idx="2695">
                  <c:v>9945</c:v>
                </c:pt>
                <c:pt idx="2646">
                  <c:v>9946</c:v>
                </c:pt>
                <c:pt idx="2597">
                  <c:v>9947</c:v>
                </c:pt>
                <c:pt idx="2548">
                  <c:v>9948</c:v>
                </c:pt>
                <c:pt idx="2499">
                  <c:v>9949</c:v>
                </c:pt>
                <c:pt idx="2450">
                  <c:v>9950</c:v>
                </c:pt>
                <c:pt idx="2401">
                  <c:v>9951</c:v>
                </c:pt>
                <c:pt idx="2352">
                  <c:v>9952</c:v>
                </c:pt>
                <c:pt idx="2303">
                  <c:v>9953</c:v>
                </c:pt>
                <c:pt idx="2254">
                  <c:v>9954</c:v>
                </c:pt>
                <c:pt idx="2205">
                  <c:v>9955</c:v>
                </c:pt>
                <c:pt idx="2156">
                  <c:v>9956</c:v>
                </c:pt>
                <c:pt idx="2107">
                  <c:v>9957</c:v>
                </c:pt>
                <c:pt idx="2058">
                  <c:v>9958</c:v>
                </c:pt>
                <c:pt idx="2009">
                  <c:v>9959</c:v>
                </c:pt>
                <c:pt idx="1960">
                  <c:v>9960</c:v>
                </c:pt>
                <c:pt idx="1911">
                  <c:v>9961</c:v>
                </c:pt>
                <c:pt idx="1862">
                  <c:v>9962</c:v>
                </c:pt>
                <c:pt idx="1813">
                  <c:v>9963</c:v>
                </c:pt>
                <c:pt idx="1764">
                  <c:v>9964</c:v>
                </c:pt>
                <c:pt idx="1715">
                  <c:v>9965</c:v>
                </c:pt>
                <c:pt idx="1666">
                  <c:v>9966</c:v>
                </c:pt>
                <c:pt idx="1617">
                  <c:v>9967</c:v>
                </c:pt>
                <c:pt idx="1568">
                  <c:v>9968</c:v>
                </c:pt>
                <c:pt idx="1519">
                  <c:v>9969</c:v>
                </c:pt>
                <c:pt idx="1470">
                  <c:v>9970</c:v>
                </c:pt>
                <c:pt idx="1421">
                  <c:v>9971</c:v>
                </c:pt>
                <c:pt idx="1372">
                  <c:v>9972</c:v>
                </c:pt>
                <c:pt idx="1323">
                  <c:v>9973</c:v>
                </c:pt>
                <c:pt idx="1274">
                  <c:v>9974</c:v>
                </c:pt>
                <c:pt idx="1225">
                  <c:v>9975</c:v>
                </c:pt>
                <c:pt idx="1176">
                  <c:v>9976</c:v>
                </c:pt>
                <c:pt idx="1127">
                  <c:v>9977</c:v>
                </c:pt>
                <c:pt idx="1078">
                  <c:v>9978</c:v>
                </c:pt>
                <c:pt idx="1029">
                  <c:v>9979</c:v>
                </c:pt>
                <c:pt idx="980">
                  <c:v>9980</c:v>
                </c:pt>
                <c:pt idx="931">
                  <c:v>9981</c:v>
                </c:pt>
                <c:pt idx="882">
                  <c:v>9982</c:v>
                </c:pt>
                <c:pt idx="833">
                  <c:v>9983</c:v>
                </c:pt>
                <c:pt idx="784">
                  <c:v>9984</c:v>
                </c:pt>
                <c:pt idx="735">
                  <c:v>9985</c:v>
                </c:pt>
                <c:pt idx="686">
                  <c:v>9986</c:v>
                </c:pt>
                <c:pt idx="637">
                  <c:v>9987</c:v>
                </c:pt>
                <c:pt idx="588">
                  <c:v>9988</c:v>
                </c:pt>
                <c:pt idx="539">
                  <c:v>9989</c:v>
                </c:pt>
                <c:pt idx="490">
                  <c:v>9990</c:v>
                </c:pt>
                <c:pt idx="441">
                  <c:v>9991</c:v>
                </c:pt>
                <c:pt idx="392">
                  <c:v>9992</c:v>
                </c:pt>
                <c:pt idx="343">
                  <c:v>9993</c:v>
                </c:pt>
                <c:pt idx="294">
                  <c:v>9994</c:v>
                </c:pt>
                <c:pt idx="245">
                  <c:v>9995</c:v>
                </c:pt>
                <c:pt idx="196">
                  <c:v>9996</c:v>
                </c:pt>
                <c:pt idx="147">
                  <c:v>9997</c:v>
                </c:pt>
                <c:pt idx="98">
                  <c:v>9998</c:v>
                </c:pt>
                <c:pt idx="49">
                  <c:v>9999</c:v>
                </c:pt>
              </c:numCache>
            </c:numRef>
          </c:val>
        </c:ser>
        <c:ser>
          <c:tx>
            <c:v>__proto__</c:v>
          </c:tx>
          <c:cat>
            <c:strRef>
              <c:strCache>
                <c:ptCount val="999999"/>
                <c:pt idx="490000">
                  <c:v>k0</c:v>
                </c:pt>
                <c:pt idx="489951">
                  <c:v>k1</c:v>
                </c:pt>
                <c:pt idx="489902">
                  <c:v>k2</c:v>
                </c:pt>
                <c:pt idx="489853">
                  <c:v>k3</c:v>
                </c:pt>
                <c:pt idx="489804">
                  <c:v>k4</c:v>
                </c:pt>
                <c:pt idx="489755">
                  <c:v>k5</c:v>
                </c:pt>
                <c:pt idx="489706">
                  <c:v>k6</c:v>
                </c:pt>
                <c:pt idx="489657">
                  <c:v>k7</c:v>
                </c:pt>
                <c:pt idx="489608">
                  <c:v>k8</c:v>
                </c:pt>
                <c:pt idx="489559">
                  <c:v>k9</c:v>
                </c:pt>
                <c:pt idx="489510">
                  <c:v>k10</c:v>
                </c:pt>
                <c:pt idx="489461">
                  <c:v>k11</c:v>
                </c:pt>
                <c:pt idx="489412">
                  <c:v>k12</c:v>
                </c:pt>
                <c:pt idx="489363">
                  <c:v>k13</c:v>
                </c:pt>
                <c:pt idx="489314">
                  <c:v>k14</c:v>
                </c:pt>
                <c:pt idx="489265">
                  <c:v>k15</c:v>
                </c:pt>
                <c:pt idx="489216">
                  <c:v>k16</c:v>
                </c:pt>
                <c:pt idx="489167">
                  <c:v>k17</c:v>
                </c:pt>
                <c:pt idx="489118">
                  <c:v>k18</c:v>
                </c:pt>
                <c:pt idx="489069">
                  <c:v>k19</c:v>
                </c:pt>
                <c:pt idx="489020">
                  <c:v>k20</c:v>
                </c:pt>
                <c:pt idx="488971">
                  <c:v>k21</c:v>
                </c:pt>
                <c:pt idx="488922">
                  <c:v>k22</c:v>
                </c:pt>
                <c:pt idx="488873">
                  <c:v>k23</c:v>
                </c:pt>
                <c:pt idx="488824">
                  <c:v>k24</c:v>
                </c:pt>
                <c:pt idx="488775">
                  <c:v>k25</c:v>
                </c:pt>
                <c:pt idx="488726">
                  <c:v>k26</c:v>
                </c:pt>
                <c:pt idx="488677">
                  <c:v>k27</c:v>
                </c:pt>
                <c:pt idx="488628">
                  <c:v>k28</c:v>
                </c:pt>
                <c:pt idx="488579">
                  <c:v>k29</c:v>
                </c:pt>
                <c:pt idx="488530">
                  <c:v>k30</c:v>
                </c:pt>
                <c:pt idx="488481">
                  <c:v>k31</c:v>
                </c:pt>
                <c:pt idx="488432">
                  <c:v>k32</c:v>
                </c:pt>
                <c:pt idx="488383">
                  <c:v>k33</c:v>
                </c:pt>
                <c:pt idx="488334">
                  <c:v>k34</c:v>
                </c:pt>
                <c:pt idx="488285">
                  <c:v>k35</c:v>
                </c:pt>
                <c:pt idx="488236">
                  <c:v>k36</c:v>
                </c:pt>
                <c:pt idx="488187">
                  <c:v>k37</c:v>
                </c:pt>
                <c:pt idx="488138">
                  <c:v>k38</c:v>
                </c:pt>
                <c:pt idx="488089">
                  <c:v>k39</c:v>
                </c:pt>
                <c:pt idx="488040">
                  <c:v>k40</c:v>
                </c:pt>
                <c:pt idx="487991">
                  <c:v>k41</c:v>
                </c:pt>
                <c:pt idx="487942">
                  <c:v>k42</c:v>
                </c:pt>
                <c:pt idx="487893">
                  <c:v>k43</c:v>
                </c:pt>
                <c:pt idx="487844">
                  <c:v>k44</c:v>
                </c:pt>
                <c:pt idx="487795">
                  <c:v>k45</c:v>
                </c:pt>
                <c:pt idx="487746">
                  <c:v>k46</c:v>
                </c:pt>
                <c:pt idx="487697">
                  <c:v>k47</c:v>
                </c:pt>
                <c:pt idx="487648">
                  <c:v>k48</c:v>
                </c:pt>
                <c:pt idx="487599">
                  <c:v>k49</c:v>
                </c:pt>
                <c:pt idx="487550">
                  <c:v>k50</c:v>
                </c:pt>
                <c:pt idx="487501">
                  <c:v>k51</c:v>
                </c:pt>
                <c:pt idx="487452">
                  <c:v>k52</c:v>
                </c:pt>
                <c:pt idx="487403">
                  <c:v>k53</c:v>
                </c:pt>
                <c:pt idx="487354">
                  <c:v>k54</c:v>
                </c:pt>
                <c:pt idx="487305">
                  <c:v>k55</c:v>
                </c:pt>
                <c:pt idx="487256">
                  <c:v>k56</c:v>
                </c:pt>
                <c:pt idx="487207">
                  <c:v>k57</c:v>
                </c:pt>
                <c:pt idx="487158">
                  <c:v>k58</c:v>
                </c:pt>
                <c:pt idx="487109">
                  <c:v>k59</c:v>
                </c:pt>
                <c:pt idx="487060">
                  <c:v>k60</c:v>
                </c:pt>
                <c:pt idx="487011">
                  <c:v>k61</c:v>
                </c:pt>
                <c:pt idx="486962">
                  <c:v>k62</c:v>
                </c:pt>
                <c:pt idx="486913">
                  <c:v>k63</c:v>
                </c:pt>
                <c:pt idx="486864">
                  <c:v>k64</c:v>
                </c:pt>
                <c:pt idx="486815">
                  <c:v>k65</c:v>
                </c:pt>
                <c:pt idx="486766">
                  <c:v>k66</c:v>
                </c:pt>
                <c:pt idx="486717">
                  <c:v>k67</c:v>
                </c:pt>
                <c:pt idx="486668">
                  <c:v>k68</c:v>
                </c:pt>
                <c:pt idx="486619">
                  <c:v>k69</c:v>
                </c:pt>
                <c:pt idx="486570">
                  <c:v>k70</c:v>
                </c:pt>
                <c:pt idx="486521">
                  <c:v>k71</c:v>
                </c:pt>
                <c:pt idx="486472">
                  <c:v>k72</c:v>
                </c:pt>
                <c:pt idx="486423">
                  <c:v>k73</c:v>
                </c:pt>
                <c:pt idx="486374">
                  <c:v>k74</c:v>
                </c:pt>
                <c:pt idx="486325">
                  <c:v>k75</c:v>
                </c:pt>
                <c:pt idx="486276">
                  <c:v>k76</c:v>
                </c:pt>
                <c:pt idx="486227">
                  <c:v>k77</c:v>
                </c:pt>
                <c:pt idx="486178">
                  <c:v>k78</c:v>
                </c:pt>
                <c:pt idx="486129">
                  <c:v>k79</c:v>
                </c:pt>
                <c:pt idx="486080">
                  <c:v>k80</c:v>
                </c:pt>
                <c:pt idx="486031">
                  <c:v>k81</c:v>
                </c:pt>
                <c:pt idx="485982">
                  <c:v>k82</c:v>
                </c:pt>
                <c:pt idx="485933">
                  <c:v>k83</c:v>
                </c:pt>
                <c:pt idx="485884">
                  <c:v>k84</c:v>
                </c:pt>
                <c:pt idx="485835">
                  <c:v>k85</c:v>
                </c:pt>
                <c:pt idx="485786">
                  <c:v>k86</c:v>
                </c:pt>
                <c:pt idx="485737">
                  <c:v>k87</c:v>
                </c:pt>
                <c:pt idx="485688">
                  <c:v>k88</c:v>
                </c:pt>
                <c:pt idx="485639">
                  <c:v>k89</c:v>
                </c:pt>
                <c:pt idx="485590">
                  <c:v>k90</c:v>
                </c:pt>
                <c:pt idx="485541">
                  <c:v>k91</c:v>
                </c:pt>
                <c:pt idx="485492">
                  <c:v>k92</c:v>
                </c:pt>
                <c:pt idx="485443">
                  <c:v>k93</c:v>
                </c:pt>
                <c:pt idx="485394">
                  <c:v>k94</c:v>
                </c:pt>
                <c:pt idx="485345">
                  <c:v>k95</c:v>
                </c:pt>
                <c:pt idx="485296">
                  <c:v>k96</c:v>
                </c:pt>
                <c:pt idx="485247">
                  <c:v>k97</c:v>
                </c:pt>
                <c:pt idx="485198">
                  <c:v>k98</c:v>
                </c:pt>
                <c:pt idx="485149">
                  <c:v>k99</c:v>
                </c:pt>
                <c:pt idx="485100">
                  <c:v>k100</c:v>
                </c:pt>
                <c:pt idx="485051">
                  <c:v>k101</c:v>
                </c:pt>
                <c:pt idx="485002">
                  <c:v>k102</c:v>
                </c:pt>
                <c:pt idx="484953">
                  <c:v>k103</c:v>
                </c:pt>
                <c:pt idx="484904">
                  <c:v>k104</c:v>
                </c:pt>
                <c:pt idx="484855">
                  <c:v>k105</c:v>
                </c:pt>
                <c:pt idx="484806">
                  <c:v>k106</c:v>
                </c:pt>
                <c:pt idx="484757">
                  <c:v>k107</c:v>
                </c:pt>
                <c:pt idx="484708">
                  <c:v>k108</c:v>
                </c:pt>
                <c:pt idx="484659">
                  <c:v>k109</c:v>
                </c:pt>
                <c:pt idx="484610">
                  <c:v>k110</c:v>
                </c:pt>
                <c:pt idx="484561">
                  <c:v>k111</c:v>
                </c:pt>
                <c:pt idx="484512">
                  <c:v>k112</c:v>
                </c:pt>
                <c:pt idx="484463">
                  <c:v>k113</c:v>
                </c:pt>
                <c:pt idx="484414">
                  <c:v>k114</c:v>
                </c:pt>
                <c:pt idx="484365">
                  <c:v>k115</c:v>
                </c:pt>
                <c:pt idx="484316">
                  <c:v>k116</c:v>
                </c:pt>
                <c:pt idx="484267">
                  <c:v>k117</c:v>
                </c:pt>
                <c:pt idx="484218">
                  <c:v>k118</c:v>
                </c:pt>
                <c:pt idx="484169">
                  <c:v>k119</c:v>
                </c:pt>
                <c:pt idx="484120">
                  <c:v>k120</c:v>
                </c:pt>
                <c:pt idx="484071">
                  <c:v>k121</c:v>
                </c:pt>
                <c:pt idx="484022">
                  <c:v>k122</c:v>
                </c:pt>
                <c:pt idx="483973">
                  <c:v>k123</c:v>
                </c:pt>
                <c:pt idx="483924">
                  <c:v>k124</c:v>
                </c:pt>
                <c:pt idx="483875">
                  <c:v>k125</c:v>
                </c:pt>
                <c:pt idx="483826">
                  <c:v>k126</c:v>
                </c:pt>
                <c:pt idx="483777">
                  <c:v>k127</c:v>
                </c:pt>
                <c:pt idx="483728">
                  <c:v>k128</c:v>
                </c:pt>
                <c:pt idx="483679">
                  <c:v>k129</c:v>
                </c:pt>
                <c:pt idx="483630">
                  <c:v>k130</c:v>
                </c:pt>
                <c:pt idx="483581">
                  <c:v>k131</c:v>
                </c:pt>
                <c:pt idx="483532">
                  <c:v>k132</c:v>
                </c:pt>
                <c:pt idx="483483">
                  <c:v>k133</c:v>
                </c:pt>
                <c:pt idx="483434">
                  <c:v>k134</c:v>
                </c:pt>
                <c:pt idx="483385">
                  <c:v>k135</c:v>
                </c:pt>
                <c:pt idx="483336">
                  <c:v>k136</c:v>
                </c:pt>
                <c:pt idx="483287">
                  <c:v>k137</c:v>
                </c:pt>
                <c:pt idx="483238">
                  <c:v>k138</c:v>
                </c:pt>
                <c:pt idx="483189">
                  <c:v>k139</c:v>
                </c:pt>
                <c:pt idx="483140">
                  <c:v>k140</c:v>
                </c:pt>
                <c:pt idx="483091">
                  <c:v>k141</c:v>
                </c:pt>
                <c:pt idx="483042">
                  <c:v>k142</c:v>
                </c:pt>
                <c:pt idx="482993">
                  <c:v>k143</c:v>
                </c:pt>
                <c:pt idx="482944">
                  <c:v>k144</c:v>
                </c:pt>
                <c:pt idx="482895">
                  <c:v>k145</c:v>
                </c:pt>
                <c:pt idx="482846">
                  <c:v>k146</c:v>
                </c:pt>
                <c:pt idx="482797">
                  <c:v>k147</c:v>
                </c:pt>
                <c:pt idx="482748">
                  <c:v>k148</c:v>
                </c:pt>
                <c:pt idx="482699">
                  <c:v>k149</c:v>
                </c:pt>
                <c:pt idx="482650">
                  <c:v>k150</c:v>
                </c:pt>
                <c:pt idx="482601">
                  <c:v>k151</c:v>
                </c:pt>
                <c:pt idx="482552">
                  <c:v>k152</c:v>
                </c:pt>
                <c:pt idx="482503">
                  <c:v>k153</c:v>
                </c:pt>
                <c:pt idx="482454">
                  <c:v>k154</c:v>
                </c:pt>
                <c:pt idx="482405">
                  <c:v>k155</c:v>
                </c:pt>
                <c:pt idx="482356">
                  <c:v>k156</c:v>
                </c:pt>
                <c:pt idx="482307">
                  <c:v>k157</c:v>
                </c:pt>
                <c:pt idx="482258">
                  <c:v>k158</c:v>
                </c:pt>
                <c:pt idx="482209">
                  <c:v>k159</c:v>
                </c:pt>
                <c:pt idx="482160">
                  <c:v>k160</c:v>
                </c:pt>
                <c:pt idx="482111">
                  <c:v>k161</c:v>
                </c:pt>
                <c:pt idx="482062">
                  <c:v>k162</c:v>
                </c:pt>
                <c:pt idx="482013">
                  <c:v>k163</c:v>
                </c:pt>
                <c:pt idx="481964">
                  <c:v>k164</c:v>
                </c:pt>
                <c:pt idx="481915">
                  <c:v>k165</c:v>
                </c:pt>
                <c:pt idx="481866">
                  <c:v>k166</c:v>
                </c:pt>
                <c:pt idx="481817">
                  <c:v>k167</c:v>
                </c:pt>
                <c:pt idx="481768">
                  <c:v>k168</c:v>
                </c:pt>
                <c:pt idx="481719">
                  <c:v>k169</c:v>
                </c:pt>
                <c:pt idx="481670">
                  <c:v>k170</c:v>
                </c:pt>
                <c:pt idx="481621">
                  <c:v>k171</c:v>
                </c:pt>
                <c:pt idx="481572">
                  <c:v>k172</c:v>
                </c:pt>
                <c:pt idx="481523">
                  <c:v>k173</c:v>
                </c:pt>
                <c:pt idx="481474">
                  <c:v>k174</c:v>
                </c:pt>
                <c:pt idx="481425">
                  <c:v>k175</c:v>
                </c:pt>
                <c:pt idx="481376">
                  <c:v>k176</c:v>
                </c:pt>
                <c:pt idx="481327">
                  <c:v>k177</c:v>
                </c:pt>
                <c:pt idx="481278">
                  <c:v>k178</c:v>
                </c:pt>
                <c:pt idx="481229">
                  <c:v>k179</c:v>
                </c:pt>
                <c:pt idx="481180">
                  <c:v>k180</c:v>
                </c:pt>
                <c:pt idx="481131">
                  <c:v>k181</c:v>
                </c:pt>
                <c:pt idx="481082">
                  <c:v>k182</c:v>
                </c:pt>
                <c:pt idx="481033">
                  <c:v>k183</c:v>
                </c:pt>
                <c:pt idx="480984">
                  <c:v>k184</c:v>
                </c:pt>
                <c:pt idx="480935">
                  <c:v>k185</c:v>
                </c:pt>
                <c:pt idx="480886">
                  <c:v>k186</c:v>
                </c:pt>
                <c:pt idx="480837">
                  <c:v>k187</c:v>
                </c:pt>
                <c:pt idx="480788">
                  <c:v>k188</c:v>
                </c:pt>
                <c:pt idx="480739">
                  <c:v>k189</c:v>
                </c:pt>
                <c:pt idx="480690">
                  <c:v>k190</c:v>
                </c:pt>
                <c:pt idx="480641">
                  <c:v>k191</c:v>
                </c:pt>
                <c:pt idx="480592">
                  <c:v>k192</c:v>
                </c:pt>
                <c:pt idx="480543">
                  <c:v>k193</c:v>
                </c:pt>
                <c:pt idx="480494">
                  <c:v>k194</c:v>
                </c:pt>
                <c:pt idx="480445">
                  <c:v>k195</c:v>
                </c:pt>
                <c:pt idx="480396">
                  <c:v>k196</c:v>
                </c:pt>
                <c:pt idx="480347">
                  <c:v>k197</c:v>
                </c:pt>
                <c:pt idx="480298">
                  <c:v>k198</c:v>
                </c:pt>
                <c:pt idx="480249">
                  <c:v>k199</c:v>
                </c:pt>
                <c:pt idx="480200">
                  <c:v>k200</c:v>
                </c:pt>
                <c:pt idx="480151">
                  <c:v>k201</c:v>
                </c:pt>
                <c:pt idx="480102">
                  <c:v>k202</c:v>
                </c:pt>
                <c:pt idx="480053">
                  <c:v>k203</c:v>
                </c:pt>
                <c:pt idx="480004">
                  <c:v>k204</c:v>
                </c:pt>
                <c:pt idx="479955">
                  <c:v>k205</c:v>
                </c:pt>
                <c:pt idx="479906">
                  <c:v>k206</c:v>
                </c:pt>
                <c:pt idx="479857">
                  <c:v>k207</c:v>
                </c:pt>
                <c:pt idx="479808">
                  <c:v>k208</c:v>
                </c:pt>
                <c:pt idx="479759">
                  <c:v>k209</c:v>
                </c:pt>
                <c:pt idx="479710">
                  <c:v>k210</c:v>
                </c:pt>
                <c:pt idx="479661">
                  <c:v>k211</c:v>
                </c:pt>
                <c:pt idx="479612">
                  <c:v>k212</c:v>
                </c:pt>
                <c:pt idx="479563">
                  <c:v>k213</c:v>
                </c:pt>
                <c:pt idx="479514">
                  <c:v>k214</c:v>
                </c:pt>
                <c:pt idx="479465">
                  <c:v>k215</c:v>
                </c:pt>
                <c:pt idx="479416">
                  <c:v>k216</c:v>
                </c:pt>
                <c:pt idx="479367">
                  <c:v>k217</c:v>
                </c:pt>
                <c:pt idx="479318">
                  <c:v>k218</c:v>
                </c:pt>
                <c:pt idx="479269">
                  <c:v>k219</c:v>
                </c:pt>
                <c:pt idx="479220">
                  <c:v>k220</c:v>
                </c:pt>
                <c:pt idx="479171">
                  <c:v>k221</c:v>
                </c:pt>
                <c:pt idx="479122">
                  <c:v>k222</c:v>
                </c:pt>
                <c:pt idx="479073">
                  <c:v>k223</c:v>
                </c:pt>
                <c:pt idx="479024">
                  <c:v>k224</c:v>
                </c:pt>
                <c:pt idx="478975">
                  <c:v>k225</c:v>
                </c:pt>
                <c:pt idx="478926">
                  <c:v>k226</c:v>
                </c:pt>
                <c:pt idx="478877">
                  <c:v>k227</c:v>
                </c:pt>
                <c:pt idx="478828">
                  <c:v>k228</c:v>
                </c:pt>
                <c:pt idx="478779">
                  <c:v>k229</c:v>
                </c:pt>
                <c:pt idx="478730">
                  <c:v>k230</c:v>
                </c:pt>
                <c:pt idx="478681">
                  <c:v>k231</c:v>
                </c:pt>
                <c:pt idx="478632">
                  <c:v>k232</c:v>
                </c:pt>
                <c:pt idx="478583">
                  <c:v>k233</c:v>
                </c:pt>
                <c:pt idx="478534">
                  <c:v>k234</c:v>
                </c:pt>
                <c:pt idx="478485">
                  <c:v>k235</c:v>
                </c:pt>
                <c:pt idx="478436">
                  <c:v>k236</c:v>
                </c:pt>
                <c:pt idx="478387">
                  <c:v>k237</c:v>
                </c:pt>
                <c:pt idx="478338">
                  <c:v>k238</c:v>
                </c:pt>
                <c:pt idx="478289">
                  <c:v>k239</c:v>
                </c:pt>
                <c:pt idx="478240">
                  <c:v>k240</c:v>
                </c:pt>
                <c:pt idx="478191">
                  <c:v>k241</c:v>
                </c:pt>
                <c:pt idx="478142">
                  <c:v>k242</c:v>
                </c:pt>
                <c:pt idx="478093">
                  <c:v>k243</c:v>
                </c:pt>
                <c:pt idx="478044">
                  <c:v>k244</c:v>
                </c:pt>
                <c:pt idx="477995">
                  <c:v>k245</c:v>
                </c:pt>
                <c:pt idx="477946">
                  <c:v>k246</c:v>
                </c:pt>
                <c:pt idx="477897">
                  <c:v>k247</c:v>
                </c:pt>
                <c:pt idx="477848">
                  <c:v>k248</c:v>
                </c:pt>
                <c:pt idx="477799">
                  <c:v>k249</c:v>
                </c:pt>
                <c:pt idx="477750">
                  <c:v>k250</c:v>
                </c:pt>
                <c:pt idx="477701">
                  <c:v>k251</c:v>
                </c:pt>
                <c:pt idx="477652">
                  <c:v>k252</c:v>
                </c:pt>
                <c:pt idx="477603">
                  <c:v>k253</c:v>
                </c:pt>
                <c:pt idx="477554">
                  <c:v>k254</c:v>
                </c:pt>
                <c:pt idx="477505">
                  <c:v>k255</c:v>
                </c:pt>
                <c:pt idx="477456">
                  <c:v>k256</c:v>
                </c:pt>
                <c:pt idx="477407">
                  <c:v>k257</c:v>
                </c:pt>
                <c:pt idx="477358">
                  <c:v>k258</c:v>
                </c:pt>
                <c:pt idx="477309">
                  <c:v>k259</c:v>
                </c:pt>
                <c:pt idx="477260">
                  <c:v>k260</c:v>
                </c:pt>
                <c:pt idx="477211">
                  <c:v>k261</c:v>
                </c:pt>
                <c:pt idx="477162">
                  <c:v>k262</c:v>
                </c:pt>
                <c:pt idx="477113">
                  <c:v>k263</c:v>
                </c:pt>
                <c:pt idx="477064">
                  <c:v>k264</c:v>
                </c:pt>
                <c:pt idx="477015">
                  <c:v>k265</c:v>
                </c:pt>
                <c:pt idx="476966">
                  <c:v>k266</c:v>
                </c:pt>
                <c:pt idx="476917">
                  <c:v>k267</c:v>
                </c:pt>
                <c:pt idx="476868">
                  <c:v>k268</c:v>
                </c:pt>
                <c:pt idx="476819">
                  <c:v>k269</c:v>
                </c:pt>
                <c:pt idx="476770">
                  <c:v>k270</c:v>
                </c:pt>
                <c:pt idx="476721">
                  <c:v>k271</c:v>
                </c:pt>
                <c:pt idx="476672">
                  <c:v>k272</c:v>
                </c:pt>
                <c:pt idx="476623">
                  <c:v>k273</c:v>
                </c:pt>
                <c:pt idx="476574">
                  <c:v>k274</c:v>
                </c:pt>
                <c:pt idx="476525">
                  <c:v>k275</c:v>
                </c:pt>
                <c:pt idx="476476">
                  <c:v>k276</c:v>
                </c:pt>
                <c:pt idx="476427">
                  <c:v>k277</c:v>
                </c:pt>
                <c:pt idx="476378">
                  <c:v>k278</c:v>
                </c:pt>
                <c:pt idx="476329">
                  <c:v>k279</c:v>
                </c:pt>
                <c:pt idx="476280">
                  <c:v>k280</c:v>
                </c:pt>
                <c:pt idx="476231">
                  <c:v>k281</c:v>
                </c:pt>
                <c:pt idx="476182">
                  <c:v>k282</c:v>
                </c:pt>
                <c:pt idx="476133">
                  <c:v>k283</c:v>
                </c:pt>
                <c:pt idx="476084">
                  <c:v>k284</c:v>
                </c:pt>
                <c:pt idx="476035">
                  <c:v>k285</c:v>
                </c:pt>
                <c:pt idx="475986">
                  <c:v>k286</c:v>
                </c:pt>
                <c:pt idx="475937">
                  <c:v>k287</c:v>
                </c:pt>
                <c:pt idx="475888">
                  <c:v>k288</c:v>
                </c:pt>
                <c:pt idx="475839">
                  <c:v>k289</c:v>
                </c:pt>
                <c:pt idx="475790">
                  <c:v>k290</c:v>
                </c:pt>
                <c:pt idx="475741">
                  <c:v>k291</c:v>
                </c:pt>
                <c:pt idx="475692">
                  <c:v>k292</c:v>
                </c:pt>
                <c:pt idx="475643">
                  <c:v>k293</c:v>
                </c:pt>
                <c:pt idx="475594">
                  <c:v>k294</c:v>
                </c:pt>
                <c:pt idx="475545">
                  <c:v>k295</c:v>
                </c:pt>
                <c:pt idx="475496">
                  <c:v>k296</c:v>
                </c:pt>
                <c:pt idx="475447">
                  <c:v>k297</c:v>
                </c:pt>
                <c:pt idx="475398">
                  <c:v>k298</c:v>
                </c:pt>
                <c:pt idx="475349">
                  <c:v>k299</c:v>
                </c:pt>
                <c:pt idx="475300">
                  <c:v>k300</c:v>
                </c:pt>
                <c:pt idx="475251">
                  <c:v>k301</c:v>
                </c:pt>
                <c:pt idx="475202">
                  <c:v>k302</c:v>
                </c:pt>
                <c:pt idx="475153">
                  <c:v>k303</c:v>
                </c:pt>
                <c:pt idx="475104">
                  <c:v>k304</c:v>
                </c:pt>
                <c:pt idx="475055">
                  <c:v>k305</c:v>
                </c:pt>
                <c:pt idx="475006">
                  <c:v>k306</c:v>
                </c:pt>
                <c:pt idx="474957">
                  <c:v>k307</c:v>
                </c:pt>
                <c:pt idx="474908">
                  <c:v>k308</c:v>
                </c:pt>
                <c:pt idx="474859">
                  <c:v>k309</c:v>
                </c:pt>
                <c:pt idx="474810">
                  <c:v>k310</c:v>
                </c:pt>
                <c:pt idx="474761">
                  <c:v>k311</c:v>
                </c:pt>
                <c:pt idx="474712">
                  <c:v>k312</c:v>
                </c:pt>
                <c:pt idx="474663">
                  <c:v>k313</c:v>
                </c:pt>
                <c:pt idx="474614">
                  <c:v>k314</c:v>
                </c:pt>
                <c:pt idx="474565">
                  <c:v>k315</c:v>
                </c:pt>
                <c:pt idx="474516">
                  <c:v>k316</c:v>
                </c:pt>
                <c:pt idx="474467">
                  <c:v>k317</c:v>
                </c:pt>
                <c:pt idx="474418">
                  <c:v>k318</c:v>
                </c:pt>
                <c:pt idx="474369">
                  <c:v>k319</c:v>
                </c:pt>
                <c:pt idx="474320">
                  <c:v>k320</c:v>
                </c:pt>
                <c:pt idx="474271">
                  <c:v>k321</c:v>
                </c:pt>
                <c:pt idx="474222">
                  <c:v>k322</c:v>
                </c:pt>
                <c:pt idx="474173">
                  <c:v>k323</c:v>
                </c:pt>
                <c:pt idx="474124">
                  <c:v>k324</c:v>
                </c:pt>
                <c:pt idx="474075">
                  <c:v>k325</c:v>
                </c:pt>
                <c:pt idx="474026">
                  <c:v>k326</c:v>
                </c:pt>
                <c:pt idx="473977">
                  <c:v>k327</c:v>
                </c:pt>
                <c:pt idx="473928">
                  <c:v>k328</c:v>
                </c:pt>
                <c:pt idx="473879">
                  <c:v>k329</c:v>
                </c:pt>
                <c:pt idx="473830">
                  <c:v>k330</c:v>
                </c:pt>
                <c:pt idx="473781">
                  <c:v>k331</c:v>
                </c:pt>
                <c:pt idx="473732">
                  <c:v>k332</c:v>
                </c:pt>
                <c:pt idx="473683">
                  <c:v>k333</c:v>
                </c:pt>
                <c:pt idx="473634">
                  <c:v>k334</c:v>
                </c:pt>
                <c:pt idx="473585">
                  <c:v>k335</c:v>
                </c:pt>
                <c:pt idx="473536">
                  <c:v>k336</c:v>
                </c:pt>
                <c:pt idx="473487">
                  <c:v>k337</c:v>
                </c:pt>
                <c:pt idx="473438">
                  <c:v>k338</c:v>
                </c:pt>
                <c:pt idx="473389">
                  <c:v>k339</c:v>
                </c:pt>
                <c:pt idx="473340">
                  <c:v>k340</c:v>
                </c:pt>
                <c:pt idx="473291">
                  <c:v>k341</c:v>
                </c:pt>
                <c:pt idx="473242">
                  <c:v>k342</c:v>
                </c:pt>
                <c:pt idx="473193">
                  <c:v>k343</c:v>
                </c:pt>
                <c:pt idx="473144">
                  <c:v>k344</c:v>
                </c:pt>
                <c:pt idx="473095">
                  <c:v>k345</c:v>
                </c:pt>
                <c:pt idx="473046">
                  <c:v>k346</c:v>
                </c:pt>
                <c:pt idx="472997">
                  <c:v>k347</c:v>
                </c:pt>
                <c:pt idx="472948">
                  <c:v>k348</c:v>
                </c:pt>
                <c:pt idx="472899">
                  <c:v>k349</c:v>
                </c:pt>
                <c:pt idx="472850">
                  <c:v>k350</c:v>
                </c:pt>
                <c:pt idx="472801">
                  <c:v>k351</c:v>
                </c:pt>
                <c:pt idx="472752">
                  <c:v>k352</c:v>
                </c:pt>
                <c:pt idx="472703">
                  <c:v>k353</c:v>
                </c:pt>
                <c:pt idx="472654">
                  <c:v>k354</c:v>
                </c:pt>
                <c:pt idx="472605">
                  <c:v>k355</c:v>
                </c:pt>
                <c:pt idx="472556">
                  <c:v>k356</c:v>
                </c:pt>
                <c:pt idx="472507">
                  <c:v>k357</c:v>
                </c:pt>
                <c:pt idx="472458">
                  <c:v>k358</c:v>
                </c:pt>
                <c:pt idx="472409">
                  <c:v>k359</c:v>
                </c:pt>
                <c:pt idx="472360">
                  <c:v>k360</c:v>
                </c:pt>
                <c:pt idx="472311">
                  <c:v>k361</c:v>
                </c:pt>
                <c:pt idx="472262">
                  <c:v>k362</c:v>
                </c:pt>
                <c:pt idx="472213">
                  <c:v>k363</c:v>
                </c:pt>
                <c:pt idx="472164">
                  <c:v>k364</c:v>
                </c:pt>
                <c:pt idx="472115">
                  <c:v>k365</c:v>
                </c:pt>
                <c:pt idx="472066">
                  <c:v>k366</c:v>
                </c:pt>
                <c:pt idx="472017">
                  <c:v>k367</c:v>
                </c:pt>
                <c:pt idx="471968">
                  <c:v>k368</c:v>
                </c:pt>
                <c:pt idx="471919">
                  <c:v>k369</c:v>
                </c:pt>
                <c:pt idx="471870">
                  <c:v>k370</c:v>
                </c:pt>
                <c:pt idx="471821">
                  <c:v>k371</c:v>
                </c:pt>
                <c:pt idx="471772">
                  <c:v>k372</c:v>
                </c:pt>
                <c:pt idx="471723">
                  <c:v>k373</c:v>
                </c:pt>
                <c:pt idx="471674">
                  <c:v>k374</c:v>
                </c:pt>
                <c:pt idx="471625">
                  <c:v>k375</c:v>
                </c:pt>
                <c:pt idx="471576">
                  <c:v>k376</c:v>
                </c:pt>
                <c:pt idx="471527">
                  <c:v>k377</c:v>
                </c:pt>
                <c:pt idx="471478">
                  <c:v>k378</c:v>
                </c:pt>
                <c:pt idx="471429">
                  <c:v>k379</c:v>
                </c:pt>
                <c:pt idx="471380">
                  <c:v>k380</c:v>
                </c:pt>
                <c:pt idx="471331">
                  <c:v>k381</c:v>
                </c:pt>
                <c:pt idx="471282">
                  <c:v>k382</c:v>
                </c:pt>
                <c:pt idx="471233">
                  <c:v>k383</c:v>
                </c:pt>
                <c:pt idx="471184">
                  <c:v>k384</c:v>
                </c:pt>
                <c:pt idx="471135">
                  <c:v>k385</c:v>
                </c:pt>
                <c:pt idx="471086">
                  <c:v>k386</c:v>
                </c:pt>
                <c:pt idx="471037">
                  <c:v>k387</c:v>
                </c:pt>
                <c:pt idx="470988">
                  <c:v>k388</c:v>
                </c:pt>
                <c:pt idx="470939">
                  <c:v>k389</c:v>
                </c:pt>
                <c:pt idx="470890">
                  <c:v>k390</c:v>
                </c:pt>
                <c:pt idx="470841">
                  <c:v>k391</c:v>
                </c:pt>
                <c:pt idx="470792">
                  <c:v>k392</c:v>
                </c:pt>
                <c:pt idx="470743">
                  <c:v>k393</c:v>
                </c:pt>
                <c:pt idx="470694">
                  <c:v>k394</c:v>
                </c:pt>
                <c:pt idx="470645">
                  <c:v>k395</c:v>
                </c:pt>
                <c:pt idx="470596">
                  <c:v>k396</c:v>
                </c:pt>
                <c:pt idx="470547">
                  <c:v>k397</c:v>
                </c:pt>
                <c:pt idx="470498">
                  <c:v>k398</c:v>
                </c:pt>
                <c:pt idx="470449">
                  <c:v>k399</c:v>
                </c:pt>
                <c:pt idx="470400">
                  <c:v>k400</c:v>
                </c:pt>
                <c:pt idx="470351">
                  <c:v>k401</c:v>
                </c:pt>
                <c:pt idx="470302">
                  <c:v>k402</c:v>
                </c:pt>
                <c:pt idx="470253">
                  <c:v>k403</c:v>
                </c:pt>
                <c:pt idx="470204">
                  <c:v>k404</c:v>
                </c:pt>
                <c:pt idx="470155">
                  <c:v>k405</c:v>
                </c:pt>
                <c:pt idx="470106">
                  <c:v>k406</c:v>
                </c:pt>
                <c:pt idx="470057">
                  <c:v>k407</c:v>
                </c:pt>
                <c:pt idx="470008">
                  <c:v>k408</c:v>
                </c:pt>
                <c:pt idx="469959">
                  <c:v>k409</c:v>
                </c:pt>
                <c:pt idx="469910">
                  <c:v>k410</c:v>
                </c:pt>
                <c:pt idx="469861">
                  <c:v>k411</c:v>
                </c:pt>
                <c:pt idx="469812">
                  <c:v>k412</c:v>
                </c:pt>
                <c:pt idx="469763">
                  <c:v>k413</c:v>
                </c:pt>
                <c:pt idx="469714">
                  <c:v>k414</c:v>
                </c:pt>
                <c:pt idx="469665">
                  <c:v>k415</c:v>
                </c:pt>
                <c:pt idx="469616">
                  <c:v>k416</c:v>
                </c:pt>
                <c:pt idx="469567">
                  <c:v>k417</c:v>
                </c:pt>
                <c:pt idx="469518">
                  <c:v>k418</c:v>
                </c:pt>
                <c:pt idx="469469">
                  <c:v>k419</c:v>
                </c:pt>
                <c:pt idx="469420">
                  <c:v>k420</c:v>
                </c:pt>
                <c:pt idx="469371">
                  <c:v>k421</c:v>
                </c:pt>
                <c:pt idx="469322">
                  <c:v>k422</c:v>
                </c:pt>
                <c:pt idx="469273">
                  <c:v>k423</c:v>
                </c:pt>
                <c:pt idx="469224">
                  <c:v>k424</c:v>
                </c:pt>
                <c:pt idx="469175">
                  <c:v>k425</c:v>
                </c:pt>
                <c:pt idx="469126">
                  <c:v>k426</c:v>
                </c:pt>
                <c:pt idx="469077">
                  <c:v>k427</c:v>
                </c:pt>
                <c:pt idx="469028">
                  <c:v>k428</c:v>
                </c:pt>
                <c:pt idx="468979">
                  <c:v>k429</c:v>
                </c:pt>
                <c:pt idx="468930">
                  <c:v>k430</c:v>
                </c:pt>
                <c:pt idx="468881">
                  <c:v>k431</c:v>
                </c:pt>
                <c:pt idx="468832">
                  <c:v>k432</c:v>
                </c:pt>
                <c:pt idx="468783">
                  <c:v>k433</c:v>
                </c:pt>
                <c:pt idx="468734">
                  <c:v>k434</c:v>
                </c:pt>
                <c:pt idx="468685">
                  <c:v>k435</c:v>
                </c:pt>
                <c:pt idx="468636">
                  <c:v>k436</c:v>
                </c:pt>
                <c:pt idx="468587">
                  <c:v>k437</c:v>
                </c:pt>
                <c:pt idx="468538">
                  <c:v>k438</c:v>
                </c:pt>
                <c:pt idx="468489">
                  <c:v>k439</c:v>
                </c:pt>
                <c:pt idx="468440">
                  <c:v>k440</c:v>
                </c:pt>
                <c:pt idx="468391">
                  <c:v>k441</c:v>
                </c:pt>
                <c:pt idx="468342">
                  <c:v>k442</c:v>
                </c:pt>
                <c:pt idx="468293">
                  <c:v>k443</c:v>
                </c:pt>
                <c:pt idx="468244">
                  <c:v>k444</c:v>
                </c:pt>
                <c:pt idx="468195">
                  <c:v>k445</c:v>
                </c:pt>
                <c:pt idx="468146">
                  <c:v>k446</c:v>
                </c:pt>
                <c:pt idx="468097">
                  <c:v>k447</c:v>
                </c:pt>
                <c:pt idx="468048">
                  <c:v>k448</c:v>
                </c:pt>
                <c:pt idx="467999">
                  <c:v>k449</c:v>
                </c:pt>
                <c:pt idx="467950">
                  <c:v>k450</c:v>
                </c:pt>
                <c:pt idx="467901">
                  <c:v>k451</c:v>
                </c:pt>
                <c:pt idx="467852">
                  <c:v>k452</c:v>
                </c:pt>
                <c:pt idx="467803">
                  <c:v>k453</c:v>
                </c:pt>
                <c:pt idx="467754">
                  <c:v>k454</c:v>
                </c:pt>
                <c:pt idx="467705">
                  <c:v>k455</c:v>
                </c:pt>
                <c:pt idx="467656">
                  <c:v>k456</c:v>
                </c:pt>
                <c:pt idx="467607">
                  <c:v>k457</c:v>
                </c:pt>
                <c:pt idx="467558">
                  <c:v>k458</c:v>
                </c:pt>
                <c:pt idx="467509">
                  <c:v>k459</c:v>
                </c:pt>
                <c:pt idx="467460">
                  <c:v>k460</c:v>
                </c:pt>
                <c:pt idx="467411">
                  <c:v>k461</c:v>
                </c:pt>
                <c:pt idx="467362">
                  <c:v>k462</c:v>
                </c:pt>
                <c:pt idx="467313">
                  <c:v>k463</c:v>
                </c:pt>
                <c:pt idx="467264">
                  <c:v>k464</c:v>
                </c:pt>
                <c:pt idx="467215">
                  <c:v>k465</c:v>
                </c:pt>
                <c:pt idx="467166">
                  <c:v>k466</c:v>
                </c:pt>
                <c:pt idx="467117">
                  <c:v>k467</c:v>
                </c:pt>
                <c:pt idx="467068">
                  <c:v>k468</c:v>
                </c:pt>
                <c:pt idx="467019">
                  <c:v>k469</c:v>
                </c:pt>
                <c:pt idx="466970">
                  <c:v>k470</c:v>
                </c:pt>
                <c:pt idx="466921">
                  <c:v>k471</c:v>
                </c:pt>
                <c:pt idx="466872">
                  <c:v>k472</c:v>
                </c:pt>
                <c:pt idx="466823">
                  <c:v>k473</c:v>
                </c:pt>
                <c:pt idx="466774">
                  <c:v>k474</c:v>
                </c:pt>
                <c:pt idx="466725">
                  <c:v>k475</c:v>
                </c:pt>
                <c:pt idx="466676">
                  <c:v>k476</c:v>
                </c:pt>
                <c:pt idx="466627">
                  <c:v>k477</c:v>
                </c:pt>
                <c:pt idx="466578">
                  <c:v>k478</c:v>
                </c:pt>
                <c:pt idx="466529">
                  <c:v>k479</c:v>
                </c:pt>
                <c:pt idx="466480">
                  <c:v>k480</c:v>
                </c:pt>
                <c:pt idx="466431">
                  <c:v>k481</c:v>
                </c:pt>
                <c:pt idx="466382">
                  <c:v>k482</c:v>
                </c:pt>
                <c:pt idx="466333">
                  <c:v>k483</c:v>
                </c:pt>
                <c:pt idx="466284">
                  <c:v>k484</c:v>
                </c:pt>
                <c:pt idx="466235">
                  <c:v>k485</c:v>
                </c:pt>
                <c:pt idx="466186">
                  <c:v>k486</c:v>
                </c:pt>
                <c:pt idx="466137">
                  <c:v>k487</c:v>
                </c:pt>
                <c:pt idx="466088">
                  <c:v>k488</c:v>
                </c:pt>
                <c:pt idx="466039">
                  <c:v>k489</c:v>
                </c:pt>
                <c:pt idx="465990">
                  <c:v>k490</c:v>
                </c:pt>
                <c:pt idx="465941">
                  <c:v>k491</c:v>
                </c:pt>
                <c:pt idx="465892">
                  <c:v>k492</c:v>
                </c:pt>
                <c:pt idx="465843">
                  <c:v>k493</c:v>
                </c:pt>
                <c:pt idx="465794">
                  <c:v>k494</c:v>
                </c:pt>
                <c:pt idx="465745">
                  <c:v>k495</c:v>
                </c:pt>
                <c:pt idx="465696">
                  <c:v>k496</c:v>
                </c:pt>
                <c:pt idx="465647">
                  <c:v>k497</c:v>
                </c:pt>
                <c:pt idx="465598">
                  <c:v>k498</c:v>
                </c:pt>
                <c:pt idx="465549">
                  <c:v>k499</c:v>
                </c:pt>
                <c:pt idx="465500">
                  <c:v>k500</c:v>
                </c:pt>
                <c:pt idx="465451">
                  <c:v>k501</c:v>
                </c:pt>
                <c:pt idx="465402">
                  <c:v>k502</c:v>
                </c:pt>
                <c:pt idx="465353">
                  <c:v>k503</c:v>
                </c:pt>
                <c:pt idx="465304">
                  <c:v>k504</c:v>
                </c:pt>
                <c:pt idx="465255">
                  <c:v>k505</c:v>
                </c:pt>
                <c:pt idx="465206">
                  <c:v>k506</c:v>
                </c:pt>
                <c:pt idx="465157">
                  <c:v>k507</c:v>
                </c:pt>
                <c:pt idx="465108">
                  <c:v>k508</c:v>
                </c:pt>
                <c:pt idx="465059">
                  <c:v>k509</c:v>
                </c:pt>
                <c:pt idx="465010">
                  <c:v>k510</c:v>
                </c:pt>
                <c:pt idx="464961">
                  <c:v>k511</c:v>
                </c:pt>
                <c:pt idx="464912">
                  <c:v>k512</c:v>
                </c:pt>
                <c:pt idx="464863">
                  <c:v>k513</c:v>
                </c:pt>
                <c:pt idx="464814">
                  <c:v>k514</c:v>
                </c:pt>
                <c:pt idx="464765">
                  <c:v>k515</c:v>
                </c:pt>
                <c:pt idx="464716">
                  <c:v>k516</c:v>
                </c:pt>
                <c:pt idx="464667">
                  <c:v>k517</c:v>
                </c:pt>
                <c:pt idx="464618">
                  <c:v>k518</c:v>
                </c:pt>
                <c:pt idx="464569">
                  <c:v>k519</c:v>
                </c:pt>
                <c:pt idx="464520">
                  <c:v>k520</c:v>
                </c:pt>
                <c:pt idx="464471">
                  <c:v>k521</c:v>
                </c:pt>
                <c:pt idx="464422">
                  <c:v>k522</c:v>
                </c:pt>
                <c:pt idx="464373">
                  <c:v>k523</c:v>
                </c:pt>
                <c:pt idx="464324">
                  <c:v>k524</c:v>
                </c:pt>
                <c:pt idx="464275">
                  <c:v>k525</c:v>
                </c:pt>
                <c:pt idx="464226">
                  <c:v>k526</c:v>
                </c:pt>
                <c:pt idx="464177">
                  <c:v>k527</c:v>
                </c:pt>
                <c:pt idx="464128">
                  <c:v>k528</c:v>
                </c:pt>
                <c:pt idx="464079">
                  <c:v>k529</c:v>
                </c:pt>
                <c:pt idx="464030">
                  <c:v>k530</c:v>
                </c:pt>
                <c:pt idx="463981">
                  <c:v>k531</c:v>
                </c:pt>
                <c:pt idx="463932">
                  <c:v>k532</c:v>
                </c:pt>
                <c:pt idx="463883">
                  <c:v>k533</c:v>
                </c:pt>
                <c:pt idx="463834">
                  <c:v>k534</c:v>
                </c:pt>
                <c:pt idx="463785">
                  <c:v>k535</c:v>
                </c:pt>
                <c:pt idx="463736">
                  <c:v>k536</c:v>
                </c:pt>
                <c:pt idx="463687">
                  <c:v>k537</c:v>
                </c:pt>
                <c:pt idx="463638">
                  <c:v>k538</c:v>
                </c:pt>
                <c:pt idx="463589">
                  <c:v>k539</c:v>
                </c:pt>
                <c:pt idx="463540">
                  <c:v>k540</c:v>
                </c:pt>
                <c:pt idx="463491">
                  <c:v>k541</c:v>
                </c:pt>
                <c:pt idx="463442">
                  <c:v>k542</c:v>
                </c:pt>
                <c:pt idx="463393">
                  <c:v>k543</c:v>
                </c:pt>
                <c:pt idx="463344">
                  <c:v>k544</c:v>
                </c:pt>
                <c:pt idx="463295">
                  <c:v>k545</c:v>
                </c:pt>
                <c:pt idx="463246">
                  <c:v>k546</c:v>
                </c:pt>
                <c:pt idx="463197">
                  <c:v>k547</c:v>
                </c:pt>
                <c:pt idx="463148">
                  <c:v>k548</c:v>
                </c:pt>
                <c:pt idx="463099">
                  <c:v>k549</c:v>
                </c:pt>
                <c:pt idx="463050">
                  <c:v>k550</c:v>
                </c:pt>
                <c:pt idx="463001">
                  <c:v>k551</c:v>
                </c:pt>
                <c:pt idx="462952">
                  <c:v>k552</c:v>
                </c:pt>
                <c:pt idx="462903">
                  <c:v>k553</c:v>
                </c:pt>
                <c:pt idx="462854">
                  <c:v>k554</c:v>
                </c:pt>
                <c:pt idx="462805">
                  <c:v>k555</c:v>
                </c:pt>
                <c:pt idx="462756">
                  <c:v>k556</c:v>
                </c:pt>
                <c:pt idx="462707">
                  <c:v>k557</c:v>
                </c:pt>
                <c:pt idx="462658">
                  <c:v>k558</c:v>
                </c:pt>
                <c:pt idx="462609">
                  <c:v>k559</c:v>
                </c:pt>
                <c:pt idx="462560">
                  <c:v>k560</c:v>
                </c:pt>
                <c:pt idx="462511">
                  <c:v>k561</c:v>
                </c:pt>
                <c:pt idx="462462">
                  <c:v>k562</c:v>
                </c:pt>
                <c:pt idx="462413">
                  <c:v>k563</c:v>
                </c:pt>
                <c:pt idx="462364">
                  <c:v>k564</c:v>
                </c:pt>
                <c:pt idx="462315">
                  <c:v>k565</c:v>
                </c:pt>
                <c:pt idx="462266">
                  <c:v>k566</c:v>
                </c:pt>
                <c:pt idx="462217">
                  <c:v>k567</c:v>
                </c:pt>
                <c:pt idx="462168">
                  <c:v>k568</c:v>
                </c:pt>
                <c:pt idx="462119">
                  <c:v>k569</c:v>
                </c:pt>
                <c:pt idx="462070">
                  <c:v>k570</c:v>
                </c:pt>
                <c:pt idx="462021">
                  <c:v>k571</c:v>
                </c:pt>
                <c:pt idx="461972">
                  <c:v>k572</c:v>
                </c:pt>
                <c:pt idx="461923">
                  <c:v>k573</c:v>
                </c:pt>
                <c:pt idx="461874">
                  <c:v>k574</c:v>
                </c:pt>
                <c:pt idx="461825">
                  <c:v>k575</c:v>
                </c:pt>
                <c:pt idx="461776">
                  <c:v>k576</c:v>
                </c:pt>
                <c:pt idx="461727">
                  <c:v>k577</c:v>
                </c:pt>
                <c:pt idx="461678">
                  <c:v>k578</c:v>
                </c:pt>
                <c:pt idx="461629">
                  <c:v>k579</c:v>
                </c:pt>
                <c:pt idx="461580">
                  <c:v>k580</c:v>
                </c:pt>
                <c:pt idx="461531">
                  <c:v>k581</c:v>
                </c:pt>
                <c:pt idx="461482">
                  <c:v>k582</c:v>
                </c:pt>
                <c:pt idx="461433">
                  <c:v>k583</c:v>
                </c:pt>
                <c:pt idx="461384">
                  <c:v>k584</c:v>
                </c:pt>
                <c:pt idx="461335">
                  <c:v>k585</c:v>
                </c:pt>
                <c:pt idx="461286">
                  <c:v>k586</c:v>
                </c:pt>
                <c:pt idx="461237">
                  <c:v>k587</c:v>
                </c:pt>
                <c:pt idx="461188">
                  <c:v>k588</c:v>
                </c:pt>
                <c:pt idx="461139">
                  <c:v>k589</c:v>
                </c:pt>
                <c:pt idx="461090">
                  <c:v>k590</c:v>
                </c:pt>
                <c:pt idx="461041">
                  <c:v>k591</c:v>
                </c:pt>
                <c:pt idx="460992">
                  <c:v>k592</c:v>
                </c:pt>
                <c:pt idx="460943">
                  <c:v>k593</c:v>
                </c:pt>
                <c:pt idx="460894">
                  <c:v>k594</c:v>
                </c:pt>
                <c:pt idx="460845">
                  <c:v>k595</c:v>
                </c:pt>
                <c:pt idx="460796">
                  <c:v>k596</c:v>
                </c:pt>
                <c:pt idx="460747">
                  <c:v>k597</c:v>
                </c:pt>
                <c:pt idx="460698">
                  <c:v>k598</c:v>
                </c:pt>
                <c:pt idx="460649">
                  <c:v>k599</c:v>
                </c:pt>
                <c:pt idx="460600">
                  <c:v>k600</c:v>
                </c:pt>
                <c:pt idx="460551">
                  <c:v>k601</c:v>
                </c:pt>
                <c:pt idx="460502">
                  <c:v>k602</c:v>
                </c:pt>
                <c:pt idx="460453">
                  <c:v>k603</c:v>
                </c:pt>
                <c:pt idx="460404">
                  <c:v>k604</c:v>
                </c:pt>
                <c:pt idx="460355">
                  <c:v>k605</c:v>
                </c:pt>
                <c:pt idx="460306">
                  <c:v>k606</c:v>
                </c:pt>
                <c:pt idx="460257">
                  <c:v>k607</c:v>
                </c:pt>
                <c:pt idx="460208">
                  <c:v>k608</c:v>
                </c:pt>
                <c:pt idx="460159">
                  <c:v>k609</c:v>
                </c:pt>
                <c:pt idx="460110">
                  <c:v>k610</c:v>
                </c:pt>
                <c:pt idx="460061">
                  <c:v>k611</c:v>
                </c:pt>
                <c:pt idx="460012">
                  <c:v>k612</c:v>
                </c:pt>
                <c:pt idx="459963">
                  <c:v>k613</c:v>
                </c:pt>
                <c:pt idx="459914">
                  <c:v>k614</c:v>
                </c:pt>
                <c:pt idx="459865">
                  <c:v>k615</c:v>
                </c:pt>
                <c:pt idx="459816">
                  <c:v>k616</c:v>
                </c:pt>
                <c:pt idx="459767">
                  <c:v>k617</c:v>
                </c:pt>
                <c:pt idx="459718">
                  <c:v>k618</c:v>
                </c:pt>
                <c:pt idx="459669">
                  <c:v>k619</c:v>
                </c:pt>
                <c:pt idx="459620">
                  <c:v>k620</c:v>
                </c:pt>
                <c:pt idx="459571">
                  <c:v>k621</c:v>
                </c:pt>
                <c:pt idx="459522">
                  <c:v>k622</c:v>
                </c:pt>
                <c:pt idx="459473">
                  <c:v>k623</c:v>
                </c:pt>
                <c:pt idx="459424">
                  <c:v>k624</c:v>
                </c:pt>
                <c:pt idx="459375">
                  <c:v>k625</c:v>
                </c:pt>
                <c:pt idx="459326">
                  <c:v>k626</c:v>
                </c:pt>
                <c:pt idx="459277">
                  <c:v>k627</c:v>
                </c:pt>
                <c:pt idx="459228">
                  <c:v>k628</c:v>
                </c:pt>
                <c:pt idx="459179">
                  <c:v>k629</c:v>
                </c:pt>
                <c:pt idx="459130">
                  <c:v>k630</c:v>
                </c:pt>
                <c:pt idx="459081">
                  <c:v>k631</c:v>
                </c:pt>
                <c:pt idx="459032">
                  <c:v>k632</c:v>
                </c:pt>
                <c:pt idx="458983">
                  <c:v>k633</c:v>
                </c:pt>
                <c:pt idx="458934">
                  <c:v>k634</c:v>
                </c:pt>
                <c:pt idx="458885">
                  <c:v>k635</c:v>
                </c:pt>
                <c:pt idx="458836">
                  <c:v>k636</c:v>
                </c:pt>
                <c:pt idx="458787">
                  <c:v>k637</c:v>
                </c:pt>
                <c:pt idx="458738">
                  <c:v>k638</c:v>
                </c:pt>
                <c:pt idx="458689">
                  <c:v>k639</c:v>
                </c:pt>
                <c:pt idx="458640">
                  <c:v>k640</c:v>
                </c:pt>
                <c:pt idx="458591">
                  <c:v>k641</c:v>
                </c:pt>
                <c:pt idx="458542">
                  <c:v>k642</c:v>
                </c:pt>
                <c:pt idx="458493">
                  <c:v>k643</c:v>
                </c:pt>
                <c:pt idx="458444">
                  <c:v>k644</c:v>
                </c:pt>
                <c:pt idx="458395">
                  <c:v>k645</c:v>
                </c:pt>
                <c:pt idx="458346">
                  <c:v>k646</c:v>
                </c:pt>
                <c:pt idx="458297">
                  <c:v>k647</c:v>
                </c:pt>
                <c:pt idx="458248">
                  <c:v>k648</c:v>
                </c:pt>
                <c:pt idx="458199">
                  <c:v>k649</c:v>
                </c:pt>
                <c:pt idx="458150">
                  <c:v>k650</c:v>
                </c:pt>
                <c:pt idx="458101">
                  <c:v>k651</c:v>
                </c:pt>
                <c:pt idx="458052">
                  <c:v>k652</c:v>
                </c:pt>
                <c:pt idx="458003">
                  <c:v>k653</c:v>
                </c:pt>
                <c:pt idx="457954">
                  <c:v>k654</c:v>
                </c:pt>
                <c:pt idx="457905">
                  <c:v>k655</c:v>
                </c:pt>
                <c:pt idx="457856">
                  <c:v>k656</c:v>
                </c:pt>
                <c:pt idx="457807">
                  <c:v>k657</c:v>
                </c:pt>
                <c:pt idx="457758">
                  <c:v>k658</c:v>
                </c:pt>
                <c:pt idx="457709">
                  <c:v>k659</c:v>
                </c:pt>
                <c:pt idx="457660">
                  <c:v>k660</c:v>
                </c:pt>
                <c:pt idx="457611">
                  <c:v>k661</c:v>
                </c:pt>
                <c:pt idx="457562">
                  <c:v>k662</c:v>
                </c:pt>
                <c:pt idx="457513">
                  <c:v>k663</c:v>
                </c:pt>
                <c:pt idx="457464">
                  <c:v>k664</c:v>
                </c:pt>
                <c:pt idx="457415">
                  <c:v>k665</c:v>
                </c:pt>
                <c:pt idx="457366">
                  <c:v>k666</c:v>
                </c:pt>
                <c:pt idx="457317">
                  <c:v>k667</c:v>
                </c:pt>
                <c:pt idx="457268">
                  <c:v>k668</c:v>
                </c:pt>
                <c:pt idx="457219">
                  <c:v>k669</c:v>
                </c:pt>
                <c:pt idx="457170">
                  <c:v>k670</c:v>
                </c:pt>
                <c:pt idx="457121">
                  <c:v>k671</c:v>
                </c:pt>
                <c:pt idx="457072">
                  <c:v>k672</c:v>
                </c:pt>
                <c:pt idx="457023">
                  <c:v>k673</c:v>
                </c:pt>
                <c:pt idx="456974">
                  <c:v>k674</c:v>
                </c:pt>
                <c:pt idx="456925">
                  <c:v>k675</c:v>
                </c:pt>
                <c:pt idx="456876">
                  <c:v>k676</c:v>
                </c:pt>
                <c:pt idx="456827">
                  <c:v>k677</c:v>
                </c:pt>
                <c:pt idx="456778">
                  <c:v>k678</c:v>
                </c:pt>
                <c:pt idx="456729">
                  <c:v>k679</c:v>
                </c:pt>
                <c:pt idx="456680">
                  <c:v>k680</c:v>
                </c:pt>
                <c:pt idx="456631">
                  <c:v>k681</c:v>
                </c:pt>
                <c:pt idx="456582">
                  <c:v>k682</c:v>
                </c:pt>
                <c:pt idx="456533">
                  <c:v>k683</c:v>
                </c:pt>
                <c:pt idx="456484">
                  <c:v>k684</c:v>
                </c:pt>
                <c:pt idx="456435">
                  <c:v>k685</c:v>
                </c:pt>
                <c:pt idx="456386">
                  <c:v>k686</c:v>
                </c:pt>
                <c:pt idx="456337">
                  <c:v>k687</c:v>
                </c:pt>
                <c:pt idx="456288">
                  <c:v>k688</c:v>
                </c:pt>
                <c:pt idx="456239">
                  <c:v>k689</c:v>
                </c:pt>
                <c:pt idx="456190">
                  <c:v>k690</c:v>
                </c:pt>
                <c:pt idx="456141">
                  <c:v>k691</c:v>
                </c:pt>
                <c:pt idx="456092">
                  <c:v>k692</c:v>
                </c:pt>
                <c:pt idx="456043">
                  <c:v>k693</c:v>
                </c:pt>
                <c:pt idx="455994">
                  <c:v>k694</c:v>
                </c:pt>
                <c:pt idx="455945">
                  <c:v>k695</c:v>
                </c:pt>
                <c:pt idx="455896">
                  <c:v>k696</c:v>
                </c:pt>
                <c:pt idx="455847">
                  <c:v>k697</c:v>
                </c:pt>
                <c:pt idx="455798">
                  <c:v>k698</c:v>
                </c:pt>
                <c:pt idx="455749">
                  <c:v>k699</c:v>
                </c:pt>
                <c:pt idx="455700">
                  <c:v>k700</c:v>
                </c:pt>
                <c:pt idx="455651">
                  <c:v>k701</c:v>
                </c:pt>
                <c:pt idx="455602">
                  <c:v>k702</c:v>
                </c:pt>
                <c:pt idx="455553">
                  <c:v>k703</c:v>
                </c:pt>
                <c:pt idx="455504">
                  <c:v>k704</c:v>
                </c:pt>
                <c:pt idx="455455">
                  <c:v>k705</c:v>
                </c:pt>
                <c:pt idx="455406">
                  <c:v>k706</c:v>
                </c:pt>
                <c:pt idx="455357">
                  <c:v>k707</c:v>
                </c:pt>
                <c:pt idx="455308">
                  <c:v>k708</c:v>
                </c:pt>
                <c:pt idx="455259">
                  <c:v>k709</c:v>
                </c:pt>
                <c:pt idx="455210">
                  <c:v>k710</c:v>
                </c:pt>
                <c:pt idx="455161">
                  <c:v>k711</c:v>
                </c:pt>
                <c:pt idx="455112">
                  <c:v>k712</c:v>
                </c:pt>
                <c:pt idx="455063">
                  <c:v>k713</c:v>
                </c:pt>
                <c:pt idx="455014">
                  <c:v>k714</c:v>
                </c:pt>
                <c:pt idx="454965">
                  <c:v>k715</c:v>
                </c:pt>
                <c:pt idx="454916">
                  <c:v>k716</c:v>
                </c:pt>
                <c:pt idx="454867">
                  <c:v>k717</c:v>
                </c:pt>
                <c:pt idx="454818">
                  <c:v>k718</c:v>
                </c:pt>
                <c:pt idx="454769">
                  <c:v>k719</c:v>
                </c:pt>
                <c:pt idx="454720">
                  <c:v>k720</c:v>
                </c:pt>
                <c:pt idx="454671">
                  <c:v>k721</c:v>
                </c:pt>
                <c:pt idx="454622">
                  <c:v>k722</c:v>
                </c:pt>
                <c:pt idx="454573">
                  <c:v>k723</c:v>
                </c:pt>
                <c:pt idx="454524">
                  <c:v>k724</c:v>
                </c:pt>
                <c:pt idx="454475">
                  <c:v>k725</c:v>
                </c:pt>
                <c:pt idx="454426">
                  <c:v>k726</c:v>
                </c:pt>
                <c:pt idx="454377">
                  <c:v>k727</c:v>
                </c:pt>
                <c:pt idx="454328">
                  <c:v>k728</c:v>
                </c:pt>
                <c:pt idx="454279">
                  <c:v>k729</c:v>
                </c:pt>
                <c:pt idx="454230">
                  <c:v>k730</c:v>
                </c:pt>
                <c:pt idx="454181">
                  <c:v>k731</c:v>
                </c:pt>
                <c:pt idx="454132">
                  <c:v>k732</c:v>
                </c:pt>
                <c:pt idx="454083">
                  <c:v>k733</c:v>
                </c:pt>
                <c:pt idx="454034">
                  <c:v>k734</c:v>
                </c:pt>
                <c:pt idx="453985">
                  <c:v>k735</c:v>
                </c:pt>
                <c:pt idx="453936">
                  <c:v>k736</c:v>
                </c:pt>
                <c:pt idx="453887">
                  <c:v>k737</c:v>
                </c:pt>
                <c:pt idx="453838">
                  <c:v>k738</c:v>
                </c:pt>
                <c:pt idx="453789">
                  <c:v>k739</c:v>
                </c:pt>
                <c:pt idx="453740">
                  <c:v>k740</c:v>
                </c:pt>
                <c:pt idx="453691">
                  <c:v>k741</c:v>
                </c:pt>
                <c:pt idx="453642">
                  <c:v>k742</c:v>
                </c:pt>
                <c:pt idx="453593">
                  <c:v>k743</c:v>
                </c:pt>
                <c:pt idx="453544">
                  <c:v>k744</c:v>
                </c:pt>
                <c:pt idx="453495">
                  <c:v>k745</c:v>
                </c:pt>
                <c:pt idx="453446">
                  <c:v>k746</c:v>
                </c:pt>
                <c:pt idx="453397">
                  <c:v>k747</c:v>
                </c:pt>
                <c:pt idx="453348">
                  <c:v>k748</c:v>
                </c:pt>
                <c:pt idx="453299">
                  <c:v>k749</c:v>
                </c:pt>
                <c:pt idx="453250">
                  <c:v>k750</c:v>
                </c:pt>
                <c:pt idx="453201">
                  <c:v>k751</c:v>
                </c:pt>
                <c:pt idx="453152">
                  <c:v>k752</c:v>
                </c:pt>
                <c:pt idx="453103">
                  <c:v>k753</c:v>
                </c:pt>
                <c:pt idx="453054">
                  <c:v>k754</c:v>
                </c:pt>
                <c:pt idx="453005">
                  <c:v>k755</c:v>
                </c:pt>
                <c:pt idx="452956">
                  <c:v>k756</c:v>
                </c:pt>
                <c:pt idx="452907">
                  <c:v>k757</c:v>
                </c:pt>
                <c:pt idx="452858">
                  <c:v>k758</c:v>
                </c:pt>
                <c:pt idx="452809">
                  <c:v>k759</c:v>
                </c:pt>
                <c:pt idx="452760">
                  <c:v>k760</c:v>
                </c:pt>
                <c:pt idx="452711">
                  <c:v>k761</c:v>
                </c:pt>
                <c:pt idx="452662">
                  <c:v>k762</c:v>
                </c:pt>
                <c:pt idx="452613">
                  <c:v>k763</c:v>
                </c:pt>
                <c:pt idx="452564">
                  <c:v>k764</c:v>
                </c:pt>
                <c:pt idx="452515">
                  <c:v>k765</c:v>
                </c:pt>
                <c:pt idx="452466">
                  <c:v>k766</c:v>
                </c:pt>
                <c:pt idx="452417">
                  <c:v>k767</c:v>
                </c:pt>
                <c:pt idx="452368">
                  <c:v>k768</c:v>
                </c:pt>
                <c:pt idx="452319">
                  <c:v>k769</c:v>
                </c:pt>
                <c:pt idx="452270">
                  <c:v>k770</c:v>
                </c:pt>
                <c:pt idx="452221">
                  <c:v>k771</c:v>
                </c:pt>
                <c:pt idx="452172">
                  <c:v>k772</c:v>
                </c:pt>
                <c:pt idx="452123">
                  <c:v>k773</c:v>
                </c:pt>
                <c:pt idx="452074">
                  <c:v>k774</c:v>
                </c:pt>
                <c:pt idx="452025">
                  <c:v>k775</c:v>
                </c:pt>
                <c:pt idx="451976">
                  <c:v>k776</c:v>
                </c:pt>
                <c:pt idx="451927">
                  <c:v>k777</c:v>
                </c:pt>
                <c:pt idx="451878">
                  <c:v>k778</c:v>
                </c:pt>
                <c:pt idx="451829">
                  <c:v>k779</c:v>
                </c:pt>
                <c:pt idx="451780">
                  <c:v>k780</c:v>
                </c:pt>
                <c:pt idx="451731">
                  <c:v>k781</c:v>
                </c:pt>
                <c:pt idx="451682">
                  <c:v>k782</c:v>
                </c:pt>
                <c:pt idx="451633">
                  <c:v>k783</c:v>
                </c:pt>
                <c:pt idx="451584">
                  <c:v>k784</c:v>
                </c:pt>
                <c:pt idx="451535">
                  <c:v>k785</c:v>
                </c:pt>
                <c:pt idx="451486">
                  <c:v>k786</c:v>
                </c:pt>
                <c:pt idx="451437">
                  <c:v>k787</c:v>
                </c:pt>
                <c:pt idx="451388">
                  <c:v>k788</c:v>
                </c:pt>
                <c:pt idx="451339">
                  <c:v>k789</c:v>
                </c:pt>
                <c:pt idx="451290">
                  <c:v>k790</c:v>
                </c:pt>
                <c:pt idx="451241">
                  <c:v>k791</c:v>
                </c:pt>
                <c:pt idx="451192">
                  <c:v>k792</c:v>
                </c:pt>
                <c:pt idx="451143">
                  <c:v>k793</c:v>
                </c:pt>
                <c:pt idx="451094">
                  <c:v>k794</c:v>
                </c:pt>
                <c:pt idx="451045">
                  <c:v>k795</c:v>
                </c:pt>
                <c:pt idx="450996">
                  <c:v>k796</c:v>
                </c:pt>
                <c:pt idx="450947">
                  <c:v>k797</c:v>
                </c:pt>
                <c:pt idx="450898">
                  <c:v>k798</c:v>
                </c:pt>
                <c:pt idx="450849">
                  <c:v>k799</c:v>
                </c:pt>
                <c:pt idx="450800">
                  <c:v>k800</c:v>
                </c:pt>
                <c:pt idx="450751">
                  <c:v>k801</c:v>
                </c:pt>
                <c:pt idx="450702">
                  <c:v>k802</c:v>
                </c:pt>
                <c:pt idx="450653">
                  <c:v>k803</c:v>
                </c:pt>
                <c:pt idx="450604">
                  <c:v>k804</c:v>
                </c:pt>
                <c:pt idx="450555">
                  <c:v>k805</c:v>
                </c:pt>
                <c:pt idx="450506">
                  <c:v>k806</c:v>
                </c:pt>
                <c:pt idx="450457">
                  <c:v>k807</c:v>
                </c:pt>
                <c:pt idx="450408">
                  <c:v>k808</c:v>
                </c:pt>
                <c:pt idx="450359">
                  <c:v>k809</c:v>
                </c:pt>
                <c:pt idx="450310">
                  <c:v>k810</c:v>
                </c:pt>
                <c:pt idx="450261">
                  <c:v>k811</c:v>
                </c:pt>
                <c:pt idx="450212">
                  <c:v>k812</c:v>
                </c:pt>
                <c:pt idx="450163">
                  <c:v>k813</c:v>
                </c:pt>
                <c:pt idx="450114">
                  <c:v>k814</c:v>
                </c:pt>
                <c:pt idx="450065">
                  <c:v>k815</c:v>
                </c:pt>
                <c:pt idx="450016">
                  <c:v>k816</c:v>
                </c:pt>
                <c:pt idx="449967">
                  <c:v>k817</c:v>
                </c:pt>
                <c:pt idx="449918">
                  <c:v>k818</c:v>
                </c:pt>
                <c:pt idx="449869">
                  <c:v>k819</c:v>
                </c:pt>
                <c:pt idx="449820">
                  <c:v>k820</c:v>
                </c:pt>
                <c:pt idx="449771">
                  <c:v>k821</c:v>
                </c:pt>
                <c:pt idx="449722">
                  <c:v>k822</c:v>
                </c:pt>
                <c:pt idx="449673">
                  <c:v>k823</c:v>
                </c:pt>
                <c:pt idx="449624">
                  <c:v>k824</c:v>
                </c:pt>
                <c:pt idx="449575">
                  <c:v>k825</c:v>
                </c:pt>
                <c:pt idx="449526">
                  <c:v>k826</c:v>
                </c:pt>
                <c:pt idx="449477">
                  <c:v>k827</c:v>
                </c:pt>
                <c:pt idx="449428">
                  <c:v>k828</c:v>
                </c:pt>
                <c:pt idx="449379">
                  <c:v>k829</c:v>
                </c:pt>
                <c:pt idx="449330">
                  <c:v>k830</c:v>
                </c:pt>
                <c:pt idx="449281">
                  <c:v>k831</c:v>
                </c:pt>
                <c:pt idx="449232">
                  <c:v>k832</c:v>
                </c:pt>
                <c:pt idx="449183">
                  <c:v>k833</c:v>
                </c:pt>
                <c:pt idx="449134">
                  <c:v>k834</c:v>
                </c:pt>
                <c:pt idx="449085">
                  <c:v>k835</c:v>
                </c:pt>
                <c:pt idx="449036">
                  <c:v>k836</c:v>
                </c:pt>
                <c:pt idx="448987">
                  <c:v>k837</c:v>
                </c:pt>
                <c:pt idx="448938">
                  <c:v>k838</c:v>
                </c:pt>
                <c:pt idx="448889">
                  <c:v>k839</c:v>
                </c:pt>
                <c:pt idx="448840">
                  <c:v>k840</c:v>
                </c:pt>
                <c:pt idx="448791">
                  <c:v>k841</c:v>
                </c:pt>
                <c:pt idx="448742">
                  <c:v>k842</c:v>
                </c:pt>
                <c:pt idx="448693">
                  <c:v>k843</c:v>
                </c:pt>
                <c:pt idx="448644">
                  <c:v>k844</c:v>
                </c:pt>
                <c:pt idx="448595">
                  <c:v>k845</c:v>
                </c:pt>
                <c:pt idx="448546">
                  <c:v>k846</c:v>
                </c:pt>
                <c:pt idx="448497">
                  <c:v>k847</c:v>
                </c:pt>
                <c:pt idx="448448">
                  <c:v>k848</c:v>
                </c:pt>
                <c:pt idx="448399">
                  <c:v>k849</c:v>
                </c:pt>
                <c:pt idx="448350">
                  <c:v>k850</c:v>
                </c:pt>
                <c:pt idx="448301">
                  <c:v>k851</c:v>
                </c:pt>
                <c:pt idx="448252">
                  <c:v>k852</c:v>
                </c:pt>
                <c:pt idx="448203">
                  <c:v>k853</c:v>
                </c:pt>
                <c:pt idx="448154">
                  <c:v>k854</c:v>
                </c:pt>
                <c:pt idx="448105">
                  <c:v>k855</c:v>
                </c:pt>
                <c:pt idx="448056">
                  <c:v>k856</c:v>
                </c:pt>
                <c:pt idx="448007">
                  <c:v>k857</c:v>
                </c:pt>
                <c:pt idx="447958">
                  <c:v>k858</c:v>
                </c:pt>
                <c:pt idx="447909">
                  <c:v>k859</c:v>
                </c:pt>
                <c:pt idx="447860">
                  <c:v>k860</c:v>
                </c:pt>
                <c:pt idx="447811">
                  <c:v>k861</c:v>
                </c:pt>
                <c:pt idx="447762">
                  <c:v>k862</c:v>
                </c:pt>
                <c:pt idx="447713">
                  <c:v>k863</c:v>
                </c:pt>
                <c:pt idx="447664">
                  <c:v>k864</c:v>
                </c:pt>
                <c:pt idx="447615">
                  <c:v>k865</c:v>
                </c:pt>
                <c:pt idx="447566">
                  <c:v>k866</c:v>
                </c:pt>
                <c:pt idx="447517">
                  <c:v>k867</c:v>
                </c:pt>
                <c:pt idx="447468">
                  <c:v>k868</c:v>
                </c:pt>
                <c:pt idx="447419">
                  <c:v>k869</c:v>
                </c:pt>
                <c:pt idx="447370">
                  <c:v>k870</c:v>
                </c:pt>
                <c:pt idx="447321">
                  <c:v>k871</c:v>
                </c:pt>
                <c:pt idx="447272">
                  <c:v>k872</c:v>
                </c:pt>
                <c:pt idx="447223">
                  <c:v>k873</c:v>
                </c:pt>
                <c:pt idx="447174">
                  <c:v>k874</c:v>
                </c:pt>
                <c:pt idx="447125">
                  <c:v>k875</c:v>
                </c:pt>
                <c:pt idx="447076">
                  <c:v>k876</c:v>
                </c:pt>
                <c:pt idx="447027">
                  <c:v>k877</c:v>
                </c:pt>
                <c:pt idx="446978">
                  <c:v>k878</c:v>
                </c:pt>
                <c:pt idx="446929">
                  <c:v>k879</c:v>
                </c:pt>
                <c:pt idx="446880">
                  <c:v>k880</c:v>
                </c:pt>
                <c:pt idx="446831">
                  <c:v>k881</c:v>
                </c:pt>
                <c:pt idx="446782">
                  <c:v>k882</c:v>
                </c:pt>
                <c:pt idx="446733">
                  <c:v>k883</c:v>
                </c:pt>
                <c:pt idx="446684">
                  <c:v>k884</c:v>
                </c:pt>
                <c:pt idx="446635">
                  <c:v>k885</c:v>
                </c:pt>
                <c:pt idx="446586">
                  <c:v>k886</c:v>
                </c:pt>
                <c:pt idx="446537">
                  <c:v>k887</c:v>
                </c:pt>
                <c:pt idx="446488">
                  <c:v>k888</c:v>
                </c:pt>
                <c:pt idx="446439">
                  <c:v>k889</c:v>
                </c:pt>
                <c:pt idx="446390">
                  <c:v>k890</c:v>
                </c:pt>
                <c:pt idx="446341">
                  <c:v>k891</c:v>
                </c:pt>
                <c:pt idx="446292">
                  <c:v>k892</c:v>
                </c:pt>
                <c:pt idx="446243">
                  <c:v>k893</c:v>
                </c:pt>
                <c:pt idx="446194">
                  <c:v>k894</c:v>
                </c:pt>
                <c:pt idx="446145">
                  <c:v>k895</c:v>
                </c:pt>
                <c:pt idx="446096">
                  <c:v>k896</c:v>
                </c:pt>
                <c:pt idx="446047">
                  <c:v>k897</c:v>
                </c:pt>
                <c:pt idx="445998">
                  <c:v>k898</c:v>
                </c:pt>
                <c:pt idx="445949">
                  <c:v>k899</c:v>
                </c:pt>
                <c:pt idx="445900">
                  <c:v>k900</c:v>
                </c:pt>
                <c:pt idx="445851">
                  <c:v>k901</c:v>
                </c:pt>
                <c:pt idx="445802">
                  <c:v>k902</c:v>
                </c:pt>
                <c:pt idx="445753">
                  <c:v>k903</c:v>
                </c:pt>
                <c:pt idx="445704">
                  <c:v>k904</c:v>
                </c:pt>
                <c:pt idx="445655">
                  <c:v>k905</c:v>
                </c:pt>
                <c:pt idx="445606">
                  <c:v>k906</c:v>
                </c:pt>
                <c:pt idx="445557">
                  <c:v>k907</c:v>
                </c:pt>
                <c:pt idx="445508">
                  <c:v>k908</c:v>
                </c:pt>
                <c:pt idx="445459">
                  <c:v>k909</c:v>
                </c:pt>
                <c:pt idx="445410">
                  <c:v>k910</c:v>
                </c:pt>
                <c:pt idx="445361">
                  <c:v>k911</c:v>
                </c:pt>
                <c:pt idx="445312">
                  <c:v>k912</c:v>
                </c:pt>
                <c:pt idx="445263">
                  <c:v>k913</c:v>
                </c:pt>
                <c:pt idx="445214">
                  <c:v>k914</c:v>
                </c:pt>
                <c:pt idx="445165">
                  <c:v>k915</c:v>
                </c:pt>
                <c:pt idx="445116">
                  <c:v>k916</c:v>
                </c:pt>
                <c:pt idx="445067">
                  <c:v>k917</c:v>
                </c:pt>
                <c:pt idx="445018">
                  <c:v>k918</c:v>
                </c:pt>
                <c:pt idx="444969">
                  <c:v>k919</c:v>
                </c:pt>
                <c:pt idx="444920">
                  <c:v>k920</c:v>
                </c:pt>
                <c:pt idx="444871">
                  <c:v>k921</c:v>
                </c:pt>
                <c:pt idx="444822">
                  <c:v>k922</c:v>
                </c:pt>
                <c:pt idx="444773">
                  <c:v>k923</c:v>
                </c:pt>
                <c:pt idx="444724">
                  <c:v>k924</c:v>
                </c:pt>
                <c:pt idx="444675">
                  <c:v>k925</c:v>
                </c:pt>
                <c:pt idx="444626">
                  <c:v>k926</c:v>
                </c:pt>
                <c:pt idx="444577">
                  <c:v>k927</c:v>
                </c:pt>
                <c:pt idx="444528">
                  <c:v>k928</c:v>
                </c:pt>
                <c:pt idx="444479">
                  <c:v>k929</c:v>
                </c:pt>
                <c:pt idx="444430">
                  <c:v>k930</c:v>
                </c:pt>
                <c:pt idx="444381">
                  <c:v>k931</c:v>
                </c:pt>
                <c:pt idx="444332">
                  <c:v>k932</c:v>
                </c:pt>
                <c:pt idx="444283">
                  <c:v>k933</c:v>
                </c:pt>
                <c:pt idx="444234">
                  <c:v>k934</c:v>
                </c:pt>
                <c:pt idx="444185">
                  <c:v>k935</c:v>
                </c:pt>
                <c:pt idx="444136">
                  <c:v>k936</c:v>
                </c:pt>
                <c:pt idx="444087">
                  <c:v>k937</c:v>
                </c:pt>
                <c:pt idx="444038">
                  <c:v>k938</c:v>
                </c:pt>
                <c:pt idx="443989">
                  <c:v>k939</c:v>
                </c:pt>
                <c:pt idx="443940">
                  <c:v>k940</c:v>
                </c:pt>
                <c:pt idx="443891">
                  <c:v>k941</c:v>
                </c:pt>
                <c:pt idx="443842">
                  <c:v>k942</c:v>
                </c:pt>
                <c:pt idx="443793">
                  <c:v>k943</c:v>
                </c:pt>
                <c:pt idx="443744">
                  <c:v>k944</c:v>
                </c:pt>
                <c:pt idx="443695">
                  <c:v>k945</c:v>
                </c:pt>
                <c:pt idx="443646">
                  <c:v>k946</c:v>
                </c:pt>
                <c:pt idx="443597">
                  <c:v>k947</c:v>
                </c:pt>
                <c:pt idx="443548">
                  <c:v>k948</c:v>
                </c:pt>
                <c:pt idx="443499">
                  <c:v>k949</c:v>
                </c:pt>
                <c:pt idx="443450">
                  <c:v>k950</c:v>
                </c:pt>
                <c:pt idx="443401">
                  <c:v>k951</c:v>
                </c:pt>
                <c:pt idx="443352">
                  <c:v>k952</c:v>
                </c:pt>
                <c:pt idx="443303">
                  <c:v>k953</c:v>
                </c:pt>
                <c:pt idx="443254">
                  <c:v>k954</c:v>
                </c:pt>
                <c:pt idx="443205">
                  <c:v>k955</c:v>
                </c:pt>
                <c:pt idx="443156">
                  <c:v>k956</c:v>
                </c:pt>
                <c:pt idx="443107">
                  <c:v>k957</c:v>
                </c:pt>
                <c:pt idx="443058">
                  <c:v>k958</c:v>
                </c:pt>
                <c:pt idx="443009">
                  <c:v>k959</c:v>
                </c:pt>
                <c:pt idx="442960">
                  <c:v>k960</c:v>
                </c:pt>
                <c:pt idx="442911">
                  <c:v>k961</c:v>
                </c:pt>
                <c:pt idx="442862">
                  <c:v>k962</c:v>
                </c:pt>
                <c:pt idx="442813">
                  <c:v>k963</c:v>
                </c:pt>
                <c:pt idx="442764">
                  <c:v>k964</c:v>
                </c:pt>
                <c:pt idx="442715">
                  <c:v>k965</c:v>
                </c:pt>
                <c:pt idx="442666">
                  <c:v>k966</c:v>
                </c:pt>
                <c:pt idx="442617">
                  <c:v>k967</c:v>
                </c:pt>
                <c:pt idx="442568">
                  <c:v>k968</c:v>
                </c:pt>
                <c:pt idx="442519">
                  <c:v>k969</c:v>
                </c:pt>
                <c:pt idx="442470">
                  <c:v>k970</c:v>
                </c:pt>
                <c:pt idx="442421">
                  <c:v>k971</c:v>
                </c:pt>
                <c:pt idx="442372">
                  <c:v>k972</c:v>
                </c:pt>
                <c:pt idx="442323">
                  <c:v>k973</c:v>
                </c:pt>
                <c:pt idx="442274">
                  <c:v>k974</c:v>
                </c:pt>
                <c:pt idx="442225">
                  <c:v>k975</c:v>
                </c:pt>
                <c:pt idx="442176">
                  <c:v>k976</c:v>
                </c:pt>
                <c:pt idx="442127">
                  <c:v>k977</c:v>
                </c:pt>
                <c:pt idx="442078">
                  <c:v>k978</c:v>
                </c:pt>
                <c:pt idx="442029">
                  <c:v>k979</c:v>
                </c:pt>
                <c:pt idx="441980">
                  <c:v>k980</c:v>
                </c:pt>
                <c:pt idx="441931">
                  <c:v>k981</c:v>
                </c:pt>
                <c:pt idx="441882">
                  <c:v>k982</c:v>
                </c:pt>
                <c:pt idx="441833">
                  <c:v>k983</c:v>
                </c:pt>
                <c:pt idx="441784">
                  <c:v>k984</c:v>
                </c:pt>
                <c:pt idx="441735">
                  <c:v>k985</c:v>
                </c:pt>
                <c:pt idx="441686">
                  <c:v>k986</c:v>
                </c:pt>
                <c:pt idx="441637">
                  <c:v>k987</c:v>
                </c:pt>
                <c:pt idx="441588">
                  <c:v>k988</c:v>
                </c:pt>
                <c:pt idx="441539">
                  <c:v>k989</c:v>
                </c:pt>
                <c:pt idx="441490">
                  <c:v>k990</c:v>
                </c:pt>
                <c:pt idx="441441">
                  <c:v>k991</c:v>
                </c:pt>
                <c:pt idx="441392">
                  <c:v>k992</c:v>
                </c:pt>
                <c:pt idx="441343">
                  <c:v>k993</c:v>
                </c:pt>
                <c:pt idx="441294">
                  <c:v>k994</c:v>
                </c:pt>
                <c:pt idx="441245">
                  <c:v>k995</c:v>
                </c:pt>
                <c:pt idx="441196">
                  <c:v>k996</c:v>
                </c:pt>
                <c:pt idx="441147">
                  <c:v>k997</c:v>
                </c:pt>
                <c:pt idx="441098">
                  <c:v>k998</c:v>
                </c:pt>
                <c:pt idx="441049">
                  <c:v>k999</c:v>
                </c:pt>
                <c:pt idx="441000">
                  <c:v>k1000</c:v>
                </c:pt>
                <c:pt idx="440951">
                  <c:v>k1001</c:v>
                </c:pt>
                <c:pt idx="440902">
                  <c:v>k1002</c:v>
                </c:pt>
                <c:pt idx="440853">
                  <c:v>k1003</c:v>
                </c:pt>
                <c:pt idx="440804">
                  <c:v>k1004</c:v>
                </c:pt>
                <c:pt idx="440755">
                  <c:v>k1005</c:v>
                </c:pt>
                <c:pt idx="440706">
                  <c:v>k1006</c:v>
                </c:pt>
                <c:pt idx="440657">
                  <c:v>k1007</c:v>
                </c:pt>
                <c:pt idx="440608">
                  <c:v>k1008</c:v>
                </c:pt>
                <c:pt idx="440559">
                  <c:v>k1009</c:v>
                </c:pt>
                <c:pt idx="440510">
                  <c:v>k1010</c:v>
                </c:pt>
                <c:pt idx="440461">
                  <c:v>k1011</c:v>
                </c:pt>
                <c:pt idx="440412">
                  <c:v>k1012</c:v>
                </c:pt>
                <c:pt idx="440363">
                  <c:v>k1013</c:v>
                </c:pt>
                <c:pt idx="440314">
                  <c:v>k1014</c:v>
                </c:pt>
                <c:pt idx="440265">
                  <c:v>k1015</c:v>
                </c:pt>
                <c:pt idx="440216">
                  <c:v>k1016</c:v>
                </c:pt>
                <c:pt idx="440167">
                  <c:v>k1017</c:v>
                </c:pt>
                <c:pt idx="440118">
                  <c:v>k1018</c:v>
                </c:pt>
                <c:pt idx="440069">
                  <c:v>k1019</c:v>
                </c:pt>
                <c:pt idx="440020">
                  <c:v>k1020</c:v>
                </c:pt>
                <c:pt idx="439971">
                  <c:v>k1021</c:v>
                </c:pt>
                <c:pt idx="439922">
                  <c:v>k1022</c:v>
                </c:pt>
                <c:pt idx="439873">
                  <c:v>k1023</c:v>
                </c:pt>
                <c:pt idx="439824">
                  <c:v>k1024</c:v>
                </c:pt>
                <c:pt idx="439775">
                  <c:v>k1025</c:v>
                </c:pt>
                <c:pt idx="439726">
                  <c:v>k1026</c:v>
                </c:pt>
                <c:pt idx="439677">
                  <c:v>k1027</c:v>
                </c:pt>
                <c:pt idx="439628">
                  <c:v>k1028</c:v>
                </c:pt>
                <c:pt idx="439579">
                  <c:v>k1029</c:v>
                </c:pt>
                <c:pt idx="439530">
                  <c:v>k1030</c:v>
                </c:pt>
                <c:pt idx="439481">
                  <c:v>k1031</c:v>
                </c:pt>
                <c:pt idx="439432">
                  <c:v>k1032</c:v>
                </c:pt>
                <c:pt idx="439383">
                  <c:v>k1033</c:v>
                </c:pt>
                <c:pt idx="439334">
                  <c:v>k1034</c:v>
                </c:pt>
                <c:pt idx="439285">
                  <c:v>k1035</c:v>
                </c:pt>
                <c:pt idx="439236">
                  <c:v>k1036</c:v>
                </c:pt>
                <c:pt idx="439187">
                  <c:v>k1037</c:v>
                </c:pt>
                <c:pt idx="439138">
                  <c:v>k1038</c:v>
                </c:pt>
                <c:pt idx="439089">
                  <c:v>k1039</c:v>
                </c:pt>
                <c:pt idx="439040">
                  <c:v>k1040</c:v>
                </c:pt>
                <c:pt idx="438991">
                  <c:v>k1041</c:v>
                </c:pt>
                <c:pt idx="438942">
                  <c:v>k1042</c:v>
                </c:pt>
                <c:pt idx="438893">
                  <c:v>k1043</c:v>
                </c:pt>
                <c:pt idx="438844">
                  <c:v>k1044</c:v>
                </c:pt>
                <c:pt idx="438795">
                  <c:v>k1045</c:v>
                </c:pt>
                <c:pt idx="438746">
                  <c:v>k1046</c:v>
                </c:pt>
                <c:pt idx="438697">
                  <c:v>k1047</c:v>
                </c:pt>
                <c:pt idx="438648">
                  <c:v>k1048</c:v>
                </c:pt>
                <c:pt idx="438599">
                  <c:v>k1049</c:v>
                </c:pt>
                <c:pt idx="438550">
                  <c:v>k1050</c:v>
                </c:pt>
                <c:pt idx="438501">
                  <c:v>k1051</c:v>
                </c:pt>
                <c:pt idx="438452">
                  <c:v>k1052</c:v>
                </c:pt>
                <c:pt idx="438403">
                  <c:v>k1053</c:v>
                </c:pt>
                <c:pt idx="438354">
                  <c:v>k1054</c:v>
                </c:pt>
                <c:pt idx="438305">
                  <c:v>k1055</c:v>
                </c:pt>
                <c:pt idx="438256">
                  <c:v>k1056</c:v>
                </c:pt>
                <c:pt idx="438207">
                  <c:v>k1057</c:v>
                </c:pt>
                <c:pt idx="438158">
                  <c:v>k1058</c:v>
                </c:pt>
                <c:pt idx="438109">
                  <c:v>k1059</c:v>
                </c:pt>
                <c:pt idx="438060">
                  <c:v>k1060</c:v>
                </c:pt>
                <c:pt idx="438011">
                  <c:v>k1061</c:v>
                </c:pt>
                <c:pt idx="437962">
                  <c:v>k1062</c:v>
                </c:pt>
                <c:pt idx="437913">
                  <c:v>k1063</c:v>
                </c:pt>
                <c:pt idx="437864">
                  <c:v>k1064</c:v>
                </c:pt>
                <c:pt idx="437815">
                  <c:v>k1065</c:v>
                </c:pt>
                <c:pt idx="437766">
                  <c:v>k1066</c:v>
                </c:pt>
                <c:pt idx="437717">
                  <c:v>k1067</c:v>
                </c:pt>
                <c:pt idx="437668">
                  <c:v>k1068</c:v>
                </c:pt>
                <c:pt idx="437619">
                  <c:v>k1069</c:v>
                </c:pt>
                <c:pt idx="437570">
                  <c:v>k1070</c:v>
                </c:pt>
                <c:pt idx="437521">
                  <c:v>k1071</c:v>
                </c:pt>
                <c:pt idx="437472">
                  <c:v>k1072</c:v>
                </c:pt>
                <c:pt idx="437423">
                  <c:v>k1073</c:v>
                </c:pt>
                <c:pt idx="437374">
                  <c:v>k1074</c:v>
                </c:pt>
                <c:pt idx="437325">
                  <c:v>k1075</c:v>
                </c:pt>
                <c:pt idx="437276">
                  <c:v>k1076</c:v>
                </c:pt>
                <c:pt idx="437227">
                  <c:v>k1077</c:v>
                </c:pt>
                <c:pt idx="437178">
                  <c:v>k1078</c:v>
                </c:pt>
                <c:pt idx="437129">
                  <c:v>k1079</c:v>
                </c:pt>
                <c:pt idx="437080">
                  <c:v>k1080</c:v>
                </c:pt>
                <c:pt idx="437031">
                  <c:v>k1081</c:v>
                </c:pt>
                <c:pt idx="436982">
                  <c:v>k1082</c:v>
                </c:pt>
                <c:pt idx="436933">
                  <c:v>k1083</c:v>
                </c:pt>
                <c:pt idx="436884">
                  <c:v>k1084</c:v>
                </c:pt>
                <c:pt idx="436835">
                  <c:v>k1085</c:v>
                </c:pt>
                <c:pt idx="436786">
                  <c:v>k1086</c:v>
                </c:pt>
                <c:pt idx="436737">
                  <c:v>k1087</c:v>
                </c:pt>
                <c:pt idx="436688">
                  <c:v>k1088</c:v>
                </c:pt>
                <c:pt idx="436639">
                  <c:v>k1089</c:v>
                </c:pt>
                <c:pt idx="436590">
                  <c:v>k1090</c:v>
                </c:pt>
                <c:pt idx="436541">
                  <c:v>k1091</c:v>
                </c:pt>
                <c:pt idx="436492">
                  <c:v>k1092</c:v>
                </c:pt>
                <c:pt idx="436443">
                  <c:v>k1093</c:v>
                </c:pt>
                <c:pt idx="436394">
                  <c:v>k1094</c:v>
                </c:pt>
                <c:pt idx="436345">
                  <c:v>k1095</c:v>
                </c:pt>
                <c:pt idx="436296">
                  <c:v>k1096</c:v>
                </c:pt>
                <c:pt idx="436247">
                  <c:v>k1097</c:v>
                </c:pt>
                <c:pt idx="436198">
                  <c:v>k1098</c:v>
                </c:pt>
                <c:pt idx="436149">
                  <c:v>k1099</c:v>
                </c:pt>
                <c:pt idx="436100">
                  <c:v>k1100</c:v>
                </c:pt>
                <c:pt idx="436051">
                  <c:v>k1101</c:v>
                </c:pt>
                <c:pt idx="436002">
                  <c:v>k1102</c:v>
                </c:pt>
                <c:pt idx="435953">
                  <c:v>k1103</c:v>
                </c:pt>
                <c:pt idx="435904">
                  <c:v>k1104</c:v>
                </c:pt>
                <c:pt idx="435855">
                  <c:v>k1105</c:v>
                </c:pt>
                <c:pt idx="435806">
                  <c:v>k1106</c:v>
                </c:pt>
                <c:pt idx="435757">
                  <c:v>k1107</c:v>
                </c:pt>
                <c:pt idx="435708">
                  <c:v>k1108</c:v>
                </c:pt>
                <c:pt idx="435659">
                  <c:v>k1109</c:v>
                </c:pt>
                <c:pt idx="435610">
                  <c:v>k1110</c:v>
                </c:pt>
                <c:pt idx="435561">
                  <c:v>k1111</c:v>
                </c:pt>
                <c:pt idx="435512">
                  <c:v>k1112</c:v>
                </c:pt>
                <c:pt idx="435463">
                  <c:v>k1113</c:v>
                </c:pt>
                <c:pt idx="435414">
                  <c:v>k1114</c:v>
                </c:pt>
                <c:pt idx="435365">
                  <c:v>k1115</c:v>
                </c:pt>
                <c:pt idx="435316">
                  <c:v>k1116</c:v>
                </c:pt>
                <c:pt idx="435267">
                  <c:v>k1117</c:v>
                </c:pt>
                <c:pt idx="435218">
                  <c:v>k1118</c:v>
                </c:pt>
                <c:pt idx="435169">
                  <c:v>k1119</c:v>
                </c:pt>
                <c:pt idx="435120">
                  <c:v>k1120</c:v>
                </c:pt>
                <c:pt idx="435071">
                  <c:v>k1121</c:v>
                </c:pt>
                <c:pt idx="435022">
                  <c:v>k1122</c:v>
                </c:pt>
                <c:pt idx="434973">
                  <c:v>k1123</c:v>
                </c:pt>
                <c:pt idx="434924">
                  <c:v>k1124</c:v>
                </c:pt>
                <c:pt idx="434875">
                  <c:v>k1125</c:v>
                </c:pt>
                <c:pt idx="434826">
                  <c:v>k1126</c:v>
                </c:pt>
                <c:pt idx="434777">
                  <c:v>k1127</c:v>
                </c:pt>
                <c:pt idx="434728">
                  <c:v>k1128</c:v>
                </c:pt>
                <c:pt idx="434679">
                  <c:v>k1129</c:v>
                </c:pt>
                <c:pt idx="434630">
                  <c:v>k1130</c:v>
                </c:pt>
                <c:pt idx="434581">
                  <c:v>k1131</c:v>
                </c:pt>
                <c:pt idx="434532">
                  <c:v>k1132</c:v>
                </c:pt>
                <c:pt idx="434483">
                  <c:v>k1133</c:v>
                </c:pt>
                <c:pt idx="434434">
                  <c:v>k1134</c:v>
                </c:pt>
                <c:pt idx="434385">
                  <c:v>k1135</c:v>
                </c:pt>
                <c:pt idx="434336">
                  <c:v>k1136</c:v>
                </c:pt>
                <c:pt idx="434287">
                  <c:v>k1137</c:v>
                </c:pt>
                <c:pt idx="434238">
                  <c:v>k1138</c:v>
                </c:pt>
                <c:pt idx="434189">
                  <c:v>k1139</c:v>
                </c:pt>
                <c:pt idx="434140">
                  <c:v>k1140</c:v>
                </c:pt>
                <c:pt idx="434091">
                  <c:v>k1141</c:v>
                </c:pt>
                <c:pt idx="434042">
                  <c:v>k1142</c:v>
                </c:pt>
                <c:pt idx="433993">
                  <c:v>k1143</c:v>
                </c:pt>
                <c:pt idx="433944">
                  <c:v>k1144</c:v>
                </c:pt>
                <c:pt idx="433895">
                  <c:v>k1145</c:v>
                </c:pt>
                <c:pt idx="433846">
                  <c:v>k1146</c:v>
                </c:pt>
                <c:pt idx="433797">
                  <c:v>k1147</c:v>
                </c:pt>
                <c:pt idx="433748">
                  <c:v>k1148</c:v>
                </c:pt>
                <c:pt idx="433699">
                  <c:v>k1149</c:v>
                </c:pt>
                <c:pt idx="433650">
                  <c:v>k1150</c:v>
                </c:pt>
                <c:pt idx="433601">
                  <c:v>k1151</c:v>
                </c:pt>
                <c:pt idx="433552">
                  <c:v>k1152</c:v>
                </c:pt>
                <c:pt idx="433503">
                  <c:v>k1153</c:v>
                </c:pt>
                <c:pt idx="433454">
                  <c:v>k1154</c:v>
                </c:pt>
                <c:pt idx="433405">
                  <c:v>k1155</c:v>
                </c:pt>
                <c:pt idx="433356">
                  <c:v>k1156</c:v>
                </c:pt>
                <c:pt idx="433307">
                  <c:v>k1157</c:v>
                </c:pt>
                <c:pt idx="433258">
                  <c:v>k1158</c:v>
                </c:pt>
                <c:pt idx="433209">
                  <c:v>k1159</c:v>
                </c:pt>
                <c:pt idx="433160">
                  <c:v>k1160</c:v>
                </c:pt>
                <c:pt idx="433111">
                  <c:v>k1161</c:v>
                </c:pt>
                <c:pt idx="433062">
                  <c:v>k1162</c:v>
                </c:pt>
                <c:pt idx="433013">
                  <c:v>k1163</c:v>
                </c:pt>
                <c:pt idx="432964">
                  <c:v>k1164</c:v>
                </c:pt>
                <c:pt idx="432915">
                  <c:v>k1165</c:v>
                </c:pt>
                <c:pt idx="432866">
                  <c:v>k1166</c:v>
                </c:pt>
                <c:pt idx="432817">
                  <c:v>k1167</c:v>
                </c:pt>
                <c:pt idx="432768">
                  <c:v>k1168</c:v>
                </c:pt>
                <c:pt idx="432719">
                  <c:v>k1169</c:v>
                </c:pt>
                <c:pt idx="432670">
                  <c:v>k1170</c:v>
                </c:pt>
                <c:pt idx="432621">
                  <c:v>k1171</c:v>
                </c:pt>
                <c:pt idx="432572">
                  <c:v>k1172</c:v>
                </c:pt>
                <c:pt idx="432523">
                  <c:v>k1173</c:v>
                </c:pt>
                <c:pt idx="432474">
                  <c:v>k1174</c:v>
                </c:pt>
                <c:pt idx="432425">
                  <c:v>k1175</c:v>
                </c:pt>
                <c:pt idx="432376">
                  <c:v>k1176</c:v>
                </c:pt>
                <c:pt idx="432327">
                  <c:v>k1177</c:v>
                </c:pt>
                <c:pt idx="432278">
                  <c:v>k1178</c:v>
                </c:pt>
                <c:pt idx="432229">
                  <c:v>k1179</c:v>
                </c:pt>
                <c:pt idx="432180">
                  <c:v>k1180</c:v>
                </c:pt>
                <c:pt idx="432131">
                  <c:v>k1181</c:v>
                </c:pt>
                <c:pt idx="432082">
                  <c:v>k1182</c:v>
                </c:pt>
                <c:pt idx="432033">
                  <c:v>k1183</c:v>
                </c:pt>
                <c:pt idx="431984">
                  <c:v>k1184</c:v>
                </c:pt>
                <c:pt idx="431935">
                  <c:v>k1185</c:v>
                </c:pt>
                <c:pt idx="431886">
                  <c:v>k1186</c:v>
                </c:pt>
                <c:pt idx="431837">
                  <c:v>k1187</c:v>
                </c:pt>
                <c:pt idx="431788">
                  <c:v>k1188</c:v>
                </c:pt>
                <c:pt idx="431739">
                  <c:v>k1189</c:v>
                </c:pt>
                <c:pt idx="431690">
                  <c:v>k1190</c:v>
                </c:pt>
                <c:pt idx="431641">
                  <c:v>k1191</c:v>
                </c:pt>
                <c:pt idx="431592">
                  <c:v>k1192</c:v>
                </c:pt>
                <c:pt idx="431543">
                  <c:v>k1193</c:v>
                </c:pt>
                <c:pt idx="431494">
                  <c:v>k1194</c:v>
                </c:pt>
                <c:pt idx="431445">
                  <c:v>k1195</c:v>
                </c:pt>
                <c:pt idx="431396">
                  <c:v>k1196</c:v>
                </c:pt>
                <c:pt idx="431347">
                  <c:v>k1197</c:v>
                </c:pt>
                <c:pt idx="431298">
                  <c:v>k1198</c:v>
                </c:pt>
                <c:pt idx="431249">
                  <c:v>k1199</c:v>
                </c:pt>
                <c:pt idx="431200">
                  <c:v>k1200</c:v>
                </c:pt>
                <c:pt idx="431151">
                  <c:v>k1201</c:v>
                </c:pt>
                <c:pt idx="431102">
                  <c:v>k1202</c:v>
                </c:pt>
                <c:pt idx="431053">
                  <c:v>k1203</c:v>
                </c:pt>
                <c:pt idx="431004">
                  <c:v>k1204</c:v>
                </c:pt>
                <c:pt idx="430955">
                  <c:v>k1205</c:v>
                </c:pt>
                <c:pt idx="430906">
                  <c:v>k1206</c:v>
                </c:pt>
                <c:pt idx="430857">
                  <c:v>k1207</c:v>
                </c:pt>
                <c:pt idx="430808">
                  <c:v>k1208</c:v>
                </c:pt>
                <c:pt idx="430759">
                  <c:v>k1209</c:v>
                </c:pt>
                <c:pt idx="430710">
                  <c:v>k1210</c:v>
                </c:pt>
                <c:pt idx="430661">
                  <c:v>k1211</c:v>
                </c:pt>
                <c:pt idx="430612">
                  <c:v>k1212</c:v>
                </c:pt>
                <c:pt idx="430563">
                  <c:v>k1213</c:v>
                </c:pt>
                <c:pt idx="430514">
                  <c:v>k1214</c:v>
                </c:pt>
                <c:pt idx="430465">
                  <c:v>k1215</c:v>
                </c:pt>
                <c:pt idx="430416">
                  <c:v>k1216</c:v>
                </c:pt>
                <c:pt idx="430367">
                  <c:v>k1217</c:v>
                </c:pt>
                <c:pt idx="430318">
                  <c:v>k1218</c:v>
                </c:pt>
                <c:pt idx="430269">
                  <c:v>k1219</c:v>
                </c:pt>
                <c:pt idx="430220">
                  <c:v>k1220</c:v>
                </c:pt>
                <c:pt idx="430171">
                  <c:v>k1221</c:v>
                </c:pt>
                <c:pt idx="430122">
                  <c:v>k1222</c:v>
                </c:pt>
                <c:pt idx="430073">
                  <c:v>k1223</c:v>
                </c:pt>
                <c:pt idx="430024">
                  <c:v>k1224</c:v>
                </c:pt>
                <c:pt idx="429975">
                  <c:v>k1225</c:v>
                </c:pt>
                <c:pt idx="429926">
                  <c:v>k1226</c:v>
                </c:pt>
                <c:pt idx="429877">
                  <c:v>k1227</c:v>
                </c:pt>
                <c:pt idx="429828">
                  <c:v>k1228</c:v>
                </c:pt>
                <c:pt idx="429779">
                  <c:v>k1229</c:v>
                </c:pt>
                <c:pt idx="429730">
                  <c:v>k1230</c:v>
                </c:pt>
                <c:pt idx="429681">
                  <c:v>k1231</c:v>
                </c:pt>
                <c:pt idx="429632">
                  <c:v>k1232</c:v>
                </c:pt>
                <c:pt idx="429583">
                  <c:v>k1233</c:v>
                </c:pt>
                <c:pt idx="429534">
                  <c:v>k1234</c:v>
                </c:pt>
                <c:pt idx="429485">
                  <c:v>k1235</c:v>
                </c:pt>
                <c:pt idx="429436">
                  <c:v>k1236</c:v>
                </c:pt>
                <c:pt idx="429387">
                  <c:v>k1237</c:v>
                </c:pt>
                <c:pt idx="429338">
                  <c:v>k1238</c:v>
                </c:pt>
                <c:pt idx="429289">
                  <c:v>k1239</c:v>
                </c:pt>
                <c:pt idx="429240">
                  <c:v>k1240</c:v>
                </c:pt>
                <c:pt idx="429191">
                  <c:v>k1241</c:v>
                </c:pt>
                <c:pt idx="429142">
                  <c:v>k1242</c:v>
                </c:pt>
                <c:pt idx="429093">
                  <c:v>k1243</c:v>
                </c:pt>
                <c:pt idx="429044">
                  <c:v>k1244</c:v>
                </c:pt>
                <c:pt idx="428995">
                  <c:v>k1245</c:v>
                </c:pt>
                <c:pt idx="428946">
                  <c:v>k1246</c:v>
                </c:pt>
                <c:pt idx="428897">
                  <c:v>k1247</c:v>
                </c:pt>
                <c:pt idx="428848">
                  <c:v>k1248</c:v>
                </c:pt>
                <c:pt idx="428799">
                  <c:v>k1249</c:v>
                </c:pt>
                <c:pt idx="428750">
                  <c:v>k1250</c:v>
                </c:pt>
                <c:pt idx="428701">
                  <c:v>k1251</c:v>
                </c:pt>
                <c:pt idx="428652">
                  <c:v>k1252</c:v>
                </c:pt>
                <c:pt idx="428603">
                  <c:v>k1253</c:v>
                </c:pt>
                <c:pt idx="428554">
                  <c:v>k1254</c:v>
                </c:pt>
                <c:pt idx="428505">
                  <c:v>k1255</c:v>
                </c:pt>
                <c:pt idx="428456">
                  <c:v>k1256</c:v>
                </c:pt>
                <c:pt idx="428407">
                  <c:v>k1257</c:v>
                </c:pt>
                <c:pt idx="428358">
                  <c:v>k1258</c:v>
                </c:pt>
                <c:pt idx="428309">
                  <c:v>k1259</c:v>
                </c:pt>
                <c:pt idx="428260">
                  <c:v>k1260</c:v>
                </c:pt>
                <c:pt idx="428211">
                  <c:v>k1261</c:v>
                </c:pt>
                <c:pt idx="428162">
                  <c:v>k1262</c:v>
                </c:pt>
                <c:pt idx="428113">
                  <c:v>k1263</c:v>
                </c:pt>
                <c:pt idx="428064">
                  <c:v>k1264</c:v>
                </c:pt>
                <c:pt idx="428015">
                  <c:v>k1265</c:v>
                </c:pt>
                <c:pt idx="427966">
                  <c:v>k1266</c:v>
                </c:pt>
                <c:pt idx="427917">
                  <c:v>k1267</c:v>
                </c:pt>
                <c:pt idx="427868">
                  <c:v>k1268</c:v>
                </c:pt>
                <c:pt idx="427819">
                  <c:v>k1269</c:v>
                </c:pt>
                <c:pt idx="427770">
                  <c:v>k1270</c:v>
                </c:pt>
                <c:pt idx="427721">
                  <c:v>k1271</c:v>
                </c:pt>
                <c:pt idx="427672">
                  <c:v>k1272</c:v>
                </c:pt>
                <c:pt idx="427623">
                  <c:v>k1273</c:v>
                </c:pt>
                <c:pt idx="427574">
                  <c:v>k1274</c:v>
                </c:pt>
                <c:pt idx="427525">
                  <c:v>k1275</c:v>
                </c:pt>
                <c:pt idx="427476">
                  <c:v>k1276</c:v>
                </c:pt>
                <c:pt idx="427427">
                  <c:v>k1277</c:v>
                </c:pt>
                <c:pt idx="427378">
                  <c:v>k1278</c:v>
                </c:pt>
                <c:pt idx="427329">
                  <c:v>k1279</c:v>
                </c:pt>
                <c:pt idx="427280">
                  <c:v>k1280</c:v>
                </c:pt>
                <c:pt idx="427231">
                  <c:v>k1281</c:v>
                </c:pt>
                <c:pt idx="427182">
                  <c:v>k1282</c:v>
                </c:pt>
                <c:pt idx="427133">
                  <c:v>k1283</c:v>
                </c:pt>
                <c:pt idx="427084">
                  <c:v>k1284</c:v>
                </c:pt>
                <c:pt idx="427035">
                  <c:v>k1285</c:v>
                </c:pt>
                <c:pt idx="426986">
                  <c:v>k1286</c:v>
                </c:pt>
                <c:pt idx="426937">
                  <c:v>k1287</c:v>
                </c:pt>
                <c:pt idx="426888">
                  <c:v>k1288</c:v>
                </c:pt>
                <c:pt idx="426839">
                  <c:v>k1289</c:v>
                </c:pt>
                <c:pt idx="426790">
                  <c:v>k1290</c:v>
                </c:pt>
                <c:pt idx="426741">
                  <c:v>k1291</c:v>
                </c:pt>
                <c:pt idx="426692">
                  <c:v>k1292</c:v>
                </c:pt>
                <c:pt idx="426643">
                  <c:v>k1293</c:v>
                </c:pt>
                <c:pt idx="426594">
                  <c:v>k1294</c:v>
                </c:pt>
                <c:pt idx="426545">
                  <c:v>k1295</c:v>
                </c:pt>
                <c:pt idx="426496">
                  <c:v>k1296</c:v>
                </c:pt>
                <c:pt idx="426447">
                  <c:v>k1297</c:v>
                </c:pt>
                <c:pt idx="426398">
                  <c:v>k1298</c:v>
                </c:pt>
                <c:pt idx="426349">
                  <c:v>k1299</c:v>
                </c:pt>
                <c:pt idx="426300">
                  <c:v>k1300</c:v>
                </c:pt>
                <c:pt idx="426251">
                  <c:v>k1301</c:v>
                </c:pt>
                <c:pt idx="426202">
                  <c:v>k1302</c:v>
                </c:pt>
                <c:pt idx="426153">
                  <c:v>k1303</c:v>
                </c:pt>
                <c:pt idx="426104">
                  <c:v>k1304</c:v>
                </c:pt>
                <c:pt idx="426055">
                  <c:v>k1305</c:v>
                </c:pt>
                <c:pt idx="426006">
                  <c:v>k1306</c:v>
                </c:pt>
                <c:pt idx="425957">
                  <c:v>k1307</c:v>
                </c:pt>
                <c:pt idx="425908">
                  <c:v>k1308</c:v>
                </c:pt>
                <c:pt idx="425859">
                  <c:v>k1309</c:v>
                </c:pt>
                <c:pt idx="425810">
                  <c:v>k1310</c:v>
                </c:pt>
                <c:pt idx="425761">
                  <c:v>k1311</c:v>
                </c:pt>
                <c:pt idx="425712">
                  <c:v>k1312</c:v>
                </c:pt>
                <c:pt idx="425663">
                  <c:v>k1313</c:v>
                </c:pt>
                <c:pt idx="425614">
                  <c:v>k1314</c:v>
                </c:pt>
                <c:pt idx="425565">
                  <c:v>k1315</c:v>
                </c:pt>
                <c:pt idx="425516">
                  <c:v>k1316</c:v>
                </c:pt>
                <c:pt idx="425467">
                  <c:v>k1317</c:v>
                </c:pt>
                <c:pt idx="425418">
                  <c:v>k1318</c:v>
                </c:pt>
                <c:pt idx="425369">
                  <c:v>k1319</c:v>
                </c:pt>
                <c:pt idx="425320">
                  <c:v>k1320</c:v>
                </c:pt>
                <c:pt idx="425271">
                  <c:v>k1321</c:v>
                </c:pt>
                <c:pt idx="425222">
                  <c:v>k1322</c:v>
                </c:pt>
                <c:pt idx="425173">
                  <c:v>k1323</c:v>
                </c:pt>
                <c:pt idx="425124">
                  <c:v>k1324</c:v>
                </c:pt>
                <c:pt idx="425075">
                  <c:v>k1325</c:v>
                </c:pt>
                <c:pt idx="425026">
                  <c:v>k1326</c:v>
                </c:pt>
                <c:pt idx="424977">
                  <c:v>k1327</c:v>
                </c:pt>
                <c:pt idx="424928">
                  <c:v>k1328</c:v>
                </c:pt>
                <c:pt idx="424879">
                  <c:v>k1329</c:v>
                </c:pt>
                <c:pt idx="424830">
                  <c:v>k1330</c:v>
                </c:pt>
                <c:pt idx="424781">
                  <c:v>k1331</c:v>
                </c:pt>
                <c:pt idx="424732">
                  <c:v>k1332</c:v>
                </c:pt>
                <c:pt idx="424683">
                  <c:v>k1333</c:v>
                </c:pt>
                <c:pt idx="424634">
                  <c:v>k1334</c:v>
                </c:pt>
                <c:pt idx="424585">
                  <c:v>k1335</c:v>
                </c:pt>
                <c:pt idx="424536">
                  <c:v>k1336</c:v>
                </c:pt>
                <c:pt idx="424487">
                  <c:v>k1337</c:v>
                </c:pt>
                <c:pt idx="424438">
                  <c:v>k1338</c:v>
                </c:pt>
                <c:pt idx="424389">
                  <c:v>k1339</c:v>
                </c:pt>
                <c:pt idx="424340">
                  <c:v>k1340</c:v>
                </c:pt>
                <c:pt idx="424291">
                  <c:v>k1341</c:v>
                </c:pt>
                <c:pt idx="424242">
                  <c:v>k1342</c:v>
                </c:pt>
                <c:pt idx="424193">
                  <c:v>k1343</c:v>
                </c:pt>
                <c:pt idx="424144">
                  <c:v>k1344</c:v>
                </c:pt>
                <c:pt idx="424095">
                  <c:v>k1345</c:v>
                </c:pt>
                <c:pt idx="424046">
                  <c:v>k1346</c:v>
                </c:pt>
                <c:pt idx="423997">
                  <c:v>k1347</c:v>
                </c:pt>
                <c:pt idx="423948">
                  <c:v>k1348</c:v>
                </c:pt>
                <c:pt idx="423899">
                  <c:v>k1349</c:v>
                </c:pt>
                <c:pt idx="423850">
                  <c:v>k1350</c:v>
                </c:pt>
                <c:pt idx="423801">
                  <c:v>k1351</c:v>
                </c:pt>
                <c:pt idx="423752">
                  <c:v>k1352</c:v>
                </c:pt>
                <c:pt idx="423703">
                  <c:v>k1353</c:v>
                </c:pt>
                <c:pt idx="423654">
                  <c:v>k1354</c:v>
                </c:pt>
                <c:pt idx="423605">
                  <c:v>k1355</c:v>
                </c:pt>
                <c:pt idx="423556">
                  <c:v>k1356</c:v>
                </c:pt>
                <c:pt idx="423507">
                  <c:v>k1357</c:v>
                </c:pt>
                <c:pt idx="423458">
                  <c:v>k1358</c:v>
                </c:pt>
                <c:pt idx="423409">
                  <c:v>k1359</c:v>
                </c:pt>
                <c:pt idx="423360">
                  <c:v>k1360</c:v>
                </c:pt>
                <c:pt idx="423311">
                  <c:v>k1361</c:v>
                </c:pt>
                <c:pt idx="423262">
                  <c:v>k1362</c:v>
                </c:pt>
                <c:pt idx="423213">
                  <c:v>k1363</c:v>
                </c:pt>
                <c:pt idx="423164">
                  <c:v>k1364</c:v>
                </c:pt>
                <c:pt idx="423115">
                  <c:v>k1365</c:v>
                </c:pt>
                <c:pt idx="423066">
                  <c:v>k1366</c:v>
                </c:pt>
                <c:pt idx="423017">
                  <c:v>k1367</c:v>
                </c:pt>
                <c:pt idx="422968">
                  <c:v>k1368</c:v>
                </c:pt>
                <c:pt idx="422919">
                  <c:v>k1369</c:v>
                </c:pt>
                <c:pt idx="422870">
                  <c:v>k1370</c:v>
                </c:pt>
                <c:pt idx="422821">
                  <c:v>k1371</c:v>
                </c:pt>
                <c:pt idx="422772">
                  <c:v>k1372</c:v>
                </c:pt>
                <c:pt idx="422723">
                  <c:v>k1373</c:v>
                </c:pt>
                <c:pt idx="422674">
                  <c:v>k1374</c:v>
                </c:pt>
                <c:pt idx="422625">
                  <c:v>k1375</c:v>
                </c:pt>
                <c:pt idx="422576">
                  <c:v>k1376</c:v>
                </c:pt>
                <c:pt idx="422527">
                  <c:v>k1377</c:v>
                </c:pt>
                <c:pt idx="422478">
                  <c:v>k1378</c:v>
                </c:pt>
                <c:pt idx="422429">
                  <c:v>k1379</c:v>
                </c:pt>
                <c:pt idx="422380">
                  <c:v>k1380</c:v>
                </c:pt>
                <c:pt idx="422331">
                  <c:v>k1381</c:v>
                </c:pt>
                <c:pt idx="422282">
                  <c:v>k1382</c:v>
                </c:pt>
                <c:pt idx="422233">
                  <c:v>k1383</c:v>
                </c:pt>
                <c:pt idx="422184">
                  <c:v>k1384</c:v>
                </c:pt>
                <c:pt idx="422135">
                  <c:v>k1385</c:v>
                </c:pt>
                <c:pt idx="422086">
                  <c:v>k1386</c:v>
                </c:pt>
                <c:pt idx="422037">
                  <c:v>k1387</c:v>
                </c:pt>
                <c:pt idx="421988">
                  <c:v>k1388</c:v>
                </c:pt>
                <c:pt idx="421939">
                  <c:v>k1389</c:v>
                </c:pt>
                <c:pt idx="421890">
                  <c:v>k1390</c:v>
                </c:pt>
                <c:pt idx="421841">
                  <c:v>k1391</c:v>
                </c:pt>
                <c:pt idx="421792">
                  <c:v>k1392</c:v>
                </c:pt>
                <c:pt idx="421743">
                  <c:v>k1393</c:v>
                </c:pt>
                <c:pt idx="421694">
                  <c:v>k1394</c:v>
                </c:pt>
                <c:pt idx="421645">
                  <c:v>k1395</c:v>
                </c:pt>
                <c:pt idx="421596">
                  <c:v>k1396</c:v>
                </c:pt>
                <c:pt idx="421547">
                  <c:v>k1397</c:v>
                </c:pt>
                <c:pt idx="421498">
                  <c:v>k1398</c:v>
                </c:pt>
                <c:pt idx="421449">
                  <c:v>k1399</c:v>
                </c:pt>
                <c:pt idx="421400">
                  <c:v>k1400</c:v>
                </c:pt>
                <c:pt idx="421351">
                  <c:v>k1401</c:v>
                </c:pt>
                <c:pt idx="421302">
                  <c:v>k1402</c:v>
                </c:pt>
                <c:pt idx="421253">
                  <c:v>k1403</c:v>
                </c:pt>
                <c:pt idx="421204">
                  <c:v>k1404</c:v>
                </c:pt>
                <c:pt idx="421155">
                  <c:v>k1405</c:v>
                </c:pt>
                <c:pt idx="421106">
                  <c:v>k1406</c:v>
                </c:pt>
                <c:pt idx="421057">
                  <c:v>k1407</c:v>
                </c:pt>
                <c:pt idx="421008">
                  <c:v>k1408</c:v>
                </c:pt>
                <c:pt idx="420959">
                  <c:v>k1409</c:v>
                </c:pt>
                <c:pt idx="420910">
                  <c:v>k1410</c:v>
                </c:pt>
                <c:pt idx="420861">
                  <c:v>k1411</c:v>
                </c:pt>
                <c:pt idx="420812">
                  <c:v>k1412</c:v>
                </c:pt>
                <c:pt idx="420763">
                  <c:v>k1413</c:v>
                </c:pt>
                <c:pt idx="420714">
                  <c:v>k1414</c:v>
                </c:pt>
                <c:pt idx="420665">
                  <c:v>k1415</c:v>
                </c:pt>
                <c:pt idx="420616">
                  <c:v>k1416</c:v>
                </c:pt>
                <c:pt idx="420567">
                  <c:v>k1417</c:v>
                </c:pt>
                <c:pt idx="420518">
                  <c:v>k1418</c:v>
                </c:pt>
                <c:pt idx="420469">
                  <c:v>k1419</c:v>
                </c:pt>
                <c:pt idx="420420">
                  <c:v>k1420</c:v>
                </c:pt>
                <c:pt idx="420371">
                  <c:v>k1421</c:v>
                </c:pt>
                <c:pt idx="420322">
                  <c:v>k1422</c:v>
                </c:pt>
                <c:pt idx="420273">
                  <c:v>k1423</c:v>
                </c:pt>
                <c:pt idx="420224">
                  <c:v>k1424</c:v>
                </c:pt>
                <c:pt idx="420175">
                  <c:v>k1425</c:v>
                </c:pt>
                <c:pt idx="420126">
                  <c:v>k1426</c:v>
                </c:pt>
                <c:pt idx="420077">
                  <c:v>k1427</c:v>
                </c:pt>
                <c:pt idx="420028">
                  <c:v>k1428</c:v>
                </c:pt>
                <c:pt idx="419979">
                  <c:v>k1429</c:v>
                </c:pt>
                <c:pt idx="419930">
                  <c:v>k1430</c:v>
                </c:pt>
                <c:pt idx="419881">
                  <c:v>k1431</c:v>
                </c:pt>
                <c:pt idx="419832">
                  <c:v>k1432</c:v>
                </c:pt>
                <c:pt idx="419783">
                  <c:v>k1433</c:v>
                </c:pt>
                <c:pt idx="419734">
                  <c:v>k1434</c:v>
                </c:pt>
                <c:pt idx="419685">
                  <c:v>k1435</c:v>
                </c:pt>
                <c:pt idx="419636">
                  <c:v>k1436</c:v>
                </c:pt>
                <c:pt idx="419587">
                  <c:v>k1437</c:v>
                </c:pt>
                <c:pt idx="419538">
                  <c:v>k1438</c:v>
                </c:pt>
                <c:pt idx="419489">
                  <c:v>k1439</c:v>
                </c:pt>
                <c:pt idx="419440">
                  <c:v>k1440</c:v>
                </c:pt>
                <c:pt idx="419391">
                  <c:v>k1441</c:v>
                </c:pt>
                <c:pt idx="419342">
                  <c:v>k1442</c:v>
                </c:pt>
                <c:pt idx="419293">
                  <c:v>k1443</c:v>
                </c:pt>
                <c:pt idx="419244">
                  <c:v>k1444</c:v>
                </c:pt>
                <c:pt idx="419195">
                  <c:v>k1445</c:v>
                </c:pt>
                <c:pt idx="419146">
                  <c:v>k1446</c:v>
                </c:pt>
                <c:pt idx="419097">
                  <c:v>k1447</c:v>
                </c:pt>
                <c:pt idx="419048">
                  <c:v>k1448</c:v>
                </c:pt>
                <c:pt idx="418999">
                  <c:v>k1449</c:v>
                </c:pt>
                <c:pt idx="418950">
                  <c:v>k1450</c:v>
                </c:pt>
                <c:pt idx="418901">
                  <c:v>k1451</c:v>
                </c:pt>
                <c:pt idx="418852">
                  <c:v>k1452</c:v>
                </c:pt>
                <c:pt idx="418803">
                  <c:v>k1453</c:v>
                </c:pt>
                <c:pt idx="418754">
                  <c:v>k1454</c:v>
                </c:pt>
                <c:pt idx="418705">
                  <c:v>k1455</c:v>
                </c:pt>
                <c:pt idx="418656">
                  <c:v>k1456</c:v>
                </c:pt>
                <c:pt idx="418607">
                  <c:v>k1457</c:v>
                </c:pt>
                <c:pt idx="418558">
                  <c:v>k1458</c:v>
                </c:pt>
                <c:pt idx="418509">
                  <c:v>k1459</c:v>
                </c:pt>
                <c:pt idx="418460">
                  <c:v>k1460</c:v>
                </c:pt>
                <c:pt idx="418411">
                  <c:v>k1461</c:v>
                </c:pt>
                <c:pt idx="418362">
                  <c:v>k1462</c:v>
                </c:pt>
                <c:pt idx="418313">
                  <c:v>k1463</c:v>
                </c:pt>
                <c:pt idx="418264">
                  <c:v>k1464</c:v>
                </c:pt>
                <c:pt idx="418215">
                  <c:v>k1465</c:v>
                </c:pt>
                <c:pt idx="418166">
                  <c:v>k1466</c:v>
                </c:pt>
                <c:pt idx="418117">
                  <c:v>k1467</c:v>
                </c:pt>
                <c:pt idx="418068">
                  <c:v>k1468</c:v>
                </c:pt>
                <c:pt idx="418019">
                  <c:v>k1469</c:v>
                </c:pt>
                <c:pt idx="417970">
                  <c:v>k1470</c:v>
                </c:pt>
                <c:pt idx="417921">
                  <c:v>k1471</c:v>
                </c:pt>
                <c:pt idx="417872">
                  <c:v>k1472</c:v>
                </c:pt>
                <c:pt idx="417823">
                  <c:v>k1473</c:v>
                </c:pt>
                <c:pt idx="417774">
                  <c:v>k1474</c:v>
                </c:pt>
                <c:pt idx="417725">
                  <c:v>k1475</c:v>
                </c:pt>
                <c:pt idx="417676">
                  <c:v>k1476</c:v>
                </c:pt>
                <c:pt idx="417627">
                  <c:v>k1477</c:v>
                </c:pt>
                <c:pt idx="417578">
                  <c:v>k1478</c:v>
                </c:pt>
                <c:pt idx="417529">
                  <c:v>k1479</c:v>
                </c:pt>
                <c:pt idx="417480">
                  <c:v>k1480</c:v>
                </c:pt>
                <c:pt idx="417431">
                  <c:v>k1481</c:v>
                </c:pt>
                <c:pt idx="417382">
                  <c:v>k1482</c:v>
                </c:pt>
                <c:pt idx="417333">
                  <c:v>k1483</c:v>
                </c:pt>
                <c:pt idx="417284">
                  <c:v>k1484</c:v>
                </c:pt>
                <c:pt idx="417235">
                  <c:v>k1485</c:v>
                </c:pt>
                <c:pt idx="417186">
                  <c:v>k1486</c:v>
                </c:pt>
                <c:pt idx="417137">
                  <c:v>k1487</c:v>
                </c:pt>
                <c:pt idx="417088">
                  <c:v>k1488</c:v>
                </c:pt>
                <c:pt idx="417039">
                  <c:v>k1489</c:v>
                </c:pt>
                <c:pt idx="416990">
                  <c:v>k1490</c:v>
                </c:pt>
                <c:pt idx="416941">
                  <c:v>k1491</c:v>
                </c:pt>
                <c:pt idx="416892">
                  <c:v>k1492</c:v>
                </c:pt>
                <c:pt idx="416843">
                  <c:v>k1493</c:v>
                </c:pt>
                <c:pt idx="416794">
                  <c:v>k1494</c:v>
                </c:pt>
                <c:pt idx="416745">
                  <c:v>k1495</c:v>
                </c:pt>
                <c:pt idx="416696">
                  <c:v>k1496</c:v>
                </c:pt>
                <c:pt idx="416647">
                  <c:v>k1497</c:v>
                </c:pt>
                <c:pt idx="416598">
                  <c:v>k1498</c:v>
                </c:pt>
                <c:pt idx="416549">
                  <c:v>k1499</c:v>
                </c:pt>
                <c:pt idx="416500">
                  <c:v>k1500</c:v>
                </c:pt>
                <c:pt idx="416451">
                  <c:v>k1501</c:v>
                </c:pt>
                <c:pt idx="416402">
                  <c:v>k1502</c:v>
                </c:pt>
                <c:pt idx="416353">
                  <c:v>k1503</c:v>
                </c:pt>
                <c:pt idx="416304">
                  <c:v>k1504</c:v>
                </c:pt>
                <c:pt idx="416255">
                  <c:v>k1505</c:v>
                </c:pt>
                <c:pt idx="416206">
                  <c:v>k1506</c:v>
                </c:pt>
                <c:pt idx="416157">
                  <c:v>k1507</c:v>
                </c:pt>
                <c:pt idx="416108">
                  <c:v>k1508</c:v>
                </c:pt>
                <c:pt idx="416059">
                  <c:v>k1509</c:v>
                </c:pt>
                <c:pt idx="416010">
                  <c:v>k1510</c:v>
                </c:pt>
                <c:pt idx="415961">
                  <c:v>k1511</c:v>
                </c:pt>
                <c:pt idx="415912">
                  <c:v>k1512</c:v>
                </c:pt>
                <c:pt idx="415863">
                  <c:v>k1513</c:v>
                </c:pt>
                <c:pt idx="415814">
                  <c:v>k1514</c:v>
                </c:pt>
                <c:pt idx="415765">
                  <c:v>k1515</c:v>
                </c:pt>
                <c:pt idx="415716">
                  <c:v>k1516</c:v>
                </c:pt>
                <c:pt idx="415667">
                  <c:v>k1517</c:v>
                </c:pt>
                <c:pt idx="415618">
                  <c:v>k1518</c:v>
                </c:pt>
                <c:pt idx="415569">
                  <c:v>k1519</c:v>
                </c:pt>
                <c:pt idx="415520">
                  <c:v>k1520</c:v>
                </c:pt>
                <c:pt idx="415471">
                  <c:v>k1521</c:v>
                </c:pt>
                <c:pt idx="415422">
                  <c:v>k1522</c:v>
                </c:pt>
                <c:pt idx="415373">
                  <c:v>k1523</c:v>
                </c:pt>
                <c:pt idx="415324">
                  <c:v>k1524</c:v>
                </c:pt>
                <c:pt idx="415275">
                  <c:v>k1525</c:v>
                </c:pt>
                <c:pt idx="415226">
                  <c:v>k1526</c:v>
                </c:pt>
                <c:pt idx="415177">
                  <c:v>k1527</c:v>
                </c:pt>
                <c:pt idx="415128">
                  <c:v>k1528</c:v>
                </c:pt>
                <c:pt idx="415079">
                  <c:v>k1529</c:v>
                </c:pt>
                <c:pt idx="415030">
                  <c:v>k1530</c:v>
                </c:pt>
                <c:pt idx="414981">
                  <c:v>k1531</c:v>
                </c:pt>
                <c:pt idx="414932">
                  <c:v>k1532</c:v>
                </c:pt>
                <c:pt idx="414883">
                  <c:v>k1533</c:v>
                </c:pt>
                <c:pt idx="414834">
                  <c:v>k1534</c:v>
                </c:pt>
                <c:pt idx="414785">
                  <c:v>k1535</c:v>
                </c:pt>
                <c:pt idx="414736">
                  <c:v>k1536</c:v>
                </c:pt>
                <c:pt idx="414687">
                  <c:v>k1537</c:v>
                </c:pt>
                <c:pt idx="414638">
                  <c:v>k1538</c:v>
                </c:pt>
                <c:pt idx="414589">
                  <c:v>k1539</c:v>
                </c:pt>
                <c:pt idx="414540">
                  <c:v>k1540</c:v>
                </c:pt>
                <c:pt idx="414491">
                  <c:v>k1541</c:v>
                </c:pt>
                <c:pt idx="414442">
                  <c:v>k1542</c:v>
                </c:pt>
                <c:pt idx="414393">
                  <c:v>k1543</c:v>
                </c:pt>
                <c:pt idx="414344">
                  <c:v>k1544</c:v>
                </c:pt>
                <c:pt idx="414295">
                  <c:v>k1545</c:v>
                </c:pt>
                <c:pt idx="414246">
                  <c:v>k1546</c:v>
                </c:pt>
                <c:pt idx="414197">
                  <c:v>k1547</c:v>
                </c:pt>
                <c:pt idx="414148">
                  <c:v>k1548</c:v>
                </c:pt>
                <c:pt idx="414099">
                  <c:v>k1549</c:v>
                </c:pt>
                <c:pt idx="414050">
                  <c:v>k1550</c:v>
                </c:pt>
                <c:pt idx="414001">
                  <c:v>k1551</c:v>
                </c:pt>
                <c:pt idx="413952">
                  <c:v>k1552</c:v>
                </c:pt>
                <c:pt idx="413903">
                  <c:v>k1553</c:v>
                </c:pt>
                <c:pt idx="413854">
                  <c:v>k1554</c:v>
                </c:pt>
                <c:pt idx="413805">
                  <c:v>k1555</c:v>
                </c:pt>
                <c:pt idx="413756">
                  <c:v>k1556</c:v>
                </c:pt>
                <c:pt idx="413707">
                  <c:v>k1557</c:v>
                </c:pt>
                <c:pt idx="413658">
                  <c:v>k1558</c:v>
                </c:pt>
                <c:pt idx="413609">
                  <c:v>k1559</c:v>
                </c:pt>
                <c:pt idx="413560">
                  <c:v>k1560</c:v>
                </c:pt>
                <c:pt idx="413511">
                  <c:v>k1561</c:v>
                </c:pt>
                <c:pt idx="413462">
                  <c:v>k1562</c:v>
                </c:pt>
                <c:pt idx="413413">
                  <c:v>k1563</c:v>
                </c:pt>
                <c:pt idx="413364">
                  <c:v>k1564</c:v>
                </c:pt>
                <c:pt idx="413315">
                  <c:v>k1565</c:v>
                </c:pt>
                <c:pt idx="413266">
                  <c:v>k1566</c:v>
                </c:pt>
                <c:pt idx="413217">
                  <c:v>k1567</c:v>
                </c:pt>
                <c:pt idx="413168">
                  <c:v>k1568</c:v>
                </c:pt>
                <c:pt idx="413119">
                  <c:v>k1569</c:v>
                </c:pt>
                <c:pt idx="413070">
                  <c:v>k1570</c:v>
                </c:pt>
                <c:pt idx="413021">
                  <c:v>k1571</c:v>
                </c:pt>
                <c:pt idx="412972">
                  <c:v>k1572</c:v>
                </c:pt>
                <c:pt idx="412923">
                  <c:v>k1573</c:v>
                </c:pt>
                <c:pt idx="412874">
                  <c:v>k1574</c:v>
                </c:pt>
                <c:pt idx="412825">
                  <c:v>k1575</c:v>
                </c:pt>
                <c:pt idx="412776">
                  <c:v>k1576</c:v>
                </c:pt>
                <c:pt idx="412727">
                  <c:v>k1577</c:v>
                </c:pt>
                <c:pt idx="412678">
                  <c:v>k1578</c:v>
                </c:pt>
                <c:pt idx="412629">
                  <c:v>k1579</c:v>
                </c:pt>
                <c:pt idx="412580">
                  <c:v>k1580</c:v>
                </c:pt>
                <c:pt idx="412531">
                  <c:v>k1581</c:v>
                </c:pt>
                <c:pt idx="412482">
                  <c:v>k1582</c:v>
                </c:pt>
                <c:pt idx="412433">
                  <c:v>k1583</c:v>
                </c:pt>
                <c:pt idx="412384">
                  <c:v>k1584</c:v>
                </c:pt>
                <c:pt idx="412335">
                  <c:v>k1585</c:v>
                </c:pt>
                <c:pt idx="412286">
                  <c:v>k1586</c:v>
                </c:pt>
                <c:pt idx="412237">
                  <c:v>k1587</c:v>
                </c:pt>
                <c:pt idx="412188">
                  <c:v>k1588</c:v>
                </c:pt>
                <c:pt idx="412139">
                  <c:v>k1589</c:v>
                </c:pt>
                <c:pt idx="412090">
                  <c:v>k1590</c:v>
                </c:pt>
                <c:pt idx="412041">
                  <c:v>k1591</c:v>
                </c:pt>
                <c:pt idx="411992">
                  <c:v>k1592</c:v>
                </c:pt>
                <c:pt idx="411943">
                  <c:v>k1593</c:v>
                </c:pt>
                <c:pt idx="411894">
                  <c:v>k1594</c:v>
                </c:pt>
                <c:pt idx="411845">
                  <c:v>k1595</c:v>
                </c:pt>
                <c:pt idx="411796">
                  <c:v>k1596</c:v>
                </c:pt>
                <c:pt idx="411747">
                  <c:v>k1597</c:v>
                </c:pt>
                <c:pt idx="411698">
                  <c:v>k1598</c:v>
                </c:pt>
                <c:pt idx="411649">
                  <c:v>k1599</c:v>
                </c:pt>
                <c:pt idx="411600">
                  <c:v>k1600</c:v>
                </c:pt>
                <c:pt idx="411551">
                  <c:v>k1601</c:v>
                </c:pt>
                <c:pt idx="411502">
                  <c:v>k1602</c:v>
                </c:pt>
                <c:pt idx="411453">
                  <c:v>k1603</c:v>
                </c:pt>
                <c:pt idx="411404">
                  <c:v>k1604</c:v>
                </c:pt>
                <c:pt idx="411355">
                  <c:v>k1605</c:v>
                </c:pt>
                <c:pt idx="411306">
                  <c:v>k1606</c:v>
                </c:pt>
                <c:pt idx="411257">
                  <c:v>k1607</c:v>
                </c:pt>
                <c:pt idx="411208">
                  <c:v>k1608</c:v>
                </c:pt>
                <c:pt idx="411159">
                  <c:v>k1609</c:v>
                </c:pt>
                <c:pt idx="411110">
                  <c:v>k1610</c:v>
                </c:pt>
                <c:pt idx="411061">
                  <c:v>k1611</c:v>
                </c:pt>
                <c:pt idx="411012">
                  <c:v>k1612</c:v>
                </c:pt>
                <c:pt idx="410963">
                  <c:v>k1613</c:v>
                </c:pt>
                <c:pt idx="410914">
                  <c:v>k1614</c:v>
                </c:pt>
                <c:pt idx="410865">
                  <c:v>k1615</c:v>
                </c:pt>
                <c:pt idx="410816">
                  <c:v>k1616</c:v>
                </c:pt>
                <c:pt idx="410767">
                  <c:v>k1617</c:v>
                </c:pt>
                <c:pt idx="410718">
                  <c:v>k1618</c:v>
                </c:pt>
                <c:pt idx="410669">
                  <c:v>k1619</c:v>
                </c:pt>
                <c:pt idx="410620">
                  <c:v>k1620</c:v>
                </c:pt>
                <c:pt idx="410571">
                  <c:v>k1621</c:v>
                </c:pt>
                <c:pt idx="410522">
                  <c:v>k1622</c:v>
                </c:pt>
                <c:pt idx="410473">
                  <c:v>k1623</c:v>
                </c:pt>
                <c:pt idx="410424">
                  <c:v>k1624</c:v>
                </c:pt>
                <c:pt idx="410375">
                  <c:v>k1625</c:v>
                </c:pt>
                <c:pt idx="410326">
                  <c:v>k1626</c:v>
                </c:pt>
                <c:pt idx="410277">
                  <c:v>k1627</c:v>
                </c:pt>
                <c:pt idx="410228">
                  <c:v>k1628</c:v>
                </c:pt>
                <c:pt idx="410179">
                  <c:v>k1629</c:v>
                </c:pt>
                <c:pt idx="410130">
                  <c:v>k1630</c:v>
                </c:pt>
                <c:pt idx="410081">
                  <c:v>k1631</c:v>
                </c:pt>
                <c:pt idx="410032">
                  <c:v>k1632</c:v>
                </c:pt>
                <c:pt idx="409983">
                  <c:v>k1633</c:v>
                </c:pt>
                <c:pt idx="409934">
                  <c:v>k1634</c:v>
                </c:pt>
                <c:pt idx="409885">
                  <c:v>k1635</c:v>
                </c:pt>
                <c:pt idx="409836">
                  <c:v>k1636</c:v>
                </c:pt>
                <c:pt idx="409787">
                  <c:v>k1637</c:v>
                </c:pt>
                <c:pt idx="409738">
                  <c:v>k1638</c:v>
                </c:pt>
                <c:pt idx="409689">
                  <c:v>k1639</c:v>
                </c:pt>
                <c:pt idx="409640">
                  <c:v>k1640</c:v>
                </c:pt>
                <c:pt idx="409591">
                  <c:v>k1641</c:v>
                </c:pt>
                <c:pt idx="409542">
                  <c:v>k1642</c:v>
                </c:pt>
                <c:pt idx="409493">
                  <c:v>k1643</c:v>
                </c:pt>
                <c:pt idx="409444">
                  <c:v>k1644</c:v>
                </c:pt>
                <c:pt idx="409395">
                  <c:v>k1645</c:v>
                </c:pt>
                <c:pt idx="409346">
                  <c:v>k1646</c:v>
                </c:pt>
                <c:pt idx="409297">
                  <c:v>k1647</c:v>
                </c:pt>
                <c:pt idx="409248">
                  <c:v>k1648</c:v>
                </c:pt>
                <c:pt idx="409199">
                  <c:v>k1649</c:v>
                </c:pt>
                <c:pt idx="409150">
                  <c:v>k1650</c:v>
                </c:pt>
                <c:pt idx="409101">
                  <c:v>k1651</c:v>
                </c:pt>
                <c:pt idx="409052">
                  <c:v>k1652</c:v>
                </c:pt>
                <c:pt idx="409003">
                  <c:v>k1653</c:v>
                </c:pt>
                <c:pt idx="408954">
                  <c:v>k1654</c:v>
                </c:pt>
                <c:pt idx="408905">
                  <c:v>k1655</c:v>
                </c:pt>
                <c:pt idx="408856">
                  <c:v>k1656</c:v>
                </c:pt>
                <c:pt idx="408807">
                  <c:v>k1657</c:v>
                </c:pt>
                <c:pt idx="408758">
                  <c:v>k1658</c:v>
                </c:pt>
                <c:pt idx="408709">
                  <c:v>k1659</c:v>
                </c:pt>
                <c:pt idx="408660">
                  <c:v>k1660</c:v>
                </c:pt>
                <c:pt idx="408611">
                  <c:v>k1661</c:v>
                </c:pt>
                <c:pt idx="408562">
                  <c:v>k1662</c:v>
                </c:pt>
                <c:pt idx="408513">
                  <c:v>k1663</c:v>
                </c:pt>
                <c:pt idx="408464">
                  <c:v>k1664</c:v>
                </c:pt>
                <c:pt idx="408415">
                  <c:v>k1665</c:v>
                </c:pt>
                <c:pt idx="408366">
                  <c:v>k1666</c:v>
                </c:pt>
                <c:pt idx="408317">
                  <c:v>k1667</c:v>
                </c:pt>
                <c:pt idx="408268">
                  <c:v>k1668</c:v>
                </c:pt>
                <c:pt idx="408219">
                  <c:v>k1669</c:v>
                </c:pt>
                <c:pt idx="408170">
                  <c:v>k1670</c:v>
                </c:pt>
                <c:pt idx="408121">
                  <c:v>k1671</c:v>
                </c:pt>
                <c:pt idx="408072">
                  <c:v>k1672</c:v>
                </c:pt>
                <c:pt idx="408023">
                  <c:v>k1673</c:v>
                </c:pt>
                <c:pt idx="407974">
                  <c:v>k1674</c:v>
                </c:pt>
                <c:pt idx="407925">
                  <c:v>k1675</c:v>
                </c:pt>
                <c:pt idx="407876">
                  <c:v>k1676</c:v>
                </c:pt>
                <c:pt idx="407827">
                  <c:v>k1677</c:v>
                </c:pt>
                <c:pt idx="407778">
                  <c:v>k1678</c:v>
                </c:pt>
                <c:pt idx="407729">
                  <c:v>k1679</c:v>
                </c:pt>
                <c:pt idx="407680">
                  <c:v>k1680</c:v>
                </c:pt>
                <c:pt idx="407631">
                  <c:v>k1681</c:v>
                </c:pt>
                <c:pt idx="407582">
                  <c:v>k1682</c:v>
                </c:pt>
                <c:pt idx="407533">
                  <c:v>k1683</c:v>
                </c:pt>
                <c:pt idx="407484">
                  <c:v>k1684</c:v>
                </c:pt>
                <c:pt idx="407435">
                  <c:v>k1685</c:v>
                </c:pt>
                <c:pt idx="407386">
                  <c:v>k1686</c:v>
                </c:pt>
                <c:pt idx="407337">
                  <c:v>k1687</c:v>
                </c:pt>
                <c:pt idx="407288">
                  <c:v>k1688</c:v>
                </c:pt>
                <c:pt idx="407239">
                  <c:v>k1689</c:v>
                </c:pt>
                <c:pt idx="407190">
                  <c:v>k1690</c:v>
                </c:pt>
                <c:pt idx="407141">
                  <c:v>k1691</c:v>
                </c:pt>
                <c:pt idx="407092">
                  <c:v>k1692</c:v>
                </c:pt>
                <c:pt idx="407043">
                  <c:v>k1693</c:v>
                </c:pt>
                <c:pt idx="406994">
                  <c:v>k1694</c:v>
                </c:pt>
                <c:pt idx="406945">
                  <c:v>k1695</c:v>
                </c:pt>
                <c:pt idx="406896">
                  <c:v>k1696</c:v>
                </c:pt>
                <c:pt idx="406847">
                  <c:v>k1697</c:v>
                </c:pt>
                <c:pt idx="406798">
                  <c:v>k1698</c:v>
                </c:pt>
                <c:pt idx="406749">
                  <c:v>k1699</c:v>
                </c:pt>
                <c:pt idx="406700">
                  <c:v>k1700</c:v>
                </c:pt>
                <c:pt idx="406651">
                  <c:v>k1701</c:v>
                </c:pt>
                <c:pt idx="406602">
                  <c:v>k1702</c:v>
                </c:pt>
                <c:pt idx="406553">
                  <c:v>k1703</c:v>
                </c:pt>
                <c:pt idx="406504">
                  <c:v>k1704</c:v>
                </c:pt>
                <c:pt idx="406455">
                  <c:v>k1705</c:v>
                </c:pt>
                <c:pt idx="406406">
                  <c:v>k1706</c:v>
                </c:pt>
                <c:pt idx="406357">
                  <c:v>k1707</c:v>
                </c:pt>
                <c:pt idx="406308">
                  <c:v>k1708</c:v>
                </c:pt>
                <c:pt idx="406259">
                  <c:v>k1709</c:v>
                </c:pt>
                <c:pt idx="406210">
                  <c:v>k1710</c:v>
                </c:pt>
                <c:pt idx="406161">
                  <c:v>k1711</c:v>
                </c:pt>
                <c:pt idx="406112">
                  <c:v>k1712</c:v>
                </c:pt>
                <c:pt idx="406063">
                  <c:v>k1713</c:v>
                </c:pt>
                <c:pt idx="406014">
                  <c:v>k1714</c:v>
                </c:pt>
                <c:pt idx="405965">
                  <c:v>k1715</c:v>
                </c:pt>
                <c:pt idx="405916">
                  <c:v>k1716</c:v>
                </c:pt>
                <c:pt idx="405867">
                  <c:v>k1717</c:v>
                </c:pt>
                <c:pt idx="405818">
                  <c:v>k1718</c:v>
                </c:pt>
                <c:pt idx="405769">
                  <c:v>k1719</c:v>
                </c:pt>
                <c:pt idx="405720">
                  <c:v>k1720</c:v>
                </c:pt>
                <c:pt idx="405671">
                  <c:v>k1721</c:v>
                </c:pt>
                <c:pt idx="405622">
                  <c:v>k1722</c:v>
                </c:pt>
                <c:pt idx="405573">
                  <c:v>k1723</c:v>
                </c:pt>
                <c:pt idx="405524">
                  <c:v>k1724</c:v>
                </c:pt>
                <c:pt idx="405475">
                  <c:v>k1725</c:v>
                </c:pt>
                <c:pt idx="405426">
                  <c:v>k1726</c:v>
                </c:pt>
                <c:pt idx="405377">
                  <c:v>k1727</c:v>
                </c:pt>
                <c:pt idx="405328">
                  <c:v>k1728</c:v>
                </c:pt>
                <c:pt idx="405279">
                  <c:v>k1729</c:v>
                </c:pt>
                <c:pt idx="405230">
                  <c:v>k1730</c:v>
                </c:pt>
                <c:pt idx="405181">
                  <c:v>k1731</c:v>
                </c:pt>
                <c:pt idx="405132">
                  <c:v>k1732</c:v>
                </c:pt>
                <c:pt idx="405083">
                  <c:v>k1733</c:v>
                </c:pt>
                <c:pt idx="405034">
                  <c:v>k1734</c:v>
                </c:pt>
                <c:pt idx="404985">
                  <c:v>k1735</c:v>
                </c:pt>
                <c:pt idx="404936">
                  <c:v>k1736</c:v>
                </c:pt>
                <c:pt idx="404887">
                  <c:v>k1737</c:v>
                </c:pt>
                <c:pt idx="404838">
                  <c:v>k1738</c:v>
                </c:pt>
                <c:pt idx="404789">
                  <c:v>k1739</c:v>
                </c:pt>
                <c:pt idx="404740">
                  <c:v>k1740</c:v>
                </c:pt>
                <c:pt idx="404691">
                  <c:v>k1741</c:v>
                </c:pt>
                <c:pt idx="404642">
                  <c:v>k1742</c:v>
                </c:pt>
                <c:pt idx="404593">
                  <c:v>k1743</c:v>
                </c:pt>
                <c:pt idx="404544">
                  <c:v>k1744</c:v>
                </c:pt>
                <c:pt idx="404495">
                  <c:v>k1745</c:v>
                </c:pt>
                <c:pt idx="404446">
                  <c:v>k1746</c:v>
                </c:pt>
                <c:pt idx="404397">
                  <c:v>k1747</c:v>
                </c:pt>
                <c:pt idx="404348">
                  <c:v>k1748</c:v>
                </c:pt>
                <c:pt idx="404299">
                  <c:v>k1749</c:v>
                </c:pt>
                <c:pt idx="404250">
                  <c:v>k1750</c:v>
                </c:pt>
                <c:pt idx="404201">
                  <c:v>k1751</c:v>
                </c:pt>
                <c:pt idx="404152">
                  <c:v>k1752</c:v>
                </c:pt>
                <c:pt idx="404103">
                  <c:v>k1753</c:v>
                </c:pt>
                <c:pt idx="404054">
                  <c:v>k1754</c:v>
                </c:pt>
                <c:pt idx="404005">
                  <c:v>k1755</c:v>
                </c:pt>
                <c:pt idx="403956">
                  <c:v>k1756</c:v>
                </c:pt>
                <c:pt idx="403907">
                  <c:v>k1757</c:v>
                </c:pt>
                <c:pt idx="403858">
                  <c:v>k1758</c:v>
                </c:pt>
                <c:pt idx="403809">
                  <c:v>k1759</c:v>
                </c:pt>
                <c:pt idx="403760">
                  <c:v>k1760</c:v>
                </c:pt>
                <c:pt idx="403711">
                  <c:v>k1761</c:v>
                </c:pt>
                <c:pt idx="403662">
                  <c:v>k1762</c:v>
                </c:pt>
                <c:pt idx="403613">
                  <c:v>k1763</c:v>
                </c:pt>
                <c:pt idx="403564">
                  <c:v>k1764</c:v>
                </c:pt>
                <c:pt idx="403515">
                  <c:v>k1765</c:v>
                </c:pt>
                <c:pt idx="403466">
                  <c:v>k1766</c:v>
                </c:pt>
                <c:pt idx="403417">
                  <c:v>k1767</c:v>
                </c:pt>
                <c:pt idx="403368">
                  <c:v>k1768</c:v>
                </c:pt>
                <c:pt idx="403319">
                  <c:v>k1769</c:v>
                </c:pt>
                <c:pt idx="403270">
                  <c:v>k1770</c:v>
                </c:pt>
                <c:pt idx="403221">
                  <c:v>k1771</c:v>
                </c:pt>
                <c:pt idx="403172">
                  <c:v>k1772</c:v>
                </c:pt>
                <c:pt idx="403123">
                  <c:v>k1773</c:v>
                </c:pt>
                <c:pt idx="403074">
                  <c:v>k1774</c:v>
                </c:pt>
                <c:pt idx="403025">
                  <c:v>k1775</c:v>
                </c:pt>
                <c:pt idx="402976">
                  <c:v>k1776</c:v>
                </c:pt>
                <c:pt idx="402927">
                  <c:v>k1777</c:v>
                </c:pt>
                <c:pt idx="402878">
                  <c:v>k1778</c:v>
                </c:pt>
                <c:pt idx="402829">
                  <c:v>k1779</c:v>
                </c:pt>
                <c:pt idx="402780">
                  <c:v>k1780</c:v>
                </c:pt>
                <c:pt idx="402731">
                  <c:v>k1781</c:v>
                </c:pt>
                <c:pt idx="402682">
                  <c:v>k1782</c:v>
                </c:pt>
                <c:pt idx="402633">
                  <c:v>k1783</c:v>
                </c:pt>
                <c:pt idx="402584">
                  <c:v>k1784</c:v>
                </c:pt>
                <c:pt idx="402535">
                  <c:v>k1785</c:v>
                </c:pt>
                <c:pt idx="402486">
                  <c:v>k1786</c:v>
                </c:pt>
                <c:pt idx="402437">
                  <c:v>k1787</c:v>
                </c:pt>
                <c:pt idx="402388">
                  <c:v>k1788</c:v>
                </c:pt>
                <c:pt idx="402339">
                  <c:v>k1789</c:v>
                </c:pt>
                <c:pt idx="402290">
                  <c:v>k1790</c:v>
                </c:pt>
                <c:pt idx="402241">
                  <c:v>k1791</c:v>
                </c:pt>
                <c:pt idx="402192">
                  <c:v>k1792</c:v>
                </c:pt>
                <c:pt idx="402143">
                  <c:v>k1793</c:v>
                </c:pt>
                <c:pt idx="402094">
                  <c:v>k1794</c:v>
                </c:pt>
                <c:pt idx="402045">
                  <c:v>k1795</c:v>
                </c:pt>
                <c:pt idx="401996">
                  <c:v>k1796</c:v>
                </c:pt>
                <c:pt idx="401947">
                  <c:v>k1797</c:v>
                </c:pt>
                <c:pt idx="401898">
                  <c:v>k1798</c:v>
                </c:pt>
                <c:pt idx="401849">
                  <c:v>k1799</c:v>
                </c:pt>
                <c:pt idx="401800">
                  <c:v>k1800</c:v>
                </c:pt>
                <c:pt idx="401751">
                  <c:v>k1801</c:v>
                </c:pt>
                <c:pt idx="401702">
                  <c:v>k1802</c:v>
                </c:pt>
                <c:pt idx="401653">
                  <c:v>k1803</c:v>
                </c:pt>
                <c:pt idx="401604">
                  <c:v>k1804</c:v>
                </c:pt>
                <c:pt idx="401555">
                  <c:v>k1805</c:v>
                </c:pt>
                <c:pt idx="401506">
                  <c:v>k1806</c:v>
                </c:pt>
                <c:pt idx="401457">
                  <c:v>k1807</c:v>
                </c:pt>
                <c:pt idx="401408">
                  <c:v>k1808</c:v>
                </c:pt>
                <c:pt idx="401359">
                  <c:v>k1809</c:v>
                </c:pt>
                <c:pt idx="401310">
                  <c:v>k1810</c:v>
                </c:pt>
                <c:pt idx="401261">
                  <c:v>k1811</c:v>
                </c:pt>
                <c:pt idx="401212">
                  <c:v>k1812</c:v>
                </c:pt>
                <c:pt idx="401163">
                  <c:v>k1813</c:v>
                </c:pt>
                <c:pt idx="401114">
                  <c:v>k1814</c:v>
                </c:pt>
                <c:pt idx="401065">
                  <c:v>k1815</c:v>
                </c:pt>
                <c:pt idx="401016">
                  <c:v>k1816</c:v>
                </c:pt>
                <c:pt idx="400967">
                  <c:v>k1817</c:v>
                </c:pt>
                <c:pt idx="400918">
                  <c:v>k1818</c:v>
                </c:pt>
                <c:pt idx="400869">
                  <c:v>k1819</c:v>
                </c:pt>
                <c:pt idx="400820">
                  <c:v>k1820</c:v>
                </c:pt>
                <c:pt idx="400771">
                  <c:v>k1821</c:v>
                </c:pt>
                <c:pt idx="400722">
                  <c:v>k1822</c:v>
                </c:pt>
                <c:pt idx="400673">
                  <c:v>k1823</c:v>
                </c:pt>
                <c:pt idx="400624">
                  <c:v>k1824</c:v>
                </c:pt>
                <c:pt idx="400575">
                  <c:v>k1825</c:v>
                </c:pt>
                <c:pt idx="400526">
                  <c:v>k1826</c:v>
                </c:pt>
                <c:pt idx="400477">
                  <c:v>k1827</c:v>
                </c:pt>
                <c:pt idx="400428">
                  <c:v>k1828</c:v>
                </c:pt>
                <c:pt idx="400379">
                  <c:v>k1829</c:v>
                </c:pt>
                <c:pt idx="400330">
                  <c:v>k1830</c:v>
                </c:pt>
                <c:pt idx="400281">
                  <c:v>k1831</c:v>
                </c:pt>
                <c:pt idx="400232">
                  <c:v>k1832</c:v>
                </c:pt>
                <c:pt idx="400183">
                  <c:v>k1833</c:v>
                </c:pt>
                <c:pt idx="400134">
                  <c:v>k1834</c:v>
                </c:pt>
                <c:pt idx="400085">
                  <c:v>k1835</c:v>
                </c:pt>
                <c:pt idx="400036">
                  <c:v>k1836</c:v>
                </c:pt>
                <c:pt idx="399987">
                  <c:v>k1837</c:v>
                </c:pt>
                <c:pt idx="399938">
                  <c:v>k1838</c:v>
                </c:pt>
                <c:pt idx="399889">
                  <c:v>k1839</c:v>
                </c:pt>
                <c:pt idx="399840">
                  <c:v>k1840</c:v>
                </c:pt>
                <c:pt idx="399791">
                  <c:v>k1841</c:v>
                </c:pt>
                <c:pt idx="399742">
                  <c:v>k1842</c:v>
                </c:pt>
                <c:pt idx="399693">
                  <c:v>k1843</c:v>
                </c:pt>
                <c:pt idx="399644">
                  <c:v>k1844</c:v>
                </c:pt>
                <c:pt idx="399595">
                  <c:v>k1845</c:v>
                </c:pt>
                <c:pt idx="399546">
                  <c:v>k1846</c:v>
                </c:pt>
                <c:pt idx="399497">
                  <c:v>k1847</c:v>
                </c:pt>
                <c:pt idx="399448">
                  <c:v>k1848</c:v>
                </c:pt>
                <c:pt idx="399399">
                  <c:v>k1849</c:v>
                </c:pt>
                <c:pt idx="399350">
                  <c:v>k1850</c:v>
                </c:pt>
                <c:pt idx="399301">
                  <c:v>k1851</c:v>
                </c:pt>
                <c:pt idx="399252">
                  <c:v>k1852</c:v>
                </c:pt>
                <c:pt idx="399203">
                  <c:v>k1853</c:v>
                </c:pt>
                <c:pt idx="399154">
                  <c:v>k1854</c:v>
                </c:pt>
                <c:pt idx="399105">
                  <c:v>k1855</c:v>
                </c:pt>
                <c:pt idx="399056">
                  <c:v>k1856</c:v>
                </c:pt>
                <c:pt idx="399007">
                  <c:v>k1857</c:v>
                </c:pt>
                <c:pt idx="398958">
                  <c:v>k1858</c:v>
                </c:pt>
                <c:pt idx="398909">
                  <c:v>k1859</c:v>
                </c:pt>
                <c:pt idx="398860">
                  <c:v>k1860</c:v>
                </c:pt>
                <c:pt idx="398811">
                  <c:v>k1861</c:v>
                </c:pt>
                <c:pt idx="398762">
                  <c:v>k1862</c:v>
                </c:pt>
                <c:pt idx="398713">
                  <c:v>k1863</c:v>
                </c:pt>
                <c:pt idx="398664">
                  <c:v>k1864</c:v>
                </c:pt>
                <c:pt idx="398615">
                  <c:v>k1865</c:v>
                </c:pt>
                <c:pt idx="398566">
                  <c:v>k1866</c:v>
                </c:pt>
                <c:pt idx="398517">
                  <c:v>k1867</c:v>
                </c:pt>
                <c:pt idx="398468">
                  <c:v>k1868</c:v>
                </c:pt>
                <c:pt idx="398419">
                  <c:v>k1869</c:v>
                </c:pt>
                <c:pt idx="398370">
                  <c:v>k1870</c:v>
                </c:pt>
                <c:pt idx="398321">
                  <c:v>k1871</c:v>
                </c:pt>
                <c:pt idx="398272">
                  <c:v>k1872</c:v>
                </c:pt>
                <c:pt idx="398223">
                  <c:v>k1873</c:v>
                </c:pt>
                <c:pt idx="398174">
                  <c:v>k1874</c:v>
                </c:pt>
                <c:pt idx="398125">
                  <c:v>k1875</c:v>
                </c:pt>
                <c:pt idx="398076">
                  <c:v>k1876</c:v>
                </c:pt>
                <c:pt idx="398027">
                  <c:v>k1877</c:v>
                </c:pt>
                <c:pt idx="397978">
                  <c:v>k1878</c:v>
                </c:pt>
                <c:pt idx="397929">
                  <c:v>k1879</c:v>
                </c:pt>
                <c:pt idx="397880">
                  <c:v>k1880</c:v>
                </c:pt>
                <c:pt idx="397831">
                  <c:v>k1881</c:v>
                </c:pt>
                <c:pt idx="397782">
                  <c:v>k1882</c:v>
                </c:pt>
                <c:pt idx="397733">
                  <c:v>k1883</c:v>
                </c:pt>
                <c:pt idx="397684">
                  <c:v>k1884</c:v>
                </c:pt>
                <c:pt idx="397635">
                  <c:v>k1885</c:v>
                </c:pt>
                <c:pt idx="397586">
                  <c:v>k1886</c:v>
                </c:pt>
                <c:pt idx="397537">
                  <c:v>k1887</c:v>
                </c:pt>
                <c:pt idx="397488">
                  <c:v>k1888</c:v>
                </c:pt>
                <c:pt idx="397439">
                  <c:v>k1889</c:v>
                </c:pt>
                <c:pt idx="397390">
                  <c:v>k1890</c:v>
                </c:pt>
                <c:pt idx="397341">
                  <c:v>k1891</c:v>
                </c:pt>
                <c:pt idx="397292">
                  <c:v>k1892</c:v>
                </c:pt>
                <c:pt idx="397243">
                  <c:v>k1893</c:v>
                </c:pt>
                <c:pt idx="397194">
                  <c:v>k1894</c:v>
                </c:pt>
                <c:pt idx="397145">
                  <c:v>k1895</c:v>
                </c:pt>
                <c:pt idx="397096">
                  <c:v>k1896</c:v>
                </c:pt>
                <c:pt idx="397047">
                  <c:v>k1897</c:v>
                </c:pt>
                <c:pt idx="396998">
                  <c:v>k1898</c:v>
                </c:pt>
                <c:pt idx="396949">
                  <c:v>k1899</c:v>
                </c:pt>
                <c:pt idx="396900">
                  <c:v>k1900</c:v>
                </c:pt>
                <c:pt idx="396851">
                  <c:v>k1901</c:v>
                </c:pt>
                <c:pt idx="396802">
                  <c:v>k1902</c:v>
                </c:pt>
                <c:pt idx="396753">
                  <c:v>k1903</c:v>
                </c:pt>
                <c:pt idx="396704">
                  <c:v>k1904</c:v>
                </c:pt>
                <c:pt idx="396655">
                  <c:v>k1905</c:v>
                </c:pt>
                <c:pt idx="396606">
                  <c:v>k1906</c:v>
                </c:pt>
                <c:pt idx="396557">
                  <c:v>k1907</c:v>
                </c:pt>
                <c:pt idx="396508">
                  <c:v>k1908</c:v>
                </c:pt>
                <c:pt idx="396459">
                  <c:v>k1909</c:v>
                </c:pt>
                <c:pt idx="396410">
                  <c:v>k1910</c:v>
                </c:pt>
                <c:pt idx="396361">
                  <c:v>k1911</c:v>
                </c:pt>
                <c:pt idx="396312">
                  <c:v>k1912</c:v>
                </c:pt>
                <c:pt idx="396263">
                  <c:v>k1913</c:v>
                </c:pt>
                <c:pt idx="396214">
                  <c:v>k1914</c:v>
                </c:pt>
                <c:pt idx="396165">
                  <c:v>k1915</c:v>
                </c:pt>
                <c:pt idx="396116">
                  <c:v>k1916</c:v>
                </c:pt>
                <c:pt idx="396067">
                  <c:v>k1917</c:v>
                </c:pt>
                <c:pt idx="396018">
                  <c:v>k1918</c:v>
                </c:pt>
                <c:pt idx="395969">
                  <c:v>k1919</c:v>
                </c:pt>
                <c:pt idx="395920">
                  <c:v>k1920</c:v>
                </c:pt>
                <c:pt idx="395871">
                  <c:v>k1921</c:v>
                </c:pt>
                <c:pt idx="395822">
                  <c:v>k1922</c:v>
                </c:pt>
                <c:pt idx="395773">
                  <c:v>k1923</c:v>
                </c:pt>
                <c:pt idx="395724">
                  <c:v>k1924</c:v>
                </c:pt>
                <c:pt idx="395675">
                  <c:v>k1925</c:v>
                </c:pt>
                <c:pt idx="395626">
                  <c:v>k1926</c:v>
                </c:pt>
                <c:pt idx="395577">
                  <c:v>k1927</c:v>
                </c:pt>
                <c:pt idx="395528">
                  <c:v>k1928</c:v>
                </c:pt>
                <c:pt idx="395479">
                  <c:v>k1929</c:v>
                </c:pt>
                <c:pt idx="395430">
                  <c:v>k1930</c:v>
                </c:pt>
                <c:pt idx="395381">
                  <c:v>k1931</c:v>
                </c:pt>
                <c:pt idx="395332">
                  <c:v>k1932</c:v>
                </c:pt>
                <c:pt idx="395283">
                  <c:v>k1933</c:v>
                </c:pt>
                <c:pt idx="395234">
                  <c:v>k1934</c:v>
                </c:pt>
                <c:pt idx="395185">
                  <c:v>k1935</c:v>
                </c:pt>
                <c:pt idx="395136">
                  <c:v>k1936</c:v>
                </c:pt>
                <c:pt idx="395087">
                  <c:v>k1937</c:v>
                </c:pt>
                <c:pt idx="395038">
                  <c:v>k1938</c:v>
                </c:pt>
                <c:pt idx="394989">
                  <c:v>k1939</c:v>
                </c:pt>
                <c:pt idx="394940">
                  <c:v>k1940</c:v>
                </c:pt>
                <c:pt idx="394891">
                  <c:v>k1941</c:v>
                </c:pt>
                <c:pt idx="394842">
                  <c:v>k1942</c:v>
                </c:pt>
                <c:pt idx="394793">
                  <c:v>k1943</c:v>
                </c:pt>
                <c:pt idx="394744">
                  <c:v>k1944</c:v>
                </c:pt>
                <c:pt idx="394695">
                  <c:v>k1945</c:v>
                </c:pt>
                <c:pt idx="394646">
                  <c:v>k1946</c:v>
                </c:pt>
                <c:pt idx="394597">
                  <c:v>k1947</c:v>
                </c:pt>
                <c:pt idx="394548">
                  <c:v>k1948</c:v>
                </c:pt>
                <c:pt idx="394499">
                  <c:v>k1949</c:v>
                </c:pt>
                <c:pt idx="394450">
                  <c:v>k1950</c:v>
                </c:pt>
                <c:pt idx="394401">
                  <c:v>k1951</c:v>
                </c:pt>
                <c:pt idx="394352">
                  <c:v>k1952</c:v>
                </c:pt>
                <c:pt idx="394303">
                  <c:v>k1953</c:v>
                </c:pt>
                <c:pt idx="394254">
                  <c:v>k1954</c:v>
                </c:pt>
                <c:pt idx="394205">
                  <c:v>k1955</c:v>
                </c:pt>
                <c:pt idx="394156">
                  <c:v>k1956</c:v>
                </c:pt>
                <c:pt idx="394107">
                  <c:v>k1957</c:v>
                </c:pt>
                <c:pt idx="394058">
                  <c:v>k1958</c:v>
                </c:pt>
                <c:pt idx="394009">
                  <c:v>k1959</c:v>
                </c:pt>
                <c:pt idx="393960">
                  <c:v>k1960</c:v>
                </c:pt>
                <c:pt idx="393911">
                  <c:v>k1961</c:v>
                </c:pt>
                <c:pt idx="393862">
                  <c:v>k1962</c:v>
                </c:pt>
                <c:pt idx="393813">
                  <c:v>k1963</c:v>
                </c:pt>
                <c:pt idx="393764">
                  <c:v>k1964</c:v>
                </c:pt>
                <c:pt idx="393715">
                  <c:v>k1965</c:v>
                </c:pt>
                <c:pt idx="393666">
                  <c:v>k1966</c:v>
                </c:pt>
                <c:pt idx="393617">
                  <c:v>k1967</c:v>
                </c:pt>
                <c:pt idx="393568">
                  <c:v>k1968</c:v>
                </c:pt>
                <c:pt idx="393519">
                  <c:v>k1969</c:v>
                </c:pt>
                <c:pt idx="393470">
                  <c:v>k1970</c:v>
                </c:pt>
                <c:pt idx="393421">
                  <c:v>k1971</c:v>
                </c:pt>
                <c:pt idx="393372">
                  <c:v>k1972</c:v>
                </c:pt>
                <c:pt idx="393323">
                  <c:v>k1973</c:v>
                </c:pt>
                <c:pt idx="393274">
                  <c:v>k1974</c:v>
                </c:pt>
                <c:pt idx="393225">
                  <c:v>k1975</c:v>
                </c:pt>
                <c:pt idx="393176">
                  <c:v>k1976</c:v>
                </c:pt>
                <c:pt idx="393127">
                  <c:v>k1977</c:v>
                </c:pt>
                <c:pt idx="393078">
                  <c:v>k1978</c:v>
                </c:pt>
                <c:pt idx="393029">
                  <c:v>k1979</c:v>
                </c:pt>
                <c:pt idx="392980">
                  <c:v>k1980</c:v>
                </c:pt>
                <c:pt idx="392931">
                  <c:v>k1981</c:v>
                </c:pt>
                <c:pt idx="392882">
                  <c:v>k1982</c:v>
                </c:pt>
                <c:pt idx="392833">
                  <c:v>k1983</c:v>
                </c:pt>
                <c:pt idx="392784">
                  <c:v>k1984</c:v>
                </c:pt>
                <c:pt idx="392735">
                  <c:v>k1985</c:v>
                </c:pt>
                <c:pt idx="392686">
                  <c:v>k1986</c:v>
                </c:pt>
                <c:pt idx="392637">
                  <c:v>k1987</c:v>
                </c:pt>
                <c:pt idx="392588">
                  <c:v>k1988</c:v>
                </c:pt>
                <c:pt idx="392539">
                  <c:v>k1989</c:v>
                </c:pt>
                <c:pt idx="392490">
                  <c:v>k1990</c:v>
                </c:pt>
                <c:pt idx="392441">
                  <c:v>k1991</c:v>
                </c:pt>
                <c:pt idx="392392">
                  <c:v>k1992</c:v>
                </c:pt>
                <c:pt idx="392343">
                  <c:v>k1993</c:v>
                </c:pt>
                <c:pt idx="392294">
                  <c:v>k1994</c:v>
                </c:pt>
                <c:pt idx="392245">
                  <c:v>k1995</c:v>
                </c:pt>
                <c:pt idx="392196">
                  <c:v>k1996</c:v>
                </c:pt>
                <c:pt idx="392147">
                  <c:v>k1997</c:v>
                </c:pt>
                <c:pt idx="392098">
                  <c:v>k1998</c:v>
                </c:pt>
                <c:pt idx="392049">
                  <c:v>k1999</c:v>
                </c:pt>
                <c:pt idx="392000">
                  <c:v>k2000</c:v>
                </c:pt>
                <c:pt idx="391951">
                  <c:v>k2001</c:v>
                </c:pt>
                <c:pt idx="391902">
                  <c:v>k2002</c:v>
                </c:pt>
                <c:pt idx="391853">
                  <c:v>k2003</c:v>
                </c:pt>
                <c:pt idx="391804">
                  <c:v>k2004</c:v>
                </c:pt>
                <c:pt idx="391755">
                  <c:v>k2005</c:v>
                </c:pt>
                <c:pt idx="391706">
                  <c:v>k2006</c:v>
                </c:pt>
                <c:pt idx="391657">
                  <c:v>k2007</c:v>
                </c:pt>
                <c:pt idx="391608">
                  <c:v>k2008</c:v>
                </c:pt>
                <c:pt idx="391559">
                  <c:v>k2009</c:v>
                </c:pt>
                <c:pt idx="391510">
                  <c:v>k2010</c:v>
                </c:pt>
                <c:pt idx="391461">
                  <c:v>k2011</c:v>
                </c:pt>
                <c:pt idx="391412">
                  <c:v>k2012</c:v>
                </c:pt>
                <c:pt idx="391363">
                  <c:v>k2013</c:v>
                </c:pt>
                <c:pt idx="391314">
                  <c:v>k2014</c:v>
                </c:pt>
                <c:pt idx="391265">
                  <c:v>k2015</c:v>
                </c:pt>
                <c:pt idx="391216">
                  <c:v>k2016</c:v>
                </c:pt>
                <c:pt idx="391167">
                  <c:v>k2017</c:v>
                </c:pt>
                <c:pt idx="391118">
                  <c:v>k2018</c:v>
                </c:pt>
                <c:pt idx="391069">
                  <c:v>k2019</c:v>
                </c:pt>
                <c:pt idx="391020">
                  <c:v>k2020</c:v>
                </c:pt>
                <c:pt idx="390971">
                  <c:v>k2021</c:v>
                </c:pt>
                <c:pt idx="390922">
                  <c:v>k2022</c:v>
                </c:pt>
                <c:pt idx="390873">
                  <c:v>k2023</c:v>
                </c:pt>
                <c:pt idx="390824">
                  <c:v>k2024</c:v>
                </c:pt>
                <c:pt idx="390775">
                  <c:v>k2025</c:v>
                </c:pt>
                <c:pt idx="390726">
                  <c:v>k2026</c:v>
                </c:pt>
                <c:pt idx="390677">
                  <c:v>k2027</c:v>
                </c:pt>
                <c:pt idx="390628">
                  <c:v>k2028</c:v>
                </c:pt>
                <c:pt idx="390579">
                  <c:v>k2029</c:v>
                </c:pt>
                <c:pt idx="390530">
                  <c:v>k2030</c:v>
                </c:pt>
                <c:pt idx="390481">
                  <c:v>k2031</c:v>
                </c:pt>
                <c:pt idx="390432">
                  <c:v>k2032</c:v>
                </c:pt>
                <c:pt idx="390383">
                  <c:v>k2033</c:v>
                </c:pt>
                <c:pt idx="390334">
                  <c:v>k2034</c:v>
                </c:pt>
                <c:pt idx="390285">
                  <c:v>k2035</c:v>
                </c:pt>
                <c:pt idx="390236">
                  <c:v>k2036</c:v>
                </c:pt>
                <c:pt idx="390187">
                  <c:v>k2037</c:v>
                </c:pt>
                <c:pt idx="390138">
                  <c:v>k2038</c:v>
                </c:pt>
                <c:pt idx="390089">
                  <c:v>k2039</c:v>
                </c:pt>
                <c:pt idx="390040">
                  <c:v>k2040</c:v>
                </c:pt>
                <c:pt idx="389991">
                  <c:v>k2041</c:v>
                </c:pt>
                <c:pt idx="389942">
                  <c:v>k2042</c:v>
                </c:pt>
                <c:pt idx="389893">
                  <c:v>k2043</c:v>
                </c:pt>
                <c:pt idx="389844">
                  <c:v>k2044</c:v>
                </c:pt>
                <c:pt idx="389795">
                  <c:v>k2045</c:v>
                </c:pt>
                <c:pt idx="389746">
                  <c:v>k2046</c:v>
                </c:pt>
                <c:pt idx="389697">
                  <c:v>k2047</c:v>
                </c:pt>
                <c:pt idx="389648">
                  <c:v>k2048</c:v>
                </c:pt>
                <c:pt idx="389599">
                  <c:v>k2049</c:v>
                </c:pt>
                <c:pt idx="389550">
                  <c:v>k2050</c:v>
                </c:pt>
                <c:pt idx="389501">
                  <c:v>k2051</c:v>
                </c:pt>
                <c:pt idx="389452">
                  <c:v>k2052</c:v>
                </c:pt>
                <c:pt idx="389403">
                  <c:v>k2053</c:v>
                </c:pt>
                <c:pt idx="389354">
                  <c:v>k2054</c:v>
                </c:pt>
                <c:pt idx="389305">
                  <c:v>k2055</c:v>
                </c:pt>
                <c:pt idx="389256">
                  <c:v>k2056</c:v>
                </c:pt>
                <c:pt idx="389207">
                  <c:v>k2057</c:v>
                </c:pt>
                <c:pt idx="389158">
                  <c:v>k2058</c:v>
                </c:pt>
                <c:pt idx="389109">
                  <c:v>k2059</c:v>
                </c:pt>
                <c:pt idx="389060">
                  <c:v>k2060</c:v>
                </c:pt>
                <c:pt idx="389011">
                  <c:v>k2061</c:v>
                </c:pt>
                <c:pt idx="388962">
                  <c:v>k2062</c:v>
                </c:pt>
                <c:pt idx="388913">
                  <c:v>k2063</c:v>
                </c:pt>
                <c:pt idx="388864">
                  <c:v>k2064</c:v>
                </c:pt>
                <c:pt idx="388815">
                  <c:v>k2065</c:v>
                </c:pt>
                <c:pt idx="388766">
                  <c:v>k2066</c:v>
                </c:pt>
                <c:pt idx="388717">
                  <c:v>k2067</c:v>
                </c:pt>
                <c:pt idx="388668">
                  <c:v>k2068</c:v>
                </c:pt>
                <c:pt idx="388619">
                  <c:v>k2069</c:v>
                </c:pt>
                <c:pt idx="388570">
                  <c:v>k2070</c:v>
                </c:pt>
                <c:pt idx="388521">
                  <c:v>k2071</c:v>
                </c:pt>
                <c:pt idx="388472">
                  <c:v>k2072</c:v>
                </c:pt>
                <c:pt idx="388423">
                  <c:v>k2073</c:v>
                </c:pt>
                <c:pt idx="388374">
                  <c:v>k2074</c:v>
                </c:pt>
                <c:pt idx="388325">
                  <c:v>k2075</c:v>
                </c:pt>
                <c:pt idx="388276">
                  <c:v>k2076</c:v>
                </c:pt>
                <c:pt idx="388227">
                  <c:v>k2077</c:v>
                </c:pt>
                <c:pt idx="388178">
                  <c:v>k2078</c:v>
                </c:pt>
                <c:pt idx="388129">
                  <c:v>k2079</c:v>
                </c:pt>
                <c:pt idx="388080">
                  <c:v>k2080</c:v>
                </c:pt>
                <c:pt idx="388031">
                  <c:v>k2081</c:v>
                </c:pt>
                <c:pt idx="387982">
                  <c:v>k2082</c:v>
                </c:pt>
                <c:pt idx="387933">
                  <c:v>k2083</c:v>
                </c:pt>
                <c:pt idx="387884">
                  <c:v>k2084</c:v>
                </c:pt>
                <c:pt idx="387835">
                  <c:v>k2085</c:v>
                </c:pt>
                <c:pt idx="387786">
                  <c:v>k2086</c:v>
                </c:pt>
                <c:pt idx="387737">
                  <c:v>k2087</c:v>
                </c:pt>
                <c:pt idx="387688">
                  <c:v>k2088</c:v>
                </c:pt>
                <c:pt idx="387639">
                  <c:v>k2089</c:v>
                </c:pt>
                <c:pt idx="387590">
                  <c:v>k2090</c:v>
                </c:pt>
                <c:pt idx="387541">
                  <c:v>k2091</c:v>
                </c:pt>
                <c:pt idx="387492">
                  <c:v>k2092</c:v>
                </c:pt>
                <c:pt idx="387443">
                  <c:v>k2093</c:v>
                </c:pt>
                <c:pt idx="387394">
                  <c:v>k2094</c:v>
                </c:pt>
                <c:pt idx="387345">
                  <c:v>k2095</c:v>
                </c:pt>
                <c:pt idx="387296">
                  <c:v>k2096</c:v>
                </c:pt>
                <c:pt idx="387247">
                  <c:v>k2097</c:v>
                </c:pt>
                <c:pt idx="387198">
                  <c:v>k2098</c:v>
                </c:pt>
                <c:pt idx="387149">
                  <c:v>k2099</c:v>
                </c:pt>
                <c:pt idx="387100">
                  <c:v>k2100</c:v>
                </c:pt>
                <c:pt idx="387051">
                  <c:v>k2101</c:v>
                </c:pt>
                <c:pt idx="387002">
                  <c:v>k2102</c:v>
                </c:pt>
                <c:pt idx="386953">
                  <c:v>k2103</c:v>
                </c:pt>
                <c:pt idx="386904">
                  <c:v>k2104</c:v>
                </c:pt>
                <c:pt idx="386855">
                  <c:v>k2105</c:v>
                </c:pt>
                <c:pt idx="386806">
                  <c:v>k2106</c:v>
                </c:pt>
                <c:pt idx="386757">
                  <c:v>k2107</c:v>
                </c:pt>
                <c:pt idx="386708">
                  <c:v>k2108</c:v>
                </c:pt>
                <c:pt idx="386659">
                  <c:v>k2109</c:v>
                </c:pt>
                <c:pt idx="386610">
                  <c:v>k2110</c:v>
                </c:pt>
                <c:pt idx="386561">
                  <c:v>k2111</c:v>
                </c:pt>
                <c:pt idx="386512">
                  <c:v>k2112</c:v>
                </c:pt>
                <c:pt idx="386463">
                  <c:v>k2113</c:v>
                </c:pt>
                <c:pt idx="386414">
                  <c:v>k2114</c:v>
                </c:pt>
                <c:pt idx="386365">
                  <c:v>k2115</c:v>
                </c:pt>
                <c:pt idx="386316">
                  <c:v>k2116</c:v>
                </c:pt>
                <c:pt idx="386267">
                  <c:v>k2117</c:v>
                </c:pt>
                <c:pt idx="386218">
                  <c:v>k2118</c:v>
                </c:pt>
                <c:pt idx="386169">
                  <c:v>k2119</c:v>
                </c:pt>
                <c:pt idx="386120">
                  <c:v>k2120</c:v>
                </c:pt>
                <c:pt idx="386071">
                  <c:v>k2121</c:v>
                </c:pt>
                <c:pt idx="386022">
                  <c:v>k2122</c:v>
                </c:pt>
                <c:pt idx="385973">
                  <c:v>k2123</c:v>
                </c:pt>
                <c:pt idx="385924">
                  <c:v>k2124</c:v>
                </c:pt>
                <c:pt idx="385875">
                  <c:v>k2125</c:v>
                </c:pt>
                <c:pt idx="385826">
                  <c:v>k2126</c:v>
                </c:pt>
                <c:pt idx="385777">
                  <c:v>k2127</c:v>
                </c:pt>
                <c:pt idx="385728">
                  <c:v>k2128</c:v>
                </c:pt>
                <c:pt idx="385679">
                  <c:v>k2129</c:v>
                </c:pt>
                <c:pt idx="385630">
                  <c:v>k2130</c:v>
                </c:pt>
                <c:pt idx="385581">
                  <c:v>k2131</c:v>
                </c:pt>
                <c:pt idx="385532">
                  <c:v>k2132</c:v>
                </c:pt>
                <c:pt idx="385483">
                  <c:v>k2133</c:v>
                </c:pt>
                <c:pt idx="385434">
                  <c:v>k2134</c:v>
                </c:pt>
                <c:pt idx="385385">
                  <c:v>k2135</c:v>
                </c:pt>
                <c:pt idx="385336">
                  <c:v>k2136</c:v>
                </c:pt>
                <c:pt idx="385287">
                  <c:v>k2137</c:v>
                </c:pt>
                <c:pt idx="385238">
                  <c:v>k2138</c:v>
                </c:pt>
                <c:pt idx="385189">
                  <c:v>k2139</c:v>
                </c:pt>
                <c:pt idx="385140">
                  <c:v>k2140</c:v>
                </c:pt>
                <c:pt idx="385091">
                  <c:v>k2141</c:v>
                </c:pt>
                <c:pt idx="385042">
                  <c:v>k2142</c:v>
                </c:pt>
                <c:pt idx="384993">
                  <c:v>k2143</c:v>
                </c:pt>
                <c:pt idx="384944">
                  <c:v>k2144</c:v>
                </c:pt>
                <c:pt idx="384895">
                  <c:v>k2145</c:v>
                </c:pt>
                <c:pt idx="384846">
                  <c:v>k2146</c:v>
                </c:pt>
                <c:pt idx="384797">
                  <c:v>k2147</c:v>
                </c:pt>
                <c:pt idx="384748">
                  <c:v>k2148</c:v>
                </c:pt>
                <c:pt idx="384699">
                  <c:v>k2149</c:v>
                </c:pt>
                <c:pt idx="384650">
                  <c:v>k2150</c:v>
                </c:pt>
                <c:pt idx="384601">
                  <c:v>k2151</c:v>
                </c:pt>
                <c:pt idx="384552">
                  <c:v>k2152</c:v>
                </c:pt>
                <c:pt idx="384503">
                  <c:v>k2153</c:v>
                </c:pt>
                <c:pt idx="384454">
                  <c:v>k2154</c:v>
                </c:pt>
                <c:pt idx="384405">
                  <c:v>k2155</c:v>
                </c:pt>
                <c:pt idx="384356">
                  <c:v>k2156</c:v>
                </c:pt>
                <c:pt idx="384307">
                  <c:v>k2157</c:v>
                </c:pt>
                <c:pt idx="384258">
                  <c:v>k2158</c:v>
                </c:pt>
                <c:pt idx="384209">
                  <c:v>k2159</c:v>
                </c:pt>
                <c:pt idx="384160">
                  <c:v>k2160</c:v>
                </c:pt>
                <c:pt idx="384111">
                  <c:v>k2161</c:v>
                </c:pt>
                <c:pt idx="384062">
                  <c:v>k2162</c:v>
                </c:pt>
                <c:pt idx="384013">
                  <c:v>k2163</c:v>
                </c:pt>
                <c:pt idx="383964">
                  <c:v>k2164</c:v>
                </c:pt>
                <c:pt idx="383915">
                  <c:v>k2165</c:v>
                </c:pt>
                <c:pt idx="383866">
                  <c:v>k2166</c:v>
                </c:pt>
                <c:pt idx="383817">
                  <c:v>k2167</c:v>
                </c:pt>
                <c:pt idx="383768">
                  <c:v>k2168</c:v>
                </c:pt>
                <c:pt idx="383719">
                  <c:v>k2169</c:v>
                </c:pt>
                <c:pt idx="383670">
                  <c:v>k2170</c:v>
                </c:pt>
                <c:pt idx="383621">
                  <c:v>k2171</c:v>
                </c:pt>
                <c:pt idx="383572">
                  <c:v>k2172</c:v>
                </c:pt>
                <c:pt idx="383523">
                  <c:v>k2173</c:v>
                </c:pt>
                <c:pt idx="383474">
                  <c:v>k2174</c:v>
                </c:pt>
                <c:pt idx="383425">
                  <c:v>k2175</c:v>
                </c:pt>
                <c:pt idx="383376">
                  <c:v>k2176</c:v>
                </c:pt>
                <c:pt idx="383327">
                  <c:v>k2177</c:v>
                </c:pt>
                <c:pt idx="383278">
                  <c:v>k2178</c:v>
                </c:pt>
                <c:pt idx="383229">
                  <c:v>k2179</c:v>
                </c:pt>
                <c:pt idx="383180">
                  <c:v>k2180</c:v>
                </c:pt>
                <c:pt idx="383131">
                  <c:v>k2181</c:v>
                </c:pt>
                <c:pt idx="383082">
                  <c:v>k2182</c:v>
                </c:pt>
                <c:pt idx="383033">
                  <c:v>k2183</c:v>
                </c:pt>
                <c:pt idx="382984">
                  <c:v>k2184</c:v>
                </c:pt>
                <c:pt idx="382935">
                  <c:v>k2185</c:v>
                </c:pt>
                <c:pt idx="382886">
                  <c:v>k2186</c:v>
                </c:pt>
                <c:pt idx="382837">
                  <c:v>k2187</c:v>
                </c:pt>
                <c:pt idx="382788">
                  <c:v>k2188</c:v>
                </c:pt>
                <c:pt idx="382739">
                  <c:v>k2189</c:v>
                </c:pt>
                <c:pt idx="382690">
                  <c:v>k2190</c:v>
                </c:pt>
                <c:pt idx="382641">
                  <c:v>k2191</c:v>
                </c:pt>
                <c:pt idx="382592">
                  <c:v>k2192</c:v>
                </c:pt>
                <c:pt idx="382543">
                  <c:v>k2193</c:v>
                </c:pt>
                <c:pt idx="382494">
                  <c:v>k2194</c:v>
                </c:pt>
                <c:pt idx="382445">
                  <c:v>k2195</c:v>
                </c:pt>
                <c:pt idx="382396">
                  <c:v>k2196</c:v>
                </c:pt>
                <c:pt idx="382347">
                  <c:v>k2197</c:v>
                </c:pt>
                <c:pt idx="382298">
                  <c:v>k2198</c:v>
                </c:pt>
                <c:pt idx="382249">
                  <c:v>k2199</c:v>
                </c:pt>
                <c:pt idx="382200">
                  <c:v>k2200</c:v>
                </c:pt>
                <c:pt idx="382151">
                  <c:v>k2201</c:v>
                </c:pt>
                <c:pt idx="382102">
                  <c:v>k2202</c:v>
                </c:pt>
                <c:pt idx="382053">
                  <c:v>k2203</c:v>
                </c:pt>
                <c:pt idx="382004">
                  <c:v>k2204</c:v>
                </c:pt>
                <c:pt idx="381955">
                  <c:v>k2205</c:v>
                </c:pt>
                <c:pt idx="381906">
                  <c:v>k2206</c:v>
                </c:pt>
                <c:pt idx="381857">
                  <c:v>k2207</c:v>
                </c:pt>
                <c:pt idx="381808">
                  <c:v>k2208</c:v>
                </c:pt>
                <c:pt idx="381759">
                  <c:v>k2209</c:v>
                </c:pt>
                <c:pt idx="381710">
                  <c:v>k2210</c:v>
                </c:pt>
                <c:pt idx="381661">
                  <c:v>k2211</c:v>
                </c:pt>
                <c:pt idx="381612">
                  <c:v>k2212</c:v>
                </c:pt>
                <c:pt idx="381563">
                  <c:v>k2213</c:v>
                </c:pt>
                <c:pt idx="381514">
                  <c:v>k2214</c:v>
                </c:pt>
                <c:pt idx="381465">
                  <c:v>k2215</c:v>
                </c:pt>
                <c:pt idx="381416">
                  <c:v>k2216</c:v>
                </c:pt>
                <c:pt idx="381367">
                  <c:v>k2217</c:v>
                </c:pt>
                <c:pt idx="381318">
                  <c:v>k2218</c:v>
                </c:pt>
                <c:pt idx="381269">
                  <c:v>k2219</c:v>
                </c:pt>
                <c:pt idx="381220">
                  <c:v>k2220</c:v>
                </c:pt>
                <c:pt idx="381171">
                  <c:v>k2221</c:v>
                </c:pt>
                <c:pt idx="381122">
                  <c:v>k2222</c:v>
                </c:pt>
                <c:pt idx="381073">
                  <c:v>k2223</c:v>
                </c:pt>
                <c:pt idx="381024">
                  <c:v>k2224</c:v>
                </c:pt>
                <c:pt idx="380975">
                  <c:v>k2225</c:v>
                </c:pt>
                <c:pt idx="380926">
                  <c:v>k2226</c:v>
                </c:pt>
                <c:pt idx="380877">
                  <c:v>k2227</c:v>
                </c:pt>
                <c:pt idx="380828">
                  <c:v>k2228</c:v>
                </c:pt>
                <c:pt idx="380779">
                  <c:v>k2229</c:v>
                </c:pt>
                <c:pt idx="380730">
                  <c:v>k2230</c:v>
                </c:pt>
                <c:pt idx="380681">
                  <c:v>k2231</c:v>
                </c:pt>
                <c:pt idx="380632">
                  <c:v>k2232</c:v>
                </c:pt>
                <c:pt idx="380583">
                  <c:v>k2233</c:v>
                </c:pt>
                <c:pt idx="380534">
                  <c:v>k2234</c:v>
                </c:pt>
                <c:pt idx="380485">
                  <c:v>k2235</c:v>
                </c:pt>
                <c:pt idx="380436">
                  <c:v>k2236</c:v>
                </c:pt>
                <c:pt idx="380387">
                  <c:v>k2237</c:v>
                </c:pt>
                <c:pt idx="380338">
                  <c:v>k2238</c:v>
                </c:pt>
                <c:pt idx="380289">
                  <c:v>k2239</c:v>
                </c:pt>
                <c:pt idx="380240">
                  <c:v>k2240</c:v>
                </c:pt>
                <c:pt idx="380191">
                  <c:v>k2241</c:v>
                </c:pt>
                <c:pt idx="380142">
                  <c:v>k2242</c:v>
                </c:pt>
                <c:pt idx="380093">
                  <c:v>k2243</c:v>
                </c:pt>
                <c:pt idx="380044">
                  <c:v>k2244</c:v>
                </c:pt>
                <c:pt idx="379995">
                  <c:v>k2245</c:v>
                </c:pt>
                <c:pt idx="379946">
                  <c:v>k2246</c:v>
                </c:pt>
                <c:pt idx="379897">
                  <c:v>k2247</c:v>
                </c:pt>
                <c:pt idx="379848">
                  <c:v>k2248</c:v>
                </c:pt>
                <c:pt idx="379799">
                  <c:v>k2249</c:v>
                </c:pt>
                <c:pt idx="379750">
                  <c:v>k2250</c:v>
                </c:pt>
                <c:pt idx="379701">
                  <c:v>k2251</c:v>
                </c:pt>
                <c:pt idx="379652">
                  <c:v>k2252</c:v>
                </c:pt>
                <c:pt idx="379603">
                  <c:v>k2253</c:v>
                </c:pt>
                <c:pt idx="379554">
                  <c:v>k2254</c:v>
                </c:pt>
                <c:pt idx="379505">
                  <c:v>k2255</c:v>
                </c:pt>
                <c:pt idx="379456">
                  <c:v>k2256</c:v>
                </c:pt>
                <c:pt idx="379407">
                  <c:v>k2257</c:v>
                </c:pt>
                <c:pt idx="379358">
                  <c:v>k2258</c:v>
                </c:pt>
                <c:pt idx="379309">
                  <c:v>k2259</c:v>
                </c:pt>
                <c:pt idx="379260">
                  <c:v>k2260</c:v>
                </c:pt>
                <c:pt idx="379211">
                  <c:v>k2261</c:v>
                </c:pt>
                <c:pt idx="379162">
                  <c:v>k2262</c:v>
                </c:pt>
                <c:pt idx="379113">
                  <c:v>k2263</c:v>
                </c:pt>
                <c:pt idx="379064">
                  <c:v>k2264</c:v>
                </c:pt>
                <c:pt idx="379015">
                  <c:v>k2265</c:v>
                </c:pt>
                <c:pt idx="378966">
                  <c:v>k2266</c:v>
                </c:pt>
                <c:pt idx="378917">
                  <c:v>k2267</c:v>
                </c:pt>
                <c:pt idx="378868">
                  <c:v>k2268</c:v>
                </c:pt>
                <c:pt idx="378819">
                  <c:v>k2269</c:v>
                </c:pt>
                <c:pt idx="378770">
                  <c:v>k2270</c:v>
                </c:pt>
                <c:pt idx="378721">
                  <c:v>k2271</c:v>
                </c:pt>
                <c:pt idx="378672">
                  <c:v>k2272</c:v>
                </c:pt>
                <c:pt idx="378623">
                  <c:v>k2273</c:v>
                </c:pt>
                <c:pt idx="378574">
                  <c:v>k2274</c:v>
                </c:pt>
                <c:pt idx="378525">
                  <c:v>k2275</c:v>
                </c:pt>
                <c:pt idx="378476">
                  <c:v>k2276</c:v>
                </c:pt>
                <c:pt idx="378427">
                  <c:v>k2277</c:v>
                </c:pt>
                <c:pt idx="378378">
                  <c:v>k2278</c:v>
                </c:pt>
                <c:pt idx="378329">
                  <c:v>k2279</c:v>
                </c:pt>
                <c:pt idx="378280">
                  <c:v>k2280</c:v>
                </c:pt>
                <c:pt idx="378231">
                  <c:v>k2281</c:v>
                </c:pt>
                <c:pt idx="378182">
                  <c:v>k2282</c:v>
                </c:pt>
                <c:pt idx="378133">
                  <c:v>k2283</c:v>
                </c:pt>
                <c:pt idx="378084">
                  <c:v>k2284</c:v>
                </c:pt>
                <c:pt idx="378035">
                  <c:v>k2285</c:v>
                </c:pt>
                <c:pt idx="377986">
                  <c:v>k2286</c:v>
                </c:pt>
                <c:pt idx="377937">
                  <c:v>k2287</c:v>
                </c:pt>
                <c:pt idx="377888">
                  <c:v>k2288</c:v>
                </c:pt>
                <c:pt idx="377839">
                  <c:v>k2289</c:v>
                </c:pt>
                <c:pt idx="377790">
                  <c:v>k2290</c:v>
                </c:pt>
                <c:pt idx="377741">
                  <c:v>k2291</c:v>
                </c:pt>
                <c:pt idx="377692">
                  <c:v>k2292</c:v>
                </c:pt>
                <c:pt idx="377643">
                  <c:v>k2293</c:v>
                </c:pt>
                <c:pt idx="377594">
                  <c:v>k2294</c:v>
                </c:pt>
                <c:pt idx="377545">
                  <c:v>k2295</c:v>
                </c:pt>
                <c:pt idx="377496">
                  <c:v>k2296</c:v>
                </c:pt>
                <c:pt idx="377447">
                  <c:v>k2297</c:v>
                </c:pt>
                <c:pt idx="377398">
                  <c:v>k2298</c:v>
                </c:pt>
                <c:pt idx="377349">
                  <c:v>k2299</c:v>
                </c:pt>
                <c:pt idx="377300">
                  <c:v>k2300</c:v>
                </c:pt>
                <c:pt idx="377251">
                  <c:v>k2301</c:v>
                </c:pt>
                <c:pt idx="377202">
                  <c:v>k2302</c:v>
                </c:pt>
                <c:pt idx="377153">
                  <c:v>k2303</c:v>
                </c:pt>
                <c:pt idx="377104">
                  <c:v>k2304</c:v>
                </c:pt>
                <c:pt idx="377055">
                  <c:v>k2305</c:v>
                </c:pt>
                <c:pt idx="377006">
                  <c:v>k2306</c:v>
                </c:pt>
                <c:pt idx="376957">
                  <c:v>k2307</c:v>
                </c:pt>
                <c:pt idx="376908">
                  <c:v>k2308</c:v>
                </c:pt>
                <c:pt idx="376859">
                  <c:v>k2309</c:v>
                </c:pt>
                <c:pt idx="376810">
                  <c:v>k2310</c:v>
                </c:pt>
                <c:pt idx="376761">
                  <c:v>k2311</c:v>
                </c:pt>
                <c:pt idx="376712">
                  <c:v>k2312</c:v>
                </c:pt>
                <c:pt idx="376663">
                  <c:v>k2313</c:v>
                </c:pt>
                <c:pt idx="376614">
                  <c:v>k2314</c:v>
                </c:pt>
                <c:pt idx="376565">
                  <c:v>k2315</c:v>
                </c:pt>
                <c:pt idx="376516">
                  <c:v>k2316</c:v>
                </c:pt>
                <c:pt idx="376467">
                  <c:v>k2317</c:v>
                </c:pt>
                <c:pt idx="376418">
                  <c:v>k2318</c:v>
                </c:pt>
                <c:pt idx="376369">
                  <c:v>k2319</c:v>
                </c:pt>
                <c:pt idx="376320">
                  <c:v>k2320</c:v>
                </c:pt>
                <c:pt idx="376271">
                  <c:v>k2321</c:v>
                </c:pt>
                <c:pt idx="376222">
                  <c:v>k2322</c:v>
                </c:pt>
                <c:pt idx="376173">
                  <c:v>k2323</c:v>
                </c:pt>
                <c:pt idx="376124">
                  <c:v>k2324</c:v>
                </c:pt>
                <c:pt idx="376075">
                  <c:v>k2325</c:v>
                </c:pt>
                <c:pt idx="376026">
                  <c:v>k2326</c:v>
                </c:pt>
                <c:pt idx="375977">
                  <c:v>k2327</c:v>
                </c:pt>
                <c:pt idx="375928">
                  <c:v>k2328</c:v>
                </c:pt>
                <c:pt idx="375879">
                  <c:v>k2329</c:v>
                </c:pt>
                <c:pt idx="375830">
                  <c:v>k2330</c:v>
                </c:pt>
                <c:pt idx="375781">
                  <c:v>k2331</c:v>
                </c:pt>
                <c:pt idx="375732">
                  <c:v>k2332</c:v>
                </c:pt>
                <c:pt idx="375683">
                  <c:v>k2333</c:v>
                </c:pt>
                <c:pt idx="375634">
                  <c:v>k2334</c:v>
                </c:pt>
                <c:pt idx="375585">
                  <c:v>k2335</c:v>
                </c:pt>
                <c:pt idx="375536">
                  <c:v>k2336</c:v>
                </c:pt>
                <c:pt idx="375487">
                  <c:v>k2337</c:v>
                </c:pt>
                <c:pt idx="375438">
                  <c:v>k2338</c:v>
                </c:pt>
                <c:pt idx="375389">
                  <c:v>k2339</c:v>
                </c:pt>
                <c:pt idx="375340">
                  <c:v>k2340</c:v>
                </c:pt>
                <c:pt idx="375291">
                  <c:v>k2341</c:v>
                </c:pt>
                <c:pt idx="375242">
                  <c:v>k2342</c:v>
                </c:pt>
                <c:pt idx="375193">
                  <c:v>k2343</c:v>
                </c:pt>
                <c:pt idx="375144">
                  <c:v>k2344</c:v>
                </c:pt>
                <c:pt idx="375095">
                  <c:v>k2345</c:v>
                </c:pt>
                <c:pt idx="375046">
                  <c:v>k2346</c:v>
                </c:pt>
                <c:pt idx="374997">
                  <c:v>k2347</c:v>
                </c:pt>
                <c:pt idx="374948">
                  <c:v>k2348</c:v>
                </c:pt>
                <c:pt idx="374899">
                  <c:v>k2349</c:v>
                </c:pt>
                <c:pt idx="374850">
                  <c:v>k2350</c:v>
                </c:pt>
                <c:pt idx="374801">
                  <c:v>k2351</c:v>
                </c:pt>
                <c:pt idx="374752">
                  <c:v>k2352</c:v>
                </c:pt>
                <c:pt idx="374703">
                  <c:v>k2353</c:v>
                </c:pt>
                <c:pt idx="374654">
                  <c:v>k2354</c:v>
                </c:pt>
                <c:pt idx="374605">
                  <c:v>k2355</c:v>
                </c:pt>
                <c:pt idx="374556">
                  <c:v>k2356</c:v>
                </c:pt>
                <c:pt idx="374507">
                  <c:v>k2357</c:v>
                </c:pt>
                <c:pt idx="374458">
                  <c:v>k2358</c:v>
                </c:pt>
                <c:pt idx="374409">
                  <c:v>k2359</c:v>
                </c:pt>
                <c:pt idx="374360">
                  <c:v>k2360</c:v>
                </c:pt>
                <c:pt idx="374311">
                  <c:v>k2361</c:v>
                </c:pt>
                <c:pt idx="374262">
                  <c:v>k2362</c:v>
                </c:pt>
                <c:pt idx="374213">
                  <c:v>k2363</c:v>
                </c:pt>
                <c:pt idx="374164">
                  <c:v>k2364</c:v>
                </c:pt>
                <c:pt idx="374115">
                  <c:v>k2365</c:v>
                </c:pt>
                <c:pt idx="374066">
                  <c:v>k2366</c:v>
                </c:pt>
                <c:pt idx="374017">
                  <c:v>k2367</c:v>
                </c:pt>
                <c:pt idx="373968">
                  <c:v>k2368</c:v>
                </c:pt>
                <c:pt idx="373919">
                  <c:v>k2369</c:v>
                </c:pt>
                <c:pt idx="373870">
                  <c:v>k2370</c:v>
                </c:pt>
                <c:pt idx="373821">
                  <c:v>k2371</c:v>
                </c:pt>
                <c:pt idx="373772">
                  <c:v>k2372</c:v>
                </c:pt>
                <c:pt idx="373723">
                  <c:v>k2373</c:v>
                </c:pt>
                <c:pt idx="373674">
                  <c:v>k2374</c:v>
                </c:pt>
                <c:pt idx="373625">
                  <c:v>k2375</c:v>
                </c:pt>
                <c:pt idx="373576">
                  <c:v>k2376</c:v>
                </c:pt>
                <c:pt idx="373527">
                  <c:v>k2377</c:v>
                </c:pt>
                <c:pt idx="373478">
                  <c:v>k2378</c:v>
                </c:pt>
                <c:pt idx="373429">
                  <c:v>k2379</c:v>
                </c:pt>
                <c:pt idx="373380">
                  <c:v>k2380</c:v>
                </c:pt>
                <c:pt idx="373331">
                  <c:v>k2381</c:v>
                </c:pt>
                <c:pt idx="373282">
                  <c:v>k2382</c:v>
                </c:pt>
                <c:pt idx="373233">
                  <c:v>k2383</c:v>
                </c:pt>
                <c:pt idx="373184">
                  <c:v>k2384</c:v>
                </c:pt>
                <c:pt idx="373135">
                  <c:v>k2385</c:v>
                </c:pt>
                <c:pt idx="373086">
                  <c:v>k2386</c:v>
                </c:pt>
                <c:pt idx="373037">
                  <c:v>k2387</c:v>
                </c:pt>
                <c:pt idx="372988">
                  <c:v>k2388</c:v>
                </c:pt>
                <c:pt idx="372939">
                  <c:v>k2389</c:v>
                </c:pt>
                <c:pt idx="372890">
                  <c:v>k2390</c:v>
                </c:pt>
                <c:pt idx="372841">
                  <c:v>k2391</c:v>
                </c:pt>
                <c:pt idx="372792">
                  <c:v>k2392</c:v>
                </c:pt>
                <c:pt idx="372743">
                  <c:v>k2393</c:v>
                </c:pt>
                <c:pt idx="372694">
                  <c:v>k2394</c:v>
                </c:pt>
                <c:pt idx="372645">
                  <c:v>k2395</c:v>
                </c:pt>
                <c:pt idx="372596">
                  <c:v>k2396</c:v>
                </c:pt>
                <c:pt idx="372547">
                  <c:v>k2397</c:v>
                </c:pt>
                <c:pt idx="372498">
                  <c:v>k2398</c:v>
                </c:pt>
                <c:pt idx="372449">
                  <c:v>k2399</c:v>
                </c:pt>
                <c:pt idx="372400">
                  <c:v>k2400</c:v>
                </c:pt>
                <c:pt idx="372351">
                  <c:v>k2401</c:v>
                </c:pt>
                <c:pt idx="372302">
                  <c:v>k2402</c:v>
                </c:pt>
                <c:pt idx="372253">
                  <c:v>k2403</c:v>
                </c:pt>
                <c:pt idx="372204">
                  <c:v>k2404</c:v>
                </c:pt>
                <c:pt idx="372155">
                  <c:v>k2405</c:v>
                </c:pt>
                <c:pt idx="372106">
                  <c:v>k2406</c:v>
                </c:pt>
                <c:pt idx="372057">
                  <c:v>k2407</c:v>
                </c:pt>
                <c:pt idx="372008">
                  <c:v>k2408</c:v>
                </c:pt>
                <c:pt idx="371959">
                  <c:v>k2409</c:v>
                </c:pt>
                <c:pt idx="371910">
                  <c:v>k2410</c:v>
                </c:pt>
                <c:pt idx="371861">
                  <c:v>k2411</c:v>
                </c:pt>
                <c:pt idx="371812">
                  <c:v>k2412</c:v>
                </c:pt>
                <c:pt idx="371763">
                  <c:v>k2413</c:v>
                </c:pt>
                <c:pt idx="371714">
                  <c:v>k2414</c:v>
                </c:pt>
                <c:pt idx="371665">
                  <c:v>k2415</c:v>
                </c:pt>
                <c:pt idx="371616">
                  <c:v>k2416</c:v>
                </c:pt>
                <c:pt idx="371567">
                  <c:v>k2417</c:v>
                </c:pt>
                <c:pt idx="371518">
                  <c:v>k2418</c:v>
                </c:pt>
                <c:pt idx="371469">
                  <c:v>k2419</c:v>
                </c:pt>
                <c:pt idx="371420">
                  <c:v>k2420</c:v>
                </c:pt>
                <c:pt idx="371371">
                  <c:v>k2421</c:v>
                </c:pt>
                <c:pt idx="371322">
                  <c:v>k2422</c:v>
                </c:pt>
                <c:pt idx="371273">
                  <c:v>k2423</c:v>
                </c:pt>
                <c:pt idx="371224">
                  <c:v>k2424</c:v>
                </c:pt>
                <c:pt idx="371175">
                  <c:v>k2425</c:v>
                </c:pt>
                <c:pt idx="371126">
                  <c:v>k2426</c:v>
                </c:pt>
                <c:pt idx="371077">
                  <c:v>k2427</c:v>
                </c:pt>
                <c:pt idx="371028">
                  <c:v>k2428</c:v>
                </c:pt>
                <c:pt idx="370979">
                  <c:v>k2429</c:v>
                </c:pt>
                <c:pt idx="370930">
                  <c:v>k2430</c:v>
                </c:pt>
                <c:pt idx="370881">
                  <c:v>k2431</c:v>
                </c:pt>
                <c:pt idx="370832">
                  <c:v>k2432</c:v>
                </c:pt>
                <c:pt idx="370783">
                  <c:v>k2433</c:v>
                </c:pt>
                <c:pt idx="370734">
                  <c:v>k2434</c:v>
                </c:pt>
                <c:pt idx="370685">
                  <c:v>k2435</c:v>
                </c:pt>
                <c:pt idx="370636">
                  <c:v>k2436</c:v>
                </c:pt>
                <c:pt idx="370587">
                  <c:v>k2437</c:v>
                </c:pt>
                <c:pt idx="370538">
                  <c:v>k2438</c:v>
                </c:pt>
                <c:pt idx="370489">
                  <c:v>k2439</c:v>
                </c:pt>
                <c:pt idx="370440">
                  <c:v>k2440</c:v>
                </c:pt>
                <c:pt idx="370391">
                  <c:v>k2441</c:v>
                </c:pt>
                <c:pt idx="370342">
                  <c:v>k2442</c:v>
                </c:pt>
                <c:pt idx="370293">
                  <c:v>k2443</c:v>
                </c:pt>
                <c:pt idx="370244">
                  <c:v>k2444</c:v>
                </c:pt>
                <c:pt idx="370195">
                  <c:v>k2445</c:v>
                </c:pt>
                <c:pt idx="370146">
                  <c:v>k2446</c:v>
                </c:pt>
                <c:pt idx="370097">
                  <c:v>k2447</c:v>
                </c:pt>
                <c:pt idx="370048">
                  <c:v>k2448</c:v>
                </c:pt>
                <c:pt idx="369999">
                  <c:v>k2449</c:v>
                </c:pt>
                <c:pt idx="369950">
                  <c:v>k2450</c:v>
                </c:pt>
                <c:pt idx="369901">
                  <c:v>k2451</c:v>
                </c:pt>
                <c:pt idx="369852">
                  <c:v>k2452</c:v>
                </c:pt>
                <c:pt idx="369803">
                  <c:v>k2453</c:v>
                </c:pt>
                <c:pt idx="369754">
                  <c:v>k2454</c:v>
                </c:pt>
                <c:pt idx="369705">
                  <c:v>k2455</c:v>
                </c:pt>
                <c:pt idx="369656">
                  <c:v>k2456</c:v>
                </c:pt>
                <c:pt idx="369607">
                  <c:v>k2457</c:v>
                </c:pt>
                <c:pt idx="369558">
                  <c:v>k2458</c:v>
                </c:pt>
                <c:pt idx="369509">
                  <c:v>k2459</c:v>
                </c:pt>
                <c:pt idx="369460">
                  <c:v>k2460</c:v>
                </c:pt>
                <c:pt idx="369411">
                  <c:v>k2461</c:v>
                </c:pt>
                <c:pt idx="369362">
                  <c:v>k2462</c:v>
                </c:pt>
                <c:pt idx="369313">
                  <c:v>k2463</c:v>
                </c:pt>
                <c:pt idx="369264">
                  <c:v>k2464</c:v>
                </c:pt>
                <c:pt idx="369215">
                  <c:v>k2465</c:v>
                </c:pt>
                <c:pt idx="369166">
                  <c:v>k2466</c:v>
                </c:pt>
                <c:pt idx="369117">
                  <c:v>k2467</c:v>
                </c:pt>
                <c:pt idx="369068">
                  <c:v>k2468</c:v>
                </c:pt>
                <c:pt idx="369019">
                  <c:v>k2469</c:v>
                </c:pt>
                <c:pt idx="368970">
                  <c:v>k2470</c:v>
                </c:pt>
                <c:pt idx="368921">
                  <c:v>k2471</c:v>
                </c:pt>
                <c:pt idx="368872">
                  <c:v>k2472</c:v>
                </c:pt>
                <c:pt idx="368823">
                  <c:v>k2473</c:v>
                </c:pt>
                <c:pt idx="368774">
                  <c:v>k2474</c:v>
                </c:pt>
                <c:pt idx="368725">
                  <c:v>k2475</c:v>
                </c:pt>
                <c:pt idx="368676">
                  <c:v>k2476</c:v>
                </c:pt>
                <c:pt idx="368627">
                  <c:v>k2477</c:v>
                </c:pt>
                <c:pt idx="368578">
                  <c:v>k2478</c:v>
                </c:pt>
                <c:pt idx="368529">
                  <c:v>k2479</c:v>
                </c:pt>
                <c:pt idx="368480">
                  <c:v>k2480</c:v>
                </c:pt>
                <c:pt idx="368431">
                  <c:v>k2481</c:v>
                </c:pt>
                <c:pt idx="368382">
                  <c:v>k2482</c:v>
                </c:pt>
                <c:pt idx="368333">
                  <c:v>k2483</c:v>
                </c:pt>
                <c:pt idx="368284">
                  <c:v>k2484</c:v>
                </c:pt>
                <c:pt idx="368235">
                  <c:v>k2485</c:v>
                </c:pt>
                <c:pt idx="368186">
                  <c:v>k2486</c:v>
                </c:pt>
                <c:pt idx="368137">
                  <c:v>k2487</c:v>
                </c:pt>
                <c:pt idx="368088">
                  <c:v>k2488</c:v>
                </c:pt>
                <c:pt idx="368039">
                  <c:v>k2489</c:v>
                </c:pt>
                <c:pt idx="367990">
                  <c:v>k2490</c:v>
                </c:pt>
                <c:pt idx="367941">
                  <c:v>k2491</c:v>
                </c:pt>
                <c:pt idx="367892">
                  <c:v>k2492</c:v>
                </c:pt>
                <c:pt idx="367843">
                  <c:v>k2493</c:v>
                </c:pt>
                <c:pt idx="367794">
                  <c:v>k2494</c:v>
                </c:pt>
                <c:pt idx="367745">
                  <c:v>k2495</c:v>
                </c:pt>
                <c:pt idx="367696">
                  <c:v>k2496</c:v>
                </c:pt>
                <c:pt idx="367647">
                  <c:v>k2497</c:v>
                </c:pt>
                <c:pt idx="367598">
                  <c:v>k2498</c:v>
                </c:pt>
                <c:pt idx="367549">
                  <c:v>k2499</c:v>
                </c:pt>
                <c:pt idx="367500">
                  <c:v>k2500</c:v>
                </c:pt>
                <c:pt idx="367451">
                  <c:v>k2501</c:v>
                </c:pt>
                <c:pt idx="367402">
                  <c:v>k2502</c:v>
                </c:pt>
                <c:pt idx="367353">
                  <c:v>k2503</c:v>
                </c:pt>
                <c:pt idx="367304">
                  <c:v>k2504</c:v>
                </c:pt>
                <c:pt idx="367255">
                  <c:v>k2505</c:v>
                </c:pt>
                <c:pt idx="367206">
                  <c:v>k2506</c:v>
                </c:pt>
                <c:pt idx="367157">
                  <c:v>k2507</c:v>
                </c:pt>
                <c:pt idx="367108">
                  <c:v>k2508</c:v>
                </c:pt>
                <c:pt idx="367059">
                  <c:v>k2509</c:v>
                </c:pt>
                <c:pt idx="367010">
                  <c:v>k2510</c:v>
                </c:pt>
                <c:pt idx="366961">
                  <c:v>k2511</c:v>
                </c:pt>
                <c:pt idx="366912">
                  <c:v>k2512</c:v>
                </c:pt>
                <c:pt idx="366863">
                  <c:v>k2513</c:v>
                </c:pt>
                <c:pt idx="366814">
                  <c:v>k2514</c:v>
                </c:pt>
                <c:pt idx="366765">
                  <c:v>k2515</c:v>
                </c:pt>
                <c:pt idx="366716">
                  <c:v>k2516</c:v>
                </c:pt>
                <c:pt idx="366667">
                  <c:v>k2517</c:v>
                </c:pt>
                <c:pt idx="366618">
                  <c:v>k2518</c:v>
                </c:pt>
                <c:pt idx="366569">
                  <c:v>k2519</c:v>
                </c:pt>
                <c:pt idx="366520">
                  <c:v>k2520</c:v>
                </c:pt>
                <c:pt idx="366471">
                  <c:v>k2521</c:v>
                </c:pt>
                <c:pt idx="366422">
                  <c:v>k2522</c:v>
                </c:pt>
                <c:pt idx="366373">
                  <c:v>k2523</c:v>
                </c:pt>
                <c:pt idx="366324">
                  <c:v>k2524</c:v>
                </c:pt>
                <c:pt idx="366275">
                  <c:v>k2525</c:v>
                </c:pt>
                <c:pt idx="366226">
                  <c:v>k2526</c:v>
                </c:pt>
                <c:pt idx="366177">
                  <c:v>k2527</c:v>
                </c:pt>
                <c:pt idx="366128">
                  <c:v>k2528</c:v>
                </c:pt>
                <c:pt idx="366079">
                  <c:v>k2529</c:v>
                </c:pt>
                <c:pt idx="366030">
                  <c:v>k2530</c:v>
                </c:pt>
                <c:pt idx="365981">
                  <c:v>k2531</c:v>
                </c:pt>
                <c:pt idx="365932">
                  <c:v>k2532</c:v>
                </c:pt>
                <c:pt idx="365883">
                  <c:v>k2533</c:v>
                </c:pt>
                <c:pt idx="365834">
                  <c:v>k2534</c:v>
                </c:pt>
                <c:pt idx="365785">
                  <c:v>k2535</c:v>
                </c:pt>
                <c:pt idx="365736">
                  <c:v>k2536</c:v>
                </c:pt>
                <c:pt idx="365687">
                  <c:v>k2537</c:v>
                </c:pt>
                <c:pt idx="365638">
                  <c:v>k2538</c:v>
                </c:pt>
                <c:pt idx="365589">
                  <c:v>k2539</c:v>
                </c:pt>
                <c:pt idx="365540">
                  <c:v>k2540</c:v>
                </c:pt>
                <c:pt idx="365491">
                  <c:v>k2541</c:v>
                </c:pt>
                <c:pt idx="365442">
                  <c:v>k2542</c:v>
                </c:pt>
                <c:pt idx="365393">
                  <c:v>k2543</c:v>
                </c:pt>
                <c:pt idx="365344">
                  <c:v>k2544</c:v>
                </c:pt>
                <c:pt idx="365295">
                  <c:v>k2545</c:v>
                </c:pt>
                <c:pt idx="365246">
                  <c:v>k2546</c:v>
                </c:pt>
                <c:pt idx="365197">
                  <c:v>k2547</c:v>
                </c:pt>
                <c:pt idx="365148">
                  <c:v>k2548</c:v>
                </c:pt>
                <c:pt idx="365099">
                  <c:v>k2549</c:v>
                </c:pt>
                <c:pt idx="365050">
                  <c:v>k2550</c:v>
                </c:pt>
                <c:pt idx="365001">
                  <c:v>k2551</c:v>
                </c:pt>
                <c:pt idx="364952">
                  <c:v>k2552</c:v>
                </c:pt>
                <c:pt idx="364903">
                  <c:v>k2553</c:v>
                </c:pt>
                <c:pt idx="364854">
                  <c:v>k2554</c:v>
                </c:pt>
                <c:pt idx="364805">
                  <c:v>k2555</c:v>
                </c:pt>
                <c:pt idx="364756">
                  <c:v>k2556</c:v>
                </c:pt>
                <c:pt idx="364707">
                  <c:v>k2557</c:v>
                </c:pt>
                <c:pt idx="364658">
                  <c:v>k2558</c:v>
                </c:pt>
                <c:pt idx="364609">
                  <c:v>k2559</c:v>
                </c:pt>
                <c:pt idx="364560">
                  <c:v>k2560</c:v>
                </c:pt>
                <c:pt idx="364511">
                  <c:v>k2561</c:v>
                </c:pt>
                <c:pt idx="364462">
                  <c:v>k2562</c:v>
                </c:pt>
                <c:pt idx="364413">
                  <c:v>k2563</c:v>
                </c:pt>
                <c:pt idx="364364">
                  <c:v>k2564</c:v>
                </c:pt>
                <c:pt idx="364315">
                  <c:v>k2565</c:v>
                </c:pt>
                <c:pt idx="364266">
                  <c:v>k2566</c:v>
                </c:pt>
                <c:pt idx="364217">
                  <c:v>k2567</c:v>
                </c:pt>
                <c:pt idx="364168">
                  <c:v>k2568</c:v>
                </c:pt>
                <c:pt idx="364119">
                  <c:v>k2569</c:v>
                </c:pt>
                <c:pt idx="364070">
                  <c:v>k2570</c:v>
                </c:pt>
                <c:pt idx="364021">
                  <c:v>k2571</c:v>
                </c:pt>
                <c:pt idx="363972">
                  <c:v>k2572</c:v>
                </c:pt>
                <c:pt idx="363923">
                  <c:v>k2573</c:v>
                </c:pt>
                <c:pt idx="363874">
                  <c:v>k2574</c:v>
                </c:pt>
                <c:pt idx="363825">
                  <c:v>k2575</c:v>
                </c:pt>
                <c:pt idx="363776">
                  <c:v>k2576</c:v>
                </c:pt>
                <c:pt idx="363727">
                  <c:v>k2577</c:v>
                </c:pt>
                <c:pt idx="363678">
                  <c:v>k2578</c:v>
                </c:pt>
                <c:pt idx="363629">
                  <c:v>k2579</c:v>
                </c:pt>
                <c:pt idx="363580">
                  <c:v>k2580</c:v>
                </c:pt>
                <c:pt idx="363531">
                  <c:v>k2581</c:v>
                </c:pt>
                <c:pt idx="363482">
                  <c:v>k2582</c:v>
                </c:pt>
                <c:pt idx="363433">
                  <c:v>k2583</c:v>
                </c:pt>
                <c:pt idx="363384">
                  <c:v>k2584</c:v>
                </c:pt>
                <c:pt idx="363335">
                  <c:v>k2585</c:v>
                </c:pt>
                <c:pt idx="363286">
                  <c:v>k2586</c:v>
                </c:pt>
                <c:pt idx="363237">
                  <c:v>k2587</c:v>
                </c:pt>
                <c:pt idx="363188">
                  <c:v>k2588</c:v>
                </c:pt>
                <c:pt idx="363139">
                  <c:v>k2589</c:v>
                </c:pt>
                <c:pt idx="363090">
                  <c:v>k2590</c:v>
                </c:pt>
                <c:pt idx="363041">
                  <c:v>k2591</c:v>
                </c:pt>
                <c:pt idx="362992">
                  <c:v>k2592</c:v>
                </c:pt>
                <c:pt idx="362943">
                  <c:v>k2593</c:v>
                </c:pt>
                <c:pt idx="362894">
                  <c:v>k2594</c:v>
                </c:pt>
                <c:pt idx="362845">
                  <c:v>k2595</c:v>
                </c:pt>
                <c:pt idx="362796">
                  <c:v>k2596</c:v>
                </c:pt>
                <c:pt idx="362747">
                  <c:v>k2597</c:v>
                </c:pt>
                <c:pt idx="362698">
                  <c:v>k2598</c:v>
                </c:pt>
                <c:pt idx="362649">
                  <c:v>k2599</c:v>
                </c:pt>
                <c:pt idx="362600">
                  <c:v>k2600</c:v>
                </c:pt>
                <c:pt idx="362551">
                  <c:v>k2601</c:v>
                </c:pt>
                <c:pt idx="362502">
                  <c:v>k2602</c:v>
                </c:pt>
                <c:pt idx="362453">
                  <c:v>k2603</c:v>
                </c:pt>
                <c:pt idx="362404">
                  <c:v>k2604</c:v>
                </c:pt>
                <c:pt idx="362355">
                  <c:v>k2605</c:v>
                </c:pt>
                <c:pt idx="362306">
                  <c:v>k2606</c:v>
                </c:pt>
                <c:pt idx="362257">
                  <c:v>k2607</c:v>
                </c:pt>
                <c:pt idx="362208">
                  <c:v>k2608</c:v>
                </c:pt>
                <c:pt idx="362159">
                  <c:v>k2609</c:v>
                </c:pt>
                <c:pt idx="362110">
                  <c:v>k2610</c:v>
                </c:pt>
                <c:pt idx="362061">
                  <c:v>k2611</c:v>
                </c:pt>
                <c:pt idx="362012">
                  <c:v>k2612</c:v>
                </c:pt>
                <c:pt idx="361963">
                  <c:v>k2613</c:v>
                </c:pt>
                <c:pt idx="361914">
                  <c:v>k2614</c:v>
                </c:pt>
                <c:pt idx="361865">
                  <c:v>k2615</c:v>
                </c:pt>
                <c:pt idx="361816">
                  <c:v>k2616</c:v>
                </c:pt>
                <c:pt idx="361767">
                  <c:v>k2617</c:v>
                </c:pt>
                <c:pt idx="361718">
                  <c:v>k2618</c:v>
                </c:pt>
                <c:pt idx="361669">
                  <c:v>k2619</c:v>
                </c:pt>
                <c:pt idx="361620">
                  <c:v>k2620</c:v>
                </c:pt>
                <c:pt idx="361571">
                  <c:v>k2621</c:v>
                </c:pt>
                <c:pt idx="361522">
                  <c:v>k2622</c:v>
                </c:pt>
                <c:pt idx="361473">
                  <c:v>k2623</c:v>
                </c:pt>
                <c:pt idx="361424">
                  <c:v>k2624</c:v>
                </c:pt>
                <c:pt idx="361375">
                  <c:v>k2625</c:v>
                </c:pt>
                <c:pt idx="361326">
                  <c:v>k2626</c:v>
                </c:pt>
                <c:pt idx="361277">
                  <c:v>k2627</c:v>
                </c:pt>
                <c:pt idx="361228">
                  <c:v>k2628</c:v>
                </c:pt>
                <c:pt idx="361179">
                  <c:v>k2629</c:v>
                </c:pt>
                <c:pt idx="361130">
                  <c:v>k2630</c:v>
                </c:pt>
                <c:pt idx="361081">
                  <c:v>k2631</c:v>
                </c:pt>
                <c:pt idx="361032">
                  <c:v>k2632</c:v>
                </c:pt>
                <c:pt idx="360983">
                  <c:v>k2633</c:v>
                </c:pt>
                <c:pt idx="360934">
                  <c:v>k2634</c:v>
                </c:pt>
                <c:pt idx="360885">
                  <c:v>k2635</c:v>
                </c:pt>
                <c:pt idx="360836">
                  <c:v>k2636</c:v>
                </c:pt>
                <c:pt idx="360787">
                  <c:v>k2637</c:v>
                </c:pt>
                <c:pt idx="360738">
                  <c:v>k2638</c:v>
                </c:pt>
                <c:pt idx="360689">
                  <c:v>k2639</c:v>
                </c:pt>
                <c:pt idx="360640">
                  <c:v>k2640</c:v>
                </c:pt>
                <c:pt idx="360591">
                  <c:v>k2641</c:v>
                </c:pt>
                <c:pt idx="360542">
                  <c:v>k2642</c:v>
                </c:pt>
                <c:pt idx="360493">
                  <c:v>k2643</c:v>
                </c:pt>
                <c:pt idx="360444">
                  <c:v>k2644</c:v>
                </c:pt>
                <c:pt idx="360395">
                  <c:v>k2645</c:v>
                </c:pt>
                <c:pt idx="360346">
                  <c:v>k2646</c:v>
                </c:pt>
                <c:pt idx="360297">
                  <c:v>k2647</c:v>
                </c:pt>
                <c:pt idx="360248">
                  <c:v>k2648</c:v>
                </c:pt>
                <c:pt idx="360199">
                  <c:v>k2649</c:v>
                </c:pt>
                <c:pt idx="360150">
                  <c:v>k2650</c:v>
                </c:pt>
                <c:pt idx="360101">
                  <c:v>k2651</c:v>
                </c:pt>
                <c:pt idx="360052">
                  <c:v>k2652</c:v>
                </c:pt>
                <c:pt idx="360003">
                  <c:v>k2653</c:v>
                </c:pt>
                <c:pt idx="359954">
                  <c:v>k2654</c:v>
                </c:pt>
                <c:pt idx="359905">
                  <c:v>k2655</c:v>
                </c:pt>
                <c:pt idx="359856">
                  <c:v>k2656</c:v>
                </c:pt>
                <c:pt idx="359807">
                  <c:v>k2657</c:v>
                </c:pt>
                <c:pt idx="359758">
                  <c:v>k2658</c:v>
                </c:pt>
                <c:pt idx="359709">
                  <c:v>k2659</c:v>
                </c:pt>
                <c:pt idx="359660">
                  <c:v>k2660</c:v>
                </c:pt>
                <c:pt idx="359611">
                  <c:v>k2661</c:v>
                </c:pt>
                <c:pt idx="359562">
                  <c:v>k2662</c:v>
                </c:pt>
                <c:pt idx="359513">
                  <c:v>k2663</c:v>
                </c:pt>
                <c:pt idx="359464">
                  <c:v>k2664</c:v>
                </c:pt>
                <c:pt idx="359415">
                  <c:v>k2665</c:v>
                </c:pt>
                <c:pt idx="359366">
                  <c:v>k2666</c:v>
                </c:pt>
                <c:pt idx="359317">
                  <c:v>k2667</c:v>
                </c:pt>
                <c:pt idx="359268">
                  <c:v>k2668</c:v>
                </c:pt>
                <c:pt idx="359219">
                  <c:v>k2669</c:v>
                </c:pt>
                <c:pt idx="359170">
                  <c:v>k2670</c:v>
                </c:pt>
                <c:pt idx="359121">
                  <c:v>k2671</c:v>
                </c:pt>
                <c:pt idx="359072">
                  <c:v>k2672</c:v>
                </c:pt>
                <c:pt idx="359023">
                  <c:v>k2673</c:v>
                </c:pt>
                <c:pt idx="358974">
                  <c:v>k2674</c:v>
                </c:pt>
                <c:pt idx="358925">
                  <c:v>k2675</c:v>
                </c:pt>
                <c:pt idx="358876">
                  <c:v>k2676</c:v>
                </c:pt>
                <c:pt idx="358827">
                  <c:v>k2677</c:v>
                </c:pt>
                <c:pt idx="358778">
                  <c:v>k2678</c:v>
                </c:pt>
                <c:pt idx="358729">
                  <c:v>k2679</c:v>
                </c:pt>
                <c:pt idx="358680">
                  <c:v>k2680</c:v>
                </c:pt>
                <c:pt idx="358631">
                  <c:v>k2681</c:v>
                </c:pt>
                <c:pt idx="358582">
                  <c:v>k2682</c:v>
                </c:pt>
                <c:pt idx="358533">
                  <c:v>k2683</c:v>
                </c:pt>
                <c:pt idx="358484">
                  <c:v>k2684</c:v>
                </c:pt>
                <c:pt idx="358435">
                  <c:v>k2685</c:v>
                </c:pt>
                <c:pt idx="358386">
                  <c:v>k2686</c:v>
                </c:pt>
                <c:pt idx="358337">
                  <c:v>k2687</c:v>
                </c:pt>
                <c:pt idx="358288">
                  <c:v>k2688</c:v>
                </c:pt>
                <c:pt idx="358239">
                  <c:v>k2689</c:v>
                </c:pt>
                <c:pt idx="358190">
                  <c:v>k2690</c:v>
                </c:pt>
                <c:pt idx="358141">
                  <c:v>k2691</c:v>
                </c:pt>
                <c:pt idx="358092">
                  <c:v>k2692</c:v>
                </c:pt>
                <c:pt idx="358043">
                  <c:v>k2693</c:v>
                </c:pt>
                <c:pt idx="357994">
                  <c:v>k2694</c:v>
                </c:pt>
                <c:pt idx="357945">
                  <c:v>k2695</c:v>
                </c:pt>
                <c:pt idx="357896">
                  <c:v>k2696</c:v>
                </c:pt>
                <c:pt idx="357847">
                  <c:v>k2697</c:v>
                </c:pt>
                <c:pt idx="357798">
                  <c:v>k2698</c:v>
                </c:pt>
                <c:pt idx="357749">
                  <c:v>k2699</c:v>
                </c:pt>
                <c:pt idx="357700">
                  <c:v>k2700</c:v>
                </c:pt>
                <c:pt idx="357651">
                  <c:v>k2701</c:v>
                </c:pt>
                <c:pt idx="357602">
                  <c:v>k2702</c:v>
                </c:pt>
                <c:pt idx="357553">
                  <c:v>k2703</c:v>
                </c:pt>
                <c:pt idx="357504">
                  <c:v>k2704</c:v>
                </c:pt>
                <c:pt idx="357455">
                  <c:v>k2705</c:v>
                </c:pt>
                <c:pt idx="357406">
                  <c:v>k2706</c:v>
                </c:pt>
                <c:pt idx="357357">
                  <c:v>k2707</c:v>
                </c:pt>
                <c:pt idx="357308">
                  <c:v>k2708</c:v>
                </c:pt>
                <c:pt idx="357259">
                  <c:v>k2709</c:v>
                </c:pt>
                <c:pt idx="357210">
                  <c:v>k2710</c:v>
                </c:pt>
                <c:pt idx="357161">
                  <c:v>k2711</c:v>
                </c:pt>
                <c:pt idx="357112">
                  <c:v>k2712</c:v>
                </c:pt>
                <c:pt idx="357063">
                  <c:v>k2713</c:v>
                </c:pt>
                <c:pt idx="357014">
                  <c:v>k2714</c:v>
                </c:pt>
                <c:pt idx="356965">
                  <c:v>k2715</c:v>
                </c:pt>
                <c:pt idx="356916">
                  <c:v>k2716</c:v>
                </c:pt>
                <c:pt idx="356867">
                  <c:v>k2717</c:v>
                </c:pt>
                <c:pt idx="356818">
                  <c:v>k2718</c:v>
                </c:pt>
                <c:pt idx="356769">
                  <c:v>k2719</c:v>
                </c:pt>
                <c:pt idx="356720">
                  <c:v>k2720</c:v>
                </c:pt>
                <c:pt idx="356671">
                  <c:v>k2721</c:v>
                </c:pt>
                <c:pt idx="356622">
                  <c:v>k2722</c:v>
                </c:pt>
                <c:pt idx="356573">
                  <c:v>k2723</c:v>
                </c:pt>
                <c:pt idx="356524">
                  <c:v>k2724</c:v>
                </c:pt>
                <c:pt idx="356475">
                  <c:v>k2725</c:v>
                </c:pt>
                <c:pt idx="356426">
                  <c:v>k2726</c:v>
                </c:pt>
                <c:pt idx="356377">
                  <c:v>k2727</c:v>
                </c:pt>
                <c:pt idx="356328">
                  <c:v>k2728</c:v>
                </c:pt>
                <c:pt idx="356279">
                  <c:v>k2729</c:v>
                </c:pt>
                <c:pt idx="356230">
                  <c:v>k2730</c:v>
                </c:pt>
                <c:pt idx="356181">
                  <c:v>k2731</c:v>
                </c:pt>
                <c:pt idx="356132">
                  <c:v>k2732</c:v>
                </c:pt>
                <c:pt idx="356083">
                  <c:v>k2733</c:v>
                </c:pt>
                <c:pt idx="356034">
                  <c:v>k2734</c:v>
                </c:pt>
                <c:pt idx="355985">
                  <c:v>k2735</c:v>
                </c:pt>
                <c:pt idx="355936">
                  <c:v>k2736</c:v>
                </c:pt>
                <c:pt idx="355887">
                  <c:v>k2737</c:v>
                </c:pt>
                <c:pt idx="355838">
                  <c:v>k2738</c:v>
                </c:pt>
                <c:pt idx="355789">
                  <c:v>k2739</c:v>
                </c:pt>
                <c:pt idx="355740">
                  <c:v>k2740</c:v>
                </c:pt>
                <c:pt idx="355691">
                  <c:v>k2741</c:v>
                </c:pt>
                <c:pt idx="355642">
                  <c:v>k2742</c:v>
                </c:pt>
                <c:pt idx="355593">
                  <c:v>k2743</c:v>
                </c:pt>
                <c:pt idx="355544">
                  <c:v>k2744</c:v>
                </c:pt>
                <c:pt idx="355495">
                  <c:v>k2745</c:v>
                </c:pt>
                <c:pt idx="355446">
                  <c:v>k2746</c:v>
                </c:pt>
                <c:pt idx="355397">
                  <c:v>k2747</c:v>
                </c:pt>
                <c:pt idx="355348">
                  <c:v>k2748</c:v>
                </c:pt>
                <c:pt idx="355299">
                  <c:v>k2749</c:v>
                </c:pt>
                <c:pt idx="355250">
                  <c:v>k2750</c:v>
                </c:pt>
                <c:pt idx="355201">
                  <c:v>k2751</c:v>
                </c:pt>
                <c:pt idx="355152">
                  <c:v>k2752</c:v>
                </c:pt>
                <c:pt idx="355103">
                  <c:v>k2753</c:v>
                </c:pt>
                <c:pt idx="355054">
                  <c:v>k2754</c:v>
                </c:pt>
                <c:pt idx="355005">
                  <c:v>k2755</c:v>
                </c:pt>
                <c:pt idx="354956">
                  <c:v>k2756</c:v>
                </c:pt>
                <c:pt idx="354907">
                  <c:v>k2757</c:v>
                </c:pt>
                <c:pt idx="354858">
                  <c:v>k2758</c:v>
                </c:pt>
                <c:pt idx="354809">
                  <c:v>k2759</c:v>
                </c:pt>
                <c:pt idx="354760">
                  <c:v>k2760</c:v>
                </c:pt>
                <c:pt idx="354711">
                  <c:v>k2761</c:v>
                </c:pt>
                <c:pt idx="354662">
                  <c:v>k2762</c:v>
                </c:pt>
                <c:pt idx="354613">
                  <c:v>k2763</c:v>
                </c:pt>
                <c:pt idx="354564">
                  <c:v>k2764</c:v>
                </c:pt>
                <c:pt idx="354515">
                  <c:v>k2765</c:v>
                </c:pt>
                <c:pt idx="354466">
                  <c:v>k2766</c:v>
                </c:pt>
                <c:pt idx="354417">
                  <c:v>k2767</c:v>
                </c:pt>
                <c:pt idx="354368">
                  <c:v>k2768</c:v>
                </c:pt>
                <c:pt idx="354319">
                  <c:v>k2769</c:v>
                </c:pt>
                <c:pt idx="354270">
                  <c:v>k2770</c:v>
                </c:pt>
                <c:pt idx="354221">
                  <c:v>k2771</c:v>
                </c:pt>
                <c:pt idx="354172">
                  <c:v>k2772</c:v>
                </c:pt>
                <c:pt idx="354123">
                  <c:v>k2773</c:v>
                </c:pt>
                <c:pt idx="354074">
                  <c:v>k2774</c:v>
                </c:pt>
                <c:pt idx="354025">
                  <c:v>k2775</c:v>
                </c:pt>
                <c:pt idx="353976">
                  <c:v>k2776</c:v>
                </c:pt>
                <c:pt idx="353927">
                  <c:v>k2777</c:v>
                </c:pt>
                <c:pt idx="353878">
                  <c:v>k2778</c:v>
                </c:pt>
                <c:pt idx="353829">
                  <c:v>k2779</c:v>
                </c:pt>
                <c:pt idx="353780">
                  <c:v>k2780</c:v>
                </c:pt>
                <c:pt idx="353731">
                  <c:v>k2781</c:v>
                </c:pt>
                <c:pt idx="353682">
                  <c:v>k2782</c:v>
                </c:pt>
                <c:pt idx="353633">
                  <c:v>k2783</c:v>
                </c:pt>
                <c:pt idx="353584">
                  <c:v>k2784</c:v>
                </c:pt>
                <c:pt idx="353535">
                  <c:v>k2785</c:v>
                </c:pt>
                <c:pt idx="353486">
                  <c:v>k2786</c:v>
                </c:pt>
                <c:pt idx="353437">
                  <c:v>k2787</c:v>
                </c:pt>
                <c:pt idx="353388">
                  <c:v>k2788</c:v>
                </c:pt>
                <c:pt idx="353339">
                  <c:v>k2789</c:v>
                </c:pt>
                <c:pt idx="353290">
                  <c:v>k2790</c:v>
                </c:pt>
                <c:pt idx="353241">
                  <c:v>k2791</c:v>
                </c:pt>
                <c:pt idx="353192">
                  <c:v>k2792</c:v>
                </c:pt>
                <c:pt idx="353143">
                  <c:v>k2793</c:v>
                </c:pt>
                <c:pt idx="353094">
                  <c:v>k2794</c:v>
                </c:pt>
                <c:pt idx="353045">
                  <c:v>k2795</c:v>
                </c:pt>
                <c:pt idx="352996">
                  <c:v>k2796</c:v>
                </c:pt>
                <c:pt idx="352947">
                  <c:v>k2797</c:v>
                </c:pt>
                <c:pt idx="352898">
                  <c:v>k2798</c:v>
                </c:pt>
                <c:pt idx="352849">
                  <c:v>k2799</c:v>
                </c:pt>
                <c:pt idx="352800">
                  <c:v>k2800</c:v>
                </c:pt>
                <c:pt idx="352751">
                  <c:v>k2801</c:v>
                </c:pt>
                <c:pt idx="352702">
                  <c:v>k2802</c:v>
                </c:pt>
                <c:pt idx="352653">
                  <c:v>k2803</c:v>
                </c:pt>
                <c:pt idx="352604">
                  <c:v>k2804</c:v>
                </c:pt>
                <c:pt idx="352555">
                  <c:v>k2805</c:v>
                </c:pt>
                <c:pt idx="352506">
                  <c:v>k2806</c:v>
                </c:pt>
                <c:pt idx="352457">
                  <c:v>k2807</c:v>
                </c:pt>
                <c:pt idx="352408">
                  <c:v>k2808</c:v>
                </c:pt>
                <c:pt idx="352359">
                  <c:v>k2809</c:v>
                </c:pt>
                <c:pt idx="352310">
                  <c:v>k2810</c:v>
                </c:pt>
                <c:pt idx="352261">
                  <c:v>k2811</c:v>
                </c:pt>
                <c:pt idx="352212">
                  <c:v>k2812</c:v>
                </c:pt>
                <c:pt idx="352163">
                  <c:v>k2813</c:v>
                </c:pt>
                <c:pt idx="352114">
                  <c:v>k2814</c:v>
                </c:pt>
                <c:pt idx="352065">
                  <c:v>k2815</c:v>
                </c:pt>
                <c:pt idx="352016">
                  <c:v>k2816</c:v>
                </c:pt>
                <c:pt idx="351967">
                  <c:v>k2817</c:v>
                </c:pt>
                <c:pt idx="351918">
                  <c:v>k2818</c:v>
                </c:pt>
                <c:pt idx="351869">
                  <c:v>k2819</c:v>
                </c:pt>
                <c:pt idx="351820">
                  <c:v>k2820</c:v>
                </c:pt>
                <c:pt idx="351771">
                  <c:v>k2821</c:v>
                </c:pt>
                <c:pt idx="351722">
                  <c:v>k2822</c:v>
                </c:pt>
                <c:pt idx="351673">
                  <c:v>k2823</c:v>
                </c:pt>
                <c:pt idx="351624">
                  <c:v>k2824</c:v>
                </c:pt>
                <c:pt idx="351575">
                  <c:v>k2825</c:v>
                </c:pt>
                <c:pt idx="351526">
                  <c:v>k2826</c:v>
                </c:pt>
                <c:pt idx="351477">
                  <c:v>k2827</c:v>
                </c:pt>
                <c:pt idx="351428">
                  <c:v>k2828</c:v>
                </c:pt>
                <c:pt idx="351379">
                  <c:v>k2829</c:v>
                </c:pt>
                <c:pt idx="351330">
                  <c:v>k2830</c:v>
                </c:pt>
                <c:pt idx="351281">
                  <c:v>k2831</c:v>
                </c:pt>
                <c:pt idx="351232">
                  <c:v>k2832</c:v>
                </c:pt>
                <c:pt idx="351183">
                  <c:v>k2833</c:v>
                </c:pt>
                <c:pt idx="351134">
                  <c:v>k2834</c:v>
                </c:pt>
                <c:pt idx="351085">
                  <c:v>k2835</c:v>
                </c:pt>
                <c:pt idx="351036">
                  <c:v>k2836</c:v>
                </c:pt>
                <c:pt idx="350987">
                  <c:v>k2837</c:v>
                </c:pt>
                <c:pt idx="350938">
                  <c:v>k2838</c:v>
                </c:pt>
                <c:pt idx="350889">
                  <c:v>k2839</c:v>
                </c:pt>
                <c:pt idx="350840">
                  <c:v>k2840</c:v>
                </c:pt>
                <c:pt idx="350791">
                  <c:v>k2841</c:v>
                </c:pt>
                <c:pt idx="350742">
                  <c:v>k2842</c:v>
                </c:pt>
                <c:pt idx="350693">
                  <c:v>k2843</c:v>
                </c:pt>
                <c:pt idx="350644">
                  <c:v>k2844</c:v>
                </c:pt>
                <c:pt idx="350595">
                  <c:v>k2845</c:v>
                </c:pt>
                <c:pt idx="350546">
                  <c:v>k2846</c:v>
                </c:pt>
                <c:pt idx="350497">
                  <c:v>k2847</c:v>
                </c:pt>
                <c:pt idx="350448">
                  <c:v>k2848</c:v>
                </c:pt>
                <c:pt idx="350399">
                  <c:v>k2849</c:v>
                </c:pt>
                <c:pt idx="350350">
                  <c:v>k2850</c:v>
                </c:pt>
                <c:pt idx="350301">
                  <c:v>k2851</c:v>
                </c:pt>
                <c:pt idx="350252">
                  <c:v>k2852</c:v>
                </c:pt>
                <c:pt idx="350203">
                  <c:v>k2853</c:v>
                </c:pt>
                <c:pt idx="350154">
                  <c:v>k2854</c:v>
                </c:pt>
                <c:pt idx="350105">
                  <c:v>k2855</c:v>
                </c:pt>
                <c:pt idx="350056">
                  <c:v>k2856</c:v>
                </c:pt>
                <c:pt idx="350007">
                  <c:v>k2857</c:v>
                </c:pt>
                <c:pt idx="349958">
                  <c:v>k2858</c:v>
                </c:pt>
                <c:pt idx="349909">
                  <c:v>k2859</c:v>
                </c:pt>
                <c:pt idx="349860">
                  <c:v>k2860</c:v>
                </c:pt>
                <c:pt idx="349811">
                  <c:v>k2861</c:v>
                </c:pt>
                <c:pt idx="349762">
                  <c:v>k2862</c:v>
                </c:pt>
                <c:pt idx="349713">
                  <c:v>k2863</c:v>
                </c:pt>
                <c:pt idx="349664">
                  <c:v>k2864</c:v>
                </c:pt>
                <c:pt idx="349615">
                  <c:v>k2865</c:v>
                </c:pt>
                <c:pt idx="349566">
                  <c:v>k2866</c:v>
                </c:pt>
                <c:pt idx="349517">
                  <c:v>k2867</c:v>
                </c:pt>
                <c:pt idx="349468">
                  <c:v>k2868</c:v>
                </c:pt>
                <c:pt idx="349419">
                  <c:v>k2869</c:v>
                </c:pt>
                <c:pt idx="349370">
                  <c:v>k2870</c:v>
                </c:pt>
                <c:pt idx="349321">
                  <c:v>k2871</c:v>
                </c:pt>
                <c:pt idx="349272">
                  <c:v>k2872</c:v>
                </c:pt>
                <c:pt idx="349223">
                  <c:v>k2873</c:v>
                </c:pt>
                <c:pt idx="349174">
                  <c:v>k2874</c:v>
                </c:pt>
                <c:pt idx="349125">
                  <c:v>k2875</c:v>
                </c:pt>
                <c:pt idx="349076">
                  <c:v>k2876</c:v>
                </c:pt>
                <c:pt idx="349027">
                  <c:v>k2877</c:v>
                </c:pt>
                <c:pt idx="348978">
                  <c:v>k2878</c:v>
                </c:pt>
                <c:pt idx="348929">
                  <c:v>k2879</c:v>
                </c:pt>
                <c:pt idx="348880">
                  <c:v>k2880</c:v>
                </c:pt>
                <c:pt idx="348831">
                  <c:v>k2881</c:v>
                </c:pt>
                <c:pt idx="348782">
                  <c:v>k2882</c:v>
                </c:pt>
                <c:pt idx="348733">
                  <c:v>k2883</c:v>
                </c:pt>
                <c:pt idx="348684">
                  <c:v>k2884</c:v>
                </c:pt>
                <c:pt idx="348635">
                  <c:v>k2885</c:v>
                </c:pt>
                <c:pt idx="348586">
                  <c:v>k2886</c:v>
                </c:pt>
                <c:pt idx="348537">
                  <c:v>k2887</c:v>
                </c:pt>
                <c:pt idx="348488">
                  <c:v>k2888</c:v>
                </c:pt>
                <c:pt idx="348439">
                  <c:v>k2889</c:v>
                </c:pt>
                <c:pt idx="348390">
                  <c:v>k2890</c:v>
                </c:pt>
                <c:pt idx="348341">
                  <c:v>k2891</c:v>
                </c:pt>
                <c:pt idx="348292">
                  <c:v>k2892</c:v>
                </c:pt>
                <c:pt idx="348243">
                  <c:v>k2893</c:v>
                </c:pt>
                <c:pt idx="348194">
                  <c:v>k2894</c:v>
                </c:pt>
                <c:pt idx="348145">
                  <c:v>k2895</c:v>
                </c:pt>
                <c:pt idx="348096">
                  <c:v>k2896</c:v>
                </c:pt>
                <c:pt idx="348047">
                  <c:v>k2897</c:v>
                </c:pt>
                <c:pt idx="347998">
                  <c:v>k2898</c:v>
                </c:pt>
                <c:pt idx="347949">
                  <c:v>k2899</c:v>
                </c:pt>
                <c:pt idx="347900">
                  <c:v>k2900</c:v>
                </c:pt>
                <c:pt idx="347851">
                  <c:v>k2901</c:v>
                </c:pt>
                <c:pt idx="347802">
                  <c:v>k2902</c:v>
                </c:pt>
                <c:pt idx="347753">
                  <c:v>k2903</c:v>
                </c:pt>
                <c:pt idx="347704">
                  <c:v>k2904</c:v>
                </c:pt>
                <c:pt idx="347655">
                  <c:v>k2905</c:v>
                </c:pt>
                <c:pt idx="347606">
                  <c:v>k2906</c:v>
                </c:pt>
                <c:pt idx="347557">
                  <c:v>k2907</c:v>
                </c:pt>
                <c:pt idx="347508">
                  <c:v>k2908</c:v>
                </c:pt>
                <c:pt idx="347459">
                  <c:v>k2909</c:v>
                </c:pt>
                <c:pt idx="347410">
                  <c:v>k2910</c:v>
                </c:pt>
                <c:pt idx="347361">
                  <c:v>k2911</c:v>
                </c:pt>
                <c:pt idx="347312">
                  <c:v>k2912</c:v>
                </c:pt>
                <c:pt idx="347263">
                  <c:v>k2913</c:v>
                </c:pt>
                <c:pt idx="347214">
                  <c:v>k2914</c:v>
                </c:pt>
                <c:pt idx="347165">
                  <c:v>k2915</c:v>
                </c:pt>
                <c:pt idx="347116">
                  <c:v>k2916</c:v>
                </c:pt>
                <c:pt idx="347067">
                  <c:v>k2917</c:v>
                </c:pt>
                <c:pt idx="347018">
                  <c:v>k2918</c:v>
                </c:pt>
                <c:pt idx="346969">
                  <c:v>k2919</c:v>
                </c:pt>
                <c:pt idx="346920">
                  <c:v>k2920</c:v>
                </c:pt>
                <c:pt idx="346871">
                  <c:v>k2921</c:v>
                </c:pt>
                <c:pt idx="346822">
                  <c:v>k2922</c:v>
                </c:pt>
                <c:pt idx="346773">
                  <c:v>k2923</c:v>
                </c:pt>
                <c:pt idx="346724">
                  <c:v>k2924</c:v>
                </c:pt>
                <c:pt idx="346675">
                  <c:v>k2925</c:v>
                </c:pt>
                <c:pt idx="346626">
                  <c:v>k2926</c:v>
                </c:pt>
                <c:pt idx="346577">
                  <c:v>k2927</c:v>
                </c:pt>
                <c:pt idx="346528">
                  <c:v>k2928</c:v>
                </c:pt>
                <c:pt idx="346479">
                  <c:v>k2929</c:v>
                </c:pt>
                <c:pt idx="346430">
                  <c:v>k2930</c:v>
                </c:pt>
                <c:pt idx="346381">
                  <c:v>k2931</c:v>
                </c:pt>
                <c:pt idx="346332">
                  <c:v>k2932</c:v>
                </c:pt>
                <c:pt idx="346283">
                  <c:v>k2933</c:v>
                </c:pt>
                <c:pt idx="346234">
                  <c:v>k2934</c:v>
                </c:pt>
                <c:pt idx="346185">
                  <c:v>k2935</c:v>
                </c:pt>
                <c:pt idx="346136">
                  <c:v>k2936</c:v>
                </c:pt>
                <c:pt idx="346087">
                  <c:v>k2937</c:v>
                </c:pt>
                <c:pt idx="346038">
                  <c:v>k2938</c:v>
                </c:pt>
                <c:pt idx="345989">
                  <c:v>k2939</c:v>
                </c:pt>
                <c:pt idx="345940">
                  <c:v>k2940</c:v>
                </c:pt>
                <c:pt idx="345891">
                  <c:v>k2941</c:v>
                </c:pt>
                <c:pt idx="345842">
                  <c:v>k2942</c:v>
                </c:pt>
                <c:pt idx="345793">
                  <c:v>k2943</c:v>
                </c:pt>
                <c:pt idx="345744">
                  <c:v>k2944</c:v>
                </c:pt>
                <c:pt idx="345695">
                  <c:v>k2945</c:v>
                </c:pt>
                <c:pt idx="345646">
                  <c:v>k2946</c:v>
                </c:pt>
                <c:pt idx="345597">
                  <c:v>k2947</c:v>
                </c:pt>
                <c:pt idx="345548">
                  <c:v>k2948</c:v>
                </c:pt>
                <c:pt idx="345499">
                  <c:v>k2949</c:v>
                </c:pt>
                <c:pt idx="345450">
                  <c:v>k2950</c:v>
                </c:pt>
                <c:pt idx="345401">
                  <c:v>k2951</c:v>
                </c:pt>
                <c:pt idx="345352">
                  <c:v>k2952</c:v>
                </c:pt>
                <c:pt idx="345303">
                  <c:v>k2953</c:v>
                </c:pt>
                <c:pt idx="345254">
                  <c:v>k2954</c:v>
                </c:pt>
                <c:pt idx="345205">
                  <c:v>k2955</c:v>
                </c:pt>
                <c:pt idx="345156">
                  <c:v>k2956</c:v>
                </c:pt>
                <c:pt idx="345107">
                  <c:v>k2957</c:v>
                </c:pt>
                <c:pt idx="345058">
                  <c:v>k2958</c:v>
                </c:pt>
                <c:pt idx="345009">
                  <c:v>k2959</c:v>
                </c:pt>
                <c:pt idx="344960">
                  <c:v>k2960</c:v>
                </c:pt>
                <c:pt idx="344911">
                  <c:v>k2961</c:v>
                </c:pt>
                <c:pt idx="344862">
                  <c:v>k2962</c:v>
                </c:pt>
                <c:pt idx="344813">
                  <c:v>k2963</c:v>
                </c:pt>
                <c:pt idx="344764">
                  <c:v>k2964</c:v>
                </c:pt>
                <c:pt idx="344715">
                  <c:v>k2965</c:v>
                </c:pt>
                <c:pt idx="344666">
                  <c:v>k2966</c:v>
                </c:pt>
                <c:pt idx="344617">
                  <c:v>k2967</c:v>
                </c:pt>
                <c:pt idx="344568">
                  <c:v>k2968</c:v>
                </c:pt>
                <c:pt idx="344519">
                  <c:v>k2969</c:v>
                </c:pt>
                <c:pt idx="344470">
                  <c:v>k2970</c:v>
                </c:pt>
                <c:pt idx="344421">
                  <c:v>k2971</c:v>
                </c:pt>
                <c:pt idx="344372">
                  <c:v>k2972</c:v>
                </c:pt>
                <c:pt idx="344323">
                  <c:v>k2973</c:v>
                </c:pt>
                <c:pt idx="344274">
                  <c:v>k2974</c:v>
                </c:pt>
                <c:pt idx="344225">
                  <c:v>k2975</c:v>
                </c:pt>
                <c:pt idx="344176">
                  <c:v>k2976</c:v>
                </c:pt>
                <c:pt idx="344127">
                  <c:v>k2977</c:v>
                </c:pt>
                <c:pt idx="344078">
                  <c:v>k2978</c:v>
                </c:pt>
                <c:pt idx="344029">
                  <c:v>k2979</c:v>
                </c:pt>
                <c:pt idx="343980">
                  <c:v>k2980</c:v>
                </c:pt>
                <c:pt idx="343931">
                  <c:v>k2981</c:v>
                </c:pt>
                <c:pt idx="343882">
                  <c:v>k2982</c:v>
                </c:pt>
                <c:pt idx="343833">
                  <c:v>k2983</c:v>
                </c:pt>
                <c:pt idx="343784">
                  <c:v>k2984</c:v>
                </c:pt>
                <c:pt idx="343735">
                  <c:v>k2985</c:v>
                </c:pt>
                <c:pt idx="343686">
                  <c:v>k2986</c:v>
                </c:pt>
                <c:pt idx="343637">
                  <c:v>k2987</c:v>
                </c:pt>
                <c:pt idx="343588">
                  <c:v>k2988</c:v>
                </c:pt>
                <c:pt idx="343539">
                  <c:v>k2989</c:v>
                </c:pt>
                <c:pt idx="343490">
                  <c:v>k2990</c:v>
                </c:pt>
                <c:pt idx="343441">
                  <c:v>k2991</c:v>
                </c:pt>
                <c:pt idx="343392">
                  <c:v>k2992</c:v>
                </c:pt>
                <c:pt idx="343343">
                  <c:v>k2993</c:v>
                </c:pt>
                <c:pt idx="343294">
                  <c:v>k2994</c:v>
                </c:pt>
                <c:pt idx="343245">
                  <c:v>k2995</c:v>
                </c:pt>
                <c:pt idx="343196">
                  <c:v>k2996</c:v>
                </c:pt>
                <c:pt idx="343147">
                  <c:v>k2997</c:v>
                </c:pt>
                <c:pt idx="343098">
                  <c:v>k2998</c:v>
                </c:pt>
                <c:pt idx="343049">
                  <c:v>k2999</c:v>
                </c:pt>
                <c:pt idx="343000">
                  <c:v>k3000</c:v>
                </c:pt>
                <c:pt idx="342951">
                  <c:v>k3001</c:v>
                </c:pt>
                <c:pt idx="342902">
                  <c:v>k3002</c:v>
                </c:pt>
                <c:pt idx="342853">
                  <c:v>k3003</c:v>
                </c:pt>
                <c:pt idx="342804">
                  <c:v>k3004</c:v>
                </c:pt>
                <c:pt idx="342755">
                  <c:v>k3005</c:v>
                </c:pt>
                <c:pt idx="342706">
                  <c:v>k3006</c:v>
                </c:pt>
                <c:pt idx="342657">
                  <c:v>k3007</c:v>
                </c:pt>
                <c:pt idx="342608">
                  <c:v>k3008</c:v>
                </c:pt>
                <c:pt idx="342559">
                  <c:v>k3009</c:v>
                </c:pt>
                <c:pt idx="342510">
                  <c:v>k3010</c:v>
                </c:pt>
                <c:pt idx="342461">
                  <c:v>k3011</c:v>
                </c:pt>
                <c:pt idx="342412">
                  <c:v>k3012</c:v>
                </c:pt>
                <c:pt idx="342363">
                  <c:v>k3013</c:v>
                </c:pt>
                <c:pt idx="342314">
                  <c:v>k3014</c:v>
                </c:pt>
                <c:pt idx="342265">
                  <c:v>k3015</c:v>
                </c:pt>
                <c:pt idx="342216">
                  <c:v>k3016</c:v>
                </c:pt>
                <c:pt idx="342167">
                  <c:v>k3017</c:v>
                </c:pt>
                <c:pt idx="342118">
                  <c:v>k3018</c:v>
                </c:pt>
                <c:pt idx="342069">
                  <c:v>k3019</c:v>
                </c:pt>
                <c:pt idx="342020">
                  <c:v>k3020</c:v>
                </c:pt>
                <c:pt idx="341971">
                  <c:v>k3021</c:v>
                </c:pt>
                <c:pt idx="341922">
                  <c:v>k3022</c:v>
                </c:pt>
                <c:pt idx="341873">
                  <c:v>k3023</c:v>
                </c:pt>
                <c:pt idx="341824">
                  <c:v>k3024</c:v>
                </c:pt>
                <c:pt idx="341775">
                  <c:v>k3025</c:v>
                </c:pt>
                <c:pt idx="341726">
                  <c:v>k3026</c:v>
                </c:pt>
                <c:pt idx="341677">
                  <c:v>k3027</c:v>
                </c:pt>
                <c:pt idx="341628">
                  <c:v>k3028</c:v>
                </c:pt>
                <c:pt idx="341579">
                  <c:v>k3029</c:v>
                </c:pt>
                <c:pt idx="341530">
                  <c:v>k3030</c:v>
                </c:pt>
                <c:pt idx="341481">
                  <c:v>k3031</c:v>
                </c:pt>
                <c:pt idx="341432">
                  <c:v>k3032</c:v>
                </c:pt>
                <c:pt idx="341383">
                  <c:v>k3033</c:v>
                </c:pt>
                <c:pt idx="341334">
                  <c:v>k3034</c:v>
                </c:pt>
                <c:pt idx="341285">
                  <c:v>k3035</c:v>
                </c:pt>
                <c:pt idx="341236">
                  <c:v>k3036</c:v>
                </c:pt>
                <c:pt idx="341187">
                  <c:v>k3037</c:v>
                </c:pt>
                <c:pt idx="341138">
                  <c:v>k3038</c:v>
                </c:pt>
                <c:pt idx="341089">
                  <c:v>k3039</c:v>
                </c:pt>
                <c:pt idx="341040">
                  <c:v>k3040</c:v>
                </c:pt>
                <c:pt idx="340991">
                  <c:v>k3041</c:v>
                </c:pt>
                <c:pt idx="340942">
                  <c:v>k3042</c:v>
                </c:pt>
                <c:pt idx="340893">
                  <c:v>k3043</c:v>
                </c:pt>
                <c:pt idx="340844">
                  <c:v>k3044</c:v>
                </c:pt>
                <c:pt idx="340795">
                  <c:v>k3045</c:v>
                </c:pt>
                <c:pt idx="340746">
                  <c:v>k3046</c:v>
                </c:pt>
                <c:pt idx="340697">
                  <c:v>k3047</c:v>
                </c:pt>
                <c:pt idx="340648">
                  <c:v>k3048</c:v>
                </c:pt>
                <c:pt idx="340599">
                  <c:v>k3049</c:v>
                </c:pt>
                <c:pt idx="340550">
                  <c:v>k3050</c:v>
                </c:pt>
                <c:pt idx="340501">
                  <c:v>k3051</c:v>
                </c:pt>
                <c:pt idx="340452">
                  <c:v>k3052</c:v>
                </c:pt>
                <c:pt idx="340403">
                  <c:v>k3053</c:v>
                </c:pt>
                <c:pt idx="340354">
                  <c:v>k3054</c:v>
                </c:pt>
                <c:pt idx="340305">
                  <c:v>k3055</c:v>
                </c:pt>
                <c:pt idx="340256">
                  <c:v>k3056</c:v>
                </c:pt>
                <c:pt idx="340207">
                  <c:v>k3057</c:v>
                </c:pt>
                <c:pt idx="340158">
                  <c:v>k3058</c:v>
                </c:pt>
                <c:pt idx="340109">
                  <c:v>k3059</c:v>
                </c:pt>
                <c:pt idx="340060">
                  <c:v>k3060</c:v>
                </c:pt>
                <c:pt idx="340011">
                  <c:v>k3061</c:v>
                </c:pt>
                <c:pt idx="339962">
                  <c:v>k3062</c:v>
                </c:pt>
                <c:pt idx="339913">
                  <c:v>k3063</c:v>
                </c:pt>
                <c:pt idx="339864">
                  <c:v>k3064</c:v>
                </c:pt>
                <c:pt idx="339815">
                  <c:v>k3065</c:v>
                </c:pt>
                <c:pt idx="339766">
                  <c:v>k3066</c:v>
                </c:pt>
                <c:pt idx="339717">
                  <c:v>k3067</c:v>
                </c:pt>
                <c:pt idx="339668">
                  <c:v>k3068</c:v>
                </c:pt>
                <c:pt idx="339619">
                  <c:v>k3069</c:v>
                </c:pt>
                <c:pt idx="339570">
                  <c:v>k3070</c:v>
                </c:pt>
                <c:pt idx="339521">
                  <c:v>k3071</c:v>
                </c:pt>
                <c:pt idx="339472">
                  <c:v>k3072</c:v>
                </c:pt>
                <c:pt idx="339423">
                  <c:v>k3073</c:v>
                </c:pt>
                <c:pt idx="339374">
                  <c:v>k3074</c:v>
                </c:pt>
                <c:pt idx="339325">
                  <c:v>k3075</c:v>
                </c:pt>
                <c:pt idx="339276">
                  <c:v>k3076</c:v>
                </c:pt>
                <c:pt idx="339227">
                  <c:v>k3077</c:v>
                </c:pt>
                <c:pt idx="339178">
                  <c:v>k3078</c:v>
                </c:pt>
                <c:pt idx="339129">
                  <c:v>k3079</c:v>
                </c:pt>
                <c:pt idx="339080">
                  <c:v>k3080</c:v>
                </c:pt>
                <c:pt idx="339031">
                  <c:v>k3081</c:v>
                </c:pt>
                <c:pt idx="338982">
                  <c:v>k3082</c:v>
                </c:pt>
                <c:pt idx="338933">
                  <c:v>k3083</c:v>
                </c:pt>
                <c:pt idx="338884">
                  <c:v>k3084</c:v>
                </c:pt>
                <c:pt idx="338835">
                  <c:v>k3085</c:v>
                </c:pt>
                <c:pt idx="338786">
                  <c:v>k3086</c:v>
                </c:pt>
                <c:pt idx="338737">
                  <c:v>k3087</c:v>
                </c:pt>
                <c:pt idx="338688">
                  <c:v>k3088</c:v>
                </c:pt>
                <c:pt idx="338639">
                  <c:v>k3089</c:v>
                </c:pt>
                <c:pt idx="338590">
                  <c:v>k3090</c:v>
                </c:pt>
                <c:pt idx="338541">
                  <c:v>k3091</c:v>
                </c:pt>
                <c:pt idx="338492">
                  <c:v>k3092</c:v>
                </c:pt>
                <c:pt idx="338443">
                  <c:v>k3093</c:v>
                </c:pt>
                <c:pt idx="338394">
                  <c:v>k3094</c:v>
                </c:pt>
                <c:pt idx="338345">
                  <c:v>k3095</c:v>
                </c:pt>
                <c:pt idx="338296">
                  <c:v>k3096</c:v>
                </c:pt>
                <c:pt idx="338247">
                  <c:v>k3097</c:v>
                </c:pt>
                <c:pt idx="338198">
                  <c:v>k3098</c:v>
                </c:pt>
                <c:pt idx="338149">
                  <c:v>k3099</c:v>
                </c:pt>
                <c:pt idx="338100">
                  <c:v>k3100</c:v>
                </c:pt>
                <c:pt idx="338051">
                  <c:v>k3101</c:v>
                </c:pt>
                <c:pt idx="338002">
                  <c:v>k3102</c:v>
                </c:pt>
                <c:pt idx="337953">
                  <c:v>k3103</c:v>
                </c:pt>
                <c:pt idx="337904">
                  <c:v>k3104</c:v>
                </c:pt>
                <c:pt idx="337855">
                  <c:v>k3105</c:v>
                </c:pt>
                <c:pt idx="337806">
                  <c:v>k3106</c:v>
                </c:pt>
                <c:pt idx="337757">
                  <c:v>k3107</c:v>
                </c:pt>
                <c:pt idx="337708">
                  <c:v>k3108</c:v>
                </c:pt>
                <c:pt idx="337659">
                  <c:v>k3109</c:v>
                </c:pt>
                <c:pt idx="337610">
                  <c:v>k3110</c:v>
                </c:pt>
                <c:pt idx="337561">
                  <c:v>k3111</c:v>
                </c:pt>
                <c:pt idx="337512">
                  <c:v>k3112</c:v>
                </c:pt>
                <c:pt idx="337463">
                  <c:v>k3113</c:v>
                </c:pt>
                <c:pt idx="337414">
                  <c:v>k3114</c:v>
                </c:pt>
                <c:pt idx="337365">
                  <c:v>k3115</c:v>
                </c:pt>
                <c:pt idx="337316">
                  <c:v>k3116</c:v>
                </c:pt>
                <c:pt idx="337267">
                  <c:v>k3117</c:v>
                </c:pt>
                <c:pt idx="337218">
                  <c:v>k3118</c:v>
                </c:pt>
                <c:pt idx="337169">
                  <c:v>k3119</c:v>
                </c:pt>
                <c:pt idx="337120">
                  <c:v>k3120</c:v>
                </c:pt>
                <c:pt idx="337071">
                  <c:v>k3121</c:v>
                </c:pt>
                <c:pt idx="337022">
                  <c:v>k3122</c:v>
                </c:pt>
                <c:pt idx="336973">
                  <c:v>k3123</c:v>
                </c:pt>
                <c:pt idx="336924">
                  <c:v>k3124</c:v>
                </c:pt>
                <c:pt idx="336875">
                  <c:v>k3125</c:v>
                </c:pt>
                <c:pt idx="336826">
                  <c:v>k3126</c:v>
                </c:pt>
                <c:pt idx="336777">
                  <c:v>k3127</c:v>
                </c:pt>
                <c:pt idx="336728">
                  <c:v>k3128</c:v>
                </c:pt>
                <c:pt idx="336679">
                  <c:v>k3129</c:v>
                </c:pt>
                <c:pt idx="336630">
                  <c:v>k3130</c:v>
                </c:pt>
                <c:pt idx="336581">
                  <c:v>k3131</c:v>
                </c:pt>
                <c:pt idx="336532">
                  <c:v>k3132</c:v>
                </c:pt>
                <c:pt idx="336483">
                  <c:v>k3133</c:v>
                </c:pt>
                <c:pt idx="336434">
                  <c:v>k3134</c:v>
                </c:pt>
                <c:pt idx="336385">
                  <c:v>k3135</c:v>
                </c:pt>
                <c:pt idx="336336">
                  <c:v>k3136</c:v>
                </c:pt>
                <c:pt idx="336287">
                  <c:v>k3137</c:v>
                </c:pt>
                <c:pt idx="336238">
                  <c:v>k3138</c:v>
                </c:pt>
                <c:pt idx="336189">
                  <c:v>k3139</c:v>
                </c:pt>
                <c:pt idx="336140">
                  <c:v>k3140</c:v>
                </c:pt>
                <c:pt idx="336091">
                  <c:v>k3141</c:v>
                </c:pt>
                <c:pt idx="336042">
                  <c:v>k3142</c:v>
                </c:pt>
                <c:pt idx="335993">
                  <c:v>k3143</c:v>
                </c:pt>
                <c:pt idx="335944">
                  <c:v>k3144</c:v>
                </c:pt>
                <c:pt idx="335895">
                  <c:v>k3145</c:v>
                </c:pt>
                <c:pt idx="335846">
                  <c:v>k3146</c:v>
                </c:pt>
                <c:pt idx="335797">
                  <c:v>k3147</c:v>
                </c:pt>
                <c:pt idx="335748">
                  <c:v>k3148</c:v>
                </c:pt>
                <c:pt idx="335699">
                  <c:v>k3149</c:v>
                </c:pt>
                <c:pt idx="335650">
                  <c:v>k3150</c:v>
                </c:pt>
                <c:pt idx="335601">
                  <c:v>k3151</c:v>
                </c:pt>
                <c:pt idx="335552">
                  <c:v>k3152</c:v>
                </c:pt>
                <c:pt idx="335503">
                  <c:v>k3153</c:v>
                </c:pt>
                <c:pt idx="335454">
                  <c:v>k3154</c:v>
                </c:pt>
                <c:pt idx="335405">
                  <c:v>k3155</c:v>
                </c:pt>
                <c:pt idx="335356">
                  <c:v>k3156</c:v>
                </c:pt>
                <c:pt idx="335307">
                  <c:v>k3157</c:v>
                </c:pt>
                <c:pt idx="335258">
                  <c:v>k3158</c:v>
                </c:pt>
                <c:pt idx="335209">
                  <c:v>k3159</c:v>
                </c:pt>
                <c:pt idx="335160">
                  <c:v>k3160</c:v>
                </c:pt>
                <c:pt idx="335111">
                  <c:v>k3161</c:v>
                </c:pt>
                <c:pt idx="335062">
                  <c:v>k3162</c:v>
                </c:pt>
                <c:pt idx="335013">
                  <c:v>k3163</c:v>
                </c:pt>
                <c:pt idx="334964">
                  <c:v>k3164</c:v>
                </c:pt>
                <c:pt idx="334915">
                  <c:v>k3165</c:v>
                </c:pt>
                <c:pt idx="334866">
                  <c:v>k3166</c:v>
                </c:pt>
                <c:pt idx="334817">
                  <c:v>k3167</c:v>
                </c:pt>
                <c:pt idx="334768">
                  <c:v>k3168</c:v>
                </c:pt>
                <c:pt idx="334719">
                  <c:v>k3169</c:v>
                </c:pt>
                <c:pt idx="334670">
                  <c:v>k3170</c:v>
                </c:pt>
                <c:pt idx="334621">
                  <c:v>k3171</c:v>
                </c:pt>
                <c:pt idx="334572">
                  <c:v>k3172</c:v>
                </c:pt>
                <c:pt idx="334523">
                  <c:v>k3173</c:v>
                </c:pt>
                <c:pt idx="334474">
                  <c:v>k3174</c:v>
                </c:pt>
                <c:pt idx="334425">
                  <c:v>k3175</c:v>
                </c:pt>
                <c:pt idx="334376">
                  <c:v>k3176</c:v>
                </c:pt>
                <c:pt idx="334327">
                  <c:v>k3177</c:v>
                </c:pt>
                <c:pt idx="334278">
                  <c:v>k3178</c:v>
                </c:pt>
                <c:pt idx="334229">
                  <c:v>k3179</c:v>
                </c:pt>
                <c:pt idx="334180">
                  <c:v>k3180</c:v>
                </c:pt>
                <c:pt idx="334131">
                  <c:v>k3181</c:v>
                </c:pt>
                <c:pt idx="334082">
                  <c:v>k3182</c:v>
                </c:pt>
                <c:pt idx="334033">
                  <c:v>k3183</c:v>
                </c:pt>
                <c:pt idx="333984">
                  <c:v>k3184</c:v>
                </c:pt>
                <c:pt idx="333935">
                  <c:v>k3185</c:v>
                </c:pt>
                <c:pt idx="333886">
                  <c:v>k3186</c:v>
                </c:pt>
                <c:pt idx="333837">
                  <c:v>k3187</c:v>
                </c:pt>
                <c:pt idx="333788">
                  <c:v>k3188</c:v>
                </c:pt>
                <c:pt idx="333739">
                  <c:v>k3189</c:v>
                </c:pt>
                <c:pt idx="333690">
                  <c:v>k3190</c:v>
                </c:pt>
                <c:pt idx="333641">
                  <c:v>k3191</c:v>
                </c:pt>
                <c:pt idx="333592">
                  <c:v>k3192</c:v>
                </c:pt>
                <c:pt idx="333543">
                  <c:v>k3193</c:v>
                </c:pt>
                <c:pt idx="333494">
                  <c:v>k3194</c:v>
                </c:pt>
                <c:pt idx="333445">
                  <c:v>k3195</c:v>
                </c:pt>
                <c:pt idx="333396">
                  <c:v>k3196</c:v>
                </c:pt>
                <c:pt idx="333347">
                  <c:v>k3197</c:v>
                </c:pt>
                <c:pt idx="333298">
                  <c:v>k3198</c:v>
                </c:pt>
                <c:pt idx="333249">
                  <c:v>k3199</c:v>
                </c:pt>
                <c:pt idx="333200">
                  <c:v>k3200</c:v>
                </c:pt>
                <c:pt idx="333151">
                  <c:v>k3201</c:v>
                </c:pt>
                <c:pt idx="333102">
                  <c:v>k3202</c:v>
                </c:pt>
                <c:pt idx="333053">
                  <c:v>k3203</c:v>
                </c:pt>
                <c:pt idx="333004">
                  <c:v>k3204</c:v>
                </c:pt>
                <c:pt idx="332955">
                  <c:v>k3205</c:v>
                </c:pt>
                <c:pt idx="332906">
                  <c:v>k3206</c:v>
                </c:pt>
                <c:pt idx="332857">
                  <c:v>k3207</c:v>
                </c:pt>
                <c:pt idx="332808">
                  <c:v>k3208</c:v>
                </c:pt>
                <c:pt idx="332759">
                  <c:v>k3209</c:v>
                </c:pt>
                <c:pt idx="332710">
                  <c:v>k3210</c:v>
                </c:pt>
                <c:pt idx="332661">
                  <c:v>k3211</c:v>
                </c:pt>
                <c:pt idx="332612">
                  <c:v>k3212</c:v>
                </c:pt>
                <c:pt idx="332563">
                  <c:v>k3213</c:v>
                </c:pt>
                <c:pt idx="332514">
                  <c:v>k3214</c:v>
                </c:pt>
                <c:pt idx="332465">
                  <c:v>k3215</c:v>
                </c:pt>
                <c:pt idx="332416">
                  <c:v>k3216</c:v>
                </c:pt>
                <c:pt idx="332367">
                  <c:v>k3217</c:v>
                </c:pt>
                <c:pt idx="332318">
                  <c:v>k3218</c:v>
                </c:pt>
                <c:pt idx="332269">
                  <c:v>k3219</c:v>
                </c:pt>
                <c:pt idx="332220">
                  <c:v>k3220</c:v>
                </c:pt>
                <c:pt idx="332171">
                  <c:v>k3221</c:v>
                </c:pt>
                <c:pt idx="332122">
                  <c:v>k3222</c:v>
                </c:pt>
                <c:pt idx="332073">
                  <c:v>k3223</c:v>
                </c:pt>
                <c:pt idx="332024">
                  <c:v>k3224</c:v>
                </c:pt>
                <c:pt idx="331975">
                  <c:v>k3225</c:v>
                </c:pt>
                <c:pt idx="331926">
                  <c:v>k3226</c:v>
                </c:pt>
                <c:pt idx="331877">
                  <c:v>k3227</c:v>
                </c:pt>
                <c:pt idx="331828">
                  <c:v>k3228</c:v>
                </c:pt>
                <c:pt idx="331779">
                  <c:v>k3229</c:v>
                </c:pt>
                <c:pt idx="331730">
                  <c:v>k3230</c:v>
                </c:pt>
                <c:pt idx="331681">
                  <c:v>k3231</c:v>
                </c:pt>
                <c:pt idx="331632">
                  <c:v>k3232</c:v>
                </c:pt>
                <c:pt idx="331583">
                  <c:v>k3233</c:v>
                </c:pt>
                <c:pt idx="331534">
                  <c:v>k3234</c:v>
                </c:pt>
                <c:pt idx="331485">
                  <c:v>k3235</c:v>
                </c:pt>
                <c:pt idx="331436">
                  <c:v>k3236</c:v>
                </c:pt>
                <c:pt idx="331387">
                  <c:v>k3237</c:v>
                </c:pt>
                <c:pt idx="331338">
                  <c:v>k3238</c:v>
                </c:pt>
                <c:pt idx="331289">
                  <c:v>k3239</c:v>
                </c:pt>
                <c:pt idx="331240">
                  <c:v>k3240</c:v>
                </c:pt>
                <c:pt idx="331191">
                  <c:v>k3241</c:v>
                </c:pt>
                <c:pt idx="331142">
                  <c:v>k3242</c:v>
                </c:pt>
                <c:pt idx="331093">
                  <c:v>k3243</c:v>
                </c:pt>
                <c:pt idx="331044">
                  <c:v>k3244</c:v>
                </c:pt>
                <c:pt idx="330995">
                  <c:v>k3245</c:v>
                </c:pt>
                <c:pt idx="330946">
                  <c:v>k3246</c:v>
                </c:pt>
                <c:pt idx="330897">
                  <c:v>k3247</c:v>
                </c:pt>
                <c:pt idx="330848">
                  <c:v>k3248</c:v>
                </c:pt>
                <c:pt idx="330799">
                  <c:v>k3249</c:v>
                </c:pt>
                <c:pt idx="330750">
                  <c:v>k3250</c:v>
                </c:pt>
                <c:pt idx="330701">
                  <c:v>k3251</c:v>
                </c:pt>
                <c:pt idx="330652">
                  <c:v>k3252</c:v>
                </c:pt>
                <c:pt idx="330603">
                  <c:v>k3253</c:v>
                </c:pt>
                <c:pt idx="330554">
                  <c:v>k3254</c:v>
                </c:pt>
                <c:pt idx="330505">
                  <c:v>k3255</c:v>
                </c:pt>
                <c:pt idx="330456">
                  <c:v>k3256</c:v>
                </c:pt>
                <c:pt idx="330407">
                  <c:v>k3257</c:v>
                </c:pt>
                <c:pt idx="330358">
                  <c:v>k3258</c:v>
                </c:pt>
                <c:pt idx="330309">
                  <c:v>k3259</c:v>
                </c:pt>
                <c:pt idx="330260">
                  <c:v>k3260</c:v>
                </c:pt>
                <c:pt idx="330211">
                  <c:v>k3261</c:v>
                </c:pt>
                <c:pt idx="330162">
                  <c:v>k3262</c:v>
                </c:pt>
                <c:pt idx="330113">
                  <c:v>k3263</c:v>
                </c:pt>
                <c:pt idx="330064">
                  <c:v>k3264</c:v>
                </c:pt>
                <c:pt idx="330015">
                  <c:v>k3265</c:v>
                </c:pt>
                <c:pt idx="329966">
                  <c:v>k3266</c:v>
                </c:pt>
                <c:pt idx="329917">
                  <c:v>k3267</c:v>
                </c:pt>
                <c:pt idx="329868">
                  <c:v>k3268</c:v>
                </c:pt>
                <c:pt idx="329819">
                  <c:v>k3269</c:v>
                </c:pt>
                <c:pt idx="329770">
                  <c:v>k3270</c:v>
                </c:pt>
                <c:pt idx="329721">
                  <c:v>k3271</c:v>
                </c:pt>
                <c:pt idx="329672">
                  <c:v>k3272</c:v>
                </c:pt>
                <c:pt idx="329623">
                  <c:v>k3273</c:v>
                </c:pt>
                <c:pt idx="329574">
                  <c:v>k3274</c:v>
                </c:pt>
                <c:pt idx="329525">
                  <c:v>k3275</c:v>
                </c:pt>
                <c:pt idx="329476">
                  <c:v>k3276</c:v>
                </c:pt>
                <c:pt idx="329427">
                  <c:v>k3277</c:v>
                </c:pt>
                <c:pt idx="329378">
                  <c:v>k3278</c:v>
                </c:pt>
                <c:pt idx="329329">
                  <c:v>k3279</c:v>
                </c:pt>
                <c:pt idx="329280">
                  <c:v>k3280</c:v>
                </c:pt>
                <c:pt idx="329231">
                  <c:v>k3281</c:v>
                </c:pt>
                <c:pt idx="329182">
                  <c:v>k3282</c:v>
                </c:pt>
                <c:pt idx="329133">
                  <c:v>k3283</c:v>
                </c:pt>
                <c:pt idx="329084">
                  <c:v>k3284</c:v>
                </c:pt>
                <c:pt idx="329035">
                  <c:v>k3285</c:v>
                </c:pt>
                <c:pt idx="328986">
                  <c:v>k3286</c:v>
                </c:pt>
                <c:pt idx="328937">
                  <c:v>k3287</c:v>
                </c:pt>
                <c:pt idx="328888">
                  <c:v>k3288</c:v>
                </c:pt>
                <c:pt idx="328839">
                  <c:v>k3289</c:v>
                </c:pt>
                <c:pt idx="328790">
                  <c:v>k3290</c:v>
                </c:pt>
                <c:pt idx="328741">
                  <c:v>k3291</c:v>
                </c:pt>
                <c:pt idx="328692">
                  <c:v>k3292</c:v>
                </c:pt>
                <c:pt idx="328643">
                  <c:v>k3293</c:v>
                </c:pt>
                <c:pt idx="328594">
                  <c:v>k3294</c:v>
                </c:pt>
                <c:pt idx="328545">
                  <c:v>k3295</c:v>
                </c:pt>
                <c:pt idx="328496">
                  <c:v>k3296</c:v>
                </c:pt>
                <c:pt idx="328447">
                  <c:v>k3297</c:v>
                </c:pt>
                <c:pt idx="328398">
                  <c:v>k3298</c:v>
                </c:pt>
                <c:pt idx="328349">
                  <c:v>k3299</c:v>
                </c:pt>
                <c:pt idx="328300">
                  <c:v>k3300</c:v>
                </c:pt>
                <c:pt idx="328251">
                  <c:v>k3301</c:v>
                </c:pt>
                <c:pt idx="328202">
                  <c:v>k3302</c:v>
                </c:pt>
                <c:pt idx="328153">
                  <c:v>k3303</c:v>
                </c:pt>
                <c:pt idx="328104">
                  <c:v>k3304</c:v>
                </c:pt>
                <c:pt idx="328055">
                  <c:v>k3305</c:v>
                </c:pt>
                <c:pt idx="328006">
                  <c:v>k3306</c:v>
                </c:pt>
                <c:pt idx="327957">
                  <c:v>k3307</c:v>
                </c:pt>
                <c:pt idx="327908">
                  <c:v>k3308</c:v>
                </c:pt>
                <c:pt idx="327859">
                  <c:v>k3309</c:v>
                </c:pt>
                <c:pt idx="327810">
                  <c:v>k3310</c:v>
                </c:pt>
                <c:pt idx="327761">
                  <c:v>k3311</c:v>
                </c:pt>
                <c:pt idx="327712">
                  <c:v>k3312</c:v>
                </c:pt>
                <c:pt idx="327663">
                  <c:v>k3313</c:v>
                </c:pt>
                <c:pt idx="327614">
                  <c:v>k3314</c:v>
                </c:pt>
                <c:pt idx="327565">
                  <c:v>k3315</c:v>
                </c:pt>
                <c:pt idx="327516">
                  <c:v>k3316</c:v>
                </c:pt>
                <c:pt idx="327467">
                  <c:v>k3317</c:v>
                </c:pt>
                <c:pt idx="327418">
                  <c:v>k3318</c:v>
                </c:pt>
                <c:pt idx="327369">
                  <c:v>k3319</c:v>
                </c:pt>
                <c:pt idx="327320">
                  <c:v>k3320</c:v>
                </c:pt>
                <c:pt idx="327271">
                  <c:v>k3321</c:v>
                </c:pt>
                <c:pt idx="327222">
                  <c:v>k3322</c:v>
                </c:pt>
                <c:pt idx="327173">
                  <c:v>k3323</c:v>
                </c:pt>
                <c:pt idx="327124">
                  <c:v>k3324</c:v>
                </c:pt>
                <c:pt idx="327075">
                  <c:v>k3325</c:v>
                </c:pt>
                <c:pt idx="327026">
                  <c:v>k3326</c:v>
                </c:pt>
                <c:pt idx="326977">
                  <c:v>k3327</c:v>
                </c:pt>
                <c:pt idx="326928">
                  <c:v>k3328</c:v>
                </c:pt>
                <c:pt idx="326879">
                  <c:v>k3329</c:v>
                </c:pt>
                <c:pt idx="326830">
                  <c:v>k3330</c:v>
                </c:pt>
                <c:pt idx="326781">
                  <c:v>k3331</c:v>
                </c:pt>
                <c:pt idx="326732">
                  <c:v>k3332</c:v>
                </c:pt>
                <c:pt idx="326683">
                  <c:v>k3333</c:v>
                </c:pt>
                <c:pt idx="326634">
                  <c:v>k3334</c:v>
                </c:pt>
                <c:pt idx="326585">
                  <c:v>k3335</c:v>
                </c:pt>
                <c:pt idx="326536">
                  <c:v>k3336</c:v>
                </c:pt>
                <c:pt idx="326487">
                  <c:v>k3337</c:v>
                </c:pt>
                <c:pt idx="326438">
                  <c:v>k3338</c:v>
                </c:pt>
                <c:pt idx="326389">
                  <c:v>k3339</c:v>
                </c:pt>
                <c:pt idx="326340">
                  <c:v>k3340</c:v>
                </c:pt>
                <c:pt idx="326291">
                  <c:v>k3341</c:v>
                </c:pt>
                <c:pt idx="326242">
                  <c:v>k3342</c:v>
                </c:pt>
                <c:pt idx="326193">
                  <c:v>k3343</c:v>
                </c:pt>
                <c:pt idx="326144">
                  <c:v>k3344</c:v>
                </c:pt>
                <c:pt idx="326095">
                  <c:v>k3345</c:v>
                </c:pt>
                <c:pt idx="326046">
                  <c:v>k3346</c:v>
                </c:pt>
                <c:pt idx="325997">
                  <c:v>k3347</c:v>
                </c:pt>
                <c:pt idx="325948">
                  <c:v>k3348</c:v>
                </c:pt>
                <c:pt idx="325899">
                  <c:v>k3349</c:v>
                </c:pt>
                <c:pt idx="325850">
                  <c:v>k3350</c:v>
                </c:pt>
                <c:pt idx="325801">
                  <c:v>k3351</c:v>
                </c:pt>
                <c:pt idx="325752">
                  <c:v>k3352</c:v>
                </c:pt>
                <c:pt idx="325703">
                  <c:v>k3353</c:v>
                </c:pt>
                <c:pt idx="325654">
                  <c:v>k3354</c:v>
                </c:pt>
                <c:pt idx="325605">
                  <c:v>k3355</c:v>
                </c:pt>
                <c:pt idx="325556">
                  <c:v>k3356</c:v>
                </c:pt>
                <c:pt idx="325507">
                  <c:v>k3357</c:v>
                </c:pt>
                <c:pt idx="325458">
                  <c:v>k3358</c:v>
                </c:pt>
                <c:pt idx="325409">
                  <c:v>k3359</c:v>
                </c:pt>
                <c:pt idx="325360">
                  <c:v>k3360</c:v>
                </c:pt>
                <c:pt idx="325311">
                  <c:v>k3361</c:v>
                </c:pt>
                <c:pt idx="325262">
                  <c:v>k3362</c:v>
                </c:pt>
                <c:pt idx="325213">
                  <c:v>k3363</c:v>
                </c:pt>
                <c:pt idx="325164">
                  <c:v>k3364</c:v>
                </c:pt>
                <c:pt idx="325115">
                  <c:v>k3365</c:v>
                </c:pt>
                <c:pt idx="325066">
                  <c:v>k3366</c:v>
                </c:pt>
                <c:pt idx="325017">
                  <c:v>k3367</c:v>
                </c:pt>
                <c:pt idx="324968">
                  <c:v>k3368</c:v>
                </c:pt>
                <c:pt idx="324919">
                  <c:v>k3369</c:v>
                </c:pt>
                <c:pt idx="324870">
                  <c:v>k3370</c:v>
                </c:pt>
                <c:pt idx="324821">
                  <c:v>k3371</c:v>
                </c:pt>
                <c:pt idx="324772">
                  <c:v>k3372</c:v>
                </c:pt>
                <c:pt idx="324723">
                  <c:v>k3373</c:v>
                </c:pt>
                <c:pt idx="324674">
                  <c:v>k3374</c:v>
                </c:pt>
                <c:pt idx="324625">
                  <c:v>k3375</c:v>
                </c:pt>
                <c:pt idx="324576">
                  <c:v>k3376</c:v>
                </c:pt>
                <c:pt idx="324527">
                  <c:v>k3377</c:v>
                </c:pt>
                <c:pt idx="324478">
                  <c:v>k3378</c:v>
                </c:pt>
                <c:pt idx="324429">
                  <c:v>k3379</c:v>
                </c:pt>
                <c:pt idx="324380">
                  <c:v>k3380</c:v>
                </c:pt>
                <c:pt idx="324331">
                  <c:v>k3381</c:v>
                </c:pt>
                <c:pt idx="324282">
                  <c:v>k3382</c:v>
                </c:pt>
                <c:pt idx="324233">
                  <c:v>k3383</c:v>
                </c:pt>
                <c:pt idx="324184">
                  <c:v>k3384</c:v>
                </c:pt>
                <c:pt idx="324135">
                  <c:v>k3385</c:v>
                </c:pt>
                <c:pt idx="324086">
                  <c:v>k3386</c:v>
                </c:pt>
                <c:pt idx="324037">
                  <c:v>k3387</c:v>
                </c:pt>
                <c:pt idx="323988">
                  <c:v>k3388</c:v>
                </c:pt>
                <c:pt idx="323939">
                  <c:v>k3389</c:v>
                </c:pt>
                <c:pt idx="323890">
                  <c:v>k3390</c:v>
                </c:pt>
                <c:pt idx="323841">
                  <c:v>k3391</c:v>
                </c:pt>
                <c:pt idx="323792">
                  <c:v>k3392</c:v>
                </c:pt>
                <c:pt idx="323743">
                  <c:v>k3393</c:v>
                </c:pt>
                <c:pt idx="323694">
                  <c:v>k3394</c:v>
                </c:pt>
                <c:pt idx="323645">
                  <c:v>k3395</c:v>
                </c:pt>
                <c:pt idx="323596">
                  <c:v>k3396</c:v>
                </c:pt>
                <c:pt idx="323547">
                  <c:v>k3397</c:v>
                </c:pt>
                <c:pt idx="323498">
                  <c:v>k3398</c:v>
                </c:pt>
                <c:pt idx="323449">
                  <c:v>k3399</c:v>
                </c:pt>
                <c:pt idx="323400">
                  <c:v>k3400</c:v>
                </c:pt>
                <c:pt idx="323351">
                  <c:v>k3401</c:v>
                </c:pt>
                <c:pt idx="323302">
                  <c:v>k3402</c:v>
                </c:pt>
                <c:pt idx="323253">
                  <c:v>k3403</c:v>
                </c:pt>
                <c:pt idx="323204">
                  <c:v>k3404</c:v>
                </c:pt>
                <c:pt idx="323155">
                  <c:v>k3405</c:v>
                </c:pt>
                <c:pt idx="323106">
                  <c:v>k3406</c:v>
                </c:pt>
                <c:pt idx="323057">
                  <c:v>k3407</c:v>
                </c:pt>
                <c:pt idx="323008">
                  <c:v>k3408</c:v>
                </c:pt>
                <c:pt idx="322959">
                  <c:v>k3409</c:v>
                </c:pt>
                <c:pt idx="322910">
                  <c:v>k3410</c:v>
                </c:pt>
                <c:pt idx="322861">
                  <c:v>k3411</c:v>
                </c:pt>
                <c:pt idx="322812">
                  <c:v>k3412</c:v>
                </c:pt>
                <c:pt idx="322763">
                  <c:v>k3413</c:v>
                </c:pt>
                <c:pt idx="322714">
                  <c:v>k3414</c:v>
                </c:pt>
                <c:pt idx="322665">
                  <c:v>k3415</c:v>
                </c:pt>
                <c:pt idx="322616">
                  <c:v>k3416</c:v>
                </c:pt>
                <c:pt idx="322567">
                  <c:v>k3417</c:v>
                </c:pt>
                <c:pt idx="322518">
                  <c:v>k3418</c:v>
                </c:pt>
                <c:pt idx="322469">
                  <c:v>k3419</c:v>
                </c:pt>
                <c:pt idx="322420">
                  <c:v>k3420</c:v>
                </c:pt>
                <c:pt idx="322371">
                  <c:v>k3421</c:v>
                </c:pt>
                <c:pt idx="322322">
                  <c:v>k3422</c:v>
                </c:pt>
                <c:pt idx="322273">
                  <c:v>k3423</c:v>
                </c:pt>
                <c:pt idx="322224">
                  <c:v>k3424</c:v>
                </c:pt>
                <c:pt idx="322175">
                  <c:v>k3425</c:v>
                </c:pt>
                <c:pt idx="322126">
                  <c:v>k3426</c:v>
                </c:pt>
                <c:pt idx="322077">
                  <c:v>k3427</c:v>
                </c:pt>
                <c:pt idx="322028">
                  <c:v>k3428</c:v>
                </c:pt>
                <c:pt idx="321979">
                  <c:v>k3429</c:v>
                </c:pt>
                <c:pt idx="321930">
                  <c:v>k3430</c:v>
                </c:pt>
                <c:pt idx="321881">
                  <c:v>k3431</c:v>
                </c:pt>
                <c:pt idx="321832">
                  <c:v>k3432</c:v>
                </c:pt>
                <c:pt idx="321783">
                  <c:v>k3433</c:v>
                </c:pt>
                <c:pt idx="321734">
                  <c:v>k3434</c:v>
                </c:pt>
                <c:pt idx="321685">
                  <c:v>k3435</c:v>
                </c:pt>
                <c:pt idx="321636">
                  <c:v>k3436</c:v>
                </c:pt>
                <c:pt idx="321587">
                  <c:v>k3437</c:v>
                </c:pt>
                <c:pt idx="321538">
                  <c:v>k3438</c:v>
                </c:pt>
                <c:pt idx="321489">
                  <c:v>k3439</c:v>
                </c:pt>
                <c:pt idx="321440">
                  <c:v>k3440</c:v>
                </c:pt>
                <c:pt idx="321391">
                  <c:v>k3441</c:v>
                </c:pt>
                <c:pt idx="321342">
                  <c:v>k3442</c:v>
                </c:pt>
                <c:pt idx="321293">
                  <c:v>k3443</c:v>
                </c:pt>
                <c:pt idx="321244">
                  <c:v>k3444</c:v>
                </c:pt>
                <c:pt idx="321195">
                  <c:v>k3445</c:v>
                </c:pt>
                <c:pt idx="321146">
                  <c:v>k3446</c:v>
                </c:pt>
                <c:pt idx="321097">
                  <c:v>k3447</c:v>
                </c:pt>
                <c:pt idx="321048">
                  <c:v>k3448</c:v>
                </c:pt>
                <c:pt idx="320999">
                  <c:v>k3449</c:v>
                </c:pt>
                <c:pt idx="320950">
                  <c:v>k3450</c:v>
                </c:pt>
                <c:pt idx="320901">
                  <c:v>k3451</c:v>
                </c:pt>
                <c:pt idx="320852">
                  <c:v>k3452</c:v>
                </c:pt>
                <c:pt idx="320803">
                  <c:v>k3453</c:v>
                </c:pt>
                <c:pt idx="320754">
                  <c:v>k3454</c:v>
                </c:pt>
                <c:pt idx="320705">
                  <c:v>k3455</c:v>
                </c:pt>
                <c:pt idx="320656">
                  <c:v>k3456</c:v>
                </c:pt>
                <c:pt idx="320607">
                  <c:v>k3457</c:v>
                </c:pt>
                <c:pt idx="320558">
                  <c:v>k3458</c:v>
                </c:pt>
                <c:pt idx="320509">
                  <c:v>k3459</c:v>
                </c:pt>
                <c:pt idx="320460">
                  <c:v>k3460</c:v>
                </c:pt>
                <c:pt idx="320411">
                  <c:v>k3461</c:v>
                </c:pt>
                <c:pt idx="320362">
                  <c:v>k3462</c:v>
                </c:pt>
                <c:pt idx="320313">
                  <c:v>k3463</c:v>
                </c:pt>
                <c:pt idx="320264">
                  <c:v>k3464</c:v>
                </c:pt>
                <c:pt idx="320215">
                  <c:v>k3465</c:v>
                </c:pt>
                <c:pt idx="320166">
                  <c:v>k3466</c:v>
                </c:pt>
                <c:pt idx="320117">
                  <c:v>k3467</c:v>
                </c:pt>
                <c:pt idx="320068">
                  <c:v>k3468</c:v>
                </c:pt>
                <c:pt idx="320019">
                  <c:v>k3469</c:v>
                </c:pt>
                <c:pt idx="319970">
                  <c:v>k3470</c:v>
                </c:pt>
                <c:pt idx="319921">
                  <c:v>k3471</c:v>
                </c:pt>
                <c:pt idx="319872">
                  <c:v>k3472</c:v>
                </c:pt>
                <c:pt idx="319823">
                  <c:v>k3473</c:v>
                </c:pt>
                <c:pt idx="319774">
                  <c:v>k3474</c:v>
                </c:pt>
                <c:pt idx="319725">
                  <c:v>k3475</c:v>
                </c:pt>
                <c:pt idx="319676">
                  <c:v>k3476</c:v>
                </c:pt>
                <c:pt idx="319627">
                  <c:v>k3477</c:v>
                </c:pt>
                <c:pt idx="319578">
                  <c:v>k3478</c:v>
                </c:pt>
                <c:pt idx="319529">
                  <c:v>k3479</c:v>
                </c:pt>
                <c:pt idx="319480">
                  <c:v>k3480</c:v>
                </c:pt>
                <c:pt idx="319431">
                  <c:v>k3481</c:v>
                </c:pt>
                <c:pt idx="319382">
                  <c:v>k3482</c:v>
                </c:pt>
                <c:pt idx="319333">
                  <c:v>k3483</c:v>
                </c:pt>
                <c:pt idx="319284">
                  <c:v>k3484</c:v>
                </c:pt>
                <c:pt idx="319235">
                  <c:v>k3485</c:v>
                </c:pt>
                <c:pt idx="319186">
                  <c:v>k3486</c:v>
                </c:pt>
                <c:pt idx="319137">
                  <c:v>k3487</c:v>
                </c:pt>
                <c:pt idx="319088">
                  <c:v>k3488</c:v>
                </c:pt>
                <c:pt idx="319039">
                  <c:v>k3489</c:v>
                </c:pt>
                <c:pt idx="318990">
                  <c:v>k3490</c:v>
                </c:pt>
                <c:pt idx="318941">
                  <c:v>k3491</c:v>
                </c:pt>
                <c:pt idx="318892">
                  <c:v>k3492</c:v>
                </c:pt>
                <c:pt idx="318843">
                  <c:v>k3493</c:v>
                </c:pt>
                <c:pt idx="318794">
                  <c:v>k3494</c:v>
                </c:pt>
                <c:pt idx="318745">
                  <c:v>k3495</c:v>
                </c:pt>
                <c:pt idx="318696">
                  <c:v>k3496</c:v>
                </c:pt>
                <c:pt idx="318647">
                  <c:v>k3497</c:v>
                </c:pt>
                <c:pt idx="318598">
                  <c:v>k3498</c:v>
                </c:pt>
                <c:pt idx="318549">
                  <c:v>k3499</c:v>
                </c:pt>
                <c:pt idx="318500">
                  <c:v>k3500</c:v>
                </c:pt>
                <c:pt idx="318451">
                  <c:v>k3501</c:v>
                </c:pt>
                <c:pt idx="318402">
                  <c:v>k3502</c:v>
                </c:pt>
                <c:pt idx="318353">
                  <c:v>k3503</c:v>
                </c:pt>
                <c:pt idx="318304">
                  <c:v>k3504</c:v>
                </c:pt>
                <c:pt idx="318255">
                  <c:v>k3505</c:v>
                </c:pt>
                <c:pt idx="318206">
                  <c:v>k3506</c:v>
                </c:pt>
                <c:pt idx="318157">
                  <c:v>k3507</c:v>
                </c:pt>
                <c:pt idx="318108">
                  <c:v>k3508</c:v>
                </c:pt>
                <c:pt idx="318059">
                  <c:v>k3509</c:v>
                </c:pt>
                <c:pt idx="318010">
                  <c:v>k3510</c:v>
                </c:pt>
                <c:pt idx="317961">
                  <c:v>k3511</c:v>
                </c:pt>
                <c:pt idx="317912">
                  <c:v>k3512</c:v>
                </c:pt>
                <c:pt idx="317863">
                  <c:v>k3513</c:v>
                </c:pt>
                <c:pt idx="317814">
                  <c:v>k3514</c:v>
                </c:pt>
                <c:pt idx="317765">
                  <c:v>k3515</c:v>
                </c:pt>
                <c:pt idx="317716">
                  <c:v>k3516</c:v>
                </c:pt>
                <c:pt idx="317667">
                  <c:v>k3517</c:v>
                </c:pt>
                <c:pt idx="317618">
                  <c:v>k3518</c:v>
                </c:pt>
                <c:pt idx="317569">
                  <c:v>k3519</c:v>
                </c:pt>
                <c:pt idx="317520">
                  <c:v>k3520</c:v>
                </c:pt>
                <c:pt idx="317471">
                  <c:v>k3521</c:v>
                </c:pt>
                <c:pt idx="317422">
                  <c:v>k3522</c:v>
                </c:pt>
                <c:pt idx="317373">
                  <c:v>k3523</c:v>
                </c:pt>
                <c:pt idx="317324">
                  <c:v>k3524</c:v>
                </c:pt>
                <c:pt idx="317275">
                  <c:v>k3525</c:v>
                </c:pt>
                <c:pt idx="317226">
                  <c:v>k3526</c:v>
                </c:pt>
                <c:pt idx="317177">
                  <c:v>k3527</c:v>
                </c:pt>
                <c:pt idx="317128">
                  <c:v>k3528</c:v>
                </c:pt>
                <c:pt idx="317079">
                  <c:v>k3529</c:v>
                </c:pt>
                <c:pt idx="317030">
                  <c:v>k3530</c:v>
                </c:pt>
                <c:pt idx="316981">
                  <c:v>k3531</c:v>
                </c:pt>
                <c:pt idx="316932">
                  <c:v>k3532</c:v>
                </c:pt>
                <c:pt idx="316883">
                  <c:v>k3533</c:v>
                </c:pt>
                <c:pt idx="316834">
                  <c:v>k3534</c:v>
                </c:pt>
                <c:pt idx="316785">
                  <c:v>k3535</c:v>
                </c:pt>
                <c:pt idx="316736">
                  <c:v>k3536</c:v>
                </c:pt>
                <c:pt idx="316687">
                  <c:v>k3537</c:v>
                </c:pt>
                <c:pt idx="316638">
                  <c:v>k3538</c:v>
                </c:pt>
                <c:pt idx="316589">
                  <c:v>k3539</c:v>
                </c:pt>
                <c:pt idx="316540">
                  <c:v>k3540</c:v>
                </c:pt>
                <c:pt idx="316491">
                  <c:v>k3541</c:v>
                </c:pt>
                <c:pt idx="316442">
                  <c:v>k3542</c:v>
                </c:pt>
                <c:pt idx="316393">
                  <c:v>k3543</c:v>
                </c:pt>
                <c:pt idx="316344">
                  <c:v>k3544</c:v>
                </c:pt>
                <c:pt idx="316295">
                  <c:v>k3545</c:v>
                </c:pt>
                <c:pt idx="316246">
                  <c:v>k3546</c:v>
                </c:pt>
                <c:pt idx="316197">
                  <c:v>k3547</c:v>
                </c:pt>
                <c:pt idx="316148">
                  <c:v>k3548</c:v>
                </c:pt>
                <c:pt idx="316099">
                  <c:v>k3549</c:v>
                </c:pt>
                <c:pt idx="316050">
                  <c:v>k3550</c:v>
                </c:pt>
                <c:pt idx="316001">
                  <c:v>k3551</c:v>
                </c:pt>
                <c:pt idx="315952">
                  <c:v>k3552</c:v>
                </c:pt>
                <c:pt idx="315903">
                  <c:v>k3553</c:v>
                </c:pt>
                <c:pt idx="315854">
                  <c:v>k3554</c:v>
                </c:pt>
                <c:pt idx="315805">
                  <c:v>k3555</c:v>
                </c:pt>
                <c:pt idx="315756">
                  <c:v>k3556</c:v>
                </c:pt>
                <c:pt idx="315707">
                  <c:v>k3557</c:v>
                </c:pt>
                <c:pt idx="315658">
                  <c:v>k3558</c:v>
                </c:pt>
                <c:pt idx="315609">
                  <c:v>k3559</c:v>
                </c:pt>
                <c:pt idx="315560">
                  <c:v>k3560</c:v>
                </c:pt>
                <c:pt idx="315511">
                  <c:v>k3561</c:v>
                </c:pt>
                <c:pt idx="315462">
                  <c:v>k3562</c:v>
                </c:pt>
                <c:pt idx="315413">
                  <c:v>k3563</c:v>
                </c:pt>
                <c:pt idx="315364">
                  <c:v>k3564</c:v>
                </c:pt>
                <c:pt idx="315315">
                  <c:v>k3565</c:v>
                </c:pt>
                <c:pt idx="315266">
                  <c:v>k3566</c:v>
                </c:pt>
                <c:pt idx="315217">
                  <c:v>k3567</c:v>
                </c:pt>
                <c:pt idx="315168">
                  <c:v>k3568</c:v>
                </c:pt>
                <c:pt idx="315119">
                  <c:v>k3569</c:v>
                </c:pt>
                <c:pt idx="315070">
                  <c:v>k3570</c:v>
                </c:pt>
                <c:pt idx="315021">
                  <c:v>k3571</c:v>
                </c:pt>
                <c:pt idx="314972">
                  <c:v>k3572</c:v>
                </c:pt>
                <c:pt idx="314923">
                  <c:v>k3573</c:v>
                </c:pt>
                <c:pt idx="314874">
                  <c:v>k3574</c:v>
                </c:pt>
                <c:pt idx="314825">
                  <c:v>k3575</c:v>
                </c:pt>
                <c:pt idx="314776">
                  <c:v>k3576</c:v>
                </c:pt>
                <c:pt idx="314727">
                  <c:v>k3577</c:v>
                </c:pt>
                <c:pt idx="314678">
                  <c:v>k3578</c:v>
                </c:pt>
                <c:pt idx="314629">
                  <c:v>k3579</c:v>
                </c:pt>
                <c:pt idx="314580">
                  <c:v>k3580</c:v>
                </c:pt>
                <c:pt idx="314531">
                  <c:v>k3581</c:v>
                </c:pt>
                <c:pt idx="314482">
                  <c:v>k3582</c:v>
                </c:pt>
                <c:pt idx="314433">
                  <c:v>k3583</c:v>
                </c:pt>
                <c:pt idx="314384">
                  <c:v>k3584</c:v>
                </c:pt>
                <c:pt idx="314335">
                  <c:v>k3585</c:v>
                </c:pt>
                <c:pt idx="314286">
                  <c:v>k3586</c:v>
                </c:pt>
                <c:pt idx="314237">
                  <c:v>k3587</c:v>
                </c:pt>
                <c:pt idx="314188">
                  <c:v>k3588</c:v>
                </c:pt>
                <c:pt idx="314139">
                  <c:v>k3589</c:v>
                </c:pt>
                <c:pt idx="314090">
                  <c:v>k3590</c:v>
                </c:pt>
                <c:pt idx="314041">
                  <c:v>k3591</c:v>
                </c:pt>
                <c:pt idx="313992">
                  <c:v>k3592</c:v>
                </c:pt>
                <c:pt idx="313943">
                  <c:v>k3593</c:v>
                </c:pt>
                <c:pt idx="313894">
                  <c:v>k3594</c:v>
                </c:pt>
                <c:pt idx="313845">
                  <c:v>k3595</c:v>
                </c:pt>
                <c:pt idx="313796">
                  <c:v>k3596</c:v>
                </c:pt>
                <c:pt idx="313747">
                  <c:v>k3597</c:v>
                </c:pt>
                <c:pt idx="313698">
                  <c:v>k3598</c:v>
                </c:pt>
                <c:pt idx="313649">
                  <c:v>k3599</c:v>
                </c:pt>
                <c:pt idx="313600">
                  <c:v>k3600</c:v>
                </c:pt>
                <c:pt idx="313551">
                  <c:v>k3601</c:v>
                </c:pt>
                <c:pt idx="313502">
                  <c:v>k3602</c:v>
                </c:pt>
                <c:pt idx="313453">
                  <c:v>k3603</c:v>
                </c:pt>
                <c:pt idx="313404">
                  <c:v>k3604</c:v>
                </c:pt>
                <c:pt idx="313355">
                  <c:v>k3605</c:v>
                </c:pt>
                <c:pt idx="313306">
                  <c:v>k3606</c:v>
                </c:pt>
                <c:pt idx="313257">
                  <c:v>k3607</c:v>
                </c:pt>
                <c:pt idx="313208">
                  <c:v>k3608</c:v>
                </c:pt>
                <c:pt idx="313159">
                  <c:v>k3609</c:v>
                </c:pt>
                <c:pt idx="313110">
                  <c:v>k3610</c:v>
                </c:pt>
                <c:pt idx="313061">
                  <c:v>k3611</c:v>
                </c:pt>
                <c:pt idx="313012">
                  <c:v>k3612</c:v>
                </c:pt>
                <c:pt idx="312963">
                  <c:v>k3613</c:v>
                </c:pt>
                <c:pt idx="312914">
                  <c:v>k3614</c:v>
                </c:pt>
                <c:pt idx="312865">
                  <c:v>k3615</c:v>
                </c:pt>
                <c:pt idx="312816">
                  <c:v>k3616</c:v>
                </c:pt>
                <c:pt idx="312767">
                  <c:v>k3617</c:v>
                </c:pt>
                <c:pt idx="312718">
                  <c:v>k3618</c:v>
                </c:pt>
                <c:pt idx="312669">
                  <c:v>k3619</c:v>
                </c:pt>
                <c:pt idx="312620">
                  <c:v>k3620</c:v>
                </c:pt>
                <c:pt idx="312571">
                  <c:v>k3621</c:v>
                </c:pt>
                <c:pt idx="312522">
                  <c:v>k3622</c:v>
                </c:pt>
                <c:pt idx="312473">
                  <c:v>k3623</c:v>
                </c:pt>
                <c:pt idx="312424">
                  <c:v>k3624</c:v>
                </c:pt>
                <c:pt idx="312375">
                  <c:v>k3625</c:v>
                </c:pt>
                <c:pt idx="312326">
                  <c:v>k3626</c:v>
                </c:pt>
                <c:pt idx="312277">
                  <c:v>k3627</c:v>
                </c:pt>
                <c:pt idx="312228">
                  <c:v>k3628</c:v>
                </c:pt>
                <c:pt idx="312179">
                  <c:v>k3629</c:v>
                </c:pt>
                <c:pt idx="312130">
                  <c:v>k3630</c:v>
                </c:pt>
                <c:pt idx="312081">
                  <c:v>k3631</c:v>
                </c:pt>
                <c:pt idx="312032">
                  <c:v>k3632</c:v>
                </c:pt>
                <c:pt idx="311983">
                  <c:v>k3633</c:v>
                </c:pt>
                <c:pt idx="311934">
                  <c:v>k3634</c:v>
                </c:pt>
                <c:pt idx="311885">
                  <c:v>k3635</c:v>
                </c:pt>
                <c:pt idx="311836">
                  <c:v>k3636</c:v>
                </c:pt>
                <c:pt idx="311787">
                  <c:v>k3637</c:v>
                </c:pt>
                <c:pt idx="311738">
                  <c:v>k3638</c:v>
                </c:pt>
                <c:pt idx="311689">
                  <c:v>k3639</c:v>
                </c:pt>
                <c:pt idx="311640">
                  <c:v>k3640</c:v>
                </c:pt>
                <c:pt idx="311591">
                  <c:v>k3641</c:v>
                </c:pt>
                <c:pt idx="311542">
                  <c:v>k3642</c:v>
                </c:pt>
                <c:pt idx="311493">
                  <c:v>k3643</c:v>
                </c:pt>
                <c:pt idx="311444">
                  <c:v>k3644</c:v>
                </c:pt>
                <c:pt idx="311395">
                  <c:v>k3645</c:v>
                </c:pt>
                <c:pt idx="311346">
                  <c:v>k3646</c:v>
                </c:pt>
                <c:pt idx="311297">
                  <c:v>k3647</c:v>
                </c:pt>
                <c:pt idx="311248">
                  <c:v>k3648</c:v>
                </c:pt>
                <c:pt idx="311199">
                  <c:v>k3649</c:v>
                </c:pt>
                <c:pt idx="311150">
                  <c:v>k3650</c:v>
                </c:pt>
                <c:pt idx="311101">
                  <c:v>k3651</c:v>
                </c:pt>
                <c:pt idx="311052">
                  <c:v>k3652</c:v>
                </c:pt>
                <c:pt idx="311003">
                  <c:v>k3653</c:v>
                </c:pt>
                <c:pt idx="310954">
                  <c:v>k3654</c:v>
                </c:pt>
                <c:pt idx="310905">
                  <c:v>k3655</c:v>
                </c:pt>
                <c:pt idx="310856">
                  <c:v>k3656</c:v>
                </c:pt>
                <c:pt idx="310807">
                  <c:v>k3657</c:v>
                </c:pt>
                <c:pt idx="310758">
                  <c:v>k3658</c:v>
                </c:pt>
                <c:pt idx="310709">
                  <c:v>k3659</c:v>
                </c:pt>
                <c:pt idx="310660">
                  <c:v>k3660</c:v>
                </c:pt>
                <c:pt idx="310611">
                  <c:v>k3661</c:v>
                </c:pt>
                <c:pt idx="310562">
                  <c:v>k3662</c:v>
                </c:pt>
                <c:pt idx="310513">
                  <c:v>k3663</c:v>
                </c:pt>
                <c:pt idx="310464">
                  <c:v>k3664</c:v>
                </c:pt>
                <c:pt idx="310415">
                  <c:v>k3665</c:v>
                </c:pt>
                <c:pt idx="310366">
                  <c:v>k3666</c:v>
                </c:pt>
                <c:pt idx="310317">
                  <c:v>k3667</c:v>
                </c:pt>
                <c:pt idx="310268">
                  <c:v>k3668</c:v>
                </c:pt>
                <c:pt idx="310219">
                  <c:v>k3669</c:v>
                </c:pt>
                <c:pt idx="310170">
                  <c:v>k3670</c:v>
                </c:pt>
                <c:pt idx="310121">
                  <c:v>k3671</c:v>
                </c:pt>
                <c:pt idx="310072">
                  <c:v>k3672</c:v>
                </c:pt>
                <c:pt idx="310023">
                  <c:v>k3673</c:v>
                </c:pt>
                <c:pt idx="309974">
                  <c:v>k3674</c:v>
                </c:pt>
                <c:pt idx="309925">
                  <c:v>k3675</c:v>
                </c:pt>
                <c:pt idx="309876">
                  <c:v>k3676</c:v>
                </c:pt>
                <c:pt idx="309827">
                  <c:v>k3677</c:v>
                </c:pt>
                <c:pt idx="309778">
                  <c:v>k3678</c:v>
                </c:pt>
                <c:pt idx="309729">
                  <c:v>k3679</c:v>
                </c:pt>
                <c:pt idx="309680">
                  <c:v>k3680</c:v>
                </c:pt>
                <c:pt idx="309631">
                  <c:v>k3681</c:v>
                </c:pt>
                <c:pt idx="309582">
                  <c:v>k3682</c:v>
                </c:pt>
                <c:pt idx="309533">
                  <c:v>k3683</c:v>
                </c:pt>
                <c:pt idx="309484">
                  <c:v>k3684</c:v>
                </c:pt>
                <c:pt idx="309435">
                  <c:v>k3685</c:v>
                </c:pt>
                <c:pt idx="309386">
                  <c:v>k3686</c:v>
                </c:pt>
                <c:pt idx="309337">
                  <c:v>k3687</c:v>
                </c:pt>
                <c:pt idx="309288">
                  <c:v>k3688</c:v>
                </c:pt>
                <c:pt idx="309239">
                  <c:v>k3689</c:v>
                </c:pt>
                <c:pt idx="309190">
                  <c:v>k3690</c:v>
                </c:pt>
                <c:pt idx="309141">
                  <c:v>k3691</c:v>
                </c:pt>
                <c:pt idx="309092">
                  <c:v>k3692</c:v>
                </c:pt>
                <c:pt idx="309043">
                  <c:v>k3693</c:v>
                </c:pt>
                <c:pt idx="308994">
                  <c:v>k3694</c:v>
                </c:pt>
                <c:pt idx="308945">
                  <c:v>k3695</c:v>
                </c:pt>
                <c:pt idx="308896">
                  <c:v>k3696</c:v>
                </c:pt>
                <c:pt idx="308847">
                  <c:v>k3697</c:v>
                </c:pt>
                <c:pt idx="308798">
                  <c:v>k3698</c:v>
                </c:pt>
                <c:pt idx="308749">
                  <c:v>k3699</c:v>
                </c:pt>
                <c:pt idx="308700">
                  <c:v>k3700</c:v>
                </c:pt>
                <c:pt idx="308651">
                  <c:v>k3701</c:v>
                </c:pt>
                <c:pt idx="308602">
                  <c:v>k3702</c:v>
                </c:pt>
                <c:pt idx="308553">
                  <c:v>k3703</c:v>
                </c:pt>
                <c:pt idx="308504">
                  <c:v>k3704</c:v>
                </c:pt>
                <c:pt idx="308455">
                  <c:v>k3705</c:v>
                </c:pt>
                <c:pt idx="308406">
                  <c:v>k3706</c:v>
                </c:pt>
                <c:pt idx="308357">
                  <c:v>k3707</c:v>
                </c:pt>
                <c:pt idx="308308">
                  <c:v>k3708</c:v>
                </c:pt>
                <c:pt idx="308259">
                  <c:v>k3709</c:v>
                </c:pt>
                <c:pt idx="308210">
                  <c:v>k3710</c:v>
                </c:pt>
                <c:pt idx="308161">
                  <c:v>k3711</c:v>
                </c:pt>
                <c:pt idx="308112">
                  <c:v>k3712</c:v>
                </c:pt>
                <c:pt idx="308063">
                  <c:v>k3713</c:v>
                </c:pt>
                <c:pt idx="308014">
                  <c:v>k3714</c:v>
                </c:pt>
                <c:pt idx="307965">
                  <c:v>k3715</c:v>
                </c:pt>
                <c:pt idx="307916">
                  <c:v>k3716</c:v>
                </c:pt>
                <c:pt idx="307867">
                  <c:v>k3717</c:v>
                </c:pt>
                <c:pt idx="307818">
                  <c:v>k3718</c:v>
                </c:pt>
                <c:pt idx="307769">
                  <c:v>k3719</c:v>
                </c:pt>
                <c:pt idx="307720">
                  <c:v>k3720</c:v>
                </c:pt>
                <c:pt idx="307671">
                  <c:v>k3721</c:v>
                </c:pt>
                <c:pt idx="307622">
                  <c:v>k3722</c:v>
                </c:pt>
                <c:pt idx="307573">
                  <c:v>k3723</c:v>
                </c:pt>
                <c:pt idx="307524">
                  <c:v>k3724</c:v>
                </c:pt>
                <c:pt idx="307475">
                  <c:v>k3725</c:v>
                </c:pt>
                <c:pt idx="307426">
                  <c:v>k3726</c:v>
                </c:pt>
                <c:pt idx="307377">
                  <c:v>k3727</c:v>
                </c:pt>
                <c:pt idx="307328">
                  <c:v>k3728</c:v>
                </c:pt>
                <c:pt idx="307279">
                  <c:v>k3729</c:v>
                </c:pt>
                <c:pt idx="307230">
                  <c:v>k3730</c:v>
                </c:pt>
                <c:pt idx="307181">
                  <c:v>k3731</c:v>
                </c:pt>
                <c:pt idx="307132">
                  <c:v>k3732</c:v>
                </c:pt>
                <c:pt idx="307083">
                  <c:v>k3733</c:v>
                </c:pt>
                <c:pt idx="307034">
                  <c:v>k3734</c:v>
                </c:pt>
                <c:pt idx="306985">
                  <c:v>k3735</c:v>
                </c:pt>
                <c:pt idx="306936">
                  <c:v>k3736</c:v>
                </c:pt>
                <c:pt idx="306887">
                  <c:v>k3737</c:v>
                </c:pt>
                <c:pt idx="306838">
                  <c:v>k3738</c:v>
                </c:pt>
                <c:pt idx="306789">
                  <c:v>k3739</c:v>
                </c:pt>
                <c:pt idx="306740">
                  <c:v>k3740</c:v>
                </c:pt>
                <c:pt idx="306691">
                  <c:v>k3741</c:v>
                </c:pt>
                <c:pt idx="306642">
                  <c:v>k3742</c:v>
                </c:pt>
                <c:pt idx="306593">
                  <c:v>k3743</c:v>
                </c:pt>
                <c:pt idx="306544">
                  <c:v>k3744</c:v>
                </c:pt>
                <c:pt idx="306495">
                  <c:v>k3745</c:v>
                </c:pt>
                <c:pt idx="306446">
                  <c:v>k3746</c:v>
                </c:pt>
                <c:pt idx="306397">
                  <c:v>k3747</c:v>
                </c:pt>
                <c:pt idx="306348">
                  <c:v>k3748</c:v>
                </c:pt>
                <c:pt idx="306299">
                  <c:v>k3749</c:v>
                </c:pt>
                <c:pt idx="306250">
                  <c:v>k3750</c:v>
                </c:pt>
                <c:pt idx="306201">
                  <c:v>k3751</c:v>
                </c:pt>
                <c:pt idx="306152">
                  <c:v>k3752</c:v>
                </c:pt>
                <c:pt idx="306103">
                  <c:v>k3753</c:v>
                </c:pt>
                <c:pt idx="306054">
                  <c:v>k3754</c:v>
                </c:pt>
                <c:pt idx="306005">
                  <c:v>k3755</c:v>
                </c:pt>
                <c:pt idx="305956">
                  <c:v>k3756</c:v>
                </c:pt>
                <c:pt idx="305907">
                  <c:v>k3757</c:v>
                </c:pt>
                <c:pt idx="305858">
                  <c:v>k3758</c:v>
                </c:pt>
                <c:pt idx="305809">
                  <c:v>k3759</c:v>
                </c:pt>
                <c:pt idx="305760">
                  <c:v>k3760</c:v>
                </c:pt>
                <c:pt idx="305711">
                  <c:v>k3761</c:v>
                </c:pt>
                <c:pt idx="305662">
                  <c:v>k3762</c:v>
                </c:pt>
                <c:pt idx="305613">
                  <c:v>k3763</c:v>
                </c:pt>
                <c:pt idx="305564">
                  <c:v>k3764</c:v>
                </c:pt>
                <c:pt idx="305515">
                  <c:v>k3765</c:v>
                </c:pt>
                <c:pt idx="305466">
                  <c:v>k3766</c:v>
                </c:pt>
                <c:pt idx="305417">
                  <c:v>k3767</c:v>
                </c:pt>
                <c:pt idx="305368">
                  <c:v>k3768</c:v>
                </c:pt>
                <c:pt idx="305319">
                  <c:v>k3769</c:v>
                </c:pt>
                <c:pt idx="305270">
                  <c:v>k3770</c:v>
                </c:pt>
                <c:pt idx="305221">
                  <c:v>k3771</c:v>
                </c:pt>
                <c:pt idx="305172">
                  <c:v>k3772</c:v>
                </c:pt>
                <c:pt idx="305123">
                  <c:v>k3773</c:v>
                </c:pt>
                <c:pt idx="305074">
                  <c:v>k3774</c:v>
                </c:pt>
                <c:pt idx="305025">
                  <c:v>k3775</c:v>
                </c:pt>
                <c:pt idx="304976">
                  <c:v>k3776</c:v>
                </c:pt>
                <c:pt idx="304927">
                  <c:v>k3777</c:v>
                </c:pt>
                <c:pt idx="304878">
                  <c:v>k3778</c:v>
                </c:pt>
                <c:pt idx="304829">
                  <c:v>k3779</c:v>
                </c:pt>
                <c:pt idx="304780">
                  <c:v>k3780</c:v>
                </c:pt>
                <c:pt idx="304731">
                  <c:v>k3781</c:v>
                </c:pt>
                <c:pt idx="304682">
                  <c:v>k3782</c:v>
                </c:pt>
                <c:pt idx="304633">
                  <c:v>k3783</c:v>
                </c:pt>
                <c:pt idx="304584">
                  <c:v>k3784</c:v>
                </c:pt>
                <c:pt idx="304535">
                  <c:v>k3785</c:v>
                </c:pt>
                <c:pt idx="304486">
                  <c:v>k3786</c:v>
                </c:pt>
                <c:pt idx="304437">
                  <c:v>k3787</c:v>
                </c:pt>
                <c:pt idx="304388">
                  <c:v>k3788</c:v>
                </c:pt>
                <c:pt idx="304339">
                  <c:v>k3789</c:v>
                </c:pt>
                <c:pt idx="304290">
                  <c:v>k3790</c:v>
                </c:pt>
                <c:pt idx="304241">
                  <c:v>k3791</c:v>
                </c:pt>
                <c:pt idx="304192">
                  <c:v>k3792</c:v>
                </c:pt>
                <c:pt idx="304143">
                  <c:v>k3793</c:v>
                </c:pt>
                <c:pt idx="304094">
                  <c:v>k3794</c:v>
                </c:pt>
                <c:pt idx="304045">
                  <c:v>k3795</c:v>
                </c:pt>
                <c:pt idx="303996">
                  <c:v>k3796</c:v>
                </c:pt>
                <c:pt idx="303947">
                  <c:v>k3797</c:v>
                </c:pt>
                <c:pt idx="303898">
                  <c:v>k3798</c:v>
                </c:pt>
                <c:pt idx="303849">
                  <c:v>k3799</c:v>
                </c:pt>
                <c:pt idx="303800">
                  <c:v>k3800</c:v>
                </c:pt>
                <c:pt idx="303751">
                  <c:v>k3801</c:v>
                </c:pt>
                <c:pt idx="303702">
                  <c:v>k3802</c:v>
                </c:pt>
                <c:pt idx="303653">
                  <c:v>k3803</c:v>
                </c:pt>
                <c:pt idx="303604">
                  <c:v>k3804</c:v>
                </c:pt>
                <c:pt idx="303555">
                  <c:v>k3805</c:v>
                </c:pt>
                <c:pt idx="303506">
                  <c:v>k3806</c:v>
                </c:pt>
                <c:pt idx="303457">
                  <c:v>k3807</c:v>
                </c:pt>
                <c:pt idx="303408">
                  <c:v>k3808</c:v>
                </c:pt>
                <c:pt idx="303359">
                  <c:v>k3809</c:v>
                </c:pt>
                <c:pt idx="303310">
                  <c:v>k3810</c:v>
                </c:pt>
                <c:pt idx="303261">
                  <c:v>k3811</c:v>
                </c:pt>
                <c:pt idx="303212">
                  <c:v>k3812</c:v>
                </c:pt>
                <c:pt idx="303163">
                  <c:v>k3813</c:v>
                </c:pt>
                <c:pt idx="303114">
                  <c:v>k3814</c:v>
                </c:pt>
                <c:pt idx="303065">
                  <c:v>k3815</c:v>
                </c:pt>
                <c:pt idx="303016">
                  <c:v>k3816</c:v>
                </c:pt>
                <c:pt idx="302967">
                  <c:v>k3817</c:v>
                </c:pt>
                <c:pt idx="302918">
                  <c:v>k3818</c:v>
                </c:pt>
                <c:pt idx="302869">
                  <c:v>k3819</c:v>
                </c:pt>
                <c:pt idx="302820">
                  <c:v>k3820</c:v>
                </c:pt>
                <c:pt idx="302771">
                  <c:v>k3821</c:v>
                </c:pt>
                <c:pt idx="302722">
                  <c:v>k3822</c:v>
                </c:pt>
                <c:pt idx="302673">
                  <c:v>k3823</c:v>
                </c:pt>
                <c:pt idx="302624">
                  <c:v>k3824</c:v>
                </c:pt>
                <c:pt idx="302575">
                  <c:v>k3825</c:v>
                </c:pt>
                <c:pt idx="302526">
                  <c:v>k3826</c:v>
                </c:pt>
                <c:pt idx="302477">
                  <c:v>k3827</c:v>
                </c:pt>
                <c:pt idx="302428">
                  <c:v>k3828</c:v>
                </c:pt>
                <c:pt idx="302379">
                  <c:v>k3829</c:v>
                </c:pt>
                <c:pt idx="302330">
                  <c:v>k3830</c:v>
                </c:pt>
                <c:pt idx="302281">
                  <c:v>k3831</c:v>
                </c:pt>
                <c:pt idx="302232">
                  <c:v>k3832</c:v>
                </c:pt>
                <c:pt idx="302183">
                  <c:v>k3833</c:v>
                </c:pt>
                <c:pt idx="302134">
                  <c:v>k3834</c:v>
                </c:pt>
                <c:pt idx="302085">
                  <c:v>k3835</c:v>
                </c:pt>
                <c:pt idx="302036">
                  <c:v>k3836</c:v>
                </c:pt>
                <c:pt idx="301987">
                  <c:v>k3837</c:v>
                </c:pt>
                <c:pt idx="301938">
                  <c:v>k3838</c:v>
                </c:pt>
                <c:pt idx="301889">
                  <c:v>k3839</c:v>
                </c:pt>
                <c:pt idx="301840">
                  <c:v>k3840</c:v>
                </c:pt>
                <c:pt idx="301791">
                  <c:v>k3841</c:v>
                </c:pt>
                <c:pt idx="301742">
                  <c:v>k3842</c:v>
                </c:pt>
                <c:pt idx="301693">
                  <c:v>k3843</c:v>
                </c:pt>
                <c:pt idx="301644">
                  <c:v>k3844</c:v>
                </c:pt>
                <c:pt idx="301595">
                  <c:v>k3845</c:v>
                </c:pt>
                <c:pt idx="301546">
                  <c:v>k3846</c:v>
                </c:pt>
                <c:pt idx="301497">
                  <c:v>k3847</c:v>
                </c:pt>
                <c:pt idx="301448">
                  <c:v>k3848</c:v>
                </c:pt>
                <c:pt idx="301399">
                  <c:v>k3849</c:v>
                </c:pt>
                <c:pt idx="301350">
                  <c:v>k3850</c:v>
                </c:pt>
                <c:pt idx="301301">
                  <c:v>k3851</c:v>
                </c:pt>
                <c:pt idx="301252">
                  <c:v>k3852</c:v>
                </c:pt>
                <c:pt idx="301203">
                  <c:v>k3853</c:v>
                </c:pt>
                <c:pt idx="301154">
                  <c:v>k3854</c:v>
                </c:pt>
                <c:pt idx="301105">
                  <c:v>k3855</c:v>
                </c:pt>
                <c:pt idx="301056">
                  <c:v>k3856</c:v>
                </c:pt>
                <c:pt idx="301007">
                  <c:v>k3857</c:v>
                </c:pt>
                <c:pt idx="300958">
                  <c:v>k3858</c:v>
                </c:pt>
                <c:pt idx="300909">
                  <c:v>k3859</c:v>
                </c:pt>
                <c:pt idx="300860">
                  <c:v>k3860</c:v>
                </c:pt>
                <c:pt idx="300811">
                  <c:v>k3861</c:v>
                </c:pt>
                <c:pt idx="300762">
                  <c:v>k3862</c:v>
                </c:pt>
                <c:pt idx="300713">
                  <c:v>k3863</c:v>
                </c:pt>
                <c:pt idx="300664">
                  <c:v>k3864</c:v>
                </c:pt>
                <c:pt idx="300615">
                  <c:v>k3865</c:v>
                </c:pt>
                <c:pt idx="300566">
                  <c:v>k3866</c:v>
                </c:pt>
                <c:pt idx="300517">
                  <c:v>k3867</c:v>
                </c:pt>
                <c:pt idx="300468">
                  <c:v>k3868</c:v>
                </c:pt>
                <c:pt idx="300419">
                  <c:v>k3869</c:v>
                </c:pt>
                <c:pt idx="300370">
                  <c:v>k3870</c:v>
                </c:pt>
                <c:pt idx="300321">
                  <c:v>k3871</c:v>
                </c:pt>
                <c:pt idx="300272">
                  <c:v>k3872</c:v>
                </c:pt>
                <c:pt idx="300223">
                  <c:v>k3873</c:v>
                </c:pt>
                <c:pt idx="300174">
                  <c:v>k3874</c:v>
                </c:pt>
                <c:pt idx="300125">
                  <c:v>k3875</c:v>
                </c:pt>
                <c:pt idx="300076">
                  <c:v>k3876</c:v>
                </c:pt>
                <c:pt idx="300027">
                  <c:v>k3877</c:v>
                </c:pt>
                <c:pt idx="299978">
                  <c:v>k3878</c:v>
                </c:pt>
                <c:pt idx="299929">
                  <c:v>k3879</c:v>
                </c:pt>
                <c:pt idx="299880">
                  <c:v>k3880</c:v>
                </c:pt>
                <c:pt idx="299831">
                  <c:v>k3881</c:v>
                </c:pt>
                <c:pt idx="299782">
                  <c:v>k3882</c:v>
                </c:pt>
                <c:pt idx="299733">
                  <c:v>k3883</c:v>
                </c:pt>
                <c:pt idx="299684">
                  <c:v>k3884</c:v>
                </c:pt>
                <c:pt idx="299635">
                  <c:v>k3885</c:v>
                </c:pt>
                <c:pt idx="299586">
                  <c:v>k3886</c:v>
                </c:pt>
                <c:pt idx="299537">
                  <c:v>k3887</c:v>
                </c:pt>
                <c:pt idx="299488">
                  <c:v>k3888</c:v>
                </c:pt>
                <c:pt idx="299439">
                  <c:v>k3889</c:v>
                </c:pt>
                <c:pt idx="299390">
                  <c:v>k3890</c:v>
                </c:pt>
                <c:pt idx="299341">
                  <c:v>k3891</c:v>
                </c:pt>
                <c:pt idx="299292">
                  <c:v>k3892</c:v>
                </c:pt>
                <c:pt idx="299243">
                  <c:v>k3893</c:v>
                </c:pt>
                <c:pt idx="299194">
                  <c:v>k3894</c:v>
                </c:pt>
                <c:pt idx="299145">
                  <c:v>k3895</c:v>
                </c:pt>
                <c:pt idx="299096">
                  <c:v>k3896</c:v>
                </c:pt>
                <c:pt idx="299047">
                  <c:v>k3897</c:v>
                </c:pt>
                <c:pt idx="298998">
                  <c:v>k3898</c:v>
                </c:pt>
                <c:pt idx="298949">
                  <c:v>k3899</c:v>
                </c:pt>
                <c:pt idx="298900">
                  <c:v>k3900</c:v>
                </c:pt>
                <c:pt idx="298851">
                  <c:v>k3901</c:v>
                </c:pt>
                <c:pt idx="298802">
                  <c:v>k3902</c:v>
                </c:pt>
                <c:pt idx="298753">
                  <c:v>k3903</c:v>
                </c:pt>
                <c:pt idx="298704">
                  <c:v>k3904</c:v>
                </c:pt>
                <c:pt idx="298655">
                  <c:v>k3905</c:v>
                </c:pt>
                <c:pt idx="298606">
                  <c:v>k3906</c:v>
                </c:pt>
                <c:pt idx="298557">
                  <c:v>k3907</c:v>
                </c:pt>
                <c:pt idx="298508">
                  <c:v>k3908</c:v>
                </c:pt>
                <c:pt idx="298459">
                  <c:v>k3909</c:v>
                </c:pt>
                <c:pt idx="298410">
                  <c:v>k3910</c:v>
                </c:pt>
                <c:pt idx="298361">
                  <c:v>k3911</c:v>
                </c:pt>
                <c:pt idx="298312">
                  <c:v>k3912</c:v>
                </c:pt>
                <c:pt idx="298263">
                  <c:v>k3913</c:v>
                </c:pt>
                <c:pt idx="298214">
                  <c:v>k3914</c:v>
                </c:pt>
                <c:pt idx="298165">
                  <c:v>k3915</c:v>
                </c:pt>
                <c:pt idx="298116">
                  <c:v>k3916</c:v>
                </c:pt>
                <c:pt idx="298067">
                  <c:v>k3917</c:v>
                </c:pt>
                <c:pt idx="298018">
                  <c:v>k3918</c:v>
                </c:pt>
                <c:pt idx="297969">
                  <c:v>k3919</c:v>
                </c:pt>
                <c:pt idx="297920">
                  <c:v>k3920</c:v>
                </c:pt>
                <c:pt idx="297871">
                  <c:v>k3921</c:v>
                </c:pt>
                <c:pt idx="297822">
                  <c:v>k3922</c:v>
                </c:pt>
                <c:pt idx="297773">
                  <c:v>k3923</c:v>
                </c:pt>
                <c:pt idx="297724">
                  <c:v>k3924</c:v>
                </c:pt>
                <c:pt idx="297675">
                  <c:v>k3925</c:v>
                </c:pt>
                <c:pt idx="297626">
                  <c:v>k3926</c:v>
                </c:pt>
                <c:pt idx="297577">
                  <c:v>k3927</c:v>
                </c:pt>
                <c:pt idx="297528">
                  <c:v>k3928</c:v>
                </c:pt>
                <c:pt idx="297479">
                  <c:v>k3929</c:v>
                </c:pt>
                <c:pt idx="297430">
                  <c:v>k3930</c:v>
                </c:pt>
                <c:pt idx="297381">
                  <c:v>k3931</c:v>
                </c:pt>
                <c:pt idx="297332">
                  <c:v>k3932</c:v>
                </c:pt>
                <c:pt idx="297283">
                  <c:v>k3933</c:v>
                </c:pt>
                <c:pt idx="297234">
                  <c:v>k3934</c:v>
                </c:pt>
                <c:pt idx="297185">
                  <c:v>k3935</c:v>
                </c:pt>
                <c:pt idx="297136">
                  <c:v>k3936</c:v>
                </c:pt>
                <c:pt idx="297087">
                  <c:v>k3937</c:v>
                </c:pt>
                <c:pt idx="297038">
                  <c:v>k3938</c:v>
                </c:pt>
                <c:pt idx="296989">
                  <c:v>k3939</c:v>
                </c:pt>
                <c:pt idx="296940">
                  <c:v>k3940</c:v>
                </c:pt>
                <c:pt idx="296891">
                  <c:v>k3941</c:v>
                </c:pt>
                <c:pt idx="296842">
                  <c:v>k3942</c:v>
                </c:pt>
                <c:pt idx="296793">
                  <c:v>k3943</c:v>
                </c:pt>
                <c:pt idx="296744">
                  <c:v>k3944</c:v>
                </c:pt>
                <c:pt idx="296695">
                  <c:v>k3945</c:v>
                </c:pt>
                <c:pt idx="296646">
                  <c:v>k3946</c:v>
                </c:pt>
                <c:pt idx="296597">
                  <c:v>k3947</c:v>
                </c:pt>
                <c:pt idx="296548">
                  <c:v>k3948</c:v>
                </c:pt>
                <c:pt idx="296499">
                  <c:v>k3949</c:v>
                </c:pt>
                <c:pt idx="296450">
                  <c:v>k3950</c:v>
                </c:pt>
                <c:pt idx="296401">
                  <c:v>k3951</c:v>
                </c:pt>
                <c:pt idx="296352">
                  <c:v>k3952</c:v>
                </c:pt>
                <c:pt idx="296303">
                  <c:v>k3953</c:v>
                </c:pt>
                <c:pt idx="296254">
                  <c:v>k3954</c:v>
                </c:pt>
                <c:pt idx="296205">
                  <c:v>k3955</c:v>
                </c:pt>
                <c:pt idx="296156">
                  <c:v>k3956</c:v>
                </c:pt>
                <c:pt idx="296107">
                  <c:v>k3957</c:v>
                </c:pt>
                <c:pt idx="296058">
                  <c:v>k3958</c:v>
                </c:pt>
                <c:pt idx="296009">
                  <c:v>k3959</c:v>
                </c:pt>
                <c:pt idx="295960">
                  <c:v>k3960</c:v>
                </c:pt>
                <c:pt idx="295911">
                  <c:v>k3961</c:v>
                </c:pt>
                <c:pt idx="295862">
                  <c:v>k3962</c:v>
                </c:pt>
                <c:pt idx="295813">
                  <c:v>k3963</c:v>
                </c:pt>
                <c:pt idx="295764">
                  <c:v>k3964</c:v>
                </c:pt>
                <c:pt idx="295715">
                  <c:v>k3965</c:v>
                </c:pt>
                <c:pt idx="295666">
                  <c:v>k3966</c:v>
                </c:pt>
                <c:pt idx="295617">
                  <c:v>k3967</c:v>
                </c:pt>
                <c:pt idx="295568">
                  <c:v>k3968</c:v>
                </c:pt>
                <c:pt idx="295519">
                  <c:v>k3969</c:v>
                </c:pt>
                <c:pt idx="295470">
                  <c:v>k3970</c:v>
                </c:pt>
                <c:pt idx="295421">
                  <c:v>k3971</c:v>
                </c:pt>
                <c:pt idx="295372">
                  <c:v>k3972</c:v>
                </c:pt>
                <c:pt idx="295323">
                  <c:v>k3973</c:v>
                </c:pt>
                <c:pt idx="295274">
                  <c:v>k3974</c:v>
                </c:pt>
                <c:pt idx="295225">
                  <c:v>k3975</c:v>
                </c:pt>
                <c:pt idx="295176">
                  <c:v>k3976</c:v>
                </c:pt>
                <c:pt idx="295127">
                  <c:v>k3977</c:v>
                </c:pt>
                <c:pt idx="295078">
                  <c:v>k3978</c:v>
                </c:pt>
                <c:pt idx="295029">
                  <c:v>k3979</c:v>
                </c:pt>
                <c:pt idx="294980">
                  <c:v>k3980</c:v>
                </c:pt>
                <c:pt idx="294931">
                  <c:v>k3981</c:v>
                </c:pt>
                <c:pt idx="294882">
                  <c:v>k3982</c:v>
                </c:pt>
                <c:pt idx="294833">
                  <c:v>k3983</c:v>
                </c:pt>
                <c:pt idx="294784">
                  <c:v>k3984</c:v>
                </c:pt>
                <c:pt idx="294735">
                  <c:v>k3985</c:v>
                </c:pt>
                <c:pt idx="294686">
                  <c:v>k3986</c:v>
                </c:pt>
                <c:pt idx="294637">
                  <c:v>k3987</c:v>
                </c:pt>
                <c:pt idx="294588">
                  <c:v>k3988</c:v>
                </c:pt>
                <c:pt idx="294539">
                  <c:v>k3989</c:v>
                </c:pt>
                <c:pt idx="294490">
                  <c:v>k3990</c:v>
                </c:pt>
                <c:pt idx="294441">
                  <c:v>k3991</c:v>
                </c:pt>
                <c:pt idx="294392">
                  <c:v>k3992</c:v>
                </c:pt>
                <c:pt idx="294343">
                  <c:v>k3993</c:v>
                </c:pt>
                <c:pt idx="294294">
                  <c:v>k3994</c:v>
                </c:pt>
                <c:pt idx="294245">
                  <c:v>k3995</c:v>
                </c:pt>
                <c:pt idx="294196">
                  <c:v>k3996</c:v>
                </c:pt>
                <c:pt idx="294147">
                  <c:v>k3997</c:v>
                </c:pt>
                <c:pt idx="294098">
                  <c:v>k3998</c:v>
                </c:pt>
                <c:pt idx="294049">
                  <c:v>k3999</c:v>
                </c:pt>
                <c:pt idx="294000">
                  <c:v>k4000</c:v>
                </c:pt>
                <c:pt idx="293951">
                  <c:v>k4001</c:v>
                </c:pt>
                <c:pt idx="293902">
                  <c:v>k4002</c:v>
                </c:pt>
                <c:pt idx="293853">
                  <c:v>k4003</c:v>
                </c:pt>
                <c:pt idx="293804">
                  <c:v>k4004</c:v>
                </c:pt>
                <c:pt idx="293755">
                  <c:v>k4005</c:v>
                </c:pt>
                <c:pt idx="293706">
                  <c:v>k4006</c:v>
                </c:pt>
                <c:pt idx="293657">
                  <c:v>k4007</c:v>
                </c:pt>
                <c:pt idx="293608">
                  <c:v>k4008</c:v>
                </c:pt>
                <c:pt idx="293559">
                  <c:v>k4009</c:v>
                </c:pt>
                <c:pt idx="293510">
                  <c:v>k4010</c:v>
                </c:pt>
                <c:pt idx="293461">
                  <c:v>k4011</c:v>
                </c:pt>
                <c:pt idx="293412">
                  <c:v>k4012</c:v>
                </c:pt>
                <c:pt idx="293363">
                  <c:v>k4013</c:v>
                </c:pt>
                <c:pt idx="293314">
                  <c:v>k4014</c:v>
                </c:pt>
                <c:pt idx="293265">
                  <c:v>k4015</c:v>
                </c:pt>
                <c:pt idx="293216">
                  <c:v>k4016</c:v>
                </c:pt>
                <c:pt idx="293167">
                  <c:v>k4017</c:v>
                </c:pt>
                <c:pt idx="293118">
                  <c:v>k4018</c:v>
                </c:pt>
                <c:pt idx="293069">
                  <c:v>k4019</c:v>
                </c:pt>
                <c:pt idx="293020">
                  <c:v>k4020</c:v>
                </c:pt>
                <c:pt idx="292971">
                  <c:v>k4021</c:v>
                </c:pt>
                <c:pt idx="292922">
                  <c:v>k4022</c:v>
                </c:pt>
                <c:pt idx="292873">
                  <c:v>k4023</c:v>
                </c:pt>
                <c:pt idx="292824">
                  <c:v>k4024</c:v>
                </c:pt>
                <c:pt idx="292775">
                  <c:v>k4025</c:v>
                </c:pt>
                <c:pt idx="292726">
                  <c:v>k4026</c:v>
                </c:pt>
                <c:pt idx="292677">
                  <c:v>k4027</c:v>
                </c:pt>
                <c:pt idx="292628">
                  <c:v>k4028</c:v>
                </c:pt>
                <c:pt idx="292579">
                  <c:v>k4029</c:v>
                </c:pt>
                <c:pt idx="292530">
                  <c:v>k4030</c:v>
                </c:pt>
                <c:pt idx="292481">
                  <c:v>k4031</c:v>
                </c:pt>
                <c:pt idx="292432">
                  <c:v>k4032</c:v>
                </c:pt>
                <c:pt idx="292383">
                  <c:v>k4033</c:v>
                </c:pt>
                <c:pt idx="292334">
                  <c:v>k4034</c:v>
                </c:pt>
                <c:pt idx="292285">
                  <c:v>k4035</c:v>
                </c:pt>
                <c:pt idx="292236">
                  <c:v>k4036</c:v>
                </c:pt>
                <c:pt idx="292187">
                  <c:v>k4037</c:v>
                </c:pt>
                <c:pt idx="292138">
                  <c:v>k4038</c:v>
                </c:pt>
                <c:pt idx="292089">
                  <c:v>k4039</c:v>
                </c:pt>
                <c:pt idx="292040">
                  <c:v>k4040</c:v>
                </c:pt>
                <c:pt idx="291991">
                  <c:v>k4041</c:v>
                </c:pt>
                <c:pt idx="291942">
                  <c:v>k4042</c:v>
                </c:pt>
                <c:pt idx="291893">
                  <c:v>k4043</c:v>
                </c:pt>
                <c:pt idx="291844">
                  <c:v>k4044</c:v>
                </c:pt>
                <c:pt idx="291795">
                  <c:v>k4045</c:v>
                </c:pt>
                <c:pt idx="291746">
                  <c:v>k4046</c:v>
                </c:pt>
                <c:pt idx="291697">
                  <c:v>k4047</c:v>
                </c:pt>
                <c:pt idx="291648">
                  <c:v>k4048</c:v>
                </c:pt>
                <c:pt idx="291599">
                  <c:v>k4049</c:v>
                </c:pt>
                <c:pt idx="291550">
                  <c:v>k4050</c:v>
                </c:pt>
                <c:pt idx="291501">
                  <c:v>k4051</c:v>
                </c:pt>
                <c:pt idx="291452">
                  <c:v>k4052</c:v>
                </c:pt>
                <c:pt idx="291403">
                  <c:v>k4053</c:v>
                </c:pt>
                <c:pt idx="291354">
                  <c:v>k4054</c:v>
                </c:pt>
                <c:pt idx="291305">
                  <c:v>k4055</c:v>
                </c:pt>
                <c:pt idx="291256">
                  <c:v>k4056</c:v>
                </c:pt>
                <c:pt idx="291207">
                  <c:v>k4057</c:v>
                </c:pt>
                <c:pt idx="291158">
                  <c:v>k4058</c:v>
                </c:pt>
                <c:pt idx="291109">
                  <c:v>k4059</c:v>
                </c:pt>
                <c:pt idx="291060">
                  <c:v>k4060</c:v>
                </c:pt>
                <c:pt idx="291011">
                  <c:v>k4061</c:v>
                </c:pt>
                <c:pt idx="290962">
                  <c:v>k4062</c:v>
                </c:pt>
                <c:pt idx="290913">
                  <c:v>k4063</c:v>
                </c:pt>
                <c:pt idx="290864">
                  <c:v>k4064</c:v>
                </c:pt>
                <c:pt idx="290815">
                  <c:v>k4065</c:v>
                </c:pt>
                <c:pt idx="290766">
                  <c:v>k4066</c:v>
                </c:pt>
                <c:pt idx="290717">
                  <c:v>k4067</c:v>
                </c:pt>
                <c:pt idx="290668">
                  <c:v>k4068</c:v>
                </c:pt>
                <c:pt idx="290619">
                  <c:v>k4069</c:v>
                </c:pt>
                <c:pt idx="290570">
                  <c:v>k4070</c:v>
                </c:pt>
                <c:pt idx="290521">
                  <c:v>k4071</c:v>
                </c:pt>
                <c:pt idx="290472">
                  <c:v>k4072</c:v>
                </c:pt>
                <c:pt idx="290423">
                  <c:v>k4073</c:v>
                </c:pt>
                <c:pt idx="290374">
                  <c:v>k4074</c:v>
                </c:pt>
                <c:pt idx="290325">
                  <c:v>k4075</c:v>
                </c:pt>
                <c:pt idx="290276">
                  <c:v>k4076</c:v>
                </c:pt>
                <c:pt idx="290227">
                  <c:v>k4077</c:v>
                </c:pt>
                <c:pt idx="290178">
                  <c:v>k4078</c:v>
                </c:pt>
                <c:pt idx="290129">
                  <c:v>k4079</c:v>
                </c:pt>
                <c:pt idx="290080">
                  <c:v>k4080</c:v>
                </c:pt>
                <c:pt idx="290031">
                  <c:v>k4081</c:v>
                </c:pt>
                <c:pt idx="289982">
                  <c:v>k4082</c:v>
                </c:pt>
                <c:pt idx="289933">
                  <c:v>k4083</c:v>
                </c:pt>
                <c:pt idx="289884">
                  <c:v>k4084</c:v>
                </c:pt>
                <c:pt idx="289835">
                  <c:v>k4085</c:v>
                </c:pt>
                <c:pt idx="289786">
                  <c:v>k4086</c:v>
                </c:pt>
                <c:pt idx="289737">
                  <c:v>k4087</c:v>
                </c:pt>
                <c:pt idx="289688">
                  <c:v>k4088</c:v>
                </c:pt>
                <c:pt idx="289639">
                  <c:v>k4089</c:v>
                </c:pt>
                <c:pt idx="289590">
                  <c:v>k4090</c:v>
                </c:pt>
                <c:pt idx="289541">
                  <c:v>k4091</c:v>
                </c:pt>
                <c:pt idx="289492">
                  <c:v>k4092</c:v>
                </c:pt>
                <c:pt idx="289443">
                  <c:v>k4093</c:v>
                </c:pt>
                <c:pt idx="289394">
                  <c:v>k4094</c:v>
                </c:pt>
                <c:pt idx="289345">
                  <c:v>k4095</c:v>
                </c:pt>
                <c:pt idx="289296">
                  <c:v>k4096</c:v>
                </c:pt>
                <c:pt idx="289247">
                  <c:v>k4097</c:v>
                </c:pt>
                <c:pt idx="289198">
                  <c:v>k4098</c:v>
                </c:pt>
                <c:pt idx="289149">
                  <c:v>k4099</c:v>
                </c:pt>
                <c:pt idx="289100">
                  <c:v>k4100</c:v>
                </c:pt>
                <c:pt idx="289051">
                  <c:v>k4101</c:v>
                </c:pt>
                <c:pt idx="289002">
                  <c:v>k4102</c:v>
                </c:pt>
                <c:pt idx="288953">
                  <c:v>k4103</c:v>
                </c:pt>
                <c:pt idx="288904">
                  <c:v>k4104</c:v>
                </c:pt>
                <c:pt idx="288855">
                  <c:v>k4105</c:v>
                </c:pt>
                <c:pt idx="288806">
                  <c:v>k4106</c:v>
                </c:pt>
                <c:pt idx="288757">
                  <c:v>k4107</c:v>
                </c:pt>
                <c:pt idx="288708">
                  <c:v>k4108</c:v>
                </c:pt>
                <c:pt idx="288659">
                  <c:v>k4109</c:v>
                </c:pt>
                <c:pt idx="288610">
                  <c:v>k4110</c:v>
                </c:pt>
                <c:pt idx="288561">
                  <c:v>k4111</c:v>
                </c:pt>
                <c:pt idx="288512">
                  <c:v>k4112</c:v>
                </c:pt>
                <c:pt idx="288463">
                  <c:v>k4113</c:v>
                </c:pt>
                <c:pt idx="288414">
                  <c:v>k4114</c:v>
                </c:pt>
                <c:pt idx="288365">
                  <c:v>k4115</c:v>
                </c:pt>
                <c:pt idx="288316">
                  <c:v>k4116</c:v>
                </c:pt>
                <c:pt idx="288267">
                  <c:v>k4117</c:v>
                </c:pt>
                <c:pt idx="288218">
                  <c:v>k4118</c:v>
                </c:pt>
                <c:pt idx="288169">
                  <c:v>k4119</c:v>
                </c:pt>
                <c:pt idx="288120">
                  <c:v>k4120</c:v>
                </c:pt>
                <c:pt idx="288071">
                  <c:v>k4121</c:v>
                </c:pt>
                <c:pt idx="288022">
                  <c:v>k4122</c:v>
                </c:pt>
                <c:pt idx="287973">
                  <c:v>k4123</c:v>
                </c:pt>
                <c:pt idx="287924">
                  <c:v>k4124</c:v>
                </c:pt>
                <c:pt idx="287875">
                  <c:v>k4125</c:v>
                </c:pt>
                <c:pt idx="287826">
                  <c:v>k4126</c:v>
                </c:pt>
                <c:pt idx="287777">
                  <c:v>k4127</c:v>
                </c:pt>
                <c:pt idx="287728">
                  <c:v>k4128</c:v>
                </c:pt>
                <c:pt idx="287679">
                  <c:v>k4129</c:v>
                </c:pt>
                <c:pt idx="287630">
                  <c:v>k4130</c:v>
                </c:pt>
                <c:pt idx="287581">
                  <c:v>k4131</c:v>
                </c:pt>
                <c:pt idx="287532">
                  <c:v>k4132</c:v>
                </c:pt>
                <c:pt idx="287483">
                  <c:v>k4133</c:v>
                </c:pt>
                <c:pt idx="287434">
                  <c:v>k4134</c:v>
                </c:pt>
                <c:pt idx="287385">
                  <c:v>k4135</c:v>
                </c:pt>
                <c:pt idx="287336">
                  <c:v>k4136</c:v>
                </c:pt>
                <c:pt idx="287287">
                  <c:v>k4137</c:v>
                </c:pt>
                <c:pt idx="287238">
                  <c:v>k4138</c:v>
                </c:pt>
                <c:pt idx="287189">
                  <c:v>k4139</c:v>
                </c:pt>
                <c:pt idx="287140">
                  <c:v>k4140</c:v>
                </c:pt>
                <c:pt idx="287091">
                  <c:v>k4141</c:v>
                </c:pt>
                <c:pt idx="287042">
                  <c:v>k4142</c:v>
                </c:pt>
                <c:pt idx="286993">
                  <c:v>k4143</c:v>
                </c:pt>
                <c:pt idx="286944">
                  <c:v>k4144</c:v>
                </c:pt>
                <c:pt idx="286895">
                  <c:v>k4145</c:v>
                </c:pt>
                <c:pt idx="286846">
                  <c:v>k4146</c:v>
                </c:pt>
                <c:pt idx="286797">
                  <c:v>k4147</c:v>
                </c:pt>
                <c:pt idx="286748">
                  <c:v>k4148</c:v>
                </c:pt>
                <c:pt idx="286699">
                  <c:v>k4149</c:v>
                </c:pt>
                <c:pt idx="286650">
                  <c:v>k4150</c:v>
                </c:pt>
                <c:pt idx="286601">
                  <c:v>k4151</c:v>
                </c:pt>
                <c:pt idx="286552">
                  <c:v>k4152</c:v>
                </c:pt>
                <c:pt idx="286503">
                  <c:v>k4153</c:v>
                </c:pt>
                <c:pt idx="286454">
                  <c:v>k4154</c:v>
                </c:pt>
                <c:pt idx="286405">
                  <c:v>k4155</c:v>
                </c:pt>
                <c:pt idx="286356">
                  <c:v>k4156</c:v>
                </c:pt>
                <c:pt idx="286307">
                  <c:v>k4157</c:v>
                </c:pt>
                <c:pt idx="286258">
                  <c:v>k4158</c:v>
                </c:pt>
                <c:pt idx="286209">
                  <c:v>k4159</c:v>
                </c:pt>
                <c:pt idx="286160">
                  <c:v>k4160</c:v>
                </c:pt>
                <c:pt idx="286111">
                  <c:v>k4161</c:v>
                </c:pt>
                <c:pt idx="286062">
                  <c:v>k4162</c:v>
                </c:pt>
                <c:pt idx="286013">
                  <c:v>k4163</c:v>
                </c:pt>
                <c:pt idx="285964">
                  <c:v>k4164</c:v>
                </c:pt>
                <c:pt idx="285915">
                  <c:v>k4165</c:v>
                </c:pt>
                <c:pt idx="285866">
                  <c:v>k4166</c:v>
                </c:pt>
                <c:pt idx="285817">
                  <c:v>k4167</c:v>
                </c:pt>
                <c:pt idx="285768">
                  <c:v>k4168</c:v>
                </c:pt>
                <c:pt idx="285719">
                  <c:v>k4169</c:v>
                </c:pt>
                <c:pt idx="285670">
                  <c:v>k4170</c:v>
                </c:pt>
                <c:pt idx="285621">
                  <c:v>k4171</c:v>
                </c:pt>
                <c:pt idx="285572">
                  <c:v>k4172</c:v>
                </c:pt>
                <c:pt idx="285523">
                  <c:v>k4173</c:v>
                </c:pt>
                <c:pt idx="285474">
                  <c:v>k4174</c:v>
                </c:pt>
                <c:pt idx="285425">
                  <c:v>k4175</c:v>
                </c:pt>
                <c:pt idx="285376">
                  <c:v>k4176</c:v>
                </c:pt>
                <c:pt idx="285327">
                  <c:v>k4177</c:v>
                </c:pt>
                <c:pt idx="285278">
                  <c:v>k4178</c:v>
                </c:pt>
                <c:pt idx="285229">
                  <c:v>k4179</c:v>
                </c:pt>
                <c:pt idx="285180">
                  <c:v>k4180</c:v>
                </c:pt>
                <c:pt idx="285131">
                  <c:v>k4181</c:v>
                </c:pt>
                <c:pt idx="285082">
                  <c:v>k4182</c:v>
                </c:pt>
                <c:pt idx="285033">
                  <c:v>k4183</c:v>
                </c:pt>
                <c:pt idx="284984">
                  <c:v>k4184</c:v>
                </c:pt>
                <c:pt idx="284935">
                  <c:v>k4185</c:v>
                </c:pt>
                <c:pt idx="284886">
                  <c:v>k4186</c:v>
                </c:pt>
                <c:pt idx="284837">
                  <c:v>k4187</c:v>
                </c:pt>
                <c:pt idx="284788">
                  <c:v>k4188</c:v>
                </c:pt>
                <c:pt idx="284739">
                  <c:v>k4189</c:v>
                </c:pt>
                <c:pt idx="284690">
                  <c:v>k4190</c:v>
                </c:pt>
                <c:pt idx="284641">
                  <c:v>k4191</c:v>
                </c:pt>
                <c:pt idx="284592">
                  <c:v>k4192</c:v>
                </c:pt>
                <c:pt idx="284543">
                  <c:v>k4193</c:v>
                </c:pt>
                <c:pt idx="284494">
                  <c:v>k4194</c:v>
                </c:pt>
                <c:pt idx="284445">
                  <c:v>k4195</c:v>
                </c:pt>
                <c:pt idx="284396">
                  <c:v>k4196</c:v>
                </c:pt>
                <c:pt idx="284347">
                  <c:v>k4197</c:v>
                </c:pt>
                <c:pt idx="284298">
                  <c:v>k4198</c:v>
                </c:pt>
                <c:pt idx="284249">
                  <c:v>k4199</c:v>
                </c:pt>
                <c:pt idx="284200">
                  <c:v>k4200</c:v>
                </c:pt>
                <c:pt idx="284151">
                  <c:v>k4201</c:v>
                </c:pt>
                <c:pt idx="284102">
                  <c:v>k4202</c:v>
                </c:pt>
                <c:pt idx="284053">
                  <c:v>k4203</c:v>
                </c:pt>
                <c:pt idx="284004">
                  <c:v>k4204</c:v>
                </c:pt>
                <c:pt idx="283955">
                  <c:v>k4205</c:v>
                </c:pt>
                <c:pt idx="283906">
                  <c:v>k4206</c:v>
                </c:pt>
                <c:pt idx="283857">
                  <c:v>k4207</c:v>
                </c:pt>
                <c:pt idx="283808">
                  <c:v>k4208</c:v>
                </c:pt>
                <c:pt idx="283759">
                  <c:v>k4209</c:v>
                </c:pt>
                <c:pt idx="283710">
                  <c:v>k4210</c:v>
                </c:pt>
                <c:pt idx="283661">
                  <c:v>k4211</c:v>
                </c:pt>
                <c:pt idx="283612">
                  <c:v>k4212</c:v>
                </c:pt>
                <c:pt idx="283563">
                  <c:v>k4213</c:v>
                </c:pt>
                <c:pt idx="283514">
                  <c:v>k4214</c:v>
                </c:pt>
                <c:pt idx="283465">
                  <c:v>k4215</c:v>
                </c:pt>
                <c:pt idx="283416">
                  <c:v>k4216</c:v>
                </c:pt>
                <c:pt idx="283367">
                  <c:v>k4217</c:v>
                </c:pt>
                <c:pt idx="283318">
                  <c:v>k4218</c:v>
                </c:pt>
                <c:pt idx="283269">
                  <c:v>k4219</c:v>
                </c:pt>
                <c:pt idx="283220">
                  <c:v>k4220</c:v>
                </c:pt>
                <c:pt idx="283171">
                  <c:v>k4221</c:v>
                </c:pt>
                <c:pt idx="283122">
                  <c:v>k4222</c:v>
                </c:pt>
                <c:pt idx="283073">
                  <c:v>k4223</c:v>
                </c:pt>
                <c:pt idx="283024">
                  <c:v>k4224</c:v>
                </c:pt>
                <c:pt idx="282975">
                  <c:v>k4225</c:v>
                </c:pt>
                <c:pt idx="282926">
                  <c:v>k4226</c:v>
                </c:pt>
                <c:pt idx="282877">
                  <c:v>k4227</c:v>
                </c:pt>
                <c:pt idx="282828">
                  <c:v>k4228</c:v>
                </c:pt>
                <c:pt idx="282779">
                  <c:v>k4229</c:v>
                </c:pt>
                <c:pt idx="282730">
                  <c:v>k4230</c:v>
                </c:pt>
                <c:pt idx="282681">
                  <c:v>k4231</c:v>
                </c:pt>
                <c:pt idx="282632">
                  <c:v>k4232</c:v>
                </c:pt>
                <c:pt idx="282583">
                  <c:v>k4233</c:v>
                </c:pt>
                <c:pt idx="282534">
                  <c:v>k4234</c:v>
                </c:pt>
                <c:pt idx="282485">
                  <c:v>k4235</c:v>
                </c:pt>
                <c:pt idx="282436">
                  <c:v>k4236</c:v>
                </c:pt>
                <c:pt idx="282387">
                  <c:v>k4237</c:v>
                </c:pt>
                <c:pt idx="282338">
                  <c:v>k4238</c:v>
                </c:pt>
                <c:pt idx="282289">
                  <c:v>k4239</c:v>
                </c:pt>
                <c:pt idx="282240">
                  <c:v>k4240</c:v>
                </c:pt>
                <c:pt idx="282191">
                  <c:v>k4241</c:v>
                </c:pt>
                <c:pt idx="282142">
                  <c:v>k4242</c:v>
                </c:pt>
                <c:pt idx="282093">
                  <c:v>k4243</c:v>
                </c:pt>
                <c:pt idx="282044">
                  <c:v>k4244</c:v>
                </c:pt>
                <c:pt idx="281995">
                  <c:v>k4245</c:v>
                </c:pt>
                <c:pt idx="281946">
                  <c:v>k4246</c:v>
                </c:pt>
                <c:pt idx="281897">
                  <c:v>k4247</c:v>
                </c:pt>
                <c:pt idx="281848">
                  <c:v>k4248</c:v>
                </c:pt>
                <c:pt idx="281799">
                  <c:v>k4249</c:v>
                </c:pt>
                <c:pt idx="281750">
                  <c:v>k4250</c:v>
                </c:pt>
                <c:pt idx="281701">
                  <c:v>k4251</c:v>
                </c:pt>
                <c:pt idx="281652">
                  <c:v>k4252</c:v>
                </c:pt>
                <c:pt idx="281603">
                  <c:v>k4253</c:v>
                </c:pt>
                <c:pt idx="281554">
                  <c:v>k4254</c:v>
                </c:pt>
                <c:pt idx="281505">
                  <c:v>k4255</c:v>
                </c:pt>
                <c:pt idx="281456">
                  <c:v>k4256</c:v>
                </c:pt>
                <c:pt idx="281407">
                  <c:v>k4257</c:v>
                </c:pt>
                <c:pt idx="281358">
                  <c:v>k4258</c:v>
                </c:pt>
                <c:pt idx="281309">
                  <c:v>k4259</c:v>
                </c:pt>
                <c:pt idx="281260">
                  <c:v>k4260</c:v>
                </c:pt>
                <c:pt idx="281211">
                  <c:v>k4261</c:v>
                </c:pt>
                <c:pt idx="281162">
                  <c:v>k4262</c:v>
                </c:pt>
                <c:pt idx="281113">
                  <c:v>k4263</c:v>
                </c:pt>
                <c:pt idx="281064">
                  <c:v>k4264</c:v>
                </c:pt>
                <c:pt idx="281015">
                  <c:v>k4265</c:v>
                </c:pt>
                <c:pt idx="280966">
                  <c:v>k4266</c:v>
                </c:pt>
                <c:pt idx="280917">
                  <c:v>k4267</c:v>
                </c:pt>
                <c:pt idx="280868">
                  <c:v>k4268</c:v>
                </c:pt>
                <c:pt idx="280819">
                  <c:v>k4269</c:v>
                </c:pt>
                <c:pt idx="280770">
                  <c:v>k4270</c:v>
                </c:pt>
                <c:pt idx="280721">
                  <c:v>k4271</c:v>
                </c:pt>
                <c:pt idx="280672">
                  <c:v>k4272</c:v>
                </c:pt>
                <c:pt idx="280623">
                  <c:v>k4273</c:v>
                </c:pt>
                <c:pt idx="280574">
                  <c:v>k4274</c:v>
                </c:pt>
                <c:pt idx="280525">
                  <c:v>k4275</c:v>
                </c:pt>
                <c:pt idx="280476">
                  <c:v>k4276</c:v>
                </c:pt>
                <c:pt idx="280427">
                  <c:v>k4277</c:v>
                </c:pt>
                <c:pt idx="280378">
                  <c:v>k4278</c:v>
                </c:pt>
                <c:pt idx="280329">
                  <c:v>k4279</c:v>
                </c:pt>
                <c:pt idx="280280">
                  <c:v>k4280</c:v>
                </c:pt>
                <c:pt idx="280231">
                  <c:v>k4281</c:v>
                </c:pt>
                <c:pt idx="280182">
                  <c:v>k4282</c:v>
                </c:pt>
                <c:pt idx="280133">
                  <c:v>k4283</c:v>
                </c:pt>
                <c:pt idx="280084">
                  <c:v>k4284</c:v>
                </c:pt>
                <c:pt idx="280035">
                  <c:v>k4285</c:v>
                </c:pt>
                <c:pt idx="279986">
                  <c:v>k4286</c:v>
                </c:pt>
                <c:pt idx="279937">
                  <c:v>k4287</c:v>
                </c:pt>
                <c:pt idx="279888">
                  <c:v>k4288</c:v>
                </c:pt>
                <c:pt idx="279839">
                  <c:v>k4289</c:v>
                </c:pt>
                <c:pt idx="279790">
                  <c:v>k4290</c:v>
                </c:pt>
                <c:pt idx="279741">
                  <c:v>k4291</c:v>
                </c:pt>
                <c:pt idx="279692">
                  <c:v>k4292</c:v>
                </c:pt>
                <c:pt idx="279643">
                  <c:v>k4293</c:v>
                </c:pt>
                <c:pt idx="279594">
                  <c:v>k4294</c:v>
                </c:pt>
                <c:pt idx="279545">
                  <c:v>k4295</c:v>
                </c:pt>
                <c:pt idx="279496">
                  <c:v>k4296</c:v>
                </c:pt>
                <c:pt idx="279447">
                  <c:v>k4297</c:v>
                </c:pt>
                <c:pt idx="279398">
                  <c:v>k4298</c:v>
                </c:pt>
                <c:pt idx="279349">
                  <c:v>k4299</c:v>
                </c:pt>
                <c:pt idx="279300">
                  <c:v>k4300</c:v>
                </c:pt>
                <c:pt idx="279251">
                  <c:v>k4301</c:v>
                </c:pt>
                <c:pt idx="279202">
                  <c:v>k4302</c:v>
                </c:pt>
                <c:pt idx="279153">
                  <c:v>k4303</c:v>
                </c:pt>
                <c:pt idx="279104">
                  <c:v>k4304</c:v>
                </c:pt>
                <c:pt idx="279055">
                  <c:v>k4305</c:v>
                </c:pt>
                <c:pt idx="279006">
                  <c:v>k4306</c:v>
                </c:pt>
                <c:pt idx="278957">
                  <c:v>k4307</c:v>
                </c:pt>
                <c:pt idx="278908">
                  <c:v>k4308</c:v>
                </c:pt>
                <c:pt idx="278859">
                  <c:v>k4309</c:v>
                </c:pt>
                <c:pt idx="278810">
                  <c:v>k4310</c:v>
                </c:pt>
                <c:pt idx="278761">
                  <c:v>k4311</c:v>
                </c:pt>
                <c:pt idx="278712">
                  <c:v>k4312</c:v>
                </c:pt>
                <c:pt idx="278663">
                  <c:v>k4313</c:v>
                </c:pt>
                <c:pt idx="278614">
                  <c:v>k4314</c:v>
                </c:pt>
                <c:pt idx="278565">
                  <c:v>k4315</c:v>
                </c:pt>
                <c:pt idx="278516">
                  <c:v>k4316</c:v>
                </c:pt>
                <c:pt idx="278467">
                  <c:v>k4317</c:v>
                </c:pt>
                <c:pt idx="278418">
                  <c:v>k4318</c:v>
                </c:pt>
                <c:pt idx="278369">
                  <c:v>k4319</c:v>
                </c:pt>
                <c:pt idx="278320">
                  <c:v>k4320</c:v>
                </c:pt>
                <c:pt idx="278271">
                  <c:v>k4321</c:v>
                </c:pt>
                <c:pt idx="278222">
                  <c:v>k4322</c:v>
                </c:pt>
                <c:pt idx="278173">
                  <c:v>k4323</c:v>
                </c:pt>
                <c:pt idx="278124">
                  <c:v>k4324</c:v>
                </c:pt>
                <c:pt idx="278075">
                  <c:v>k4325</c:v>
                </c:pt>
                <c:pt idx="278026">
                  <c:v>k4326</c:v>
                </c:pt>
                <c:pt idx="277977">
                  <c:v>k4327</c:v>
                </c:pt>
                <c:pt idx="277928">
                  <c:v>k4328</c:v>
                </c:pt>
                <c:pt idx="277879">
                  <c:v>k4329</c:v>
                </c:pt>
                <c:pt idx="277830">
                  <c:v>k4330</c:v>
                </c:pt>
                <c:pt idx="277781">
                  <c:v>k4331</c:v>
                </c:pt>
                <c:pt idx="277732">
                  <c:v>k4332</c:v>
                </c:pt>
                <c:pt idx="277683">
                  <c:v>k4333</c:v>
                </c:pt>
                <c:pt idx="277634">
                  <c:v>k4334</c:v>
                </c:pt>
                <c:pt idx="277585">
                  <c:v>k4335</c:v>
                </c:pt>
                <c:pt idx="277536">
                  <c:v>k4336</c:v>
                </c:pt>
                <c:pt idx="277487">
                  <c:v>k4337</c:v>
                </c:pt>
                <c:pt idx="277438">
                  <c:v>k4338</c:v>
                </c:pt>
                <c:pt idx="277389">
                  <c:v>k4339</c:v>
                </c:pt>
                <c:pt idx="277340">
                  <c:v>k4340</c:v>
                </c:pt>
                <c:pt idx="277291">
                  <c:v>k4341</c:v>
                </c:pt>
                <c:pt idx="277242">
                  <c:v>k4342</c:v>
                </c:pt>
                <c:pt idx="277193">
                  <c:v>k4343</c:v>
                </c:pt>
                <c:pt idx="277144">
                  <c:v>k4344</c:v>
                </c:pt>
                <c:pt idx="277095">
                  <c:v>k4345</c:v>
                </c:pt>
                <c:pt idx="277046">
                  <c:v>k4346</c:v>
                </c:pt>
                <c:pt idx="276997">
                  <c:v>k4347</c:v>
                </c:pt>
                <c:pt idx="276948">
                  <c:v>k4348</c:v>
                </c:pt>
                <c:pt idx="276899">
                  <c:v>k4349</c:v>
                </c:pt>
                <c:pt idx="276850">
                  <c:v>k4350</c:v>
                </c:pt>
                <c:pt idx="276801">
                  <c:v>k4351</c:v>
                </c:pt>
                <c:pt idx="276752">
                  <c:v>k4352</c:v>
                </c:pt>
                <c:pt idx="276703">
                  <c:v>k4353</c:v>
                </c:pt>
                <c:pt idx="276654">
                  <c:v>k4354</c:v>
                </c:pt>
                <c:pt idx="276605">
                  <c:v>k4355</c:v>
                </c:pt>
                <c:pt idx="276556">
                  <c:v>k4356</c:v>
                </c:pt>
                <c:pt idx="276507">
                  <c:v>k4357</c:v>
                </c:pt>
                <c:pt idx="276458">
                  <c:v>k4358</c:v>
                </c:pt>
                <c:pt idx="276409">
                  <c:v>k4359</c:v>
                </c:pt>
                <c:pt idx="276360">
                  <c:v>k4360</c:v>
                </c:pt>
                <c:pt idx="276311">
                  <c:v>k4361</c:v>
                </c:pt>
                <c:pt idx="276262">
                  <c:v>k4362</c:v>
                </c:pt>
                <c:pt idx="276213">
                  <c:v>k4363</c:v>
                </c:pt>
                <c:pt idx="276164">
                  <c:v>k4364</c:v>
                </c:pt>
                <c:pt idx="276115">
                  <c:v>k4365</c:v>
                </c:pt>
                <c:pt idx="276066">
                  <c:v>k4366</c:v>
                </c:pt>
                <c:pt idx="276017">
                  <c:v>k4367</c:v>
                </c:pt>
                <c:pt idx="275968">
                  <c:v>k4368</c:v>
                </c:pt>
                <c:pt idx="275919">
                  <c:v>k4369</c:v>
                </c:pt>
                <c:pt idx="275870">
                  <c:v>k4370</c:v>
                </c:pt>
                <c:pt idx="275821">
                  <c:v>k4371</c:v>
                </c:pt>
                <c:pt idx="275772">
                  <c:v>k4372</c:v>
                </c:pt>
                <c:pt idx="275723">
                  <c:v>k4373</c:v>
                </c:pt>
                <c:pt idx="275674">
                  <c:v>k4374</c:v>
                </c:pt>
                <c:pt idx="275625">
                  <c:v>k4375</c:v>
                </c:pt>
                <c:pt idx="275576">
                  <c:v>k4376</c:v>
                </c:pt>
                <c:pt idx="275527">
                  <c:v>k4377</c:v>
                </c:pt>
                <c:pt idx="275478">
                  <c:v>k4378</c:v>
                </c:pt>
                <c:pt idx="275429">
                  <c:v>k4379</c:v>
                </c:pt>
                <c:pt idx="275380">
                  <c:v>k4380</c:v>
                </c:pt>
                <c:pt idx="275331">
                  <c:v>k4381</c:v>
                </c:pt>
                <c:pt idx="275282">
                  <c:v>k4382</c:v>
                </c:pt>
                <c:pt idx="275233">
                  <c:v>k4383</c:v>
                </c:pt>
                <c:pt idx="275184">
                  <c:v>k4384</c:v>
                </c:pt>
                <c:pt idx="275135">
                  <c:v>k4385</c:v>
                </c:pt>
                <c:pt idx="275086">
                  <c:v>k4386</c:v>
                </c:pt>
                <c:pt idx="275037">
                  <c:v>k4387</c:v>
                </c:pt>
                <c:pt idx="274988">
                  <c:v>k4388</c:v>
                </c:pt>
                <c:pt idx="274939">
                  <c:v>k4389</c:v>
                </c:pt>
                <c:pt idx="274890">
                  <c:v>k4390</c:v>
                </c:pt>
                <c:pt idx="274841">
                  <c:v>k4391</c:v>
                </c:pt>
                <c:pt idx="274792">
                  <c:v>k4392</c:v>
                </c:pt>
                <c:pt idx="274743">
                  <c:v>k4393</c:v>
                </c:pt>
                <c:pt idx="274694">
                  <c:v>k4394</c:v>
                </c:pt>
                <c:pt idx="274645">
                  <c:v>k4395</c:v>
                </c:pt>
                <c:pt idx="274596">
                  <c:v>k4396</c:v>
                </c:pt>
                <c:pt idx="274547">
                  <c:v>k4397</c:v>
                </c:pt>
                <c:pt idx="274498">
                  <c:v>k4398</c:v>
                </c:pt>
                <c:pt idx="274449">
                  <c:v>k4399</c:v>
                </c:pt>
                <c:pt idx="274400">
                  <c:v>k4400</c:v>
                </c:pt>
                <c:pt idx="274351">
                  <c:v>k4401</c:v>
                </c:pt>
                <c:pt idx="274302">
                  <c:v>k4402</c:v>
                </c:pt>
                <c:pt idx="274253">
                  <c:v>k4403</c:v>
                </c:pt>
                <c:pt idx="274204">
                  <c:v>k4404</c:v>
                </c:pt>
                <c:pt idx="274155">
                  <c:v>k4405</c:v>
                </c:pt>
                <c:pt idx="274106">
                  <c:v>k4406</c:v>
                </c:pt>
                <c:pt idx="274057">
                  <c:v>k4407</c:v>
                </c:pt>
                <c:pt idx="274008">
                  <c:v>k4408</c:v>
                </c:pt>
                <c:pt idx="273959">
                  <c:v>k4409</c:v>
                </c:pt>
                <c:pt idx="273910">
                  <c:v>k4410</c:v>
                </c:pt>
                <c:pt idx="273861">
                  <c:v>k4411</c:v>
                </c:pt>
                <c:pt idx="273812">
                  <c:v>k4412</c:v>
                </c:pt>
                <c:pt idx="273763">
                  <c:v>k4413</c:v>
                </c:pt>
                <c:pt idx="273714">
                  <c:v>k4414</c:v>
                </c:pt>
                <c:pt idx="273665">
                  <c:v>k4415</c:v>
                </c:pt>
                <c:pt idx="273616">
                  <c:v>k4416</c:v>
                </c:pt>
                <c:pt idx="273567">
                  <c:v>k4417</c:v>
                </c:pt>
                <c:pt idx="273518">
                  <c:v>k4418</c:v>
                </c:pt>
                <c:pt idx="273469">
                  <c:v>k4419</c:v>
                </c:pt>
                <c:pt idx="273420">
                  <c:v>k4420</c:v>
                </c:pt>
                <c:pt idx="273371">
                  <c:v>k4421</c:v>
                </c:pt>
                <c:pt idx="273322">
                  <c:v>k4422</c:v>
                </c:pt>
                <c:pt idx="273273">
                  <c:v>k4423</c:v>
                </c:pt>
                <c:pt idx="273224">
                  <c:v>k4424</c:v>
                </c:pt>
                <c:pt idx="273175">
                  <c:v>k4425</c:v>
                </c:pt>
                <c:pt idx="273126">
                  <c:v>k4426</c:v>
                </c:pt>
                <c:pt idx="273077">
                  <c:v>k4427</c:v>
                </c:pt>
                <c:pt idx="273028">
                  <c:v>k4428</c:v>
                </c:pt>
                <c:pt idx="272979">
                  <c:v>k4429</c:v>
                </c:pt>
                <c:pt idx="272930">
                  <c:v>k4430</c:v>
                </c:pt>
                <c:pt idx="272881">
                  <c:v>k4431</c:v>
                </c:pt>
                <c:pt idx="272832">
                  <c:v>k4432</c:v>
                </c:pt>
                <c:pt idx="272783">
                  <c:v>k4433</c:v>
                </c:pt>
                <c:pt idx="272734">
                  <c:v>k4434</c:v>
                </c:pt>
                <c:pt idx="272685">
                  <c:v>k4435</c:v>
                </c:pt>
                <c:pt idx="272636">
                  <c:v>k4436</c:v>
                </c:pt>
                <c:pt idx="272587">
                  <c:v>k4437</c:v>
                </c:pt>
                <c:pt idx="272538">
                  <c:v>k4438</c:v>
                </c:pt>
                <c:pt idx="272489">
                  <c:v>k4439</c:v>
                </c:pt>
                <c:pt idx="272440">
                  <c:v>k4440</c:v>
                </c:pt>
                <c:pt idx="272391">
                  <c:v>k4441</c:v>
                </c:pt>
                <c:pt idx="272342">
                  <c:v>k4442</c:v>
                </c:pt>
                <c:pt idx="272293">
                  <c:v>k4443</c:v>
                </c:pt>
                <c:pt idx="272244">
                  <c:v>k4444</c:v>
                </c:pt>
                <c:pt idx="272195">
                  <c:v>k4445</c:v>
                </c:pt>
                <c:pt idx="272146">
                  <c:v>k4446</c:v>
                </c:pt>
                <c:pt idx="272097">
                  <c:v>k4447</c:v>
                </c:pt>
                <c:pt idx="272048">
                  <c:v>k4448</c:v>
                </c:pt>
                <c:pt idx="271999">
                  <c:v>k4449</c:v>
                </c:pt>
                <c:pt idx="271950">
                  <c:v>k4450</c:v>
                </c:pt>
                <c:pt idx="271901">
                  <c:v>k4451</c:v>
                </c:pt>
                <c:pt idx="271852">
                  <c:v>k4452</c:v>
                </c:pt>
                <c:pt idx="271803">
                  <c:v>k4453</c:v>
                </c:pt>
                <c:pt idx="271754">
                  <c:v>k4454</c:v>
                </c:pt>
                <c:pt idx="271705">
                  <c:v>k4455</c:v>
                </c:pt>
                <c:pt idx="271656">
                  <c:v>k4456</c:v>
                </c:pt>
                <c:pt idx="271607">
                  <c:v>k4457</c:v>
                </c:pt>
                <c:pt idx="271558">
                  <c:v>k4458</c:v>
                </c:pt>
                <c:pt idx="271509">
                  <c:v>k4459</c:v>
                </c:pt>
                <c:pt idx="271460">
                  <c:v>k4460</c:v>
                </c:pt>
                <c:pt idx="271411">
                  <c:v>k4461</c:v>
                </c:pt>
                <c:pt idx="271362">
                  <c:v>k4462</c:v>
                </c:pt>
                <c:pt idx="271313">
                  <c:v>k4463</c:v>
                </c:pt>
                <c:pt idx="271264">
                  <c:v>k4464</c:v>
                </c:pt>
                <c:pt idx="271215">
                  <c:v>k4465</c:v>
                </c:pt>
                <c:pt idx="271166">
                  <c:v>k4466</c:v>
                </c:pt>
                <c:pt idx="271117">
                  <c:v>k4467</c:v>
                </c:pt>
                <c:pt idx="271068">
                  <c:v>k4468</c:v>
                </c:pt>
                <c:pt idx="271019">
                  <c:v>k4469</c:v>
                </c:pt>
                <c:pt idx="270970">
                  <c:v>k4470</c:v>
                </c:pt>
                <c:pt idx="270921">
                  <c:v>k4471</c:v>
                </c:pt>
                <c:pt idx="270872">
                  <c:v>k4472</c:v>
                </c:pt>
                <c:pt idx="270823">
                  <c:v>k4473</c:v>
                </c:pt>
                <c:pt idx="270774">
                  <c:v>k4474</c:v>
                </c:pt>
                <c:pt idx="270725">
                  <c:v>k4475</c:v>
                </c:pt>
                <c:pt idx="270676">
                  <c:v>k4476</c:v>
                </c:pt>
                <c:pt idx="270627">
                  <c:v>k4477</c:v>
                </c:pt>
                <c:pt idx="270578">
                  <c:v>k4478</c:v>
                </c:pt>
                <c:pt idx="270529">
                  <c:v>k4479</c:v>
                </c:pt>
                <c:pt idx="270480">
                  <c:v>k4480</c:v>
                </c:pt>
                <c:pt idx="270431">
                  <c:v>k4481</c:v>
                </c:pt>
                <c:pt idx="270382">
                  <c:v>k4482</c:v>
                </c:pt>
                <c:pt idx="270333">
                  <c:v>k4483</c:v>
                </c:pt>
                <c:pt idx="270284">
                  <c:v>k4484</c:v>
                </c:pt>
                <c:pt idx="270235">
                  <c:v>k4485</c:v>
                </c:pt>
                <c:pt idx="270186">
                  <c:v>k4486</c:v>
                </c:pt>
                <c:pt idx="270137">
                  <c:v>k4487</c:v>
                </c:pt>
                <c:pt idx="270088">
                  <c:v>k4488</c:v>
                </c:pt>
                <c:pt idx="270039">
                  <c:v>k4489</c:v>
                </c:pt>
                <c:pt idx="269990">
                  <c:v>k4490</c:v>
                </c:pt>
                <c:pt idx="269941">
                  <c:v>k4491</c:v>
                </c:pt>
                <c:pt idx="269892">
                  <c:v>k4492</c:v>
                </c:pt>
                <c:pt idx="269843">
                  <c:v>k4493</c:v>
                </c:pt>
                <c:pt idx="269794">
                  <c:v>k4494</c:v>
                </c:pt>
                <c:pt idx="269745">
                  <c:v>k4495</c:v>
                </c:pt>
                <c:pt idx="269696">
                  <c:v>k4496</c:v>
                </c:pt>
                <c:pt idx="269647">
                  <c:v>k4497</c:v>
                </c:pt>
                <c:pt idx="269598">
                  <c:v>k4498</c:v>
                </c:pt>
                <c:pt idx="269549">
                  <c:v>k4499</c:v>
                </c:pt>
                <c:pt idx="269500">
                  <c:v>k4500</c:v>
                </c:pt>
                <c:pt idx="269451">
                  <c:v>k4501</c:v>
                </c:pt>
                <c:pt idx="269402">
                  <c:v>k4502</c:v>
                </c:pt>
                <c:pt idx="269353">
                  <c:v>k4503</c:v>
                </c:pt>
                <c:pt idx="269304">
                  <c:v>k4504</c:v>
                </c:pt>
                <c:pt idx="269255">
                  <c:v>k4505</c:v>
                </c:pt>
                <c:pt idx="269206">
                  <c:v>k4506</c:v>
                </c:pt>
                <c:pt idx="269157">
                  <c:v>k4507</c:v>
                </c:pt>
                <c:pt idx="269108">
                  <c:v>k4508</c:v>
                </c:pt>
                <c:pt idx="269059">
                  <c:v>k4509</c:v>
                </c:pt>
                <c:pt idx="269010">
                  <c:v>k4510</c:v>
                </c:pt>
                <c:pt idx="268961">
                  <c:v>k4511</c:v>
                </c:pt>
                <c:pt idx="268912">
                  <c:v>k4512</c:v>
                </c:pt>
                <c:pt idx="268863">
                  <c:v>k4513</c:v>
                </c:pt>
                <c:pt idx="268814">
                  <c:v>k4514</c:v>
                </c:pt>
                <c:pt idx="268765">
                  <c:v>k4515</c:v>
                </c:pt>
                <c:pt idx="268716">
                  <c:v>k4516</c:v>
                </c:pt>
                <c:pt idx="268667">
                  <c:v>k4517</c:v>
                </c:pt>
                <c:pt idx="268618">
                  <c:v>k4518</c:v>
                </c:pt>
                <c:pt idx="268569">
                  <c:v>k4519</c:v>
                </c:pt>
                <c:pt idx="268520">
                  <c:v>k4520</c:v>
                </c:pt>
                <c:pt idx="268471">
                  <c:v>k4521</c:v>
                </c:pt>
                <c:pt idx="268422">
                  <c:v>k4522</c:v>
                </c:pt>
                <c:pt idx="268373">
                  <c:v>k4523</c:v>
                </c:pt>
                <c:pt idx="268324">
                  <c:v>k4524</c:v>
                </c:pt>
                <c:pt idx="268275">
                  <c:v>k4525</c:v>
                </c:pt>
                <c:pt idx="268226">
                  <c:v>k4526</c:v>
                </c:pt>
                <c:pt idx="268177">
                  <c:v>k4527</c:v>
                </c:pt>
                <c:pt idx="268128">
                  <c:v>k4528</c:v>
                </c:pt>
                <c:pt idx="268079">
                  <c:v>k4529</c:v>
                </c:pt>
                <c:pt idx="268030">
                  <c:v>k4530</c:v>
                </c:pt>
                <c:pt idx="267981">
                  <c:v>k4531</c:v>
                </c:pt>
                <c:pt idx="267932">
                  <c:v>k4532</c:v>
                </c:pt>
                <c:pt idx="267883">
                  <c:v>k4533</c:v>
                </c:pt>
                <c:pt idx="267834">
                  <c:v>k4534</c:v>
                </c:pt>
                <c:pt idx="267785">
                  <c:v>k4535</c:v>
                </c:pt>
                <c:pt idx="267736">
                  <c:v>k4536</c:v>
                </c:pt>
                <c:pt idx="267687">
                  <c:v>k4537</c:v>
                </c:pt>
                <c:pt idx="267638">
                  <c:v>k4538</c:v>
                </c:pt>
                <c:pt idx="267589">
                  <c:v>k4539</c:v>
                </c:pt>
                <c:pt idx="267540">
                  <c:v>k4540</c:v>
                </c:pt>
                <c:pt idx="267491">
                  <c:v>k4541</c:v>
                </c:pt>
                <c:pt idx="267442">
                  <c:v>k4542</c:v>
                </c:pt>
                <c:pt idx="267393">
                  <c:v>k4543</c:v>
                </c:pt>
                <c:pt idx="267344">
                  <c:v>k4544</c:v>
                </c:pt>
                <c:pt idx="267295">
                  <c:v>k4545</c:v>
                </c:pt>
                <c:pt idx="267246">
                  <c:v>k4546</c:v>
                </c:pt>
                <c:pt idx="267197">
                  <c:v>k4547</c:v>
                </c:pt>
                <c:pt idx="267148">
                  <c:v>k4548</c:v>
                </c:pt>
                <c:pt idx="267099">
                  <c:v>k4549</c:v>
                </c:pt>
                <c:pt idx="267050">
                  <c:v>k4550</c:v>
                </c:pt>
                <c:pt idx="267001">
                  <c:v>k4551</c:v>
                </c:pt>
                <c:pt idx="266952">
                  <c:v>k4552</c:v>
                </c:pt>
                <c:pt idx="266903">
                  <c:v>k4553</c:v>
                </c:pt>
                <c:pt idx="266854">
                  <c:v>k4554</c:v>
                </c:pt>
                <c:pt idx="266805">
                  <c:v>k4555</c:v>
                </c:pt>
                <c:pt idx="266756">
                  <c:v>k4556</c:v>
                </c:pt>
                <c:pt idx="266707">
                  <c:v>k4557</c:v>
                </c:pt>
                <c:pt idx="266658">
                  <c:v>k4558</c:v>
                </c:pt>
                <c:pt idx="266609">
                  <c:v>k4559</c:v>
                </c:pt>
                <c:pt idx="266560">
                  <c:v>k4560</c:v>
                </c:pt>
                <c:pt idx="266511">
                  <c:v>k4561</c:v>
                </c:pt>
                <c:pt idx="266462">
                  <c:v>k4562</c:v>
                </c:pt>
                <c:pt idx="266413">
                  <c:v>k4563</c:v>
                </c:pt>
                <c:pt idx="266364">
                  <c:v>k4564</c:v>
                </c:pt>
                <c:pt idx="266315">
                  <c:v>k4565</c:v>
                </c:pt>
                <c:pt idx="266266">
                  <c:v>k4566</c:v>
                </c:pt>
                <c:pt idx="266217">
                  <c:v>k4567</c:v>
                </c:pt>
                <c:pt idx="266168">
                  <c:v>k4568</c:v>
                </c:pt>
                <c:pt idx="266119">
                  <c:v>k4569</c:v>
                </c:pt>
                <c:pt idx="266070">
                  <c:v>k4570</c:v>
                </c:pt>
                <c:pt idx="266021">
                  <c:v>k4571</c:v>
                </c:pt>
                <c:pt idx="265972">
                  <c:v>k4572</c:v>
                </c:pt>
                <c:pt idx="265923">
                  <c:v>k4573</c:v>
                </c:pt>
                <c:pt idx="265874">
                  <c:v>k4574</c:v>
                </c:pt>
                <c:pt idx="265825">
                  <c:v>k4575</c:v>
                </c:pt>
                <c:pt idx="265776">
                  <c:v>k4576</c:v>
                </c:pt>
                <c:pt idx="265727">
                  <c:v>k4577</c:v>
                </c:pt>
                <c:pt idx="265678">
                  <c:v>k4578</c:v>
                </c:pt>
                <c:pt idx="265629">
                  <c:v>k4579</c:v>
                </c:pt>
                <c:pt idx="265580">
                  <c:v>k4580</c:v>
                </c:pt>
                <c:pt idx="265531">
                  <c:v>k4581</c:v>
                </c:pt>
                <c:pt idx="265482">
                  <c:v>k4582</c:v>
                </c:pt>
                <c:pt idx="265433">
                  <c:v>k4583</c:v>
                </c:pt>
                <c:pt idx="265384">
                  <c:v>k4584</c:v>
                </c:pt>
                <c:pt idx="265335">
                  <c:v>k4585</c:v>
                </c:pt>
                <c:pt idx="265286">
                  <c:v>k4586</c:v>
                </c:pt>
                <c:pt idx="265237">
                  <c:v>k4587</c:v>
                </c:pt>
                <c:pt idx="265188">
                  <c:v>k4588</c:v>
                </c:pt>
                <c:pt idx="265139">
                  <c:v>k4589</c:v>
                </c:pt>
                <c:pt idx="265090">
                  <c:v>k4590</c:v>
                </c:pt>
                <c:pt idx="265041">
                  <c:v>k4591</c:v>
                </c:pt>
                <c:pt idx="264992">
                  <c:v>k4592</c:v>
                </c:pt>
                <c:pt idx="264943">
                  <c:v>k4593</c:v>
                </c:pt>
                <c:pt idx="264894">
                  <c:v>k4594</c:v>
                </c:pt>
                <c:pt idx="264845">
                  <c:v>k4595</c:v>
                </c:pt>
                <c:pt idx="264796">
                  <c:v>k4596</c:v>
                </c:pt>
                <c:pt idx="264747">
                  <c:v>k4597</c:v>
                </c:pt>
                <c:pt idx="264698">
                  <c:v>k4598</c:v>
                </c:pt>
                <c:pt idx="264649">
                  <c:v>k4599</c:v>
                </c:pt>
                <c:pt idx="264600">
                  <c:v>k4600</c:v>
                </c:pt>
                <c:pt idx="264551">
                  <c:v>k4601</c:v>
                </c:pt>
                <c:pt idx="264502">
                  <c:v>k4602</c:v>
                </c:pt>
                <c:pt idx="264453">
                  <c:v>k4603</c:v>
                </c:pt>
                <c:pt idx="264404">
                  <c:v>k4604</c:v>
                </c:pt>
                <c:pt idx="264355">
                  <c:v>k4605</c:v>
                </c:pt>
                <c:pt idx="264306">
                  <c:v>k4606</c:v>
                </c:pt>
                <c:pt idx="264257">
                  <c:v>k4607</c:v>
                </c:pt>
                <c:pt idx="264208">
                  <c:v>k4608</c:v>
                </c:pt>
                <c:pt idx="264159">
                  <c:v>k4609</c:v>
                </c:pt>
                <c:pt idx="264110">
                  <c:v>k4610</c:v>
                </c:pt>
                <c:pt idx="264061">
                  <c:v>k4611</c:v>
                </c:pt>
                <c:pt idx="264012">
                  <c:v>k4612</c:v>
                </c:pt>
                <c:pt idx="263963">
                  <c:v>k4613</c:v>
                </c:pt>
                <c:pt idx="263914">
                  <c:v>k4614</c:v>
                </c:pt>
                <c:pt idx="263865">
                  <c:v>k4615</c:v>
                </c:pt>
                <c:pt idx="263816">
                  <c:v>k4616</c:v>
                </c:pt>
                <c:pt idx="263767">
                  <c:v>k4617</c:v>
                </c:pt>
                <c:pt idx="263718">
                  <c:v>k4618</c:v>
                </c:pt>
                <c:pt idx="263669">
                  <c:v>k4619</c:v>
                </c:pt>
                <c:pt idx="263620">
                  <c:v>k4620</c:v>
                </c:pt>
                <c:pt idx="263571">
                  <c:v>k4621</c:v>
                </c:pt>
                <c:pt idx="263522">
                  <c:v>k4622</c:v>
                </c:pt>
                <c:pt idx="263473">
                  <c:v>k4623</c:v>
                </c:pt>
                <c:pt idx="263424">
                  <c:v>k4624</c:v>
                </c:pt>
                <c:pt idx="263375">
                  <c:v>k4625</c:v>
                </c:pt>
                <c:pt idx="263326">
                  <c:v>k4626</c:v>
                </c:pt>
                <c:pt idx="263277">
                  <c:v>k4627</c:v>
                </c:pt>
                <c:pt idx="263228">
                  <c:v>k4628</c:v>
                </c:pt>
                <c:pt idx="263179">
                  <c:v>k4629</c:v>
                </c:pt>
                <c:pt idx="263130">
                  <c:v>k4630</c:v>
                </c:pt>
                <c:pt idx="263081">
                  <c:v>k4631</c:v>
                </c:pt>
                <c:pt idx="263032">
                  <c:v>k4632</c:v>
                </c:pt>
                <c:pt idx="262983">
                  <c:v>k4633</c:v>
                </c:pt>
                <c:pt idx="262934">
                  <c:v>k4634</c:v>
                </c:pt>
                <c:pt idx="262885">
                  <c:v>k4635</c:v>
                </c:pt>
                <c:pt idx="262836">
                  <c:v>k4636</c:v>
                </c:pt>
                <c:pt idx="262787">
                  <c:v>k4637</c:v>
                </c:pt>
                <c:pt idx="262738">
                  <c:v>k4638</c:v>
                </c:pt>
                <c:pt idx="262689">
                  <c:v>k4639</c:v>
                </c:pt>
                <c:pt idx="262640">
                  <c:v>k4640</c:v>
                </c:pt>
                <c:pt idx="262591">
                  <c:v>k4641</c:v>
                </c:pt>
                <c:pt idx="262542">
                  <c:v>k4642</c:v>
                </c:pt>
                <c:pt idx="262493">
                  <c:v>k4643</c:v>
                </c:pt>
                <c:pt idx="262444">
                  <c:v>k4644</c:v>
                </c:pt>
                <c:pt idx="262395">
                  <c:v>k4645</c:v>
                </c:pt>
                <c:pt idx="262346">
                  <c:v>k4646</c:v>
                </c:pt>
                <c:pt idx="262297">
                  <c:v>k4647</c:v>
                </c:pt>
                <c:pt idx="262248">
                  <c:v>k4648</c:v>
                </c:pt>
                <c:pt idx="262199">
                  <c:v>k4649</c:v>
                </c:pt>
                <c:pt idx="262150">
                  <c:v>k4650</c:v>
                </c:pt>
                <c:pt idx="262101">
                  <c:v>k4651</c:v>
                </c:pt>
                <c:pt idx="262052">
                  <c:v>k4652</c:v>
                </c:pt>
                <c:pt idx="262003">
                  <c:v>k4653</c:v>
                </c:pt>
                <c:pt idx="261954">
                  <c:v>k4654</c:v>
                </c:pt>
                <c:pt idx="261905">
                  <c:v>k4655</c:v>
                </c:pt>
                <c:pt idx="261856">
                  <c:v>k4656</c:v>
                </c:pt>
                <c:pt idx="261807">
                  <c:v>k4657</c:v>
                </c:pt>
                <c:pt idx="261758">
                  <c:v>k4658</c:v>
                </c:pt>
                <c:pt idx="261709">
                  <c:v>k4659</c:v>
                </c:pt>
                <c:pt idx="261660">
                  <c:v>k4660</c:v>
                </c:pt>
                <c:pt idx="261611">
                  <c:v>k4661</c:v>
                </c:pt>
                <c:pt idx="261562">
                  <c:v>k4662</c:v>
                </c:pt>
                <c:pt idx="261513">
                  <c:v>k4663</c:v>
                </c:pt>
                <c:pt idx="261464">
                  <c:v>k4664</c:v>
                </c:pt>
                <c:pt idx="261415">
                  <c:v>k4665</c:v>
                </c:pt>
                <c:pt idx="261366">
                  <c:v>k4666</c:v>
                </c:pt>
                <c:pt idx="261317">
                  <c:v>k4667</c:v>
                </c:pt>
                <c:pt idx="261268">
                  <c:v>k4668</c:v>
                </c:pt>
                <c:pt idx="261219">
                  <c:v>k4669</c:v>
                </c:pt>
                <c:pt idx="261170">
                  <c:v>k4670</c:v>
                </c:pt>
                <c:pt idx="261121">
                  <c:v>k4671</c:v>
                </c:pt>
                <c:pt idx="261072">
                  <c:v>k4672</c:v>
                </c:pt>
                <c:pt idx="261023">
                  <c:v>k4673</c:v>
                </c:pt>
                <c:pt idx="260974">
                  <c:v>k4674</c:v>
                </c:pt>
                <c:pt idx="260925">
                  <c:v>k4675</c:v>
                </c:pt>
                <c:pt idx="260876">
                  <c:v>k4676</c:v>
                </c:pt>
                <c:pt idx="260827">
                  <c:v>k4677</c:v>
                </c:pt>
                <c:pt idx="260778">
                  <c:v>k4678</c:v>
                </c:pt>
                <c:pt idx="260729">
                  <c:v>k4679</c:v>
                </c:pt>
                <c:pt idx="260680">
                  <c:v>k4680</c:v>
                </c:pt>
                <c:pt idx="260631">
                  <c:v>k4681</c:v>
                </c:pt>
                <c:pt idx="260582">
                  <c:v>k4682</c:v>
                </c:pt>
                <c:pt idx="260533">
                  <c:v>k4683</c:v>
                </c:pt>
                <c:pt idx="260484">
                  <c:v>k4684</c:v>
                </c:pt>
                <c:pt idx="260435">
                  <c:v>k4685</c:v>
                </c:pt>
                <c:pt idx="260386">
                  <c:v>k4686</c:v>
                </c:pt>
                <c:pt idx="260337">
                  <c:v>k4687</c:v>
                </c:pt>
                <c:pt idx="260288">
                  <c:v>k4688</c:v>
                </c:pt>
                <c:pt idx="260239">
                  <c:v>k4689</c:v>
                </c:pt>
                <c:pt idx="260190">
                  <c:v>k4690</c:v>
                </c:pt>
                <c:pt idx="260141">
                  <c:v>k4691</c:v>
                </c:pt>
                <c:pt idx="260092">
                  <c:v>k4692</c:v>
                </c:pt>
                <c:pt idx="260043">
                  <c:v>k4693</c:v>
                </c:pt>
                <c:pt idx="259994">
                  <c:v>k4694</c:v>
                </c:pt>
                <c:pt idx="259945">
                  <c:v>k4695</c:v>
                </c:pt>
                <c:pt idx="259896">
                  <c:v>k4696</c:v>
                </c:pt>
                <c:pt idx="259847">
                  <c:v>k4697</c:v>
                </c:pt>
                <c:pt idx="259798">
                  <c:v>k4698</c:v>
                </c:pt>
                <c:pt idx="259749">
                  <c:v>k4699</c:v>
                </c:pt>
                <c:pt idx="259700">
                  <c:v>k4700</c:v>
                </c:pt>
                <c:pt idx="259651">
                  <c:v>k4701</c:v>
                </c:pt>
                <c:pt idx="259602">
                  <c:v>k4702</c:v>
                </c:pt>
                <c:pt idx="259553">
                  <c:v>k4703</c:v>
                </c:pt>
                <c:pt idx="259504">
                  <c:v>k4704</c:v>
                </c:pt>
                <c:pt idx="259455">
                  <c:v>k4705</c:v>
                </c:pt>
                <c:pt idx="259406">
                  <c:v>k4706</c:v>
                </c:pt>
                <c:pt idx="259357">
                  <c:v>k4707</c:v>
                </c:pt>
                <c:pt idx="259308">
                  <c:v>k4708</c:v>
                </c:pt>
                <c:pt idx="259259">
                  <c:v>k4709</c:v>
                </c:pt>
                <c:pt idx="259210">
                  <c:v>k4710</c:v>
                </c:pt>
                <c:pt idx="259161">
                  <c:v>k4711</c:v>
                </c:pt>
                <c:pt idx="259112">
                  <c:v>k4712</c:v>
                </c:pt>
                <c:pt idx="259063">
                  <c:v>k4713</c:v>
                </c:pt>
                <c:pt idx="259014">
                  <c:v>k4714</c:v>
                </c:pt>
                <c:pt idx="258965">
                  <c:v>k4715</c:v>
                </c:pt>
                <c:pt idx="258916">
                  <c:v>k4716</c:v>
                </c:pt>
                <c:pt idx="258867">
                  <c:v>k4717</c:v>
                </c:pt>
                <c:pt idx="258818">
                  <c:v>k4718</c:v>
                </c:pt>
                <c:pt idx="258769">
                  <c:v>k4719</c:v>
                </c:pt>
                <c:pt idx="258720">
                  <c:v>k4720</c:v>
                </c:pt>
                <c:pt idx="258671">
                  <c:v>k4721</c:v>
                </c:pt>
                <c:pt idx="258622">
                  <c:v>k4722</c:v>
                </c:pt>
                <c:pt idx="258573">
                  <c:v>k4723</c:v>
                </c:pt>
                <c:pt idx="258524">
                  <c:v>k4724</c:v>
                </c:pt>
                <c:pt idx="258475">
                  <c:v>k4725</c:v>
                </c:pt>
                <c:pt idx="258426">
                  <c:v>k4726</c:v>
                </c:pt>
                <c:pt idx="258377">
                  <c:v>k4727</c:v>
                </c:pt>
                <c:pt idx="258328">
                  <c:v>k4728</c:v>
                </c:pt>
                <c:pt idx="258279">
                  <c:v>k4729</c:v>
                </c:pt>
                <c:pt idx="258230">
                  <c:v>k4730</c:v>
                </c:pt>
                <c:pt idx="258181">
                  <c:v>k4731</c:v>
                </c:pt>
                <c:pt idx="258132">
                  <c:v>k4732</c:v>
                </c:pt>
                <c:pt idx="258083">
                  <c:v>k4733</c:v>
                </c:pt>
                <c:pt idx="258034">
                  <c:v>k4734</c:v>
                </c:pt>
                <c:pt idx="257985">
                  <c:v>k4735</c:v>
                </c:pt>
                <c:pt idx="257936">
                  <c:v>k4736</c:v>
                </c:pt>
                <c:pt idx="257887">
                  <c:v>k4737</c:v>
                </c:pt>
                <c:pt idx="257838">
                  <c:v>k4738</c:v>
                </c:pt>
                <c:pt idx="257789">
                  <c:v>k4739</c:v>
                </c:pt>
                <c:pt idx="257740">
                  <c:v>k4740</c:v>
                </c:pt>
                <c:pt idx="257691">
                  <c:v>k4741</c:v>
                </c:pt>
                <c:pt idx="257642">
                  <c:v>k4742</c:v>
                </c:pt>
                <c:pt idx="257593">
                  <c:v>k4743</c:v>
                </c:pt>
                <c:pt idx="257544">
                  <c:v>k4744</c:v>
                </c:pt>
                <c:pt idx="257495">
                  <c:v>k4745</c:v>
                </c:pt>
                <c:pt idx="257446">
                  <c:v>k4746</c:v>
                </c:pt>
                <c:pt idx="257397">
                  <c:v>k4747</c:v>
                </c:pt>
                <c:pt idx="257348">
                  <c:v>k4748</c:v>
                </c:pt>
                <c:pt idx="257299">
                  <c:v>k4749</c:v>
                </c:pt>
                <c:pt idx="257250">
                  <c:v>k4750</c:v>
                </c:pt>
                <c:pt idx="257201">
                  <c:v>k4751</c:v>
                </c:pt>
                <c:pt idx="257152">
                  <c:v>k4752</c:v>
                </c:pt>
                <c:pt idx="257103">
                  <c:v>k4753</c:v>
                </c:pt>
                <c:pt idx="257054">
                  <c:v>k4754</c:v>
                </c:pt>
                <c:pt idx="257005">
                  <c:v>k4755</c:v>
                </c:pt>
                <c:pt idx="256956">
                  <c:v>k4756</c:v>
                </c:pt>
                <c:pt idx="256907">
                  <c:v>k4757</c:v>
                </c:pt>
                <c:pt idx="256858">
                  <c:v>k4758</c:v>
                </c:pt>
                <c:pt idx="256809">
                  <c:v>k4759</c:v>
                </c:pt>
                <c:pt idx="256760">
                  <c:v>k4760</c:v>
                </c:pt>
                <c:pt idx="256711">
                  <c:v>k4761</c:v>
                </c:pt>
                <c:pt idx="256662">
                  <c:v>k4762</c:v>
                </c:pt>
                <c:pt idx="256613">
                  <c:v>k4763</c:v>
                </c:pt>
                <c:pt idx="256564">
                  <c:v>k4764</c:v>
                </c:pt>
                <c:pt idx="256515">
                  <c:v>k4765</c:v>
                </c:pt>
                <c:pt idx="256466">
                  <c:v>k4766</c:v>
                </c:pt>
                <c:pt idx="256417">
                  <c:v>k4767</c:v>
                </c:pt>
                <c:pt idx="256368">
                  <c:v>k4768</c:v>
                </c:pt>
                <c:pt idx="256319">
                  <c:v>k4769</c:v>
                </c:pt>
                <c:pt idx="256270">
                  <c:v>k4770</c:v>
                </c:pt>
                <c:pt idx="256221">
                  <c:v>k4771</c:v>
                </c:pt>
                <c:pt idx="256172">
                  <c:v>k4772</c:v>
                </c:pt>
                <c:pt idx="256123">
                  <c:v>k4773</c:v>
                </c:pt>
                <c:pt idx="256074">
                  <c:v>k4774</c:v>
                </c:pt>
                <c:pt idx="256025">
                  <c:v>k4775</c:v>
                </c:pt>
                <c:pt idx="255976">
                  <c:v>k4776</c:v>
                </c:pt>
                <c:pt idx="255927">
                  <c:v>k4777</c:v>
                </c:pt>
                <c:pt idx="255878">
                  <c:v>k4778</c:v>
                </c:pt>
                <c:pt idx="255829">
                  <c:v>k4779</c:v>
                </c:pt>
                <c:pt idx="255780">
                  <c:v>k4780</c:v>
                </c:pt>
                <c:pt idx="255731">
                  <c:v>k4781</c:v>
                </c:pt>
                <c:pt idx="255682">
                  <c:v>k4782</c:v>
                </c:pt>
                <c:pt idx="255633">
                  <c:v>k4783</c:v>
                </c:pt>
                <c:pt idx="255584">
                  <c:v>k4784</c:v>
                </c:pt>
                <c:pt idx="255535">
                  <c:v>k4785</c:v>
                </c:pt>
                <c:pt idx="255486">
                  <c:v>k4786</c:v>
                </c:pt>
                <c:pt idx="255437">
                  <c:v>k4787</c:v>
                </c:pt>
                <c:pt idx="255388">
                  <c:v>k4788</c:v>
                </c:pt>
                <c:pt idx="255339">
                  <c:v>k4789</c:v>
                </c:pt>
                <c:pt idx="255290">
                  <c:v>k4790</c:v>
                </c:pt>
                <c:pt idx="255241">
                  <c:v>k4791</c:v>
                </c:pt>
                <c:pt idx="255192">
                  <c:v>k4792</c:v>
                </c:pt>
                <c:pt idx="255143">
                  <c:v>k4793</c:v>
                </c:pt>
                <c:pt idx="255094">
                  <c:v>k4794</c:v>
                </c:pt>
                <c:pt idx="255045">
                  <c:v>k4795</c:v>
                </c:pt>
                <c:pt idx="254996">
                  <c:v>k4796</c:v>
                </c:pt>
                <c:pt idx="254947">
                  <c:v>k4797</c:v>
                </c:pt>
                <c:pt idx="254898">
                  <c:v>k4798</c:v>
                </c:pt>
                <c:pt idx="254849">
                  <c:v>k4799</c:v>
                </c:pt>
                <c:pt idx="254800">
                  <c:v>k4800</c:v>
                </c:pt>
                <c:pt idx="254751">
                  <c:v>k4801</c:v>
                </c:pt>
                <c:pt idx="254702">
                  <c:v>k4802</c:v>
                </c:pt>
                <c:pt idx="254653">
                  <c:v>k4803</c:v>
                </c:pt>
                <c:pt idx="254604">
                  <c:v>k4804</c:v>
                </c:pt>
                <c:pt idx="254555">
                  <c:v>k4805</c:v>
                </c:pt>
                <c:pt idx="254506">
                  <c:v>k4806</c:v>
                </c:pt>
                <c:pt idx="254457">
                  <c:v>k4807</c:v>
                </c:pt>
                <c:pt idx="254408">
                  <c:v>k4808</c:v>
                </c:pt>
                <c:pt idx="254359">
                  <c:v>k4809</c:v>
                </c:pt>
                <c:pt idx="254310">
                  <c:v>k4810</c:v>
                </c:pt>
                <c:pt idx="254261">
                  <c:v>k4811</c:v>
                </c:pt>
                <c:pt idx="254212">
                  <c:v>k4812</c:v>
                </c:pt>
                <c:pt idx="254163">
                  <c:v>k4813</c:v>
                </c:pt>
                <c:pt idx="254114">
                  <c:v>k4814</c:v>
                </c:pt>
                <c:pt idx="254065">
                  <c:v>k4815</c:v>
                </c:pt>
                <c:pt idx="254016">
                  <c:v>k4816</c:v>
                </c:pt>
                <c:pt idx="253967">
                  <c:v>k4817</c:v>
                </c:pt>
                <c:pt idx="253918">
                  <c:v>k4818</c:v>
                </c:pt>
                <c:pt idx="253869">
                  <c:v>k4819</c:v>
                </c:pt>
                <c:pt idx="253820">
                  <c:v>k4820</c:v>
                </c:pt>
                <c:pt idx="253771">
                  <c:v>k4821</c:v>
                </c:pt>
                <c:pt idx="253722">
                  <c:v>k4822</c:v>
                </c:pt>
                <c:pt idx="253673">
                  <c:v>k4823</c:v>
                </c:pt>
                <c:pt idx="253624">
                  <c:v>k4824</c:v>
                </c:pt>
                <c:pt idx="253575">
                  <c:v>k4825</c:v>
                </c:pt>
                <c:pt idx="253526">
                  <c:v>k4826</c:v>
                </c:pt>
                <c:pt idx="253477">
                  <c:v>k4827</c:v>
                </c:pt>
                <c:pt idx="253428">
                  <c:v>k4828</c:v>
                </c:pt>
                <c:pt idx="253379">
                  <c:v>k4829</c:v>
                </c:pt>
                <c:pt idx="253330">
                  <c:v>k4830</c:v>
                </c:pt>
                <c:pt idx="253281">
                  <c:v>k4831</c:v>
                </c:pt>
                <c:pt idx="253232">
                  <c:v>k4832</c:v>
                </c:pt>
                <c:pt idx="253183">
                  <c:v>k4833</c:v>
                </c:pt>
                <c:pt idx="253134">
                  <c:v>k4834</c:v>
                </c:pt>
                <c:pt idx="253085">
                  <c:v>k4835</c:v>
                </c:pt>
                <c:pt idx="253036">
                  <c:v>k4836</c:v>
                </c:pt>
                <c:pt idx="252987">
                  <c:v>k4837</c:v>
                </c:pt>
                <c:pt idx="252938">
                  <c:v>k4838</c:v>
                </c:pt>
                <c:pt idx="252889">
                  <c:v>k4839</c:v>
                </c:pt>
                <c:pt idx="252840">
                  <c:v>k4840</c:v>
                </c:pt>
                <c:pt idx="252791">
                  <c:v>k4841</c:v>
                </c:pt>
                <c:pt idx="252742">
                  <c:v>k4842</c:v>
                </c:pt>
                <c:pt idx="252693">
                  <c:v>k4843</c:v>
                </c:pt>
                <c:pt idx="252644">
                  <c:v>k4844</c:v>
                </c:pt>
                <c:pt idx="252595">
                  <c:v>k4845</c:v>
                </c:pt>
                <c:pt idx="252546">
                  <c:v>k4846</c:v>
                </c:pt>
                <c:pt idx="252497">
                  <c:v>k4847</c:v>
                </c:pt>
                <c:pt idx="252448">
                  <c:v>k4848</c:v>
                </c:pt>
                <c:pt idx="252399">
                  <c:v>k4849</c:v>
                </c:pt>
                <c:pt idx="252350">
                  <c:v>k4850</c:v>
                </c:pt>
                <c:pt idx="252301">
                  <c:v>k4851</c:v>
                </c:pt>
                <c:pt idx="252252">
                  <c:v>k4852</c:v>
                </c:pt>
                <c:pt idx="252203">
                  <c:v>k4853</c:v>
                </c:pt>
                <c:pt idx="252154">
                  <c:v>k4854</c:v>
                </c:pt>
                <c:pt idx="252105">
                  <c:v>k4855</c:v>
                </c:pt>
                <c:pt idx="252056">
                  <c:v>k4856</c:v>
                </c:pt>
                <c:pt idx="252007">
                  <c:v>k4857</c:v>
                </c:pt>
                <c:pt idx="251958">
                  <c:v>k4858</c:v>
                </c:pt>
                <c:pt idx="251909">
                  <c:v>k4859</c:v>
                </c:pt>
                <c:pt idx="251860">
                  <c:v>k4860</c:v>
                </c:pt>
                <c:pt idx="251811">
                  <c:v>k4861</c:v>
                </c:pt>
                <c:pt idx="251762">
                  <c:v>k4862</c:v>
                </c:pt>
                <c:pt idx="251713">
                  <c:v>k4863</c:v>
                </c:pt>
                <c:pt idx="251664">
                  <c:v>k4864</c:v>
                </c:pt>
                <c:pt idx="251615">
                  <c:v>k4865</c:v>
                </c:pt>
                <c:pt idx="251566">
                  <c:v>k4866</c:v>
                </c:pt>
                <c:pt idx="251517">
                  <c:v>k4867</c:v>
                </c:pt>
                <c:pt idx="251468">
                  <c:v>k4868</c:v>
                </c:pt>
                <c:pt idx="251419">
                  <c:v>k4869</c:v>
                </c:pt>
                <c:pt idx="251370">
                  <c:v>k4870</c:v>
                </c:pt>
                <c:pt idx="251321">
                  <c:v>k4871</c:v>
                </c:pt>
                <c:pt idx="251272">
                  <c:v>k4872</c:v>
                </c:pt>
                <c:pt idx="251223">
                  <c:v>k4873</c:v>
                </c:pt>
                <c:pt idx="251174">
                  <c:v>k4874</c:v>
                </c:pt>
                <c:pt idx="251125">
                  <c:v>k4875</c:v>
                </c:pt>
                <c:pt idx="251076">
                  <c:v>k4876</c:v>
                </c:pt>
                <c:pt idx="251027">
                  <c:v>k4877</c:v>
                </c:pt>
                <c:pt idx="250978">
                  <c:v>k4878</c:v>
                </c:pt>
                <c:pt idx="250929">
                  <c:v>k4879</c:v>
                </c:pt>
                <c:pt idx="250880">
                  <c:v>k4880</c:v>
                </c:pt>
                <c:pt idx="250831">
                  <c:v>k4881</c:v>
                </c:pt>
                <c:pt idx="250782">
                  <c:v>k4882</c:v>
                </c:pt>
                <c:pt idx="250733">
                  <c:v>k4883</c:v>
                </c:pt>
                <c:pt idx="250684">
                  <c:v>k4884</c:v>
                </c:pt>
                <c:pt idx="250635">
                  <c:v>k4885</c:v>
                </c:pt>
                <c:pt idx="250586">
                  <c:v>k4886</c:v>
                </c:pt>
                <c:pt idx="250537">
                  <c:v>k4887</c:v>
                </c:pt>
                <c:pt idx="250488">
                  <c:v>k4888</c:v>
                </c:pt>
                <c:pt idx="250439">
                  <c:v>k4889</c:v>
                </c:pt>
                <c:pt idx="250390">
                  <c:v>k4890</c:v>
                </c:pt>
                <c:pt idx="250341">
                  <c:v>k4891</c:v>
                </c:pt>
                <c:pt idx="250292">
                  <c:v>k4892</c:v>
                </c:pt>
                <c:pt idx="250243">
                  <c:v>k4893</c:v>
                </c:pt>
                <c:pt idx="250194">
                  <c:v>k4894</c:v>
                </c:pt>
                <c:pt idx="250145">
                  <c:v>k4895</c:v>
                </c:pt>
                <c:pt idx="250096">
                  <c:v>k4896</c:v>
                </c:pt>
                <c:pt idx="250047">
                  <c:v>k4897</c:v>
                </c:pt>
                <c:pt idx="249998">
                  <c:v>k4898</c:v>
                </c:pt>
                <c:pt idx="249949">
                  <c:v>k4899</c:v>
                </c:pt>
                <c:pt idx="249900">
                  <c:v>k4900</c:v>
                </c:pt>
                <c:pt idx="249851">
                  <c:v>k4901</c:v>
                </c:pt>
                <c:pt idx="249802">
                  <c:v>k4902</c:v>
                </c:pt>
                <c:pt idx="249753">
                  <c:v>k4903</c:v>
                </c:pt>
                <c:pt idx="249704">
                  <c:v>k4904</c:v>
                </c:pt>
                <c:pt idx="249655">
                  <c:v>k4905</c:v>
                </c:pt>
                <c:pt idx="249606">
                  <c:v>k4906</c:v>
                </c:pt>
                <c:pt idx="249557">
                  <c:v>k4907</c:v>
                </c:pt>
                <c:pt idx="249508">
                  <c:v>k4908</c:v>
                </c:pt>
                <c:pt idx="249459">
                  <c:v>k4909</c:v>
                </c:pt>
                <c:pt idx="249410">
                  <c:v>k4910</c:v>
                </c:pt>
                <c:pt idx="249361">
                  <c:v>k4911</c:v>
                </c:pt>
                <c:pt idx="249312">
                  <c:v>k4912</c:v>
                </c:pt>
                <c:pt idx="249263">
                  <c:v>k4913</c:v>
                </c:pt>
                <c:pt idx="249214">
                  <c:v>k4914</c:v>
                </c:pt>
                <c:pt idx="249165">
                  <c:v>k4915</c:v>
                </c:pt>
                <c:pt idx="249116">
                  <c:v>k4916</c:v>
                </c:pt>
                <c:pt idx="249067">
                  <c:v>k4917</c:v>
                </c:pt>
                <c:pt idx="249018">
                  <c:v>k4918</c:v>
                </c:pt>
                <c:pt idx="248969">
                  <c:v>k4919</c:v>
                </c:pt>
                <c:pt idx="248920">
                  <c:v>k4920</c:v>
                </c:pt>
                <c:pt idx="248871">
                  <c:v>k4921</c:v>
                </c:pt>
                <c:pt idx="248822">
                  <c:v>k4922</c:v>
                </c:pt>
                <c:pt idx="248773">
                  <c:v>k4923</c:v>
                </c:pt>
                <c:pt idx="248724">
                  <c:v>k4924</c:v>
                </c:pt>
                <c:pt idx="248675">
                  <c:v>k4925</c:v>
                </c:pt>
                <c:pt idx="248626">
                  <c:v>k4926</c:v>
                </c:pt>
                <c:pt idx="248577">
                  <c:v>k4927</c:v>
                </c:pt>
                <c:pt idx="248528">
                  <c:v>k4928</c:v>
                </c:pt>
                <c:pt idx="248479">
                  <c:v>k4929</c:v>
                </c:pt>
                <c:pt idx="248430">
                  <c:v>k4930</c:v>
                </c:pt>
                <c:pt idx="248381">
                  <c:v>k4931</c:v>
                </c:pt>
                <c:pt idx="248332">
                  <c:v>k4932</c:v>
                </c:pt>
                <c:pt idx="248283">
                  <c:v>k4933</c:v>
                </c:pt>
                <c:pt idx="248234">
                  <c:v>k4934</c:v>
                </c:pt>
                <c:pt idx="248185">
                  <c:v>k4935</c:v>
                </c:pt>
                <c:pt idx="248136">
                  <c:v>k4936</c:v>
                </c:pt>
                <c:pt idx="248087">
                  <c:v>k4937</c:v>
                </c:pt>
                <c:pt idx="248038">
                  <c:v>k4938</c:v>
                </c:pt>
                <c:pt idx="247989">
                  <c:v>k4939</c:v>
                </c:pt>
                <c:pt idx="247940">
                  <c:v>k4940</c:v>
                </c:pt>
                <c:pt idx="247891">
                  <c:v>k4941</c:v>
                </c:pt>
                <c:pt idx="247842">
                  <c:v>k4942</c:v>
                </c:pt>
                <c:pt idx="247793">
                  <c:v>k4943</c:v>
                </c:pt>
                <c:pt idx="247744">
                  <c:v>k4944</c:v>
                </c:pt>
                <c:pt idx="247695">
                  <c:v>k4945</c:v>
                </c:pt>
                <c:pt idx="247646">
                  <c:v>k4946</c:v>
                </c:pt>
                <c:pt idx="247597">
                  <c:v>k4947</c:v>
                </c:pt>
                <c:pt idx="247548">
                  <c:v>k4948</c:v>
                </c:pt>
                <c:pt idx="247499">
                  <c:v>k4949</c:v>
                </c:pt>
                <c:pt idx="247450">
                  <c:v>k4950</c:v>
                </c:pt>
                <c:pt idx="247401">
                  <c:v>k4951</c:v>
                </c:pt>
                <c:pt idx="247352">
                  <c:v>k4952</c:v>
                </c:pt>
                <c:pt idx="247303">
                  <c:v>k4953</c:v>
                </c:pt>
                <c:pt idx="247254">
                  <c:v>k4954</c:v>
                </c:pt>
                <c:pt idx="247205">
                  <c:v>k4955</c:v>
                </c:pt>
                <c:pt idx="247156">
                  <c:v>k4956</c:v>
                </c:pt>
                <c:pt idx="247107">
                  <c:v>k4957</c:v>
                </c:pt>
                <c:pt idx="247058">
                  <c:v>k4958</c:v>
                </c:pt>
                <c:pt idx="247009">
                  <c:v>k4959</c:v>
                </c:pt>
                <c:pt idx="246960">
                  <c:v>k4960</c:v>
                </c:pt>
                <c:pt idx="246911">
                  <c:v>k4961</c:v>
                </c:pt>
                <c:pt idx="246862">
                  <c:v>k4962</c:v>
                </c:pt>
                <c:pt idx="246813">
                  <c:v>k4963</c:v>
                </c:pt>
                <c:pt idx="246764">
                  <c:v>k4964</c:v>
                </c:pt>
                <c:pt idx="246715">
                  <c:v>k4965</c:v>
                </c:pt>
                <c:pt idx="246666">
                  <c:v>k4966</c:v>
                </c:pt>
                <c:pt idx="246617">
                  <c:v>k4967</c:v>
                </c:pt>
                <c:pt idx="246568">
                  <c:v>k4968</c:v>
                </c:pt>
                <c:pt idx="246519">
                  <c:v>k4969</c:v>
                </c:pt>
                <c:pt idx="246470">
                  <c:v>k4970</c:v>
                </c:pt>
                <c:pt idx="246421">
                  <c:v>k4971</c:v>
                </c:pt>
                <c:pt idx="246372">
                  <c:v>k4972</c:v>
                </c:pt>
                <c:pt idx="246323">
                  <c:v>k4973</c:v>
                </c:pt>
                <c:pt idx="246274">
                  <c:v>k4974</c:v>
                </c:pt>
                <c:pt idx="246225">
                  <c:v>k4975</c:v>
                </c:pt>
                <c:pt idx="246176">
                  <c:v>k4976</c:v>
                </c:pt>
                <c:pt idx="246127">
                  <c:v>k4977</c:v>
                </c:pt>
                <c:pt idx="246078">
                  <c:v>k4978</c:v>
                </c:pt>
                <c:pt idx="246029">
                  <c:v>k4979</c:v>
                </c:pt>
                <c:pt idx="245980">
                  <c:v>k4980</c:v>
                </c:pt>
                <c:pt idx="245931">
                  <c:v>k4981</c:v>
                </c:pt>
                <c:pt idx="245882">
                  <c:v>k4982</c:v>
                </c:pt>
                <c:pt idx="245833">
                  <c:v>k4983</c:v>
                </c:pt>
                <c:pt idx="245784">
                  <c:v>k4984</c:v>
                </c:pt>
                <c:pt idx="245735">
                  <c:v>k4985</c:v>
                </c:pt>
                <c:pt idx="245686">
                  <c:v>k4986</c:v>
                </c:pt>
                <c:pt idx="245637">
                  <c:v>k4987</c:v>
                </c:pt>
                <c:pt idx="245588">
                  <c:v>k4988</c:v>
                </c:pt>
                <c:pt idx="245539">
                  <c:v>k4989</c:v>
                </c:pt>
                <c:pt idx="245490">
                  <c:v>k4990</c:v>
                </c:pt>
                <c:pt idx="245441">
                  <c:v>k4991</c:v>
                </c:pt>
                <c:pt idx="245392">
                  <c:v>k4992</c:v>
                </c:pt>
                <c:pt idx="245343">
                  <c:v>k4993</c:v>
                </c:pt>
                <c:pt idx="245294">
                  <c:v>k4994</c:v>
                </c:pt>
                <c:pt idx="245245">
                  <c:v>k4995</c:v>
                </c:pt>
                <c:pt idx="245196">
                  <c:v>k4996</c:v>
                </c:pt>
                <c:pt idx="245147">
                  <c:v>k4997</c:v>
                </c:pt>
                <c:pt idx="245098">
                  <c:v>k4998</c:v>
                </c:pt>
                <c:pt idx="245049">
                  <c:v>k4999</c:v>
                </c:pt>
                <c:pt idx="245000">
                  <c:v>k5000</c:v>
                </c:pt>
                <c:pt idx="244951">
                  <c:v>k5001</c:v>
                </c:pt>
                <c:pt idx="244902">
                  <c:v>k5002</c:v>
                </c:pt>
                <c:pt idx="244853">
                  <c:v>k5003</c:v>
                </c:pt>
                <c:pt idx="244804">
                  <c:v>k5004</c:v>
                </c:pt>
                <c:pt idx="244755">
                  <c:v>k5005</c:v>
                </c:pt>
                <c:pt idx="244706">
                  <c:v>k5006</c:v>
                </c:pt>
                <c:pt idx="244657">
                  <c:v>k5007</c:v>
                </c:pt>
                <c:pt idx="244608">
                  <c:v>k5008</c:v>
                </c:pt>
                <c:pt idx="244559">
                  <c:v>k5009</c:v>
                </c:pt>
                <c:pt idx="244510">
                  <c:v>k5010</c:v>
                </c:pt>
                <c:pt idx="244461">
                  <c:v>k5011</c:v>
                </c:pt>
                <c:pt idx="244412">
                  <c:v>k5012</c:v>
                </c:pt>
                <c:pt idx="244363">
                  <c:v>k5013</c:v>
                </c:pt>
                <c:pt idx="244314">
                  <c:v>k5014</c:v>
                </c:pt>
                <c:pt idx="244265">
                  <c:v>k5015</c:v>
                </c:pt>
                <c:pt idx="244216">
                  <c:v>k5016</c:v>
                </c:pt>
                <c:pt idx="244167">
                  <c:v>k5017</c:v>
                </c:pt>
                <c:pt idx="244118">
                  <c:v>k5018</c:v>
                </c:pt>
                <c:pt idx="244069">
                  <c:v>k5019</c:v>
                </c:pt>
                <c:pt idx="244020">
                  <c:v>k5020</c:v>
                </c:pt>
                <c:pt idx="243971">
                  <c:v>k5021</c:v>
                </c:pt>
                <c:pt idx="243922">
                  <c:v>k5022</c:v>
                </c:pt>
                <c:pt idx="243873">
                  <c:v>k5023</c:v>
                </c:pt>
                <c:pt idx="243824">
                  <c:v>k5024</c:v>
                </c:pt>
                <c:pt idx="243775">
                  <c:v>k5025</c:v>
                </c:pt>
                <c:pt idx="243726">
                  <c:v>k5026</c:v>
                </c:pt>
                <c:pt idx="243677">
                  <c:v>k5027</c:v>
                </c:pt>
                <c:pt idx="243628">
                  <c:v>k5028</c:v>
                </c:pt>
                <c:pt idx="243579">
                  <c:v>k5029</c:v>
                </c:pt>
                <c:pt idx="243530">
                  <c:v>k5030</c:v>
                </c:pt>
                <c:pt idx="243481">
                  <c:v>k5031</c:v>
                </c:pt>
                <c:pt idx="243432">
                  <c:v>k5032</c:v>
                </c:pt>
                <c:pt idx="243383">
                  <c:v>k5033</c:v>
                </c:pt>
                <c:pt idx="243334">
                  <c:v>k5034</c:v>
                </c:pt>
                <c:pt idx="243285">
                  <c:v>k5035</c:v>
                </c:pt>
                <c:pt idx="243236">
                  <c:v>k5036</c:v>
                </c:pt>
                <c:pt idx="243187">
                  <c:v>k5037</c:v>
                </c:pt>
                <c:pt idx="243138">
                  <c:v>k5038</c:v>
                </c:pt>
                <c:pt idx="243089">
                  <c:v>k5039</c:v>
                </c:pt>
                <c:pt idx="243040">
                  <c:v>k5040</c:v>
                </c:pt>
                <c:pt idx="242991">
                  <c:v>k5041</c:v>
                </c:pt>
                <c:pt idx="242942">
                  <c:v>k5042</c:v>
                </c:pt>
                <c:pt idx="242893">
                  <c:v>k5043</c:v>
                </c:pt>
                <c:pt idx="242844">
                  <c:v>k5044</c:v>
                </c:pt>
                <c:pt idx="242795">
                  <c:v>k5045</c:v>
                </c:pt>
                <c:pt idx="242746">
                  <c:v>k5046</c:v>
                </c:pt>
                <c:pt idx="242697">
                  <c:v>k5047</c:v>
                </c:pt>
                <c:pt idx="242648">
                  <c:v>k5048</c:v>
                </c:pt>
                <c:pt idx="242599">
                  <c:v>k5049</c:v>
                </c:pt>
                <c:pt idx="242550">
                  <c:v>k5050</c:v>
                </c:pt>
                <c:pt idx="242501">
                  <c:v>k5051</c:v>
                </c:pt>
                <c:pt idx="242452">
                  <c:v>k5052</c:v>
                </c:pt>
                <c:pt idx="242403">
                  <c:v>k5053</c:v>
                </c:pt>
                <c:pt idx="242354">
                  <c:v>k5054</c:v>
                </c:pt>
                <c:pt idx="242305">
                  <c:v>k5055</c:v>
                </c:pt>
                <c:pt idx="242256">
                  <c:v>k5056</c:v>
                </c:pt>
                <c:pt idx="242207">
                  <c:v>k5057</c:v>
                </c:pt>
                <c:pt idx="242158">
                  <c:v>k5058</c:v>
                </c:pt>
                <c:pt idx="242109">
                  <c:v>k5059</c:v>
                </c:pt>
                <c:pt idx="242060">
                  <c:v>k5060</c:v>
                </c:pt>
                <c:pt idx="242011">
                  <c:v>k5061</c:v>
                </c:pt>
                <c:pt idx="241962">
                  <c:v>k5062</c:v>
                </c:pt>
                <c:pt idx="241913">
                  <c:v>k5063</c:v>
                </c:pt>
                <c:pt idx="241864">
                  <c:v>k5064</c:v>
                </c:pt>
                <c:pt idx="241815">
                  <c:v>k5065</c:v>
                </c:pt>
                <c:pt idx="241766">
                  <c:v>k5066</c:v>
                </c:pt>
                <c:pt idx="241717">
                  <c:v>k5067</c:v>
                </c:pt>
                <c:pt idx="241668">
                  <c:v>k5068</c:v>
                </c:pt>
                <c:pt idx="241619">
                  <c:v>k5069</c:v>
                </c:pt>
                <c:pt idx="241570">
                  <c:v>k5070</c:v>
                </c:pt>
                <c:pt idx="241521">
                  <c:v>k5071</c:v>
                </c:pt>
                <c:pt idx="241472">
                  <c:v>k5072</c:v>
                </c:pt>
                <c:pt idx="241423">
                  <c:v>k5073</c:v>
                </c:pt>
                <c:pt idx="241374">
                  <c:v>k5074</c:v>
                </c:pt>
                <c:pt idx="241325">
                  <c:v>k5075</c:v>
                </c:pt>
                <c:pt idx="241276">
                  <c:v>k5076</c:v>
                </c:pt>
                <c:pt idx="241227">
                  <c:v>k5077</c:v>
                </c:pt>
                <c:pt idx="241178">
                  <c:v>k5078</c:v>
                </c:pt>
                <c:pt idx="241129">
                  <c:v>k5079</c:v>
                </c:pt>
                <c:pt idx="241080">
                  <c:v>k5080</c:v>
                </c:pt>
                <c:pt idx="241031">
                  <c:v>k5081</c:v>
                </c:pt>
                <c:pt idx="240982">
                  <c:v>k5082</c:v>
                </c:pt>
                <c:pt idx="240933">
                  <c:v>k5083</c:v>
                </c:pt>
                <c:pt idx="240884">
                  <c:v>k5084</c:v>
                </c:pt>
                <c:pt idx="240835">
                  <c:v>k5085</c:v>
                </c:pt>
                <c:pt idx="240786">
                  <c:v>k5086</c:v>
                </c:pt>
                <c:pt idx="240737">
                  <c:v>k5087</c:v>
                </c:pt>
                <c:pt idx="240688">
                  <c:v>k5088</c:v>
                </c:pt>
                <c:pt idx="240639">
                  <c:v>k5089</c:v>
                </c:pt>
                <c:pt idx="240590">
                  <c:v>k5090</c:v>
                </c:pt>
                <c:pt idx="240541">
                  <c:v>k5091</c:v>
                </c:pt>
                <c:pt idx="240492">
                  <c:v>k5092</c:v>
                </c:pt>
                <c:pt idx="240443">
                  <c:v>k5093</c:v>
                </c:pt>
                <c:pt idx="240394">
                  <c:v>k5094</c:v>
                </c:pt>
                <c:pt idx="240345">
                  <c:v>k5095</c:v>
                </c:pt>
                <c:pt idx="240296">
                  <c:v>k5096</c:v>
                </c:pt>
                <c:pt idx="240247">
                  <c:v>k5097</c:v>
                </c:pt>
                <c:pt idx="240198">
                  <c:v>k5098</c:v>
                </c:pt>
                <c:pt idx="240149">
                  <c:v>k5099</c:v>
                </c:pt>
                <c:pt idx="240100">
                  <c:v>k5100</c:v>
                </c:pt>
                <c:pt idx="240051">
                  <c:v>k5101</c:v>
                </c:pt>
                <c:pt idx="240002">
                  <c:v>k5102</c:v>
                </c:pt>
                <c:pt idx="239953">
                  <c:v>k5103</c:v>
                </c:pt>
                <c:pt idx="239904">
                  <c:v>k5104</c:v>
                </c:pt>
                <c:pt idx="239855">
                  <c:v>k5105</c:v>
                </c:pt>
                <c:pt idx="239806">
                  <c:v>k5106</c:v>
                </c:pt>
                <c:pt idx="239757">
                  <c:v>k5107</c:v>
                </c:pt>
                <c:pt idx="239708">
                  <c:v>k5108</c:v>
                </c:pt>
                <c:pt idx="239659">
                  <c:v>k5109</c:v>
                </c:pt>
                <c:pt idx="239610">
                  <c:v>k5110</c:v>
                </c:pt>
                <c:pt idx="239561">
                  <c:v>k5111</c:v>
                </c:pt>
                <c:pt idx="239512">
                  <c:v>k5112</c:v>
                </c:pt>
                <c:pt idx="239463">
                  <c:v>k5113</c:v>
                </c:pt>
                <c:pt idx="239414">
                  <c:v>k5114</c:v>
                </c:pt>
                <c:pt idx="239365">
                  <c:v>k5115</c:v>
                </c:pt>
                <c:pt idx="239316">
                  <c:v>k5116</c:v>
                </c:pt>
                <c:pt idx="239267">
                  <c:v>k5117</c:v>
                </c:pt>
                <c:pt idx="239218">
                  <c:v>k5118</c:v>
                </c:pt>
                <c:pt idx="239169">
                  <c:v>k5119</c:v>
                </c:pt>
                <c:pt idx="239120">
                  <c:v>k5120</c:v>
                </c:pt>
                <c:pt idx="239071">
                  <c:v>k5121</c:v>
                </c:pt>
                <c:pt idx="239022">
                  <c:v>k5122</c:v>
                </c:pt>
                <c:pt idx="238973">
                  <c:v>k5123</c:v>
                </c:pt>
                <c:pt idx="238924">
                  <c:v>k5124</c:v>
                </c:pt>
                <c:pt idx="238875">
                  <c:v>k5125</c:v>
                </c:pt>
                <c:pt idx="238826">
                  <c:v>k5126</c:v>
                </c:pt>
                <c:pt idx="238777">
                  <c:v>k5127</c:v>
                </c:pt>
                <c:pt idx="238728">
                  <c:v>k5128</c:v>
                </c:pt>
                <c:pt idx="238679">
                  <c:v>k5129</c:v>
                </c:pt>
                <c:pt idx="238630">
                  <c:v>k5130</c:v>
                </c:pt>
                <c:pt idx="238581">
                  <c:v>k5131</c:v>
                </c:pt>
                <c:pt idx="238532">
                  <c:v>k5132</c:v>
                </c:pt>
                <c:pt idx="238483">
                  <c:v>k5133</c:v>
                </c:pt>
                <c:pt idx="238434">
                  <c:v>k5134</c:v>
                </c:pt>
                <c:pt idx="238385">
                  <c:v>k5135</c:v>
                </c:pt>
                <c:pt idx="238336">
                  <c:v>k5136</c:v>
                </c:pt>
                <c:pt idx="238287">
                  <c:v>k5137</c:v>
                </c:pt>
                <c:pt idx="238238">
                  <c:v>k5138</c:v>
                </c:pt>
                <c:pt idx="238189">
                  <c:v>k5139</c:v>
                </c:pt>
                <c:pt idx="238140">
                  <c:v>k5140</c:v>
                </c:pt>
                <c:pt idx="238091">
                  <c:v>k5141</c:v>
                </c:pt>
                <c:pt idx="238042">
                  <c:v>k5142</c:v>
                </c:pt>
                <c:pt idx="237993">
                  <c:v>k5143</c:v>
                </c:pt>
                <c:pt idx="237944">
                  <c:v>k5144</c:v>
                </c:pt>
                <c:pt idx="237895">
                  <c:v>k5145</c:v>
                </c:pt>
                <c:pt idx="237846">
                  <c:v>k5146</c:v>
                </c:pt>
                <c:pt idx="237797">
                  <c:v>k5147</c:v>
                </c:pt>
                <c:pt idx="237748">
                  <c:v>k5148</c:v>
                </c:pt>
                <c:pt idx="237699">
                  <c:v>k5149</c:v>
                </c:pt>
                <c:pt idx="237650">
                  <c:v>k5150</c:v>
                </c:pt>
                <c:pt idx="237601">
                  <c:v>k5151</c:v>
                </c:pt>
                <c:pt idx="237552">
                  <c:v>k5152</c:v>
                </c:pt>
                <c:pt idx="237503">
                  <c:v>k5153</c:v>
                </c:pt>
                <c:pt idx="237454">
                  <c:v>k5154</c:v>
                </c:pt>
                <c:pt idx="237405">
                  <c:v>k5155</c:v>
                </c:pt>
                <c:pt idx="237356">
                  <c:v>k5156</c:v>
                </c:pt>
                <c:pt idx="237307">
                  <c:v>k5157</c:v>
                </c:pt>
                <c:pt idx="237258">
                  <c:v>k5158</c:v>
                </c:pt>
                <c:pt idx="237209">
                  <c:v>k5159</c:v>
                </c:pt>
                <c:pt idx="237160">
                  <c:v>k5160</c:v>
                </c:pt>
                <c:pt idx="237111">
                  <c:v>k5161</c:v>
                </c:pt>
                <c:pt idx="237062">
                  <c:v>k5162</c:v>
                </c:pt>
                <c:pt idx="237013">
                  <c:v>k5163</c:v>
                </c:pt>
                <c:pt idx="236964">
                  <c:v>k5164</c:v>
                </c:pt>
                <c:pt idx="236915">
                  <c:v>k5165</c:v>
                </c:pt>
                <c:pt idx="236866">
                  <c:v>k5166</c:v>
                </c:pt>
                <c:pt idx="236817">
                  <c:v>k5167</c:v>
                </c:pt>
                <c:pt idx="236768">
                  <c:v>k5168</c:v>
                </c:pt>
                <c:pt idx="236719">
                  <c:v>k5169</c:v>
                </c:pt>
                <c:pt idx="236670">
                  <c:v>k5170</c:v>
                </c:pt>
                <c:pt idx="236621">
                  <c:v>k5171</c:v>
                </c:pt>
                <c:pt idx="236572">
                  <c:v>k5172</c:v>
                </c:pt>
                <c:pt idx="236523">
                  <c:v>k5173</c:v>
                </c:pt>
                <c:pt idx="236474">
                  <c:v>k5174</c:v>
                </c:pt>
                <c:pt idx="236425">
                  <c:v>k5175</c:v>
                </c:pt>
                <c:pt idx="236376">
                  <c:v>k5176</c:v>
                </c:pt>
                <c:pt idx="236327">
                  <c:v>k5177</c:v>
                </c:pt>
                <c:pt idx="236278">
                  <c:v>k5178</c:v>
                </c:pt>
                <c:pt idx="236229">
                  <c:v>k5179</c:v>
                </c:pt>
                <c:pt idx="236180">
                  <c:v>k5180</c:v>
                </c:pt>
                <c:pt idx="236131">
                  <c:v>k5181</c:v>
                </c:pt>
                <c:pt idx="236082">
                  <c:v>k5182</c:v>
                </c:pt>
                <c:pt idx="236033">
                  <c:v>k5183</c:v>
                </c:pt>
                <c:pt idx="235984">
                  <c:v>k5184</c:v>
                </c:pt>
                <c:pt idx="235935">
                  <c:v>k5185</c:v>
                </c:pt>
                <c:pt idx="235886">
                  <c:v>k5186</c:v>
                </c:pt>
                <c:pt idx="235837">
                  <c:v>k5187</c:v>
                </c:pt>
                <c:pt idx="235788">
                  <c:v>k5188</c:v>
                </c:pt>
                <c:pt idx="235739">
                  <c:v>k5189</c:v>
                </c:pt>
                <c:pt idx="235690">
                  <c:v>k5190</c:v>
                </c:pt>
                <c:pt idx="235641">
                  <c:v>k5191</c:v>
                </c:pt>
                <c:pt idx="235592">
                  <c:v>k5192</c:v>
                </c:pt>
                <c:pt idx="235543">
                  <c:v>k5193</c:v>
                </c:pt>
                <c:pt idx="235494">
                  <c:v>k5194</c:v>
                </c:pt>
                <c:pt idx="235445">
                  <c:v>k5195</c:v>
                </c:pt>
                <c:pt idx="235396">
                  <c:v>k5196</c:v>
                </c:pt>
                <c:pt idx="235347">
                  <c:v>k5197</c:v>
                </c:pt>
                <c:pt idx="235298">
                  <c:v>k5198</c:v>
                </c:pt>
                <c:pt idx="235249">
                  <c:v>k5199</c:v>
                </c:pt>
                <c:pt idx="235200">
                  <c:v>k5200</c:v>
                </c:pt>
                <c:pt idx="235151">
                  <c:v>k5201</c:v>
                </c:pt>
                <c:pt idx="235102">
                  <c:v>k5202</c:v>
                </c:pt>
                <c:pt idx="235053">
                  <c:v>k5203</c:v>
                </c:pt>
                <c:pt idx="235004">
                  <c:v>k5204</c:v>
                </c:pt>
                <c:pt idx="234955">
                  <c:v>k5205</c:v>
                </c:pt>
                <c:pt idx="234906">
                  <c:v>k5206</c:v>
                </c:pt>
                <c:pt idx="234857">
                  <c:v>k5207</c:v>
                </c:pt>
                <c:pt idx="234808">
                  <c:v>k5208</c:v>
                </c:pt>
                <c:pt idx="234759">
                  <c:v>k5209</c:v>
                </c:pt>
                <c:pt idx="234710">
                  <c:v>k5210</c:v>
                </c:pt>
                <c:pt idx="234661">
                  <c:v>k5211</c:v>
                </c:pt>
                <c:pt idx="234612">
                  <c:v>k5212</c:v>
                </c:pt>
                <c:pt idx="234563">
                  <c:v>k5213</c:v>
                </c:pt>
                <c:pt idx="234514">
                  <c:v>k5214</c:v>
                </c:pt>
                <c:pt idx="234465">
                  <c:v>k5215</c:v>
                </c:pt>
                <c:pt idx="234416">
                  <c:v>k5216</c:v>
                </c:pt>
                <c:pt idx="234367">
                  <c:v>k5217</c:v>
                </c:pt>
                <c:pt idx="234318">
                  <c:v>k5218</c:v>
                </c:pt>
                <c:pt idx="234269">
                  <c:v>k5219</c:v>
                </c:pt>
                <c:pt idx="234220">
                  <c:v>k5220</c:v>
                </c:pt>
                <c:pt idx="234171">
                  <c:v>k5221</c:v>
                </c:pt>
                <c:pt idx="234122">
                  <c:v>k5222</c:v>
                </c:pt>
                <c:pt idx="234073">
                  <c:v>k5223</c:v>
                </c:pt>
                <c:pt idx="234024">
                  <c:v>k5224</c:v>
                </c:pt>
                <c:pt idx="233975">
                  <c:v>k5225</c:v>
                </c:pt>
                <c:pt idx="233926">
                  <c:v>k5226</c:v>
                </c:pt>
                <c:pt idx="233877">
                  <c:v>k5227</c:v>
                </c:pt>
                <c:pt idx="233828">
                  <c:v>k5228</c:v>
                </c:pt>
                <c:pt idx="233779">
                  <c:v>k5229</c:v>
                </c:pt>
                <c:pt idx="233730">
                  <c:v>k5230</c:v>
                </c:pt>
                <c:pt idx="233681">
                  <c:v>k5231</c:v>
                </c:pt>
                <c:pt idx="233632">
                  <c:v>k5232</c:v>
                </c:pt>
                <c:pt idx="233583">
                  <c:v>k5233</c:v>
                </c:pt>
                <c:pt idx="233534">
                  <c:v>k5234</c:v>
                </c:pt>
                <c:pt idx="233485">
                  <c:v>k5235</c:v>
                </c:pt>
                <c:pt idx="233436">
                  <c:v>k5236</c:v>
                </c:pt>
                <c:pt idx="233387">
                  <c:v>k5237</c:v>
                </c:pt>
                <c:pt idx="233338">
                  <c:v>k5238</c:v>
                </c:pt>
                <c:pt idx="233289">
                  <c:v>k5239</c:v>
                </c:pt>
                <c:pt idx="233240">
                  <c:v>k5240</c:v>
                </c:pt>
                <c:pt idx="233191">
                  <c:v>k5241</c:v>
                </c:pt>
                <c:pt idx="233142">
                  <c:v>k5242</c:v>
                </c:pt>
                <c:pt idx="233093">
                  <c:v>k5243</c:v>
                </c:pt>
                <c:pt idx="233044">
                  <c:v>k5244</c:v>
                </c:pt>
                <c:pt idx="232995">
                  <c:v>k5245</c:v>
                </c:pt>
                <c:pt idx="232946">
                  <c:v>k5246</c:v>
                </c:pt>
                <c:pt idx="232897">
                  <c:v>k5247</c:v>
                </c:pt>
                <c:pt idx="232848">
                  <c:v>k5248</c:v>
                </c:pt>
                <c:pt idx="232799">
                  <c:v>k5249</c:v>
                </c:pt>
                <c:pt idx="232750">
                  <c:v>k5250</c:v>
                </c:pt>
                <c:pt idx="232701">
                  <c:v>k5251</c:v>
                </c:pt>
                <c:pt idx="232652">
                  <c:v>k5252</c:v>
                </c:pt>
                <c:pt idx="232603">
                  <c:v>k5253</c:v>
                </c:pt>
                <c:pt idx="232554">
                  <c:v>k5254</c:v>
                </c:pt>
                <c:pt idx="232505">
                  <c:v>k5255</c:v>
                </c:pt>
                <c:pt idx="232456">
                  <c:v>k5256</c:v>
                </c:pt>
                <c:pt idx="232407">
                  <c:v>k5257</c:v>
                </c:pt>
                <c:pt idx="232358">
                  <c:v>k5258</c:v>
                </c:pt>
                <c:pt idx="232309">
                  <c:v>k5259</c:v>
                </c:pt>
                <c:pt idx="232260">
                  <c:v>k5260</c:v>
                </c:pt>
                <c:pt idx="232211">
                  <c:v>k5261</c:v>
                </c:pt>
                <c:pt idx="232162">
                  <c:v>k5262</c:v>
                </c:pt>
                <c:pt idx="232113">
                  <c:v>k5263</c:v>
                </c:pt>
                <c:pt idx="232064">
                  <c:v>k5264</c:v>
                </c:pt>
                <c:pt idx="232015">
                  <c:v>k5265</c:v>
                </c:pt>
                <c:pt idx="231966">
                  <c:v>k5266</c:v>
                </c:pt>
                <c:pt idx="231917">
                  <c:v>k5267</c:v>
                </c:pt>
                <c:pt idx="231868">
                  <c:v>k5268</c:v>
                </c:pt>
                <c:pt idx="231819">
                  <c:v>k5269</c:v>
                </c:pt>
                <c:pt idx="231770">
                  <c:v>k5270</c:v>
                </c:pt>
                <c:pt idx="231721">
                  <c:v>k5271</c:v>
                </c:pt>
                <c:pt idx="231672">
                  <c:v>k5272</c:v>
                </c:pt>
                <c:pt idx="231623">
                  <c:v>k5273</c:v>
                </c:pt>
                <c:pt idx="231574">
                  <c:v>k5274</c:v>
                </c:pt>
                <c:pt idx="231525">
                  <c:v>k5275</c:v>
                </c:pt>
                <c:pt idx="231476">
                  <c:v>k5276</c:v>
                </c:pt>
                <c:pt idx="231427">
                  <c:v>k5277</c:v>
                </c:pt>
                <c:pt idx="231378">
                  <c:v>k5278</c:v>
                </c:pt>
                <c:pt idx="231329">
                  <c:v>k5279</c:v>
                </c:pt>
                <c:pt idx="231280">
                  <c:v>k5280</c:v>
                </c:pt>
                <c:pt idx="231231">
                  <c:v>k5281</c:v>
                </c:pt>
                <c:pt idx="231182">
                  <c:v>k5282</c:v>
                </c:pt>
                <c:pt idx="231133">
                  <c:v>k5283</c:v>
                </c:pt>
                <c:pt idx="231084">
                  <c:v>k5284</c:v>
                </c:pt>
                <c:pt idx="231035">
                  <c:v>k5285</c:v>
                </c:pt>
                <c:pt idx="230986">
                  <c:v>k5286</c:v>
                </c:pt>
                <c:pt idx="230937">
                  <c:v>k5287</c:v>
                </c:pt>
                <c:pt idx="230888">
                  <c:v>k5288</c:v>
                </c:pt>
                <c:pt idx="230839">
                  <c:v>k5289</c:v>
                </c:pt>
                <c:pt idx="230790">
                  <c:v>k5290</c:v>
                </c:pt>
                <c:pt idx="230741">
                  <c:v>k5291</c:v>
                </c:pt>
                <c:pt idx="230692">
                  <c:v>k5292</c:v>
                </c:pt>
                <c:pt idx="230643">
                  <c:v>k5293</c:v>
                </c:pt>
                <c:pt idx="230594">
                  <c:v>k5294</c:v>
                </c:pt>
                <c:pt idx="230545">
                  <c:v>k5295</c:v>
                </c:pt>
                <c:pt idx="230496">
                  <c:v>k5296</c:v>
                </c:pt>
                <c:pt idx="230447">
                  <c:v>k5297</c:v>
                </c:pt>
                <c:pt idx="230398">
                  <c:v>k5298</c:v>
                </c:pt>
                <c:pt idx="230349">
                  <c:v>k5299</c:v>
                </c:pt>
                <c:pt idx="230300">
                  <c:v>k5300</c:v>
                </c:pt>
                <c:pt idx="230251">
                  <c:v>k5301</c:v>
                </c:pt>
                <c:pt idx="230202">
                  <c:v>k5302</c:v>
                </c:pt>
                <c:pt idx="230153">
                  <c:v>k5303</c:v>
                </c:pt>
                <c:pt idx="230104">
                  <c:v>k5304</c:v>
                </c:pt>
                <c:pt idx="230055">
                  <c:v>k5305</c:v>
                </c:pt>
                <c:pt idx="230006">
                  <c:v>k5306</c:v>
                </c:pt>
                <c:pt idx="229957">
                  <c:v>k5307</c:v>
                </c:pt>
                <c:pt idx="229908">
                  <c:v>k5308</c:v>
                </c:pt>
                <c:pt idx="229859">
                  <c:v>k5309</c:v>
                </c:pt>
                <c:pt idx="229810">
                  <c:v>k5310</c:v>
                </c:pt>
                <c:pt idx="229761">
                  <c:v>k5311</c:v>
                </c:pt>
                <c:pt idx="229712">
                  <c:v>k5312</c:v>
                </c:pt>
                <c:pt idx="229663">
                  <c:v>k5313</c:v>
                </c:pt>
                <c:pt idx="229614">
                  <c:v>k5314</c:v>
                </c:pt>
                <c:pt idx="229565">
                  <c:v>k5315</c:v>
                </c:pt>
                <c:pt idx="229516">
                  <c:v>k5316</c:v>
                </c:pt>
                <c:pt idx="229467">
                  <c:v>k5317</c:v>
                </c:pt>
                <c:pt idx="229418">
                  <c:v>k5318</c:v>
                </c:pt>
                <c:pt idx="229369">
                  <c:v>k5319</c:v>
                </c:pt>
                <c:pt idx="229320">
                  <c:v>k5320</c:v>
                </c:pt>
                <c:pt idx="229271">
                  <c:v>k5321</c:v>
                </c:pt>
                <c:pt idx="229222">
                  <c:v>k5322</c:v>
                </c:pt>
                <c:pt idx="229173">
                  <c:v>k5323</c:v>
                </c:pt>
                <c:pt idx="229124">
                  <c:v>k5324</c:v>
                </c:pt>
                <c:pt idx="229075">
                  <c:v>k5325</c:v>
                </c:pt>
                <c:pt idx="229026">
                  <c:v>k5326</c:v>
                </c:pt>
                <c:pt idx="228977">
                  <c:v>k5327</c:v>
                </c:pt>
                <c:pt idx="228928">
                  <c:v>k5328</c:v>
                </c:pt>
                <c:pt idx="228879">
                  <c:v>k5329</c:v>
                </c:pt>
                <c:pt idx="228830">
                  <c:v>k5330</c:v>
                </c:pt>
                <c:pt idx="228781">
                  <c:v>k5331</c:v>
                </c:pt>
                <c:pt idx="228732">
                  <c:v>k5332</c:v>
                </c:pt>
                <c:pt idx="228683">
                  <c:v>k5333</c:v>
                </c:pt>
                <c:pt idx="228634">
                  <c:v>k5334</c:v>
                </c:pt>
                <c:pt idx="228585">
                  <c:v>k5335</c:v>
                </c:pt>
                <c:pt idx="228536">
                  <c:v>k5336</c:v>
                </c:pt>
                <c:pt idx="228487">
                  <c:v>k5337</c:v>
                </c:pt>
                <c:pt idx="228438">
                  <c:v>k5338</c:v>
                </c:pt>
                <c:pt idx="228389">
                  <c:v>k5339</c:v>
                </c:pt>
                <c:pt idx="228340">
                  <c:v>k5340</c:v>
                </c:pt>
                <c:pt idx="228291">
                  <c:v>k5341</c:v>
                </c:pt>
                <c:pt idx="228242">
                  <c:v>k5342</c:v>
                </c:pt>
                <c:pt idx="228193">
                  <c:v>k5343</c:v>
                </c:pt>
                <c:pt idx="228144">
                  <c:v>k5344</c:v>
                </c:pt>
                <c:pt idx="228095">
                  <c:v>k5345</c:v>
                </c:pt>
                <c:pt idx="228046">
                  <c:v>k5346</c:v>
                </c:pt>
                <c:pt idx="227997">
                  <c:v>k5347</c:v>
                </c:pt>
                <c:pt idx="227948">
                  <c:v>k5348</c:v>
                </c:pt>
                <c:pt idx="227899">
                  <c:v>k5349</c:v>
                </c:pt>
                <c:pt idx="227850">
                  <c:v>k5350</c:v>
                </c:pt>
                <c:pt idx="227801">
                  <c:v>k5351</c:v>
                </c:pt>
                <c:pt idx="227752">
                  <c:v>k5352</c:v>
                </c:pt>
                <c:pt idx="227703">
                  <c:v>k5353</c:v>
                </c:pt>
                <c:pt idx="227654">
                  <c:v>k5354</c:v>
                </c:pt>
                <c:pt idx="227605">
                  <c:v>k5355</c:v>
                </c:pt>
                <c:pt idx="227556">
                  <c:v>k5356</c:v>
                </c:pt>
                <c:pt idx="227507">
                  <c:v>k5357</c:v>
                </c:pt>
                <c:pt idx="227458">
                  <c:v>k5358</c:v>
                </c:pt>
                <c:pt idx="227409">
                  <c:v>k5359</c:v>
                </c:pt>
                <c:pt idx="227360">
                  <c:v>k5360</c:v>
                </c:pt>
                <c:pt idx="227311">
                  <c:v>k5361</c:v>
                </c:pt>
                <c:pt idx="227262">
                  <c:v>k5362</c:v>
                </c:pt>
                <c:pt idx="227213">
                  <c:v>k5363</c:v>
                </c:pt>
                <c:pt idx="227164">
                  <c:v>k5364</c:v>
                </c:pt>
                <c:pt idx="227115">
                  <c:v>k5365</c:v>
                </c:pt>
                <c:pt idx="227066">
                  <c:v>k5366</c:v>
                </c:pt>
                <c:pt idx="227017">
                  <c:v>k5367</c:v>
                </c:pt>
                <c:pt idx="226968">
                  <c:v>k5368</c:v>
                </c:pt>
                <c:pt idx="226919">
                  <c:v>k5369</c:v>
                </c:pt>
                <c:pt idx="226870">
                  <c:v>k5370</c:v>
                </c:pt>
                <c:pt idx="226821">
                  <c:v>k5371</c:v>
                </c:pt>
                <c:pt idx="226772">
                  <c:v>k5372</c:v>
                </c:pt>
                <c:pt idx="226723">
                  <c:v>k5373</c:v>
                </c:pt>
                <c:pt idx="226674">
                  <c:v>k5374</c:v>
                </c:pt>
                <c:pt idx="226625">
                  <c:v>k5375</c:v>
                </c:pt>
                <c:pt idx="226576">
                  <c:v>k5376</c:v>
                </c:pt>
                <c:pt idx="226527">
                  <c:v>k5377</c:v>
                </c:pt>
                <c:pt idx="226478">
                  <c:v>k5378</c:v>
                </c:pt>
                <c:pt idx="226429">
                  <c:v>k5379</c:v>
                </c:pt>
                <c:pt idx="226380">
                  <c:v>k5380</c:v>
                </c:pt>
                <c:pt idx="226331">
                  <c:v>k5381</c:v>
                </c:pt>
                <c:pt idx="226282">
                  <c:v>k5382</c:v>
                </c:pt>
                <c:pt idx="226233">
                  <c:v>k5383</c:v>
                </c:pt>
                <c:pt idx="226184">
                  <c:v>k5384</c:v>
                </c:pt>
                <c:pt idx="226135">
                  <c:v>k5385</c:v>
                </c:pt>
                <c:pt idx="226086">
                  <c:v>k5386</c:v>
                </c:pt>
                <c:pt idx="226037">
                  <c:v>k5387</c:v>
                </c:pt>
                <c:pt idx="225988">
                  <c:v>k5388</c:v>
                </c:pt>
                <c:pt idx="225939">
                  <c:v>k5389</c:v>
                </c:pt>
                <c:pt idx="225890">
                  <c:v>k5390</c:v>
                </c:pt>
                <c:pt idx="225841">
                  <c:v>k5391</c:v>
                </c:pt>
                <c:pt idx="225792">
                  <c:v>k5392</c:v>
                </c:pt>
                <c:pt idx="225743">
                  <c:v>k5393</c:v>
                </c:pt>
                <c:pt idx="225694">
                  <c:v>k5394</c:v>
                </c:pt>
                <c:pt idx="225645">
                  <c:v>k5395</c:v>
                </c:pt>
                <c:pt idx="225596">
                  <c:v>k5396</c:v>
                </c:pt>
                <c:pt idx="225547">
                  <c:v>k5397</c:v>
                </c:pt>
                <c:pt idx="225498">
                  <c:v>k5398</c:v>
                </c:pt>
                <c:pt idx="225449">
                  <c:v>k5399</c:v>
                </c:pt>
                <c:pt idx="225400">
                  <c:v>k5400</c:v>
                </c:pt>
                <c:pt idx="225351">
                  <c:v>k5401</c:v>
                </c:pt>
                <c:pt idx="225302">
                  <c:v>k5402</c:v>
                </c:pt>
                <c:pt idx="225253">
                  <c:v>k5403</c:v>
                </c:pt>
                <c:pt idx="225204">
                  <c:v>k5404</c:v>
                </c:pt>
                <c:pt idx="225155">
                  <c:v>k5405</c:v>
                </c:pt>
                <c:pt idx="225106">
                  <c:v>k5406</c:v>
                </c:pt>
                <c:pt idx="225057">
                  <c:v>k5407</c:v>
                </c:pt>
                <c:pt idx="225008">
                  <c:v>k5408</c:v>
                </c:pt>
                <c:pt idx="224959">
                  <c:v>k5409</c:v>
                </c:pt>
                <c:pt idx="224910">
                  <c:v>k5410</c:v>
                </c:pt>
                <c:pt idx="224861">
                  <c:v>k5411</c:v>
                </c:pt>
                <c:pt idx="224812">
                  <c:v>k5412</c:v>
                </c:pt>
                <c:pt idx="224763">
                  <c:v>k5413</c:v>
                </c:pt>
                <c:pt idx="224714">
                  <c:v>k5414</c:v>
                </c:pt>
                <c:pt idx="224665">
                  <c:v>k5415</c:v>
                </c:pt>
                <c:pt idx="224616">
                  <c:v>k5416</c:v>
                </c:pt>
                <c:pt idx="224567">
                  <c:v>k5417</c:v>
                </c:pt>
                <c:pt idx="224518">
                  <c:v>k5418</c:v>
                </c:pt>
                <c:pt idx="224469">
                  <c:v>k5419</c:v>
                </c:pt>
                <c:pt idx="224420">
                  <c:v>k5420</c:v>
                </c:pt>
                <c:pt idx="224371">
                  <c:v>k5421</c:v>
                </c:pt>
                <c:pt idx="224322">
                  <c:v>k5422</c:v>
                </c:pt>
                <c:pt idx="224273">
                  <c:v>k5423</c:v>
                </c:pt>
                <c:pt idx="224224">
                  <c:v>k5424</c:v>
                </c:pt>
                <c:pt idx="224175">
                  <c:v>k5425</c:v>
                </c:pt>
                <c:pt idx="224126">
                  <c:v>k5426</c:v>
                </c:pt>
                <c:pt idx="224077">
                  <c:v>k5427</c:v>
                </c:pt>
                <c:pt idx="224028">
                  <c:v>k5428</c:v>
                </c:pt>
                <c:pt idx="223979">
                  <c:v>k5429</c:v>
                </c:pt>
                <c:pt idx="223930">
                  <c:v>k5430</c:v>
                </c:pt>
                <c:pt idx="223881">
                  <c:v>k5431</c:v>
                </c:pt>
                <c:pt idx="223832">
                  <c:v>k5432</c:v>
                </c:pt>
                <c:pt idx="223783">
                  <c:v>k5433</c:v>
                </c:pt>
                <c:pt idx="223734">
                  <c:v>k5434</c:v>
                </c:pt>
                <c:pt idx="223685">
                  <c:v>k5435</c:v>
                </c:pt>
                <c:pt idx="223636">
                  <c:v>k5436</c:v>
                </c:pt>
                <c:pt idx="223587">
                  <c:v>k5437</c:v>
                </c:pt>
                <c:pt idx="223538">
                  <c:v>k5438</c:v>
                </c:pt>
                <c:pt idx="223489">
                  <c:v>k5439</c:v>
                </c:pt>
                <c:pt idx="223440">
                  <c:v>k5440</c:v>
                </c:pt>
                <c:pt idx="223391">
                  <c:v>k5441</c:v>
                </c:pt>
                <c:pt idx="223342">
                  <c:v>k5442</c:v>
                </c:pt>
                <c:pt idx="223293">
                  <c:v>k5443</c:v>
                </c:pt>
                <c:pt idx="223244">
                  <c:v>k5444</c:v>
                </c:pt>
                <c:pt idx="223195">
                  <c:v>k5445</c:v>
                </c:pt>
                <c:pt idx="223146">
                  <c:v>k5446</c:v>
                </c:pt>
                <c:pt idx="223097">
                  <c:v>k5447</c:v>
                </c:pt>
                <c:pt idx="223048">
                  <c:v>k5448</c:v>
                </c:pt>
                <c:pt idx="222999">
                  <c:v>k5449</c:v>
                </c:pt>
                <c:pt idx="222950">
                  <c:v>k5450</c:v>
                </c:pt>
                <c:pt idx="222901">
                  <c:v>k5451</c:v>
                </c:pt>
                <c:pt idx="222852">
                  <c:v>k5452</c:v>
                </c:pt>
                <c:pt idx="222803">
                  <c:v>k5453</c:v>
                </c:pt>
                <c:pt idx="222754">
                  <c:v>k5454</c:v>
                </c:pt>
                <c:pt idx="222705">
                  <c:v>k5455</c:v>
                </c:pt>
                <c:pt idx="222656">
                  <c:v>k5456</c:v>
                </c:pt>
                <c:pt idx="222607">
                  <c:v>k5457</c:v>
                </c:pt>
                <c:pt idx="222558">
                  <c:v>k5458</c:v>
                </c:pt>
                <c:pt idx="222509">
                  <c:v>k5459</c:v>
                </c:pt>
                <c:pt idx="222460">
                  <c:v>k5460</c:v>
                </c:pt>
                <c:pt idx="222411">
                  <c:v>k5461</c:v>
                </c:pt>
                <c:pt idx="222362">
                  <c:v>k5462</c:v>
                </c:pt>
                <c:pt idx="222313">
                  <c:v>k5463</c:v>
                </c:pt>
                <c:pt idx="222264">
                  <c:v>k5464</c:v>
                </c:pt>
                <c:pt idx="222215">
                  <c:v>k5465</c:v>
                </c:pt>
                <c:pt idx="222166">
                  <c:v>k5466</c:v>
                </c:pt>
                <c:pt idx="222117">
                  <c:v>k5467</c:v>
                </c:pt>
                <c:pt idx="222068">
                  <c:v>k5468</c:v>
                </c:pt>
                <c:pt idx="222019">
                  <c:v>k5469</c:v>
                </c:pt>
                <c:pt idx="221970">
                  <c:v>k5470</c:v>
                </c:pt>
                <c:pt idx="221921">
                  <c:v>k5471</c:v>
                </c:pt>
                <c:pt idx="221872">
                  <c:v>k5472</c:v>
                </c:pt>
                <c:pt idx="221823">
                  <c:v>k5473</c:v>
                </c:pt>
                <c:pt idx="221774">
                  <c:v>k5474</c:v>
                </c:pt>
                <c:pt idx="221725">
                  <c:v>k5475</c:v>
                </c:pt>
                <c:pt idx="221676">
                  <c:v>k5476</c:v>
                </c:pt>
                <c:pt idx="221627">
                  <c:v>k5477</c:v>
                </c:pt>
                <c:pt idx="221578">
                  <c:v>k5478</c:v>
                </c:pt>
                <c:pt idx="221529">
                  <c:v>k5479</c:v>
                </c:pt>
                <c:pt idx="221480">
                  <c:v>k5480</c:v>
                </c:pt>
                <c:pt idx="221431">
                  <c:v>k5481</c:v>
                </c:pt>
                <c:pt idx="221382">
                  <c:v>k5482</c:v>
                </c:pt>
                <c:pt idx="221333">
                  <c:v>k5483</c:v>
                </c:pt>
                <c:pt idx="221284">
                  <c:v>k5484</c:v>
                </c:pt>
                <c:pt idx="221235">
                  <c:v>k5485</c:v>
                </c:pt>
                <c:pt idx="221186">
                  <c:v>k5486</c:v>
                </c:pt>
                <c:pt idx="221137">
                  <c:v>k5487</c:v>
                </c:pt>
                <c:pt idx="221088">
                  <c:v>k5488</c:v>
                </c:pt>
                <c:pt idx="221039">
                  <c:v>k5489</c:v>
                </c:pt>
                <c:pt idx="220990">
                  <c:v>k5490</c:v>
                </c:pt>
                <c:pt idx="220941">
                  <c:v>k5491</c:v>
                </c:pt>
                <c:pt idx="220892">
                  <c:v>k5492</c:v>
                </c:pt>
                <c:pt idx="220843">
                  <c:v>k5493</c:v>
                </c:pt>
                <c:pt idx="220794">
                  <c:v>k5494</c:v>
                </c:pt>
                <c:pt idx="220745">
                  <c:v>k5495</c:v>
                </c:pt>
                <c:pt idx="220696">
                  <c:v>k5496</c:v>
                </c:pt>
                <c:pt idx="220647">
                  <c:v>k5497</c:v>
                </c:pt>
                <c:pt idx="220598">
                  <c:v>k5498</c:v>
                </c:pt>
                <c:pt idx="220549">
                  <c:v>k5499</c:v>
                </c:pt>
                <c:pt idx="220500">
                  <c:v>k5500</c:v>
                </c:pt>
                <c:pt idx="220451">
                  <c:v>k5501</c:v>
                </c:pt>
                <c:pt idx="220402">
                  <c:v>k5502</c:v>
                </c:pt>
                <c:pt idx="220353">
                  <c:v>k5503</c:v>
                </c:pt>
                <c:pt idx="220304">
                  <c:v>k5504</c:v>
                </c:pt>
                <c:pt idx="220255">
                  <c:v>k5505</c:v>
                </c:pt>
                <c:pt idx="220206">
                  <c:v>k5506</c:v>
                </c:pt>
                <c:pt idx="220157">
                  <c:v>k5507</c:v>
                </c:pt>
                <c:pt idx="220108">
                  <c:v>k5508</c:v>
                </c:pt>
                <c:pt idx="220059">
                  <c:v>k5509</c:v>
                </c:pt>
                <c:pt idx="220010">
                  <c:v>k5510</c:v>
                </c:pt>
                <c:pt idx="219961">
                  <c:v>k5511</c:v>
                </c:pt>
                <c:pt idx="219912">
                  <c:v>k5512</c:v>
                </c:pt>
                <c:pt idx="219863">
                  <c:v>k5513</c:v>
                </c:pt>
                <c:pt idx="219814">
                  <c:v>k5514</c:v>
                </c:pt>
                <c:pt idx="219765">
                  <c:v>k5515</c:v>
                </c:pt>
                <c:pt idx="219716">
                  <c:v>k5516</c:v>
                </c:pt>
                <c:pt idx="219667">
                  <c:v>k5517</c:v>
                </c:pt>
                <c:pt idx="219618">
                  <c:v>k5518</c:v>
                </c:pt>
                <c:pt idx="219569">
                  <c:v>k5519</c:v>
                </c:pt>
                <c:pt idx="219520">
                  <c:v>k5520</c:v>
                </c:pt>
                <c:pt idx="219471">
                  <c:v>k5521</c:v>
                </c:pt>
                <c:pt idx="219422">
                  <c:v>k5522</c:v>
                </c:pt>
                <c:pt idx="219373">
                  <c:v>k5523</c:v>
                </c:pt>
                <c:pt idx="219324">
                  <c:v>k5524</c:v>
                </c:pt>
                <c:pt idx="219275">
                  <c:v>k5525</c:v>
                </c:pt>
                <c:pt idx="219226">
                  <c:v>k5526</c:v>
                </c:pt>
                <c:pt idx="219177">
                  <c:v>k5527</c:v>
                </c:pt>
                <c:pt idx="219128">
                  <c:v>k5528</c:v>
                </c:pt>
                <c:pt idx="219079">
                  <c:v>k5529</c:v>
                </c:pt>
                <c:pt idx="219030">
                  <c:v>k5530</c:v>
                </c:pt>
                <c:pt idx="218981">
                  <c:v>k5531</c:v>
                </c:pt>
                <c:pt idx="218932">
                  <c:v>k5532</c:v>
                </c:pt>
                <c:pt idx="218883">
                  <c:v>k5533</c:v>
                </c:pt>
                <c:pt idx="218834">
                  <c:v>k5534</c:v>
                </c:pt>
                <c:pt idx="218785">
                  <c:v>k5535</c:v>
                </c:pt>
                <c:pt idx="218736">
                  <c:v>k5536</c:v>
                </c:pt>
                <c:pt idx="218687">
                  <c:v>k5537</c:v>
                </c:pt>
                <c:pt idx="218638">
                  <c:v>k5538</c:v>
                </c:pt>
                <c:pt idx="218589">
                  <c:v>k5539</c:v>
                </c:pt>
                <c:pt idx="218540">
                  <c:v>k5540</c:v>
                </c:pt>
                <c:pt idx="218491">
                  <c:v>k5541</c:v>
                </c:pt>
                <c:pt idx="218442">
                  <c:v>k5542</c:v>
                </c:pt>
                <c:pt idx="218393">
                  <c:v>k5543</c:v>
                </c:pt>
                <c:pt idx="218344">
                  <c:v>k5544</c:v>
                </c:pt>
                <c:pt idx="218295">
                  <c:v>k5545</c:v>
                </c:pt>
                <c:pt idx="218246">
                  <c:v>k5546</c:v>
                </c:pt>
                <c:pt idx="218197">
                  <c:v>k5547</c:v>
                </c:pt>
                <c:pt idx="218148">
                  <c:v>k5548</c:v>
                </c:pt>
                <c:pt idx="218099">
                  <c:v>k5549</c:v>
                </c:pt>
                <c:pt idx="218050">
                  <c:v>k5550</c:v>
                </c:pt>
                <c:pt idx="218001">
                  <c:v>k5551</c:v>
                </c:pt>
                <c:pt idx="217952">
                  <c:v>k5552</c:v>
                </c:pt>
                <c:pt idx="217903">
                  <c:v>k5553</c:v>
                </c:pt>
                <c:pt idx="217854">
                  <c:v>k5554</c:v>
                </c:pt>
                <c:pt idx="217805">
                  <c:v>k5555</c:v>
                </c:pt>
                <c:pt idx="217756">
                  <c:v>k5556</c:v>
                </c:pt>
                <c:pt idx="217707">
                  <c:v>k5557</c:v>
                </c:pt>
                <c:pt idx="217658">
                  <c:v>k5558</c:v>
                </c:pt>
                <c:pt idx="217609">
                  <c:v>k5559</c:v>
                </c:pt>
                <c:pt idx="217560">
                  <c:v>k5560</c:v>
                </c:pt>
                <c:pt idx="217511">
                  <c:v>k5561</c:v>
                </c:pt>
                <c:pt idx="217462">
                  <c:v>k5562</c:v>
                </c:pt>
                <c:pt idx="217413">
                  <c:v>k5563</c:v>
                </c:pt>
                <c:pt idx="217364">
                  <c:v>k5564</c:v>
                </c:pt>
                <c:pt idx="217315">
                  <c:v>k5565</c:v>
                </c:pt>
                <c:pt idx="217266">
                  <c:v>k5566</c:v>
                </c:pt>
                <c:pt idx="217217">
                  <c:v>k5567</c:v>
                </c:pt>
                <c:pt idx="217168">
                  <c:v>k5568</c:v>
                </c:pt>
                <c:pt idx="217119">
                  <c:v>k5569</c:v>
                </c:pt>
                <c:pt idx="217070">
                  <c:v>k5570</c:v>
                </c:pt>
                <c:pt idx="217021">
                  <c:v>k5571</c:v>
                </c:pt>
                <c:pt idx="216972">
                  <c:v>k5572</c:v>
                </c:pt>
                <c:pt idx="216923">
                  <c:v>k5573</c:v>
                </c:pt>
                <c:pt idx="216874">
                  <c:v>k5574</c:v>
                </c:pt>
                <c:pt idx="216825">
                  <c:v>k5575</c:v>
                </c:pt>
                <c:pt idx="216776">
                  <c:v>k5576</c:v>
                </c:pt>
                <c:pt idx="216727">
                  <c:v>k5577</c:v>
                </c:pt>
                <c:pt idx="216678">
                  <c:v>k5578</c:v>
                </c:pt>
                <c:pt idx="216629">
                  <c:v>k5579</c:v>
                </c:pt>
                <c:pt idx="216580">
                  <c:v>k5580</c:v>
                </c:pt>
                <c:pt idx="216531">
                  <c:v>k5581</c:v>
                </c:pt>
                <c:pt idx="216482">
                  <c:v>k5582</c:v>
                </c:pt>
                <c:pt idx="216433">
                  <c:v>k5583</c:v>
                </c:pt>
                <c:pt idx="216384">
                  <c:v>k5584</c:v>
                </c:pt>
                <c:pt idx="216335">
                  <c:v>k5585</c:v>
                </c:pt>
                <c:pt idx="216286">
                  <c:v>k5586</c:v>
                </c:pt>
                <c:pt idx="216237">
                  <c:v>k5587</c:v>
                </c:pt>
                <c:pt idx="216188">
                  <c:v>k5588</c:v>
                </c:pt>
                <c:pt idx="216139">
                  <c:v>k5589</c:v>
                </c:pt>
                <c:pt idx="216090">
                  <c:v>k5590</c:v>
                </c:pt>
                <c:pt idx="216041">
                  <c:v>k5591</c:v>
                </c:pt>
                <c:pt idx="215992">
                  <c:v>k5592</c:v>
                </c:pt>
                <c:pt idx="215943">
                  <c:v>k5593</c:v>
                </c:pt>
                <c:pt idx="215894">
                  <c:v>k5594</c:v>
                </c:pt>
                <c:pt idx="215845">
                  <c:v>k5595</c:v>
                </c:pt>
                <c:pt idx="215796">
                  <c:v>k5596</c:v>
                </c:pt>
                <c:pt idx="215747">
                  <c:v>k5597</c:v>
                </c:pt>
                <c:pt idx="215698">
                  <c:v>k5598</c:v>
                </c:pt>
                <c:pt idx="215649">
                  <c:v>k5599</c:v>
                </c:pt>
                <c:pt idx="215600">
                  <c:v>k5600</c:v>
                </c:pt>
                <c:pt idx="215551">
                  <c:v>k5601</c:v>
                </c:pt>
                <c:pt idx="215502">
                  <c:v>k5602</c:v>
                </c:pt>
                <c:pt idx="215453">
                  <c:v>k5603</c:v>
                </c:pt>
                <c:pt idx="215404">
                  <c:v>k5604</c:v>
                </c:pt>
                <c:pt idx="215355">
                  <c:v>k5605</c:v>
                </c:pt>
                <c:pt idx="215306">
                  <c:v>k5606</c:v>
                </c:pt>
                <c:pt idx="215257">
                  <c:v>k5607</c:v>
                </c:pt>
                <c:pt idx="215208">
                  <c:v>k5608</c:v>
                </c:pt>
                <c:pt idx="215159">
                  <c:v>k5609</c:v>
                </c:pt>
                <c:pt idx="215110">
                  <c:v>k5610</c:v>
                </c:pt>
                <c:pt idx="215061">
                  <c:v>k5611</c:v>
                </c:pt>
                <c:pt idx="215012">
                  <c:v>k5612</c:v>
                </c:pt>
                <c:pt idx="214963">
                  <c:v>k5613</c:v>
                </c:pt>
                <c:pt idx="214914">
                  <c:v>k5614</c:v>
                </c:pt>
                <c:pt idx="214865">
                  <c:v>k5615</c:v>
                </c:pt>
                <c:pt idx="214816">
                  <c:v>k5616</c:v>
                </c:pt>
                <c:pt idx="214767">
                  <c:v>k5617</c:v>
                </c:pt>
                <c:pt idx="214718">
                  <c:v>k5618</c:v>
                </c:pt>
                <c:pt idx="214669">
                  <c:v>k5619</c:v>
                </c:pt>
                <c:pt idx="214620">
                  <c:v>k5620</c:v>
                </c:pt>
                <c:pt idx="214571">
                  <c:v>k5621</c:v>
                </c:pt>
                <c:pt idx="214522">
                  <c:v>k5622</c:v>
                </c:pt>
                <c:pt idx="214473">
                  <c:v>k5623</c:v>
                </c:pt>
                <c:pt idx="214424">
                  <c:v>k5624</c:v>
                </c:pt>
                <c:pt idx="214375">
                  <c:v>k5625</c:v>
                </c:pt>
                <c:pt idx="214326">
                  <c:v>k5626</c:v>
                </c:pt>
                <c:pt idx="214277">
                  <c:v>k5627</c:v>
                </c:pt>
                <c:pt idx="214228">
                  <c:v>k5628</c:v>
                </c:pt>
                <c:pt idx="214179">
                  <c:v>k5629</c:v>
                </c:pt>
                <c:pt idx="214130">
                  <c:v>k5630</c:v>
                </c:pt>
                <c:pt idx="214081">
                  <c:v>k5631</c:v>
                </c:pt>
                <c:pt idx="214032">
                  <c:v>k5632</c:v>
                </c:pt>
                <c:pt idx="213983">
                  <c:v>k5633</c:v>
                </c:pt>
                <c:pt idx="213934">
                  <c:v>k5634</c:v>
                </c:pt>
                <c:pt idx="213885">
                  <c:v>k5635</c:v>
                </c:pt>
                <c:pt idx="213836">
                  <c:v>k5636</c:v>
                </c:pt>
                <c:pt idx="213787">
                  <c:v>k5637</c:v>
                </c:pt>
                <c:pt idx="213738">
                  <c:v>k5638</c:v>
                </c:pt>
                <c:pt idx="213689">
                  <c:v>k5639</c:v>
                </c:pt>
                <c:pt idx="213640">
                  <c:v>k5640</c:v>
                </c:pt>
                <c:pt idx="213591">
                  <c:v>k5641</c:v>
                </c:pt>
                <c:pt idx="213542">
                  <c:v>k5642</c:v>
                </c:pt>
                <c:pt idx="213493">
                  <c:v>k5643</c:v>
                </c:pt>
                <c:pt idx="213444">
                  <c:v>k5644</c:v>
                </c:pt>
                <c:pt idx="213395">
                  <c:v>k5645</c:v>
                </c:pt>
                <c:pt idx="213346">
                  <c:v>k5646</c:v>
                </c:pt>
                <c:pt idx="213297">
                  <c:v>k5647</c:v>
                </c:pt>
                <c:pt idx="213248">
                  <c:v>k5648</c:v>
                </c:pt>
                <c:pt idx="213199">
                  <c:v>k5649</c:v>
                </c:pt>
                <c:pt idx="213150">
                  <c:v>k5650</c:v>
                </c:pt>
                <c:pt idx="213101">
                  <c:v>k5651</c:v>
                </c:pt>
                <c:pt idx="213052">
                  <c:v>k5652</c:v>
                </c:pt>
                <c:pt idx="213003">
                  <c:v>k5653</c:v>
                </c:pt>
                <c:pt idx="212954">
                  <c:v>k5654</c:v>
                </c:pt>
                <c:pt idx="212905">
                  <c:v>k5655</c:v>
                </c:pt>
                <c:pt idx="212856">
                  <c:v>k5656</c:v>
                </c:pt>
                <c:pt idx="212807">
                  <c:v>k5657</c:v>
                </c:pt>
                <c:pt idx="212758">
                  <c:v>k5658</c:v>
                </c:pt>
                <c:pt idx="212709">
                  <c:v>k5659</c:v>
                </c:pt>
                <c:pt idx="212660">
                  <c:v>k5660</c:v>
                </c:pt>
                <c:pt idx="212611">
                  <c:v>k5661</c:v>
                </c:pt>
                <c:pt idx="212562">
                  <c:v>k5662</c:v>
                </c:pt>
                <c:pt idx="212513">
                  <c:v>k5663</c:v>
                </c:pt>
                <c:pt idx="212464">
                  <c:v>k5664</c:v>
                </c:pt>
                <c:pt idx="212415">
                  <c:v>k5665</c:v>
                </c:pt>
                <c:pt idx="212366">
                  <c:v>k5666</c:v>
                </c:pt>
                <c:pt idx="212317">
                  <c:v>k5667</c:v>
                </c:pt>
                <c:pt idx="212268">
                  <c:v>k5668</c:v>
                </c:pt>
                <c:pt idx="212219">
                  <c:v>k5669</c:v>
                </c:pt>
                <c:pt idx="212170">
                  <c:v>k5670</c:v>
                </c:pt>
                <c:pt idx="212121">
                  <c:v>k5671</c:v>
                </c:pt>
                <c:pt idx="212072">
                  <c:v>k5672</c:v>
                </c:pt>
                <c:pt idx="212023">
                  <c:v>k5673</c:v>
                </c:pt>
                <c:pt idx="211974">
                  <c:v>k5674</c:v>
                </c:pt>
                <c:pt idx="211925">
                  <c:v>k5675</c:v>
                </c:pt>
                <c:pt idx="211876">
                  <c:v>k5676</c:v>
                </c:pt>
                <c:pt idx="211827">
                  <c:v>k5677</c:v>
                </c:pt>
                <c:pt idx="211778">
                  <c:v>k5678</c:v>
                </c:pt>
                <c:pt idx="211729">
                  <c:v>k5679</c:v>
                </c:pt>
                <c:pt idx="211680">
                  <c:v>k5680</c:v>
                </c:pt>
                <c:pt idx="211631">
                  <c:v>k5681</c:v>
                </c:pt>
                <c:pt idx="211582">
                  <c:v>k5682</c:v>
                </c:pt>
                <c:pt idx="211533">
                  <c:v>k5683</c:v>
                </c:pt>
                <c:pt idx="211484">
                  <c:v>k5684</c:v>
                </c:pt>
                <c:pt idx="211435">
                  <c:v>k5685</c:v>
                </c:pt>
                <c:pt idx="211386">
                  <c:v>k5686</c:v>
                </c:pt>
                <c:pt idx="211337">
                  <c:v>k5687</c:v>
                </c:pt>
                <c:pt idx="211288">
                  <c:v>k5688</c:v>
                </c:pt>
                <c:pt idx="211239">
                  <c:v>k5689</c:v>
                </c:pt>
                <c:pt idx="211190">
                  <c:v>k5690</c:v>
                </c:pt>
                <c:pt idx="211141">
                  <c:v>k5691</c:v>
                </c:pt>
                <c:pt idx="211092">
                  <c:v>k5692</c:v>
                </c:pt>
                <c:pt idx="211043">
                  <c:v>k5693</c:v>
                </c:pt>
                <c:pt idx="210994">
                  <c:v>k5694</c:v>
                </c:pt>
                <c:pt idx="210945">
                  <c:v>k5695</c:v>
                </c:pt>
                <c:pt idx="210896">
                  <c:v>k5696</c:v>
                </c:pt>
                <c:pt idx="210847">
                  <c:v>k5697</c:v>
                </c:pt>
                <c:pt idx="210798">
                  <c:v>k5698</c:v>
                </c:pt>
                <c:pt idx="210749">
                  <c:v>k5699</c:v>
                </c:pt>
                <c:pt idx="210700">
                  <c:v>k5700</c:v>
                </c:pt>
                <c:pt idx="210651">
                  <c:v>k5701</c:v>
                </c:pt>
                <c:pt idx="210602">
                  <c:v>k5702</c:v>
                </c:pt>
                <c:pt idx="210553">
                  <c:v>k5703</c:v>
                </c:pt>
                <c:pt idx="210504">
                  <c:v>k5704</c:v>
                </c:pt>
                <c:pt idx="210455">
                  <c:v>k5705</c:v>
                </c:pt>
                <c:pt idx="210406">
                  <c:v>k5706</c:v>
                </c:pt>
                <c:pt idx="210357">
                  <c:v>k5707</c:v>
                </c:pt>
                <c:pt idx="210308">
                  <c:v>k5708</c:v>
                </c:pt>
                <c:pt idx="210259">
                  <c:v>k5709</c:v>
                </c:pt>
                <c:pt idx="210210">
                  <c:v>k5710</c:v>
                </c:pt>
                <c:pt idx="210161">
                  <c:v>k5711</c:v>
                </c:pt>
                <c:pt idx="210112">
                  <c:v>k5712</c:v>
                </c:pt>
                <c:pt idx="210063">
                  <c:v>k5713</c:v>
                </c:pt>
                <c:pt idx="210014">
                  <c:v>k5714</c:v>
                </c:pt>
                <c:pt idx="209965">
                  <c:v>k5715</c:v>
                </c:pt>
                <c:pt idx="209916">
                  <c:v>k5716</c:v>
                </c:pt>
                <c:pt idx="209867">
                  <c:v>k5717</c:v>
                </c:pt>
                <c:pt idx="209818">
                  <c:v>k5718</c:v>
                </c:pt>
                <c:pt idx="209769">
                  <c:v>k5719</c:v>
                </c:pt>
                <c:pt idx="209720">
                  <c:v>k5720</c:v>
                </c:pt>
                <c:pt idx="209671">
                  <c:v>k5721</c:v>
                </c:pt>
                <c:pt idx="209622">
                  <c:v>k5722</c:v>
                </c:pt>
                <c:pt idx="209573">
                  <c:v>k5723</c:v>
                </c:pt>
                <c:pt idx="209524">
                  <c:v>k5724</c:v>
                </c:pt>
                <c:pt idx="209475">
                  <c:v>k5725</c:v>
                </c:pt>
                <c:pt idx="209426">
                  <c:v>k5726</c:v>
                </c:pt>
                <c:pt idx="209377">
                  <c:v>k5727</c:v>
                </c:pt>
                <c:pt idx="209328">
                  <c:v>k5728</c:v>
                </c:pt>
                <c:pt idx="209279">
                  <c:v>k5729</c:v>
                </c:pt>
                <c:pt idx="209230">
                  <c:v>k5730</c:v>
                </c:pt>
                <c:pt idx="209181">
                  <c:v>k5731</c:v>
                </c:pt>
                <c:pt idx="209132">
                  <c:v>k5732</c:v>
                </c:pt>
                <c:pt idx="209083">
                  <c:v>k5733</c:v>
                </c:pt>
                <c:pt idx="209034">
                  <c:v>k5734</c:v>
                </c:pt>
                <c:pt idx="208985">
                  <c:v>k5735</c:v>
                </c:pt>
                <c:pt idx="208936">
                  <c:v>k5736</c:v>
                </c:pt>
                <c:pt idx="208887">
                  <c:v>k5737</c:v>
                </c:pt>
                <c:pt idx="208838">
                  <c:v>k5738</c:v>
                </c:pt>
                <c:pt idx="208789">
                  <c:v>k5739</c:v>
                </c:pt>
                <c:pt idx="208740">
                  <c:v>k5740</c:v>
                </c:pt>
                <c:pt idx="208691">
                  <c:v>k5741</c:v>
                </c:pt>
                <c:pt idx="208642">
                  <c:v>k5742</c:v>
                </c:pt>
                <c:pt idx="208593">
                  <c:v>k5743</c:v>
                </c:pt>
                <c:pt idx="208544">
                  <c:v>k5744</c:v>
                </c:pt>
                <c:pt idx="208495">
                  <c:v>k5745</c:v>
                </c:pt>
                <c:pt idx="208446">
                  <c:v>k5746</c:v>
                </c:pt>
                <c:pt idx="208397">
                  <c:v>k5747</c:v>
                </c:pt>
                <c:pt idx="208348">
                  <c:v>k5748</c:v>
                </c:pt>
                <c:pt idx="208299">
                  <c:v>k5749</c:v>
                </c:pt>
                <c:pt idx="208250">
                  <c:v>k5750</c:v>
                </c:pt>
                <c:pt idx="208201">
                  <c:v>k5751</c:v>
                </c:pt>
                <c:pt idx="208152">
                  <c:v>k5752</c:v>
                </c:pt>
                <c:pt idx="208103">
                  <c:v>k5753</c:v>
                </c:pt>
                <c:pt idx="208054">
                  <c:v>k5754</c:v>
                </c:pt>
                <c:pt idx="208005">
                  <c:v>k5755</c:v>
                </c:pt>
                <c:pt idx="207956">
                  <c:v>k5756</c:v>
                </c:pt>
                <c:pt idx="207907">
                  <c:v>k5757</c:v>
                </c:pt>
                <c:pt idx="207858">
                  <c:v>k5758</c:v>
                </c:pt>
                <c:pt idx="207809">
                  <c:v>k5759</c:v>
                </c:pt>
                <c:pt idx="207760">
                  <c:v>k5760</c:v>
                </c:pt>
                <c:pt idx="207711">
                  <c:v>k5761</c:v>
                </c:pt>
                <c:pt idx="207662">
                  <c:v>k5762</c:v>
                </c:pt>
                <c:pt idx="207613">
                  <c:v>k5763</c:v>
                </c:pt>
                <c:pt idx="207564">
                  <c:v>k5764</c:v>
                </c:pt>
                <c:pt idx="207515">
                  <c:v>k5765</c:v>
                </c:pt>
                <c:pt idx="207466">
                  <c:v>k5766</c:v>
                </c:pt>
                <c:pt idx="207417">
                  <c:v>k5767</c:v>
                </c:pt>
                <c:pt idx="207368">
                  <c:v>k5768</c:v>
                </c:pt>
                <c:pt idx="207319">
                  <c:v>k5769</c:v>
                </c:pt>
                <c:pt idx="207270">
                  <c:v>k5770</c:v>
                </c:pt>
                <c:pt idx="207221">
                  <c:v>k5771</c:v>
                </c:pt>
                <c:pt idx="207172">
                  <c:v>k5772</c:v>
                </c:pt>
                <c:pt idx="207123">
                  <c:v>k5773</c:v>
                </c:pt>
                <c:pt idx="207074">
                  <c:v>k5774</c:v>
                </c:pt>
                <c:pt idx="207025">
                  <c:v>k5775</c:v>
                </c:pt>
                <c:pt idx="206976">
                  <c:v>k5776</c:v>
                </c:pt>
                <c:pt idx="206927">
                  <c:v>k5777</c:v>
                </c:pt>
                <c:pt idx="206878">
                  <c:v>k5778</c:v>
                </c:pt>
                <c:pt idx="206829">
                  <c:v>k5779</c:v>
                </c:pt>
                <c:pt idx="206780">
                  <c:v>k5780</c:v>
                </c:pt>
                <c:pt idx="206731">
                  <c:v>k5781</c:v>
                </c:pt>
                <c:pt idx="206682">
                  <c:v>k5782</c:v>
                </c:pt>
                <c:pt idx="206633">
                  <c:v>k5783</c:v>
                </c:pt>
                <c:pt idx="206584">
                  <c:v>k5784</c:v>
                </c:pt>
                <c:pt idx="206535">
                  <c:v>k5785</c:v>
                </c:pt>
                <c:pt idx="206486">
                  <c:v>k5786</c:v>
                </c:pt>
                <c:pt idx="206437">
                  <c:v>k5787</c:v>
                </c:pt>
                <c:pt idx="206388">
                  <c:v>k5788</c:v>
                </c:pt>
                <c:pt idx="206339">
                  <c:v>k5789</c:v>
                </c:pt>
                <c:pt idx="206290">
                  <c:v>k5790</c:v>
                </c:pt>
                <c:pt idx="206241">
                  <c:v>k5791</c:v>
                </c:pt>
                <c:pt idx="206192">
                  <c:v>k5792</c:v>
                </c:pt>
                <c:pt idx="206143">
                  <c:v>k5793</c:v>
                </c:pt>
                <c:pt idx="206094">
                  <c:v>k5794</c:v>
                </c:pt>
                <c:pt idx="206045">
                  <c:v>k5795</c:v>
                </c:pt>
                <c:pt idx="205996">
                  <c:v>k5796</c:v>
                </c:pt>
                <c:pt idx="205947">
                  <c:v>k5797</c:v>
                </c:pt>
                <c:pt idx="205898">
                  <c:v>k5798</c:v>
                </c:pt>
                <c:pt idx="205849">
                  <c:v>k5799</c:v>
                </c:pt>
                <c:pt idx="205800">
                  <c:v>k5800</c:v>
                </c:pt>
                <c:pt idx="205751">
                  <c:v>k5801</c:v>
                </c:pt>
                <c:pt idx="205702">
                  <c:v>k5802</c:v>
                </c:pt>
                <c:pt idx="205653">
                  <c:v>k5803</c:v>
                </c:pt>
                <c:pt idx="205604">
                  <c:v>k5804</c:v>
                </c:pt>
                <c:pt idx="205555">
                  <c:v>k5805</c:v>
                </c:pt>
                <c:pt idx="205506">
                  <c:v>k5806</c:v>
                </c:pt>
                <c:pt idx="205457">
                  <c:v>k5807</c:v>
                </c:pt>
                <c:pt idx="205408">
                  <c:v>k5808</c:v>
                </c:pt>
                <c:pt idx="205359">
                  <c:v>k5809</c:v>
                </c:pt>
                <c:pt idx="205310">
                  <c:v>k5810</c:v>
                </c:pt>
                <c:pt idx="205261">
                  <c:v>k5811</c:v>
                </c:pt>
                <c:pt idx="205212">
                  <c:v>k5812</c:v>
                </c:pt>
                <c:pt idx="205163">
                  <c:v>k5813</c:v>
                </c:pt>
                <c:pt idx="205114">
                  <c:v>k5814</c:v>
                </c:pt>
                <c:pt idx="205065">
                  <c:v>k5815</c:v>
                </c:pt>
                <c:pt idx="205016">
                  <c:v>k5816</c:v>
                </c:pt>
                <c:pt idx="204967">
                  <c:v>k5817</c:v>
                </c:pt>
                <c:pt idx="204918">
                  <c:v>k5818</c:v>
                </c:pt>
                <c:pt idx="204869">
                  <c:v>k5819</c:v>
                </c:pt>
                <c:pt idx="204820">
                  <c:v>k5820</c:v>
                </c:pt>
                <c:pt idx="204771">
                  <c:v>k5821</c:v>
                </c:pt>
                <c:pt idx="204722">
                  <c:v>k5822</c:v>
                </c:pt>
                <c:pt idx="204673">
                  <c:v>k5823</c:v>
                </c:pt>
                <c:pt idx="204624">
                  <c:v>k5824</c:v>
                </c:pt>
                <c:pt idx="204575">
                  <c:v>k5825</c:v>
                </c:pt>
                <c:pt idx="204526">
                  <c:v>k5826</c:v>
                </c:pt>
                <c:pt idx="204477">
                  <c:v>k5827</c:v>
                </c:pt>
                <c:pt idx="204428">
                  <c:v>k5828</c:v>
                </c:pt>
                <c:pt idx="204379">
                  <c:v>k5829</c:v>
                </c:pt>
                <c:pt idx="204330">
                  <c:v>k5830</c:v>
                </c:pt>
                <c:pt idx="204281">
                  <c:v>k5831</c:v>
                </c:pt>
                <c:pt idx="204232">
                  <c:v>k5832</c:v>
                </c:pt>
                <c:pt idx="204183">
                  <c:v>k5833</c:v>
                </c:pt>
                <c:pt idx="204134">
                  <c:v>k5834</c:v>
                </c:pt>
                <c:pt idx="204085">
                  <c:v>k5835</c:v>
                </c:pt>
                <c:pt idx="204036">
                  <c:v>k5836</c:v>
                </c:pt>
                <c:pt idx="203987">
                  <c:v>k5837</c:v>
                </c:pt>
                <c:pt idx="203938">
                  <c:v>k5838</c:v>
                </c:pt>
                <c:pt idx="203889">
                  <c:v>k5839</c:v>
                </c:pt>
                <c:pt idx="203840">
                  <c:v>k5840</c:v>
                </c:pt>
                <c:pt idx="203791">
                  <c:v>k5841</c:v>
                </c:pt>
                <c:pt idx="203742">
                  <c:v>k5842</c:v>
                </c:pt>
                <c:pt idx="203693">
                  <c:v>k5843</c:v>
                </c:pt>
                <c:pt idx="203644">
                  <c:v>k5844</c:v>
                </c:pt>
                <c:pt idx="203595">
                  <c:v>k5845</c:v>
                </c:pt>
                <c:pt idx="203546">
                  <c:v>k5846</c:v>
                </c:pt>
                <c:pt idx="203497">
                  <c:v>k5847</c:v>
                </c:pt>
                <c:pt idx="203448">
                  <c:v>k5848</c:v>
                </c:pt>
                <c:pt idx="203399">
                  <c:v>k5849</c:v>
                </c:pt>
                <c:pt idx="203350">
                  <c:v>k5850</c:v>
                </c:pt>
                <c:pt idx="203301">
                  <c:v>k5851</c:v>
                </c:pt>
                <c:pt idx="203252">
                  <c:v>k5852</c:v>
                </c:pt>
                <c:pt idx="203203">
                  <c:v>k5853</c:v>
                </c:pt>
                <c:pt idx="203154">
                  <c:v>k5854</c:v>
                </c:pt>
                <c:pt idx="203105">
                  <c:v>k5855</c:v>
                </c:pt>
                <c:pt idx="203056">
                  <c:v>k5856</c:v>
                </c:pt>
                <c:pt idx="203007">
                  <c:v>k5857</c:v>
                </c:pt>
                <c:pt idx="202958">
                  <c:v>k5858</c:v>
                </c:pt>
                <c:pt idx="202909">
                  <c:v>k5859</c:v>
                </c:pt>
                <c:pt idx="202860">
                  <c:v>k5860</c:v>
                </c:pt>
                <c:pt idx="202811">
                  <c:v>k5861</c:v>
                </c:pt>
                <c:pt idx="202762">
                  <c:v>k5862</c:v>
                </c:pt>
                <c:pt idx="202713">
                  <c:v>k5863</c:v>
                </c:pt>
                <c:pt idx="202664">
                  <c:v>k5864</c:v>
                </c:pt>
                <c:pt idx="202615">
                  <c:v>k5865</c:v>
                </c:pt>
                <c:pt idx="202566">
                  <c:v>k5866</c:v>
                </c:pt>
                <c:pt idx="202517">
                  <c:v>k5867</c:v>
                </c:pt>
                <c:pt idx="202468">
                  <c:v>k5868</c:v>
                </c:pt>
                <c:pt idx="202419">
                  <c:v>k5869</c:v>
                </c:pt>
                <c:pt idx="202370">
                  <c:v>k5870</c:v>
                </c:pt>
                <c:pt idx="202321">
                  <c:v>k5871</c:v>
                </c:pt>
                <c:pt idx="202272">
                  <c:v>k5872</c:v>
                </c:pt>
                <c:pt idx="202223">
                  <c:v>k5873</c:v>
                </c:pt>
                <c:pt idx="202174">
                  <c:v>k5874</c:v>
                </c:pt>
                <c:pt idx="202125">
                  <c:v>k5875</c:v>
                </c:pt>
                <c:pt idx="202076">
                  <c:v>k5876</c:v>
                </c:pt>
                <c:pt idx="202027">
                  <c:v>k5877</c:v>
                </c:pt>
                <c:pt idx="201978">
                  <c:v>k5878</c:v>
                </c:pt>
                <c:pt idx="201929">
                  <c:v>k5879</c:v>
                </c:pt>
                <c:pt idx="201880">
                  <c:v>k5880</c:v>
                </c:pt>
                <c:pt idx="201831">
                  <c:v>k5881</c:v>
                </c:pt>
                <c:pt idx="201782">
                  <c:v>k5882</c:v>
                </c:pt>
                <c:pt idx="201733">
                  <c:v>k5883</c:v>
                </c:pt>
                <c:pt idx="201684">
                  <c:v>k5884</c:v>
                </c:pt>
                <c:pt idx="201635">
                  <c:v>k5885</c:v>
                </c:pt>
                <c:pt idx="201586">
                  <c:v>k5886</c:v>
                </c:pt>
                <c:pt idx="201537">
                  <c:v>k5887</c:v>
                </c:pt>
                <c:pt idx="201488">
                  <c:v>k5888</c:v>
                </c:pt>
                <c:pt idx="201439">
                  <c:v>k5889</c:v>
                </c:pt>
                <c:pt idx="201390">
                  <c:v>k5890</c:v>
                </c:pt>
                <c:pt idx="201341">
                  <c:v>k5891</c:v>
                </c:pt>
                <c:pt idx="201292">
                  <c:v>k5892</c:v>
                </c:pt>
                <c:pt idx="201243">
                  <c:v>k5893</c:v>
                </c:pt>
                <c:pt idx="201194">
                  <c:v>k5894</c:v>
                </c:pt>
                <c:pt idx="201145">
                  <c:v>k5895</c:v>
                </c:pt>
                <c:pt idx="201096">
                  <c:v>k5896</c:v>
                </c:pt>
                <c:pt idx="201047">
                  <c:v>k5897</c:v>
                </c:pt>
                <c:pt idx="200998">
                  <c:v>k5898</c:v>
                </c:pt>
                <c:pt idx="200949">
                  <c:v>k5899</c:v>
                </c:pt>
                <c:pt idx="200900">
                  <c:v>k5900</c:v>
                </c:pt>
                <c:pt idx="200851">
                  <c:v>k5901</c:v>
                </c:pt>
                <c:pt idx="200802">
                  <c:v>k5902</c:v>
                </c:pt>
                <c:pt idx="200753">
                  <c:v>k5903</c:v>
                </c:pt>
                <c:pt idx="200704">
                  <c:v>k5904</c:v>
                </c:pt>
                <c:pt idx="200655">
                  <c:v>k5905</c:v>
                </c:pt>
                <c:pt idx="200606">
                  <c:v>k5906</c:v>
                </c:pt>
                <c:pt idx="200557">
                  <c:v>k5907</c:v>
                </c:pt>
                <c:pt idx="200508">
                  <c:v>k5908</c:v>
                </c:pt>
                <c:pt idx="200459">
                  <c:v>k5909</c:v>
                </c:pt>
                <c:pt idx="200410">
                  <c:v>k5910</c:v>
                </c:pt>
                <c:pt idx="200361">
                  <c:v>k5911</c:v>
                </c:pt>
                <c:pt idx="200312">
                  <c:v>k5912</c:v>
                </c:pt>
                <c:pt idx="200263">
                  <c:v>k5913</c:v>
                </c:pt>
                <c:pt idx="200214">
                  <c:v>k5914</c:v>
                </c:pt>
                <c:pt idx="200165">
                  <c:v>k5915</c:v>
                </c:pt>
                <c:pt idx="200116">
                  <c:v>k5916</c:v>
                </c:pt>
                <c:pt idx="200067">
                  <c:v>k5917</c:v>
                </c:pt>
                <c:pt idx="200018">
                  <c:v>k5918</c:v>
                </c:pt>
                <c:pt idx="199969">
                  <c:v>k5919</c:v>
                </c:pt>
                <c:pt idx="199920">
                  <c:v>k5920</c:v>
                </c:pt>
                <c:pt idx="199871">
                  <c:v>k5921</c:v>
                </c:pt>
                <c:pt idx="199822">
                  <c:v>k5922</c:v>
                </c:pt>
                <c:pt idx="199773">
                  <c:v>k5923</c:v>
                </c:pt>
                <c:pt idx="199724">
                  <c:v>k5924</c:v>
                </c:pt>
                <c:pt idx="199675">
                  <c:v>k5925</c:v>
                </c:pt>
                <c:pt idx="199626">
                  <c:v>k5926</c:v>
                </c:pt>
                <c:pt idx="199577">
                  <c:v>k5927</c:v>
                </c:pt>
                <c:pt idx="199528">
                  <c:v>k5928</c:v>
                </c:pt>
                <c:pt idx="199479">
                  <c:v>k5929</c:v>
                </c:pt>
                <c:pt idx="199430">
                  <c:v>k5930</c:v>
                </c:pt>
                <c:pt idx="199381">
                  <c:v>k5931</c:v>
                </c:pt>
                <c:pt idx="199332">
                  <c:v>k5932</c:v>
                </c:pt>
                <c:pt idx="199283">
                  <c:v>k5933</c:v>
                </c:pt>
                <c:pt idx="199234">
                  <c:v>k5934</c:v>
                </c:pt>
                <c:pt idx="199185">
                  <c:v>k5935</c:v>
                </c:pt>
                <c:pt idx="199136">
                  <c:v>k5936</c:v>
                </c:pt>
                <c:pt idx="199087">
                  <c:v>k5937</c:v>
                </c:pt>
                <c:pt idx="199038">
                  <c:v>k5938</c:v>
                </c:pt>
                <c:pt idx="198989">
                  <c:v>k5939</c:v>
                </c:pt>
                <c:pt idx="198940">
                  <c:v>k5940</c:v>
                </c:pt>
                <c:pt idx="198891">
                  <c:v>k5941</c:v>
                </c:pt>
                <c:pt idx="198842">
                  <c:v>k5942</c:v>
                </c:pt>
                <c:pt idx="198793">
                  <c:v>k5943</c:v>
                </c:pt>
                <c:pt idx="198744">
                  <c:v>k5944</c:v>
                </c:pt>
                <c:pt idx="198695">
                  <c:v>k5945</c:v>
                </c:pt>
                <c:pt idx="198646">
                  <c:v>k5946</c:v>
                </c:pt>
                <c:pt idx="198597">
                  <c:v>k5947</c:v>
                </c:pt>
                <c:pt idx="198548">
                  <c:v>k5948</c:v>
                </c:pt>
                <c:pt idx="198499">
                  <c:v>k5949</c:v>
                </c:pt>
                <c:pt idx="198450">
                  <c:v>k5950</c:v>
                </c:pt>
                <c:pt idx="198401">
                  <c:v>k5951</c:v>
                </c:pt>
                <c:pt idx="198352">
                  <c:v>k5952</c:v>
                </c:pt>
                <c:pt idx="198303">
                  <c:v>k5953</c:v>
                </c:pt>
                <c:pt idx="198254">
                  <c:v>k5954</c:v>
                </c:pt>
                <c:pt idx="198205">
                  <c:v>k5955</c:v>
                </c:pt>
                <c:pt idx="198156">
                  <c:v>k5956</c:v>
                </c:pt>
                <c:pt idx="198107">
                  <c:v>k5957</c:v>
                </c:pt>
                <c:pt idx="198058">
                  <c:v>k5958</c:v>
                </c:pt>
                <c:pt idx="198009">
                  <c:v>k5959</c:v>
                </c:pt>
                <c:pt idx="197960">
                  <c:v>k5960</c:v>
                </c:pt>
                <c:pt idx="197911">
                  <c:v>k5961</c:v>
                </c:pt>
                <c:pt idx="197862">
                  <c:v>k5962</c:v>
                </c:pt>
                <c:pt idx="197813">
                  <c:v>k5963</c:v>
                </c:pt>
                <c:pt idx="197764">
                  <c:v>k5964</c:v>
                </c:pt>
                <c:pt idx="197715">
                  <c:v>k5965</c:v>
                </c:pt>
                <c:pt idx="197666">
                  <c:v>k5966</c:v>
                </c:pt>
                <c:pt idx="197617">
                  <c:v>k5967</c:v>
                </c:pt>
                <c:pt idx="197568">
                  <c:v>k5968</c:v>
                </c:pt>
                <c:pt idx="197519">
                  <c:v>k5969</c:v>
                </c:pt>
                <c:pt idx="197470">
                  <c:v>k5970</c:v>
                </c:pt>
                <c:pt idx="197421">
                  <c:v>k5971</c:v>
                </c:pt>
                <c:pt idx="197372">
                  <c:v>k5972</c:v>
                </c:pt>
                <c:pt idx="197323">
                  <c:v>k5973</c:v>
                </c:pt>
                <c:pt idx="197274">
                  <c:v>k5974</c:v>
                </c:pt>
                <c:pt idx="197225">
                  <c:v>k5975</c:v>
                </c:pt>
                <c:pt idx="197176">
                  <c:v>k5976</c:v>
                </c:pt>
                <c:pt idx="197127">
                  <c:v>k5977</c:v>
                </c:pt>
                <c:pt idx="197078">
                  <c:v>k5978</c:v>
                </c:pt>
                <c:pt idx="197029">
                  <c:v>k5979</c:v>
                </c:pt>
                <c:pt idx="196980">
                  <c:v>k5980</c:v>
                </c:pt>
                <c:pt idx="196931">
                  <c:v>k5981</c:v>
                </c:pt>
                <c:pt idx="196882">
                  <c:v>k5982</c:v>
                </c:pt>
                <c:pt idx="196833">
                  <c:v>k5983</c:v>
                </c:pt>
                <c:pt idx="196784">
                  <c:v>k5984</c:v>
                </c:pt>
                <c:pt idx="196735">
                  <c:v>k5985</c:v>
                </c:pt>
                <c:pt idx="196686">
                  <c:v>k5986</c:v>
                </c:pt>
                <c:pt idx="196637">
                  <c:v>k5987</c:v>
                </c:pt>
                <c:pt idx="196588">
                  <c:v>k5988</c:v>
                </c:pt>
                <c:pt idx="196539">
                  <c:v>k5989</c:v>
                </c:pt>
                <c:pt idx="196490">
                  <c:v>k5990</c:v>
                </c:pt>
                <c:pt idx="196441">
                  <c:v>k5991</c:v>
                </c:pt>
                <c:pt idx="196392">
                  <c:v>k5992</c:v>
                </c:pt>
                <c:pt idx="196343">
                  <c:v>k5993</c:v>
                </c:pt>
                <c:pt idx="196294">
                  <c:v>k5994</c:v>
                </c:pt>
                <c:pt idx="196245">
                  <c:v>k5995</c:v>
                </c:pt>
                <c:pt idx="196196">
                  <c:v>k5996</c:v>
                </c:pt>
                <c:pt idx="196147">
                  <c:v>k5997</c:v>
                </c:pt>
                <c:pt idx="196098">
                  <c:v>k5998</c:v>
                </c:pt>
                <c:pt idx="196049">
                  <c:v>k5999</c:v>
                </c:pt>
                <c:pt idx="196000">
                  <c:v>k6000</c:v>
                </c:pt>
                <c:pt idx="195951">
                  <c:v>k6001</c:v>
                </c:pt>
                <c:pt idx="195902">
                  <c:v>k6002</c:v>
                </c:pt>
                <c:pt idx="195853">
                  <c:v>k6003</c:v>
                </c:pt>
                <c:pt idx="195804">
                  <c:v>k6004</c:v>
                </c:pt>
                <c:pt idx="195755">
                  <c:v>k6005</c:v>
                </c:pt>
                <c:pt idx="195706">
                  <c:v>k6006</c:v>
                </c:pt>
                <c:pt idx="195657">
                  <c:v>k6007</c:v>
                </c:pt>
                <c:pt idx="195608">
                  <c:v>k6008</c:v>
                </c:pt>
                <c:pt idx="195559">
                  <c:v>k6009</c:v>
                </c:pt>
                <c:pt idx="195510">
                  <c:v>k6010</c:v>
                </c:pt>
                <c:pt idx="195461">
                  <c:v>k6011</c:v>
                </c:pt>
                <c:pt idx="195412">
                  <c:v>k6012</c:v>
                </c:pt>
                <c:pt idx="195363">
                  <c:v>k6013</c:v>
                </c:pt>
                <c:pt idx="195314">
                  <c:v>k6014</c:v>
                </c:pt>
                <c:pt idx="195265">
                  <c:v>k6015</c:v>
                </c:pt>
                <c:pt idx="195216">
                  <c:v>k6016</c:v>
                </c:pt>
                <c:pt idx="195167">
                  <c:v>k6017</c:v>
                </c:pt>
                <c:pt idx="195118">
                  <c:v>k6018</c:v>
                </c:pt>
                <c:pt idx="195069">
                  <c:v>k6019</c:v>
                </c:pt>
                <c:pt idx="195020">
                  <c:v>k6020</c:v>
                </c:pt>
                <c:pt idx="194971">
                  <c:v>k6021</c:v>
                </c:pt>
                <c:pt idx="194922">
                  <c:v>k6022</c:v>
                </c:pt>
                <c:pt idx="194873">
                  <c:v>k6023</c:v>
                </c:pt>
                <c:pt idx="194824">
                  <c:v>k6024</c:v>
                </c:pt>
                <c:pt idx="194775">
                  <c:v>k6025</c:v>
                </c:pt>
                <c:pt idx="194726">
                  <c:v>k6026</c:v>
                </c:pt>
                <c:pt idx="194677">
                  <c:v>k6027</c:v>
                </c:pt>
                <c:pt idx="194628">
                  <c:v>k6028</c:v>
                </c:pt>
                <c:pt idx="194579">
                  <c:v>k6029</c:v>
                </c:pt>
                <c:pt idx="194530">
                  <c:v>k6030</c:v>
                </c:pt>
                <c:pt idx="194481">
                  <c:v>k6031</c:v>
                </c:pt>
                <c:pt idx="194432">
                  <c:v>k6032</c:v>
                </c:pt>
                <c:pt idx="194383">
                  <c:v>k6033</c:v>
                </c:pt>
                <c:pt idx="194334">
                  <c:v>k6034</c:v>
                </c:pt>
                <c:pt idx="194285">
                  <c:v>k6035</c:v>
                </c:pt>
                <c:pt idx="194236">
                  <c:v>k6036</c:v>
                </c:pt>
                <c:pt idx="194187">
                  <c:v>k6037</c:v>
                </c:pt>
                <c:pt idx="194138">
                  <c:v>k6038</c:v>
                </c:pt>
                <c:pt idx="194089">
                  <c:v>k6039</c:v>
                </c:pt>
                <c:pt idx="194040">
                  <c:v>k6040</c:v>
                </c:pt>
                <c:pt idx="193991">
                  <c:v>k6041</c:v>
                </c:pt>
                <c:pt idx="193942">
                  <c:v>k6042</c:v>
                </c:pt>
                <c:pt idx="193893">
                  <c:v>k6043</c:v>
                </c:pt>
                <c:pt idx="193844">
                  <c:v>k6044</c:v>
                </c:pt>
                <c:pt idx="193795">
                  <c:v>k6045</c:v>
                </c:pt>
                <c:pt idx="193746">
                  <c:v>k6046</c:v>
                </c:pt>
                <c:pt idx="193697">
                  <c:v>k6047</c:v>
                </c:pt>
                <c:pt idx="193648">
                  <c:v>k6048</c:v>
                </c:pt>
                <c:pt idx="193599">
                  <c:v>k6049</c:v>
                </c:pt>
                <c:pt idx="193550">
                  <c:v>k6050</c:v>
                </c:pt>
                <c:pt idx="193501">
                  <c:v>k6051</c:v>
                </c:pt>
                <c:pt idx="193452">
                  <c:v>k6052</c:v>
                </c:pt>
                <c:pt idx="193403">
                  <c:v>k6053</c:v>
                </c:pt>
                <c:pt idx="193354">
                  <c:v>k6054</c:v>
                </c:pt>
                <c:pt idx="193305">
                  <c:v>k6055</c:v>
                </c:pt>
                <c:pt idx="193256">
                  <c:v>k6056</c:v>
                </c:pt>
                <c:pt idx="193207">
                  <c:v>k6057</c:v>
                </c:pt>
                <c:pt idx="193158">
                  <c:v>k6058</c:v>
                </c:pt>
                <c:pt idx="193109">
                  <c:v>k6059</c:v>
                </c:pt>
                <c:pt idx="193060">
                  <c:v>k6060</c:v>
                </c:pt>
                <c:pt idx="193011">
                  <c:v>k6061</c:v>
                </c:pt>
                <c:pt idx="192962">
                  <c:v>k6062</c:v>
                </c:pt>
                <c:pt idx="192913">
                  <c:v>k6063</c:v>
                </c:pt>
                <c:pt idx="192864">
                  <c:v>k6064</c:v>
                </c:pt>
                <c:pt idx="192815">
                  <c:v>k6065</c:v>
                </c:pt>
                <c:pt idx="192766">
                  <c:v>k6066</c:v>
                </c:pt>
                <c:pt idx="192717">
                  <c:v>k6067</c:v>
                </c:pt>
                <c:pt idx="192668">
                  <c:v>k6068</c:v>
                </c:pt>
                <c:pt idx="192619">
                  <c:v>k6069</c:v>
                </c:pt>
                <c:pt idx="192570">
                  <c:v>k6070</c:v>
                </c:pt>
                <c:pt idx="192521">
                  <c:v>k6071</c:v>
                </c:pt>
                <c:pt idx="192472">
                  <c:v>k6072</c:v>
                </c:pt>
                <c:pt idx="192423">
                  <c:v>k6073</c:v>
                </c:pt>
                <c:pt idx="192374">
                  <c:v>k6074</c:v>
                </c:pt>
                <c:pt idx="192325">
                  <c:v>k6075</c:v>
                </c:pt>
                <c:pt idx="192276">
                  <c:v>k6076</c:v>
                </c:pt>
                <c:pt idx="192227">
                  <c:v>k6077</c:v>
                </c:pt>
                <c:pt idx="192178">
                  <c:v>k6078</c:v>
                </c:pt>
                <c:pt idx="192129">
                  <c:v>k6079</c:v>
                </c:pt>
                <c:pt idx="192080">
                  <c:v>k6080</c:v>
                </c:pt>
                <c:pt idx="192031">
                  <c:v>k6081</c:v>
                </c:pt>
                <c:pt idx="191982">
                  <c:v>k6082</c:v>
                </c:pt>
                <c:pt idx="191933">
                  <c:v>k6083</c:v>
                </c:pt>
                <c:pt idx="191884">
                  <c:v>k6084</c:v>
                </c:pt>
                <c:pt idx="191835">
                  <c:v>k6085</c:v>
                </c:pt>
                <c:pt idx="191786">
                  <c:v>k6086</c:v>
                </c:pt>
                <c:pt idx="191737">
                  <c:v>k6087</c:v>
                </c:pt>
                <c:pt idx="191688">
                  <c:v>k6088</c:v>
                </c:pt>
                <c:pt idx="191639">
                  <c:v>k6089</c:v>
                </c:pt>
                <c:pt idx="191590">
                  <c:v>k6090</c:v>
                </c:pt>
                <c:pt idx="191541">
                  <c:v>k6091</c:v>
                </c:pt>
                <c:pt idx="191492">
                  <c:v>k6092</c:v>
                </c:pt>
                <c:pt idx="191443">
                  <c:v>k6093</c:v>
                </c:pt>
                <c:pt idx="191394">
                  <c:v>k6094</c:v>
                </c:pt>
                <c:pt idx="191345">
                  <c:v>k6095</c:v>
                </c:pt>
                <c:pt idx="191296">
                  <c:v>k6096</c:v>
                </c:pt>
                <c:pt idx="191247">
                  <c:v>k6097</c:v>
                </c:pt>
                <c:pt idx="191198">
                  <c:v>k6098</c:v>
                </c:pt>
                <c:pt idx="191149">
                  <c:v>k6099</c:v>
                </c:pt>
                <c:pt idx="191100">
                  <c:v>k6100</c:v>
                </c:pt>
                <c:pt idx="191051">
                  <c:v>k6101</c:v>
                </c:pt>
                <c:pt idx="191002">
                  <c:v>k6102</c:v>
                </c:pt>
                <c:pt idx="190953">
                  <c:v>k6103</c:v>
                </c:pt>
                <c:pt idx="190904">
                  <c:v>k6104</c:v>
                </c:pt>
                <c:pt idx="190855">
                  <c:v>k6105</c:v>
                </c:pt>
                <c:pt idx="190806">
                  <c:v>k6106</c:v>
                </c:pt>
                <c:pt idx="190757">
                  <c:v>k6107</c:v>
                </c:pt>
                <c:pt idx="190708">
                  <c:v>k6108</c:v>
                </c:pt>
                <c:pt idx="190659">
                  <c:v>k6109</c:v>
                </c:pt>
                <c:pt idx="190610">
                  <c:v>k6110</c:v>
                </c:pt>
                <c:pt idx="190561">
                  <c:v>k6111</c:v>
                </c:pt>
                <c:pt idx="190512">
                  <c:v>k6112</c:v>
                </c:pt>
                <c:pt idx="190463">
                  <c:v>k6113</c:v>
                </c:pt>
                <c:pt idx="190414">
                  <c:v>k6114</c:v>
                </c:pt>
                <c:pt idx="190365">
                  <c:v>k6115</c:v>
                </c:pt>
                <c:pt idx="190316">
                  <c:v>k6116</c:v>
                </c:pt>
                <c:pt idx="190267">
                  <c:v>k6117</c:v>
                </c:pt>
                <c:pt idx="190218">
                  <c:v>k6118</c:v>
                </c:pt>
                <c:pt idx="190169">
                  <c:v>k6119</c:v>
                </c:pt>
                <c:pt idx="190120">
                  <c:v>k6120</c:v>
                </c:pt>
                <c:pt idx="190071">
                  <c:v>k6121</c:v>
                </c:pt>
                <c:pt idx="190022">
                  <c:v>k6122</c:v>
                </c:pt>
                <c:pt idx="189973">
                  <c:v>k6123</c:v>
                </c:pt>
                <c:pt idx="189924">
                  <c:v>k6124</c:v>
                </c:pt>
                <c:pt idx="189875">
                  <c:v>k6125</c:v>
                </c:pt>
                <c:pt idx="189826">
                  <c:v>k6126</c:v>
                </c:pt>
                <c:pt idx="189777">
                  <c:v>k6127</c:v>
                </c:pt>
                <c:pt idx="189728">
                  <c:v>k6128</c:v>
                </c:pt>
                <c:pt idx="189679">
                  <c:v>k6129</c:v>
                </c:pt>
                <c:pt idx="189630">
                  <c:v>k6130</c:v>
                </c:pt>
                <c:pt idx="189581">
                  <c:v>k6131</c:v>
                </c:pt>
                <c:pt idx="189532">
                  <c:v>k6132</c:v>
                </c:pt>
                <c:pt idx="189483">
                  <c:v>k6133</c:v>
                </c:pt>
                <c:pt idx="189434">
                  <c:v>k6134</c:v>
                </c:pt>
                <c:pt idx="189385">
                  <c:v>k6135</c:v>
                </c:pt>
                <c:pt idx="189336">
                  <c:v>k6136</c:v>
                </c:pt>
                <c:pt idx="189287">
                  <c:v>k6137</c:v>
                </c:pt>
                <c:pt idx="189238">
                  <c:v>k6138</c:v>
                </c:pt>
                <c:pt idx="189189">
                  <c:v>k6139</c:v>
                </c:pt>
                <c:pt idx="189140">
                  <c:v>k6140</c:v>
                </c:pt>
                <c:pt idx="189091">
                  <c:v>k6141</c:v>
                </c:pt>
                <c:pt idx="189042">
                  <c:v>k6142</c:v>
                </c:pt>
                <c:pt idx="188993">
                  <c:v>k6143</c:v>
                </c:pt>
                <c:pt idx="188944">
                  <c:v>k6144</c:v>
                </c:pt>
                <c:pt idx="188895">
                  <c:v>k6145</c:v>
                </c:pt>
                <c:pt idx="188846">
                  <c:v>k6146</c:v>
                </c:pt>
                <c:pt idx="188797">
                  <c:v>k6147</c:v>
                </c:pt>
                <c:pt idx="188748">
                  <c:v>k6148</c:v>
                </c:pt>
                <c:pt idx="188699">
                  <c:v>k6149</c:v>
                </c:pt>
                <c:pt idx="188650">
                  <c:v>k6150</c:v>
                </c:pt>
                <c:pt idx="188601">
                  <c:v>k6151</c:v>
                </c:pt>
                <c:pt idx="188552">
                  <c:v>k6152</c:v>
                </c:pt>
                <c:pt idx="188503">
                  <c:v>k6153</c:v>
                </c:pt>
                <c:pt idx="188454">
                  <c:v>k6154</c:v>
                </c:pt>
                <c:pt idx="188405">
                  <c:v>k6155</c:v>
                </c:pt>
                <c:pt idx="188356">
                  <c:v>k6156</c:v>
                </c:pt>
                <c:pt idx="188307">
                  <c:v>k6157</c:v>
                </c:pt>
                <c:pt idx="188258">
                  <c:v>k6158</c:v>
                </c:pt>
                <c:pt idx="188209">
                  <c:v>k6159</c:v>
                </c:pt>
                <c:pt idx="188160">
                  <c:v>k6160</c:v>
                </c:pt>
                <c:pt idx="188111">
                  <c:v>k6161</c:v>
                </c:pt>
                <c:pt idx="188062">
                  <c:v>k6162</c:v>
                </c:pt>
                <c:pt idx="188013">
                  <c:v>k6163</c:v>
                </c:pt>
                <c:pt idx="187964">
                  <c:v>k6164</c:v>
                </c:pt>
                <c:pt idx="187915">
                  <c:v>k6165</c:v>
                </c:pt>
                <c:pt idx="187866">
                  <c:v>k6166</c:v>
                </c:pt>
                <c:pt idx="187817">
                  <c:v>k6167</c:v>
                </c:pt>
                <c:pt idx="187768">
                  <c:v>k6168</c:v>
                </c:pt>
                <c:pt idx="187719">
                  <c:v>k6169</c:v>
                </c:pt>
                <c:pt idx="187670">
                  <c:v>k6170</c:v>
                </c:pt>
                <c:pt idx="187621">
                  <c:v>k6171</c:v>
                </c:pt>
                <c:pt idx="187572">
                  <c:v>k6172</c:v>
                </c:pt>
                <c:pt idx="187523">
                  <c:v>k6173</c:v>
                </c:pt>
                <c:pt idx="187474">
                  <c:v>k6174</c:v>
                </c:pt>
                <c:pt idx="187425">
                  <c:v>k6175</c:v>
                </c:pt>
                <c:pt idx="187376">
                  <c:v>k6176</c:v>
                </c:pt>
                <c:pt idx="187327">
                  <c:v>k6177</c:v>
                </c:pt>
                <c:pt idx="187278">
                  <c:v>k6178</c:v>
                </c:pt>
                <c:pt idx="187229">
                  <c:v>k6179</c:v>
                </c:pt>
                <c:pt idx="187180">
                  <c:v>k6180</c:v>
                </c:pt>
                <c:pt idx="187131">
                  <c:v>k6181</c:v>
                </c:pt>
                <c:pt idx="187082">
                  <c:v>k6182</c:v>
                </c:pt>
                <c:pt idx="187033">
                  <c:v>k6183</c:v>
                </c:pt>
                <c:pt idx="186984">
                  <c:v>k6184</c:v>
                </c:pt>
                <c:pt idx="186935">
                  <c:v>k6185</c:v>
                </c:pt>
                <c:pt idx="186886">
                  <c:v>k6186</c:v>
                </c:pt>
                <c:pt idx="186837">
                  <c:v>k6187</c:v>
                </c:pt>
                <c:pt idx="186788">
                  <c:v>k6188</c:v>
                </c:pt>
                <c:pt idx="186739">
                  <c:v>k6189</c:v>
                </c:pt>
                <c:pt idx="186690">
                  <c:v>k6190</c:v>
                </c:pt>
                <c:pt idx="186641">
                  <c:v>k6191</c:v>
                </c:pt>
                <c:pt idx="186592">
                  <c:v>k6192</c:v>
                </c:pt>
                <c:pt idx="186543">
                  <c:v>k6193</c:v>
                </c:pt>
                <c:pt idx="186494">
                  <c:v>k6194</c:v>
                </c:pt>
                <c:pt idx="186445">
                  <c:v>k6195</c:v>
                </c:pt>
                <c:pt idx="186396">
                  <c:v>k6196</c:v>
                </c:pt>
                <c:pt idx="186347">
                  <c:v>k6197</c:v>
                </c:pt>
                <c:pt idx="186298">
                  <c:v>k6198</c:v>
                </c:pt>
                <c:pt idx="186249">
                  <c:v>k6199</c:v>
                </c:pt>
                <c:pt idx="186200">
                  <c:v>k6200</c:v>
                </c:pt>
                <c:pt idx="186151">
                  <c:v>k6201</c:v>
                </c:pt>
                <c:pt idx="186102">
                  <c:v>k6202</c:v>
                </c:pt>
                <c:pt idx="186053">
                  <c:v>k6203</c:v>
                </c:pt>
                <c:pt idx="186004">
                  <c:v>k6204</c:v>
                </c:pt>
                <c:pt idx="185955">
                  <c:v>k6205</c:v>
                </c:pt>
                <c:pt idx="185906">
                  <c:v>k6206</c:v>
                </c:pt>
                <c:pt idx="185857">
                  <c:v>k6207</c:v>
                </c:pt>
                <c:pt idx="185808">
                  <c:v>k6208</c:v>
                </c:pt>
                <c:pt idx="185759">
                  <c:v>k6209</c:v>
                </c:pt>
                <c:pt idx="185710">
                  <c:v>k6210</c:v>
                </c:pt>
                <c:pt idx="185661">
                  <c:v>k6211</c:v>
                </c:pt>
                <c:pt idx="185612">
                  <c:v>k6212</c:v>
                </c:pt>
                <c:pt idx="185563">
                  <c:v>k6213</c:v>
                </c:pt>
                <c:pt idx="185514">
                  <c:v>k6214</c:v>
                </c:pt>
                <c:pt idx="185465">
                  <c:v>k6215</c:v>
                </c:pt>
                <c:pt idx="185416">
                  <c:v>k6216</c:v>
                </c:pt>
                <c:pt idx="185367">
                  <c:v>k6217</c:v>
                </c:pt>
                <c:pt idx="185318">
                  <c:v>k6218</c:v>
                </c:pt>
                <c:pt idx="185269">
                  <c:v>k6219</c:v>
                </c:pt>
                <c:pt idx="185220">
                  <c:v>k6220</c:v>
                </c:pt>
                <c:pt idx="185171">
                  <c:v>k6221</c:v>
                </c:pt>
                <c:pt idx="185122">
                  <c:v>k6222</c:v>
                </c:pt>
                <c:pt idx="185073">
                  <c:v>k6223</c:v>
                </c:pt>
                <c:pt idx="185024">
                  <c:v>k6224</c:v>
                </c:pt>
                <c:pt idx="184975">
                  <c:v>k6225</c:v>
                </c:pt>
                <c:pt idx="184926">
                  <c:v>k6226</c:v>
                </c:pt>
                <c:pt idx="184877">
                  <c:v>k6227</c:v>
                </c:pt>
                <c:pt idx="184828">
                  <c:v>k6228</c:v>
                </c:pt>
                <c:pt idx="184779">
                  <c:v>k6229</c:v>
                </c:pt>
                <c:pt idx="184730">
                  <c:v>k6230</c:v>
                </c:pt>
                <c:pt idx="184681">
                  <c:v>k6231</c:v>
                </c:pt>
                <c:pt idx="184632">
                  <c:v>k6232</c:v>
                </c:pt>
                <c:pt idx="184583">
                  <c:v>k6233</c:v>
                </c:pt>
                <c:pt idx="184534">
                  <c:v>k6234</c:v>
                </c:pt>
                <c:pt idx="184485">
                  <c:v>k6235</c:v>
                </c:pt>
                <c:pt idx="184436">
                  <c:v>k6236</c:v>
                </c:pt>
                <c:pt idx="184387">
                  <c:v>k6237</c:v>
                </c:pt>
                <c:pt idx="184338">
                  <c:v>k6238</c:v>
                </c:pt>
                <c:pt idx="184289">
                  <c:v>k6239</c:v>
                </c:pt>
                <c:pt idx="184240">
                  <c:v>k6240</c:v>
                </c:pt>
                <c:pt idx="184191">
                  <c:v>k6241</c:v>
                </c:pt>
                <c:pt idx="184142">
                  <c:v>k6242</c:v>
                </c:pt>
                <c:pt idx="184093">
                  <c:v>k6243</c:v>
                </c:pt>
                <c:pt idx="184044">
                  <c:v>k6244</c:v>
                </c:pt>
                <c:pt idx="183995">
                  <c:v>k6245</c:v>
                </c:pt>
                <c:pt idx="183946">
                  <c:v>k6246</c:v>
                </c:pt>
                <c:pt idx="183897">
                  <c:v>k6247</c:v>
                </c:pt>
                <c:pt idx="183848">
                  <c:v>k6248</c:v>
                </c:pt>
                <c:pt idx="183799">
                  <c:v>k6249</c:v>
                </c:pt>
                <c:pt idx="183750">
                  <c:v>k6250</c:v>
                </c:pt>
                <c:pt idx="183701">
                  <c:v>k6251</c:v>
                </c:pt>
                <c:pt idx="183652">
                  <c:v>k6252</c:v>
                </c:pt>
                <c:pt idx="183603">
                  <c:v>k6253</c:v>
                </c:pt>
                <c:pt idx="183554">
                  <c:v>k6254</c:v>
                </c:pt>
                <c:pt idx="183505">
                  <c:v>k6255</c:v>
                </c:pt>
                <c:pt idx="183456">
                  <c:v>k6256</c:v>
                </c:pt>
                <c:pt idx="183407">
                  <c:v>k6257</c:v>
                </c:pt>
                <c:pt idx="183358">
                  <c:v>k6258</c:v>
                </c:pt>
                <c:pt idx="183309">
                  <c:v>k6259</c:v>
                </c:pt>
                <c:pt idx="183260">
                  <c:v>k6260</c:v>
                </c:pt>
                <c:pt idx="183211">
                  <c:v>k6261</c:v>
                </c:pt>
                <c:pt idx="183162">
                  <c:v>k6262</c:v>
                </c:pt>
                <c:pt idx="183113">
                  <c:v>k6263</c:v>
                </c:pt>
                <c:pt idx="183064">
                  <c:v>k6264</c:v>
                </c:pt>
                <c:pt idx="183015">
                  <c:v>k6265</c:v>
                </c:pt>
                <c:pt idx="182966">
                  <c:v>k6266</c:v>
                </c:pt>
                <c:pt idx="182917">
                  <c:v>k6267</c:v>
                </c:pt>
                <c:pt idx="182868">
                  <c:v>k6268</c:v>
                </c:pt>
                <c:pt idx="182819">
                  <c:v>k6269</c:v>
                </c:pt>
                <c:pt idx="182770">
                  <c:v>k6270</c:v>
                </c:pt>
                <c:pt idx="182721">
                  <c:v>k6271</c:v>
                </c:pt>
                <c:pt idx="182672">
                  <c:v>k6272</c:v>
                </c:pt>
                <c:pt idx="182623">
                  <c:v>k6273</c:v>
                </c:pt>
                <c:pt idx="182574">
                  <c:v>k6274</c:v>
                </c:pt>
                <c:pt idx="182525">
                  <c:v>k6275</c:v>
                </c:pt>
                <c:pt idx="182476">
                  <c:v>k6276</c:v>
                </c:pt>
                <c:pt idx="182427">
                  <c:v>k6277</c:v>
                </c:pt>
                <c:pt idx="182378">
                  <c:v>k6278</c:v>
                </c:pt>
                <c:pt idx="182329">
                  <c:v>k6279</c:v>
                </c:pt>
                <c:pt idx="182280">
                  <c:v>k6280</c:v>
                </c:pt>
                <c:pt idx="182231">
                  <c:v>k6281</c:v>
                </c:pt>
                <c:pt idx="182182">
                  <c:v>k6282</c:v>
                </c:pt>
                <c:pt idx="182133">
                  <c:v>k6283</c:v>
                </c:pt>
                <c:pt idx="182084">
                  <c:v>k6284</c:v>
                </c:pt>
                <c:pt idx="182035">
                  <c:v>k6285</c:v>
                </c:pt>
                <c:pt idx="181986">
                  <c:v>k6286</c:v>
                </c:pt>
                <c:pt idx="181937">
                  <c:v>k6287</c:v>
                </c:pt>
                <c:pt idx="181888">
                  <c:v>k6288</c:v>
                </c:pt>
                <c:pt idx="181839">
                  <c:v>k6289</c:v>
                </c:pt>
                <c:pt idx="181790">
                  <c:v>k6290</c:v>
                </c:pt>
                <c:pt idx="181741">
                  <c:v>k6291</c:v>
                </c:pt>
                <c:pt idx="181692">
                  <c:v>k6292</c:v>
                </c:pt>
                <c:pt idx="181643">
                  <c:v>k6293</c:v>
                </c:pt>
                <c:pt idx="181594">
                  <c:v>k6294</c:v>
                </c:pt>
                <c:pt idx="181545">
                  <c:v>k6295</c:v>
                </c:pt>
                <c:pt idx="181496">
                  <c:v>k6296</c:v>
                </c:pt>
                <c:pt idx="181447">
                  <c:v>k6297</c:v>
                </c:pt>
                <c:pt idx="181398">
                  <c:v>k6298</c:v>
                </c:pt>
                <c:pt idx="181349">
                  <c:v>k6299</c:v>
                </c:pt>
                <c:pt idx="181300">
                  <c:v>k6300</c:v>
                </c:pt>
                <c:pt idx="181251">
                  <c:v>k6301</c:v>
                </c:pt>
                <c:pt idx="181202">
                  <c:v>k6302</c:v>
                </c:pt>
                <c:pt idx="181153">
                  <c:v>k6303</c:v>
                </c:pt>
                <c:pt idx="181104">
                  <c:v>k6304</c:v>
                </c:pt>
                <c:pt idx="181055">
                  <c:v>k6305</c:v>
                </c:pt>
                <c:pt idx="181006">
                  <c:v>k6306</c:v>
                </c:pt>
                <c:pt idx="180957">
                  <c:v>k6307</c:v>
                </c:pt>
                <c:pt idx="180908">
                  <c:v>k6308</c:v>
                </c:pt>
                <c:pt idx="180859">
                  <c:v>k6309</c:v>
                </c:pt>
                <c:pt idx="180810">
                  <c:v>k6310</c:v>
                </c:pt>
                <c:pt idx="180761">
                  <c:v>k6311</c:v>
                </c:pt>
                <c:pt idx="180712">
                  <c:v>k6312</c:v>
                </c:pt>
                <c:pt idx="180663">
                  <c:v>k6313</c:v>
                </c:pt>
                <c:pt idx="180614">
                  <c:v>k6314</c:v>
                </c:pt>
                <c:pt idx="180565">
                  <c:v>k6315</c:v>
                </c:pt>
                <c:pt idx="180516">
                  <c:v>k6316</c:v>
                </c:pt>
                <c:pt idx="180467">
                  <c:v>k6317</c:v>
                </c:pt>
                <c:pt idx="180418">
                  <c:v>k6318</c:v>
                </c:pt>
                <c:pt idx="180369">
                  <c:v>k6319</c:v>
                </c:pt>
                <c:pt idx="180320">
                  <c:v>k6320</c:v>
                </c:pt>
                <c:pt idx="180271">
                  <c:v>k6321</c:v>
                </c:pt>
                <c:pt idx="180222">
                  <c:v>k6322</c:v>
                </c:pt>
                <c:pt idx="180173">
                  <c:v>k6323</c:v>
                </c:pt>
                <c:pt idx="180124">
                  <c:v>k6324</c:v>
                </c:pt>
                <c:pt idx="180075">
                  <c:v>k6325</c:v>
                </c:pt>
                <c:pt idx="180026">
                  <c:v>k6326</c:v>
                </c:pt>
                <c:pt idx="179977">
                  <c:v>k6327</c:v>
                </c:pt>
                <c:pt idx="179928">
                  <c:v>k6328</c:v>
                </c:pt>
                <c:pt idx="179879">
                  <c:v>k6329</c:v>
                </c:pt>
                <c:pt idx="179830">
                  <c:v>k6330</c:v>
                </c:pt>
                <c:pt idx="179781">
                  <c:v>k6331</c:v>
                </c:pt>
                <c:pt idx="179732">
                  <c:v>k6332</c:v>
                </c:pt>
                <c:pt idx="179683">
                  <c:v>k6333</c:v>
                </c:pt>
                <c:pt idx="179634">
                  <c:v>k6334</c:v>
                </c:pt>
                <c:pt idx="179585">
                  <c:v>k6335</c:v>
                </c:pt>
                <c:pt idx="179536">
                  <c:v>k6336</c:v>
                </c:pt>
                <c:pt idx="179487">
                  <c:v>k6337</c:v>
                </c:pt>
                <c:pt idx="179438">
                  <c:v>k6338</c:v>
                </c:pt>
                <c:pt idx="179389">
                  <c:v>k6339</c:v>
                </c:pt>
                <c:pt idx="179340">
                  <c:v>k6340</c:v>
                </c:pt>
                <c:pt idx="179291">
                  <c:v>k6341</c:v>
                </c:pt>
                <c:pt idx="179242">
                  <c:v>k6342</c:v>
                </c:pt>
                <c:pt idx="179193">
                  <c:v>k6343</c:v>
                </c:pt>
                <c:pt idx="179144">
                  <c:v>k6344</c:v>
                </c:pt>
                <c:pt idx="179095">
                  <c:v>k6345</c:v>
                </c:pt>
                <c:pt idx="179046">
                  <c:v>k6346</c:v>
                </c:pt>
                <c:pt idx="178997">
                  <c:v>k6347</c:v>
                </c:pt>
                <c:pt idx="178948">
                  <c:v>k6348</c:v>
                </c:pt>
                <c:pt idx="178899">
                  <c:v>k6349</c:v>
                </c:pt>
                <c:pt idx="178850">
                  <c:v>k6350</c:v>
                </c:pt>
                <c:pt idx="178801">
                  <c:v>k6351</c:v>
                </c:pt>
                <c:pt idx="178752">
                  <c:v>k6352</c:v>
                </c:pt>
                <c:pt idx="178703">
                  <c:v>k6353</c:v>
                </c:pt>
                <c:pt idx="178654">
                  <c:v>k6354</c:v>
                </c:pt>
                <c:pt idx="178605">
                  <c:v>k6355</c:v>
                </c:pt>
                <c:pt idx="178556">
                  <c:v>k6356</c:v>
                </c:pt>
                <c:pt idx="178507">
                  <c:v>k6357</c:v>
                </c:pt>
                <c:pt idx="178458">
                  <c:v>k6358</c:v>
                </c:pt>
                <c:pt idx="178409">
                  <c:v>k6359</c:v>
                </c:pt>
                <c:pt idx="178360">
                  <c:v>k6360</c:v>
                </c:pt>
                <c:pt idx="178311">
                  <c:v>k6361</c:v>
                </c:pt>
                <c:pt idx="178262">
                  <c:v>k6362</c:v>
                </c:pt>
                <c:pt idx="178213">
                  <c:v>k6363</c:v>
                </c:pt>
                <c:pt idx="178164">
                  <c:v>k6364</c:v>
                </c:pt>
                <c:pt idx="178115">
                  <c:v>k6365</c:v>
                </c:pt>
                <c:pt idx="178066">
                  <c:v>k6366</c:v>
                </c:pt>
                <c:pt idx="178017">
                  <c:v>k6367</c:v>
                </c:pt>
                <c:pt idx="177968">
                  <c:v>k6368</c:v>
                </c:pt>
                <c:pt idx="177919">
                  <c:v>k6369</c:v>
                </c:pt>
                <c:pt idx="177870">
                  <c:v>k6370</c:v>
                </c:pt>
                <c:pt idx="177821">
                  <c:v>k6371</c:v>
                </c:pt>
                <c:pt idx="177772">
                  <c:v>k6372</c:v>
                </c:pt>
                <c:pt idx="177723">
                  <c:v>k6373</c:v>
                </c:pt>
                <c:pt idx="177674">
                  <c:v>k6374</c:v>
                </c:pt>
                <c:pt idx="177625">
                  <c:v>k6375</c:v>
                </c:pt>
                <c:pt idx="177576">
                  <c:v>k6376</c:v>
                </c:pt>
                <c:pt idx="177527">
                  <c:v>k6377</c:v>
                </c:pt>
                <c:pt idx="177478">
                  <c:v>k6378</c:v>
                </c:pt>
                <c:pt idx="177429">
                  <c:v>k6379</c:v>
                </c:pt>
                <c:pt idx="177380">
                  <c:v>k6380</c:v>
                </c:pt>
                <c:pt idx="177331">
                  <c:v>k6381</c:v>
                </c:pt>
                <c:pt idx="177282">
                  <c:v>k6382</c:v>
                </c:pt>
                <c:pt idx="177233">
                  <c:v>k6383</c:v>
                </c:pt>
                <c:pt idx="177184">
                  <c:v>k6384</c:v>
                </c:pt>
                <c:pt idx="177135">
                  <c:v>k6385</c:v>
                </c:pt>
                <c:pt idx="177086">
                  <c:v>k6386</c:v>
                </c:pt>
                <c:pt idx="177037">
                  <c:v>k6387</c:v>
                </c:pt>
                <c:pt idx="176988">
                  <c:v>k6388</c:v>
                </c:pt>
                <c:pt idx="176939">
                  <c:v>k6389</c:v>
                </c:pt>
                <c:pt idx="176890">
                  <c:v>k6390</c:v>
                </c:pt>
                <c:pt idx="176841">
                  <c:v>k6391</c:v>
                </c:pt>
                <c:pt idx="176792">
                  <c:v>k6392</c:v>
                </c:pt>
                <c:pt idx="176743">
                  <c:v>k6393</c:v>
                </c:pt>
                <c:pt idx="176694">
                  <c:v>k6394</c:v>
                </c:pt>
                <c:pt idx="176645">
                  <c:v>k6395</c:v>
                </c:pt>
                <c:pt idx="176596">
                  <c:v>k6396</c:v>
                </c:pt>
                <c:pt idx="176547">
                  <c:v>k6397</c:v>
                </c:pt>
                <c:pt idx="176498">
                  <c:v>k6398</c:v>
                </c:pt>
                <c:pt idx="176449">
                  <c:v>k6399</c:v>
                </c:pt>
                <c:pt idx="176400">
                  <c:v>k6400</c:v>
                </c:pt>
                <c:pt idx="176351">
                  <c:v>k6401</c:v>
                </c:pt>
                <c:pt idx="176302">
                  <c:v>k6402</c:v>
                </c:pt>
                <c:pt idx="176253">
                  <c:v>k6403</c:v>
                </c:pt>
                <c:pt idx="176204">
                  <c:v>k6404</c:v>
                </c:pt>
                <c:pt idx="176155">
                  <c:v>k6405</c:v>
                </c:pt>
                <c:pt idx="176106">
                  <c:v>k6406</c:v>
                </c:pt>
                <c:pt idx="176057">
                  <c:v>k6407</c:v>
                </c:pt>
                <c:pt idx="176008">
                  <c:v>k6408</c:v>
                </c:pt>
                <c:pt idx="175959">
                  <c:v>k6409</c:v>
                </c:pt>
                <c:pt idx="175910">
                  <c:v>k6410</c:v>
                </c:pt>
                <c:pt idx="175861">
                  <c:v>k6411</c:v>
                </c:pt>
                <c:pt idx="175812">
                  <c:v>k6412</c:v>
                </c:pt>
                <c:pt idx="175763">
                  <c:v>k6413</c:v>
                </c:pt>
                <c:pt idx="175714">
                  <c:v>k6414</c:v>
                </c:pt>
                <c:pt idx="175665">
                  <c:v>k6415</c:v>
                </c:pt>
                <c:pt idx="175616">
                  <c:v>k6416</c:v>
                </c:pt>
                <c:pt idx="175567">
                  <c:v>k6417</c:v>
                </c:pt>
                <c:pt idx="175518">
                  <c:v>k6418</c:v>
                </c:pt>
                <c:pt idx="175469">
                  <c:v>k6419</c:v>
                </c:pt>
                <c:pt idx="175420">
                  <c:v>k6420</c:v>
                </c:pt>
                <c:pt idx="175371">
                  <c:v>k6421</c:v>
                </c:pt>
                <c:pt idx="175322">
                  <c:v>k6422</c:v>
                </c:pt>
                <c:pt idx="175273">
                  <c:v>k6423</c:v>
                </c:pt>
                <c:pt idx="175224">
                  <c:v>k6424</c:v>
                </c:pt>
                <c:pt idx="175175">
                  <c:v>k6425</c:v>
                </c:pt>
                <c:pt idx="175126">
                  <c:v>k6426</c:v>
                </c:pt>
                <c:pt idx="175077">
                  <c:v>k6427</c:v>
                </c:pt>
                <c:pt idx="175028">
                  <c:v>k6428</c:v>
                </c:pt>
                <c:pt idx="174979">
                  <c:v>k6429</c:v>
                </c:pt>
                <c:pt idx="174930">
                  <c:v>k6430</c:v>
                </c:pt>
                <c:pt idx="174881">
                  <c:v>k6431</c:v>
                </c:pt>
                <c:pt idx="174832">
                  <c:v>k6432</c:v>
                </c:pt>
                <c:pt idx="174783">
                  <c:v>k6433</c:v>
                </c:pt>
                <c:pt idx="174734">
                  <c:v>k6434</c:v>
                </c:pt>
                <c:pt idx="174685">
                  <c:v>k6435</c:v>
                </c:pt>
                <c:pt idx="174636">
                  <c:v>k6436</c:v>
                </c:pt>
                <c:pt idx="174587">
                  <c:v>k6437</c:v>
                </c:pt>
                <c:pt idx="174538">
                  <c:v>k6438</c:v>
                </c:pt>
                <c:pt idx="174489">
                  <c:v>k6439</c:v>
                </c:pt>
                <c:pt idx="174440">
                  <c:v>k6440</c:v>
                </c:pt>
                <c:pt idx="174391">
                  <c:v>k6441</c:v>
                </c:pt>
                <c:pt idx="174342">
                  <c:v>k6442</c:v>
                </c:pt>
                <c:pt idx="174293">
                  <c:v>k6443</c:v>
                </c:pt>
                <c:pt idx="174244">
                  <c:v>k6444</c:v>
                </c:pt>
                <c:pt idx="174195">
                  <c:v>k6445</c:v>
                </c:pt>
                <c:pt idx="174146">
                  <c:v>k6446</c:v>
                </c:pt>
                <c:pt idx="174097">
                  <c:v>k6447</c:v>
                </c:pt>
                <c:pt idx="174048">
                  <c:v>k6448</c:v>
                </c:pt>
                <c:pt idx="173999">
                  <c:v>k6449</c:v>
                </c:pt>
                <c:pt idx="173950">
                  <c:v>k6450</c:v>
                </c:pt>
                <c:pt idx="173901">
                  <c:v>k6451</c:v>
                </c:pt>
                <c:pt idx="173852">
                  <c:v>k6452</c:v>
                </c:pt>
                <c:pt idx="173803">
                  <c:v>k6453</c:v>
                </c:pt>
                <c:pt idx="173754">
                  <c:v>k6454</c:v>
                </c:pt>
                <c:pt idx="173705">
                  <c:v>k6455</c:v>
                </c:pt>
                <c:pt idx="173656">
                  <c:v>k6456</c:v>
                </c:pt>
                <c:pt idx="173607">
                  <c:v>k6457</c:v>
                </c:pt>
                <c:pt idx="173558">
                  <c:v>k6458</c:v>
                </c:pt>
                <c:pt idx="173509">
                  <c:v>k6459</c:v>
                </c:pt>
                <c:pt idx="173460">
                  <c:v>k6460</c:v>
                </c:pt>
                <c:pt idx="173411">
                  <c:v>k6461</c:v>
                </c:pt>
                <c:pt idx="173362">
                  <c:v>k6462</c:v>
                </c:pt>
                <c:pt idx="173313">
                  <c:v>k6463</c:v>
                </c:pt>
                <c:pt idx="173264">
                  <c:v>k6464</c:v>
                </c:pt>
                <c:pt idx="173215">
                  <c:v>k6465</c:v>
                </c:pt>
                <c:pt idx="173166">
                  <c:v>k6466</c:v>
                </c:pt>
                <c:pt idx="173117">
                  <c:v>k6467</c:v>
                </c:pt>
                <c:pt idx="173068">
                  <c:v>k6468</c:v>
                </c:pt>
                <c:pt idx="173019">
                  <c:v>k6469</c:v>
                </c:pt>
                <c:pt idx="172970">
                  <c:v>k6470</c:v>
                </c:pt>
                <c:pt idx="172921">
                  <c:v>k6471</c:v>
                </c:pt>
                <c:pt idx="172872">
                  <c:v>k6472</c:v>
                </c:pt>
                <c:pt idx="172823">
                  <c:v>k6473</c:v>
                </c:pt>
                <c:pt idx="172774">
                  <c:v>k6474</c:v>
                </c:pt>
                <c:pt idx="172725">
                  <c:v>k6475</c:v>
                </c:pt>
                <c:pt idx="172676">
                  <c:v>k6476</c:v>
                </c:pt>
                <c:pt idx="172627">
                  <c:v>k6477</c:v>
                </c:pt>
                <c:pt idx="172578">
                  <c:v>k6478</c:v>
                </c:pt>
                <c:pt idx="172529">
                  <c:v>k6479</c:v>
                </c:pt>
                <c:pt idx="172480">
                  <c:v>k6480</c:v>
                </c:pt>
                <c:pt idx="172431">
                  <c:v>k6481</c:v>
                </c:pt>
                <c:pt idx="172382">
                  <c:v>k6482</c:v>
                </c:pt>
                <c:pt idx="172333">
                  <c:v>k6483</c:v>
                </c:pt>
                <c:pt idx="172284">
                  <c:v>k6484</c:v>
                </c:pt>
                <c:pt idx="172235">
                  <c:v>k6485</c:v>
                </c:pt>
                <c:pt idx="172186">
                  <c:v>k6486</c:v>
                </c:pt>
                <c:pt idx="172137">
                  <c:v>k6487</c:v>
                </c:pt>
                <c:pt idx="172088">
                  <c:v>k6488</c:v>
                </c:pt>
                <c:pt idx="172039">
                  <c:v>k6489</c:v>
                </c:pt>
                <c:pt idx="171990">
                  <c:v>k6490</c:v>
                </c:pt>
                <c:pt idx="171941">
                  <c:v>k6491</c:v>
                </c:pt>
                <c:pt idx="171892">
                  <c:v>k6492</c:v>
                </c:pt>
                <c:pt idx="171843">
                  <c:v>k6493</c:v>
                </c:pt>
                <c:pt idx="171794">
                  <c:v>k6494</c:v>
                </c:pt>
                <c:pt idx="171745">
                  <c:v>k6495</c:v>
                </c:pt>
                <c:pt idx="171696">
                  <c:v>k6496</c:v>
                </c:pt>
                <c:pt idx="171647">
                  <c:v>k6497</c:v>
                </c:pt>
                <c:pt idx="171598">
                  <c:v>k6498</c:v>
                </c:pt>
                <c:pt idx="171549">
                  <c:v>k6499</c:v>
                </c:pt>
                <c:pt idx="171500">
                  <c:v>k6500</c:v>
                </c:pt>
                <c:pt idx="171451">
                  <c:v>k6501</c:v>
                </c:pt>
                <c:pt idx="171402">
                  <c:v>k6502</c:v>
                </c:pt>
                <c:pt idx="171353">
                  <c:v>k6503</c:v>
                </c:pt>
                <c:pt idx="171304">
                  <c:v>k6504</c:v>
                </c:pt>
                <c:pt idx="171255">
                  <c:v>k6505</c:v>
                </c:pt>
                <c:pt idx="171206">
                  <c:v>k6506</c:v>
                </c:pt>
                <c:pt idx="171157">
                  <c:v>k6507</c:v>
                </c:pt>
                <c:pt idx="171108">
                  <c:v>k6508</c:v>
                </c:pt>
                <c:pt idx="171059">
                  <c:v>k6509</c:v>
                </c:pt>
                <c:pt idx="171010">
                  <c:v>k6510</c:v>
                </c:pt>
                <c:pt idx="170961">
                  <c:v>k6511</c:v>
                </c:pt>
                <c:pt idx="170912">
                  <c:v>k6512</c:v>
                </c:pt>
                <c:pt idx="170863">
                  <c:v>k6513</c:v>
                </c:pt>
                <c:pt idx="170814">
                  <c:v>k6514</c:v>
                </c:pt>
                <c:pt idx="170765">
                  <c:v>k6515</c:v>
                </c:pt>
                <c:pt idx="170716">
                  <c:v>k6516</c:v>
                </c:pt>
                <c:pt idx="170667">
                  <c:v>k6517</c:v>
                </c:pt>
                <c:pt idx="170618">
                  <c:v>k6518</c:v>
                </c:pt>
                <c:pt idx="170569">
                  <c:v>k6519</c:v>
                </c:pt>
                <c:pt idx="170520">
                  <c:v>k6520</c:v>
                </c:pt>
                <c:pt idx="170471">
                  <c:v>k6521</c:v>
                </c:pt>
                <c:pt idx="170422">
                  <c:v>k6522</c:v>
                </c:pt>
                <c:pt idx="170373">
                  <c:v>k6523</c:v>
                </c:pt>
                <c:pt idx="170324">
                  <c:v>k6524</c:v>
                </c:pt>
                <c:pt idx="170275">
                  <c:v>k6525</c:v>
                </c:pt>
                <c:pt idx="170226">
                  <c:v>k6526</c:v>
                </c:pt>
                <c:pt idx="170177">
                  <c:v>k6527</c:v>
                </c:pt>
                <c:pt idx="170128">
                  <c:v>k6528</c:v>
                </c:pt>
                <c:pt idx="170079">
                  <c:v>k6529</c:v>
                </c:pt>
                <c:pt idx="170030">
                  <c:v>k6530</c:v>
                </c:pt>
                <c:pt idx="169981">
                  <c:v>k6531</c:v>
                </c:pt>
                <c:pt idx="169932">
                  <c:v>k6532</c:v>
                </c:pt>
                <c:pt idx="169883">
                  <c:v>k6533</c:v>
                </c:pt>
                <c:pt idx="169834">
                  <c:v>k6534</c:v>
                </c:pt>
                <c:pt idx="169785">
                  <c:v>k6535</c:v>
                </c:pt>
                <c:pt idx="169736">
                  <c:v>k6536</c:v>
                </c:pt>
                <c:pt idx="169687">
                  <c:v>k6537</c:v>
                </c:pt>
                <c:pt idx="169638">
                  <c:v>k6538</c:v>
                </c:pt>
                <c:pt idx="169589">
                  <c:v>k6539</c:v>
                </c:pt>
                <c:pt idx="169540">
                  <c:v>k6540</c:v>
                </c:pt>
                <c:pt idx="169491">
                  <c:v>k6541</c:v>
                </c:pt>
                <c:pt idx="169442">
                  <c:v>k6542</c:v>
                </c:pt>
                <c:pt idx="169393">
                  <c:v>k6543</c:v>
                </c:pt>
                <c:pt idx="169344">
                  <c:v>k6544</c:v>
                </c:pt>
                <c:pt idx="169295">
                  <c:v>k6545</c:v>
                </c:pt>
                <c:pt idx="169246">
                  <c:v>k6546</c:v>
                </c:pt>
                <c:pt idx="169197">
                  <c:v>k6547</c:v>
                </c:pt>
                <c:pt idx="169148">
                  <c:v>k6548</c:v>
                </c:pt>
                <c:pt idx="169099">
                  <c:v>k6549</c:v>
                </c:pt>
                <c:pt idx="169050">
                  <c:v>k6550</c:v>
                </c:pt>
                <c:pt idx="169001">
                  <c:v>k6551</c:v>
                </c:pt>
                <c:pt idx="168952">
                  <c:v>k6552</c:v>
                </c:pt>
                <c:pt idx="168903">
                  <c:v>k6553</c:v>
                </c:pt>
                <c:pt idx="168854">
                  <c:v>k6554</c:v>
                </c:pt>
                <c:pt idx="168805">
                  <c:v>k6555</c:v>
                </c:pt>
                <c:pt idx="168756">
                  <c:v>k6556</c:v>
                </c:pt>
                <c:pt idx="168707">
                  <c:v>k6557</c:v>
                </c:pt>
                <c:pt idx="168658">
                  <c:v>k6558</c:v>
                </c:pt>
                <c:pt idx="168609">
                  <c:v>k6559</c:v>
                </c:pt>
                <c:pt idx="168560">
                  <c:v>k6560</c:v>
                </c:pt>
                <c:pt idx="168511">
                  <c:v>k6561</c:v>
                </c:pt>
                <c:pt idx="168462">
                  <c:v>k6562</c:v>
                </c:pt>
                <c:pt idx="168413">
                  <c:v>k6563</c:v>
                </c:pt>
                <c:pt idx="168364">
                  <c:v>k6564</c:v>
                </c:pt>
                <c:pt idx="168315">
                  <c:v>k6565</c:v>
                </c:pt>
                <c:pt idx="168266">
                  <c:v>k6566</c:v>
                </c:pt>
                <c:pt idx="168217">
                  <c:v>k6567</c:v>
                </c:pt>
                <c:pt idx="168168">
                  <c:v>k6568</c:v>
                </c:pt>
                <c:pt idx="168119">
                  <c:v>k6569</c:v>
                </c:pt>
                <c:pt idx="168070">
                  <c:v>k6570</c:v>
                </c:pt>
                <c:pt idx="168021">
                  <c:v>k6571</c:v>
                </c:pt>
                <c:pt idx="167972">
                  <c:v>k6572</c:v>
                </c:pt>
                <c:pt idx="167923">
                  <c:v>k6573</c:v>
                </c:pt>
                <c:pt idx="167874">
                  <c:v>k6574</c:v>
                </c:pt>
                <c:pt idx="167825">
                  <c:v>k6575</c:v>
                </c:pt>
                <c:pt idx="167776">
                  <c:v>k6576</c:v>
                </c:pt>
                <c:pt idx="167727">
                  <c:v>k6577</c:v>
                </c:pt>
                <c:pt idx="167678">
                  <c:v>k6578</c:v>
                </c:pt>
                <c:pt idx="167629">
                  <c:v>k6579</c:v>
                </c:pt>
                <c:pt idx="167580">
                  <c:v>k6580</c:v>
                </c:pt>
                <c:pt idx="167531">
                  <c:v>k6581</c:v>
                </c:pt>
                <c:pt idx="167482">
                  <c:v>k6582</c:v>
                </c:pt>
                <c:pt idx="167433">
                  <c:v>k6583</c:v>
                </c:pt>
                <c:pt idx="167384">
                  <c:v>k6584</c:v>
                </c:pt>
                <c:pt idx="167335">
                  <c:v>k6585</c:v>
                </c:pt>
                <c:pt idx="167286">
                  <c:v>k6586</c:v>
                </c:pt>
                <c:pt idx="167237">
                  <c:v>k6587</c:v>
                </c:pt>
                <c:pt idx="167188">
                  <c:v>k6588</c:v>
                </c:pt>
                <c:pt idx="167139">
                  <c:v>k6589</c:v>
                </c:pt>
                <c:pt idx="167090">
                  <c:v>k6590</c:v>
                </c:pt>
                <c:pt idx="167041">
                  <c:v>k6591</c:v>
                </c:pt>
                <c:pt idx="166992">
                  <c:v>k6592</c:v>
                </c:pt>
                <c:pt idx="166943">
                  <c:v>k6593</c:v>
                </c:pt>
                <c:pt idx="166894">
                  <c:v>k6594</c:v>
                </c:pt>
                <c:pt idx="166845">
                  <c:v>k6595</c:v>
                </c:pt>
                <c:pt idx="166796">
                  <c:v>k6596</c:v>
                </c:pt>
                <c:pt idx="166747">
                  <c:v>k6597</c:v>
                </c:pt>
                <c:pt idx="166698">
                  <c:v>k6598</c:v>
                </c:pt>
                <c:pt idx="166649">
                  <c:v>k6599</c:v>
                </c:pt>
                <c:pt idx="166600">
                  <c:v>k6600</c:v>
                </c:pt>
                <c:pt idx="166551">
                  <c:v>k6601</c:v>
                </c:pt>
                <c:pt idx="166502">
                  <c:v>k6602</c:v>
                </c:pt>
                <c:pt idx="166453">
                  <c:v>k6603</c:v>
                </c:pt>
                <c:pt idx="166404">
                  <c:v>k6604</c:v>
                </c:pt>
                <c:pt idx="166355">
                  <c:v>k6605</c:v>
                </c:pt>
                <c:pt idx="166306">
                  <c:v>k6606</c:v>
                </c:pt>
                <c:pt idx="166257">
                  <c:v>k6607</c:v>
                </c:pt>
                <c:pt idx="166208">
                  <c:v>k6608</c:v>
                </c:pt>
                <c:pt idx="166159">
                  <c:v>k6609</c:v>
                </c:pt>
                <c:pt idx="166110">
                  <c:v>k6610</c:v>
                </c:pt>
                <c:pt idx="166061">
                  <c:v>k6611</c:v>
                </c:pt>
                <c:pt idx="166012">
                  <c:v>k6612</c:v>
                </c:pt>
                <c:pt idx="165963">
                  <c:v>k6613</c:v>
                </c:pt>
                <c:pt idx="165914">
                  <c:v>k6614</c:v>
                </c:pt>
                <c:pt idx="165865">
                  <c:v>k6615</c:v>
                </c:pt>
                <c:pt idx="165816">
                  <c:v>k6616</c:v>
                </c:pt>
                <c:pt idx="165767">
                  <c:v>k6617</c:v>
                </c:pt>
                <c:pt idx="165718">
                  <c:v>k6618</c:v>
                </c:pt>
                <c:pt idx="165669">
                  <c:v>k6619</c:v>
                </c:pt>
                <c:pt idx="165620">
                  <c:v>k6620</c:v>
                </c:pt>
                <c:pt idx="165571">
                  <c:v>k6621</c:v>
                </c:pt>
                <c:pt idx="165522">
                  <c:v>k6622</c:v>
                </c:pt>
                <c:pt idx="165473">
                  <c:v>k6623</c:v>
                </c:pt>
                <c:pt idx="165424">
                  <c:v>k6624</c:v>
                </c:pt>
                <c:pt idx="165375">
                  <c:v>k6625</c:v>
                </c:pt>
                <c:pt idx="165326">
                  <c:v>k6626</c:v>
                </c:pt>
                <c:pt idx="165277">
                  <c:v>k6627</c:v>
                </c:pt>
                <c:pt idx="165228">
                  <c:v>k6628</c:v>
                </c:pt>
                <c:pt idx="165179">
                  <c:v>k6629</c:v>
                </c:pt>
                <c:pt idx="165130">
                  <c:v>k6630</c:v>
                </c:pt>
                <c:pt idx="165081">
                  <c:v>k6631</c:v>
                </c:pt>
                <c:pt idx="165032">
                  <c:v>k6632</c:v>
                </c:pt>
                <c:pt idx="164983">
                  <c:v>k6633</c:v>
                </c:pt>
                <c:pt idx="164934">
                  <c:v>k6634</c:v>
                </c:pt>
                <c:pt idx="164885">
                  <c:v>k6635</c:v>
                </c:pt>
                <c:pt idx="164836">
                  <c:v>k6636</c:v>
                </c:pt>
                <c:pt idx="164787">
                  <c:v>k6637</c:v>
                </c:pt>
                <c:pt idx="164738">
                  <c:v>k6638</c:v>
                </c:pt>
                <c:pt idx="164689">
                  <c:v>k6639</c:v>
                </c:pt>
                <c:pt idx="164640">
                  <c:v>k6640</c:v>
                </c:pt>
                <c:pt idx="164591">
                  <c:v>k6641</c:v>
                </c:pt>
                <c:pt idx="164542">
                  <c:v>k6642</c:v>
                </c:pt>
                <c:pt idx="164493">
                  <c:v>k6643</c:v>
                </c:pt>
                <c:pt idx="164444">
                  <c:v>k6644</c:v>
                </c:pt>
                <c:pt idx="164395">
                  <c:v>k6645</c:v>
                </c:pt>
                <c:pt idx="164346">
                  <c:v>k6646</c:v>
                </c:pt>
                <c:pt idx="164297">
                  <c:v>k6647</c:v>
                </c:pt>
                <c:pt idx="164248">
                  <c:v>k6648</c:v>
                </c:pt>
                <c:pt idx="164199">
                  <c:v>k6649</c:v>
                </c:pt>
                <c:pt idx="164150">
                  <c:v>k6650</c:v>
                </c:pt>
                <c:pt idx="164101">
                  <c:v>k6651</c:v>
                </c:pt>
                <c:pt idx="164052">
                  <c:v>k6652</c:v>
                </c:pt>
                <c:pt idx="164003">
                  <c:v>k6653</c:v>
                </c:pt>
                <c:pt idx="163954">
                  <c:v>k6654</c:v>
                </c:pt>
                <c:pt idx="163905">
                  <c:v>k6655</c:v>
                </c:pt>
                <c:pt idx="163856">
                  <c:v>k6656</c:v>
                </c:pt>
                <c:pt idx="163807">
                  <c:v>k6657</c:v>
                </c:pt>
                <c:pt idx="163758">
                  <c:v>k6658</c:v>
                </c:pt>
                <c:pt idx="163709">
                  <c:v>k6659</c:v>
                </c:pt>
                <c:pt idx="163660">
                  <c:v>k6660</c:v>
                </c:pt>
                <c:pt idx="163611">
                  <c:v>k6661</c:v>
                </c:pt>
                <c:pt idx="163562">
                  <c:v>k6662</c:v>
                </c:pt>
                <c:pt idx="163513">
                  <c:v>k6663</c:v>
                </c:pt>
                <c:pt idx="163464">
                  <c:v>k6664</c:v>
                </c:pt>
                <c:pt idx="163415">
                  <c:v>k6665</c:v>
                </c:pt>
                <c:pt idx="163366">
                  <c:v>k6666</c:v>
                </c:pt>
                <c:pt idx="163317">
                  <c:v>k6667</c:v>
                </c:pt>
                <c:pt idx="163268">
                  <c:v>k6668</c:v>
                </c:pt>
                <c:pt idx="163219">
                  <c:v>k6669</c:v>
                </c:pt>
                <c:pt idx="163170">
                  <c:v>k6670</c:v>
                </c:pt>
                <c:pt idx="163121">
                  <c:v>k6671</c:v>
                </c:pt>
                <c:pt idx="163072">
                  <c:v>k6672</c:v>
                </c:pt>
                <c:pt idx="163023">
                  <c:v>k6673</c:v>
                </c:pt>
                <c:pt idx="162974">
                  <c:v>k6674</c:v>
                </c:pt>
                <c:pt idx="162925">
                  <c:v>k6675</c:v>
                </c:pt>
                <c:pt idx="162876">
                  <c:v>k6676</c:v>
                </c:pt>
                <c:pt idx="162827">
                  <c:v>k6677</c:v>
                </c:pt>
                <c:pt idx="162778">
                  <c:v>k6678</c:v>
                </c:pt>
                <c:pt idx="162729">
                  <c:v>k6679</c:v>
                </c:pt>
                <c:pt idx="162680">
                  <c:v>k6680</c:v>
                </c:pt>
                <c:pt idx="162631">
                  <c:v>k6681</c:v>
                </c:pt>
                <c:pt idx="162582">
                  <c:v>k6682</c:v>
                </c:pt>
                <c:pt idx="162533">
                  <c:v>k6683</c:v>
                </c:pt>
                <c:pt idx="162484">
                  <c:v>k6684</c:v>
                </c:pt>
                <c:pt idx="162435">
                  <c:v>k6685</c:v>
                </c:pt>
                <c:pt idx="162386">
                  <c:v>k6686</c:v>
                </c:pt>
                <c:pt idx="162337">
                  <c:v>k6687</c:v>
                </c:pt>
                <c:pt idx="162288">
                  <c:v>k6688</c:v>
                </c:pt>
                <c:pt idx="162239">
                  <c:v>k6689</c:v>
                </c:pt>
                <c:pt idx="162190">
                  <c:v>k6690</c:v>
                </c:pt>
                <c:pt idx="162141">
                  <c:v>k6691</c:v>
                </c:pt>
                <c:pt idx="162092">
                  <c:v>k6692</c:v>
                </c:pt>
                <c:pt idx="162043">
                  <c:v>k6693</c:v>
                </c:pt>
                <c:pt idx="161994">
                  <c:v>k6694</c:v>
                </c:pt>
                <c:pt idx="161945">
                  <c:v>k6695</c:v>
                </c:pt>
                <c:pt idx="161896">
                  <c:v>k6696</c:v>
                </c:pt>
                <c:pt idx="161847">
                  <c:v>k6697</c:v>
                </c:pt>
                <c:pt idx="161798">
                  <c:v>k6698</c:v>
                </c:pt>
                <c:pt idx="161749">
                  <c:v>k6699</c:v>
                </c:pt>
                <c:pt idx="161700">
                  <c:v>k6700</c:v>
                </c:pt>
                <c:pt idx="161651">
                  <c:v>k6701</c:v>
                </c:pt>
                <c:pt idx="161602">
                  <c:v>k6702</c:v>
                </c:pt>
                <c:pt idx="161553">
                  <c:v>k6703</c:v>
                </c:pt>
                <c:pt idx="161504">
                  <c:v>k6704</c:v>
                </c:pt>
                <c:pt idx="161455">
                  <c:v>k6705</c:v>
                </c:pt>
                <c:pt idx="161406">
                  <c:v>k6706</c:v>
                </c:pt>
                <c:pt idx="161357">
                  <c:v>k6707</c:v>
                </c:pt>
                <c:pt idx="161308">
                  <c:v>k6708</c:v>
                </c:pt>
                <c:pt idx="161259">
                  <c:v>k6709</c:v>
                </c:pt>
                <c:pt idx="161210">
                  <c:v>k6710</c:v>
                </c:pt>
                <c:pt idx="161161">
                  <c:v>k6711</c:v>
                </c:pt>
                <c:pt idx="161112">
                  <c:v>k6712</c:v>
                </c:pt>
                <c:pt idx="161063">
                  <c:v>k6713</c:v>
                </c:pt>
                <c:pt idx="161014">
                  <c:v>k6714</c:v>
                </c:pt>
                <c:pt idx="160965">
                  <c:v>k6715</c:v>
                </c:pt>
                <c:pt idx="160916">
                  <c:v>k6716</c:v>
                </c:pt>
                <c:pt idx="160867">
                  <c:v>k6717</c:v>
                </c:pt>
                <c:pt idx="160818">
                  <c:v>k6718</c:v>
                </c:pt>
                <c:pt idx="160769">
                  <c:v>k6719</c:v>
                </c:pt>
                <c:pt idx="160720">
                  <c:v>k6720</c:v>
                </c:pt>
                <c:pt idx="160671">
                  <c:v>k6721</c:v>
                </c:pt>
                <c:pt idx="160622">
                  <c:v>k6722</c:v>
                </c:pt>
                <c:pt idx="160573">
                  <c:v>k6723</c:v>
                </c:pt>
                <c:pt idx="160524">
                  <c:v>k6724</c:v>
                </c:pt>
                <c:pt idx="160475">
                  <c:v>k6725</c:v>
                </c:pt>
                <c:pt idx="160426">
                  <c:v>k6726</c:v>
                </c:pt>
                <c:pt idx="160377">
                  <c:v>k6727</c:v>
                </c:pt>
                <c:pt idx="160328">
                  <c:v>k6728</c:v>
                </c:pt>
                <c:pt idx="160279">
                  <c:v>k6729</c:v>
                </c:pt>
                <c:pt idx="160230">
                  <c:v>k6730</c:v>
                </c:pt>
                <c:pt idx="160181">
                  <c:v>k6731</c:v>
                </c:pt>
                <c:pt idx="160132">
                  <c:v>k6732</c:v>
                </c:pt>
                <c:pt idx="160083">
                  <c:v>k6733</c:v>
                </c:pt>
                <c:pt idx="160034">
                  <c:v>k6734</c:v>
                </c:pt>
                <c:pt idx="159985">
                  <c:v>k6735</c:v>
                </c:pt>
                <c:pt idx="159936">
                  <c:v>k6736</c:v>
                </c:pt>
                <c:pt idx="159887">
                  <c:v>k6737</c:v>
                </c:pt>
                <c:pt idx="159838">
                  <c:v>k6738</c:v>
                </c:pt>
                <c:pt idx="159789">
                  <c:v>k6739</c:v>
                </c:pt>
                <c:pt idx="159740">
                  <c:v>k6740</c:v>
                </c:pt>
                <c:pt idx="159691">
                  <c:v>k6741</c:v>
                </c:pt>
                <c:pt idx="159642">
                  <c:v>k6742</c:v>
                </c:pt>
                <c:pt idx="159593">
                  <c:v>k6743</c:v>
                </c:pt>
                <c:pt idx="159544">
                  <c:v>k6744</c:v>
                </c:pt>
                <c:pt idx="159495">
                  <c:v>k6745</c:v>
                </c:pt>
                <c:pt idx="159446">
                  <c:v>k6746</c:v>
                </c:pt>
                <c:pt idx="159397">
                  <c:v>k6747</c:v>
                </c:pt>
                <c:pt idx="159348">
                  <c:v>k6748</c:v>
                </c:pt>
                <c:pt idx="159299">
                  <c:v>k6749</c:v>
                </c:pt>
                <c:pt idx="159250">
                  <c:v>k6750</c:v>
                </c:pt>
                <c:pt idx="159201">
                  <c:v>k6751</c:v>
                </c:pt>
                <c:pt idx="159152">
                  <c:v>k6752</c:v>
                </c:pt>
                <c:pt idx="159103">
                  <c:v>k6753</c:v>
                </c:pt>
                <c:pt idx="159054">
                  <c:v>k6754</c:v>
                </c:pt>
                <c:pt idx="159005">
                  <c:v>k6755</c:v>
                </c:pt>
                <c:pt idx="158956">
                  <c:v>k6756</c:v>
                </c:pt>
                <c:pt idx="158907">
                  <c:v>k6757</c:v>
                </c:pt>
                <c:pt idx="158858">
                  <c:v>k6758</c:v>
                </c:pt>
                <c:pt idx="158809">
                  <c:v>k6759</c:v>
                </c:pt>
                <c:pt idx="158760">
                  <c:v>k6760</c:v>
                </c:pt>
                <c:pt idx="158711">
                  <c:v>k6761</c:v>
                </c:pt>
                <c:pt idx="158662">
                  <c:v>k6762</c:v>
                </c:pt>
                <c:pt idx="158613">
                  <c:v>k6763</c:v>
                </c:pt>
                <c:pt idx="158564">
                  <c:v>k6764</c:v>
                </c:pt>
                <c:pt idx="158515">
                  <c:v>k6765</c:v>
                </c:pt>
                <c:pt idx="158466">
                  <c:v>k6766</c:v>
                </c:pt>
                <c:pt idx="158417">
                  <c:v>k6767</c:v>
                </c:pt>
                <c:pt idx="158368">
                  <c:v>k6768</c:v>
                </c:pt>
                <c:pt idx="158319">
                  <c:v>k6769</c:v>
                </c:pt>
                <c:pt idx="158270">
                  <c:v>k6770</c:v>
                </c:pt>
                <c:pt idx="158221">
                  <c:v>k6771</c:v>
                </c:pt>
                <c:pt idx="158172">
                  <c:v>k6772</c:v>
                </c:pt>
                <c:pt idx="158123">
                  <c:v>k6773</c:v>
                </c:pt>
                <c:pt idx="158074">
                  <c:v>k6774</c:v>
                </c:pt>
                <c:pt idx="158025">
                  <c:v>k6775</c:v>
                </c:pt>
                <c:pt idx="157976">
                  <c:v>k6776</c:v>
                </c:pt>
                <c:pt idx="157927">
                  <c:v>k6777</c:v>
                </c:pt>
                <c:pt idx="157878">
                  <c:v>k6778</c:v>
                </c:pt>
                <c:pt idx="157829">
                  <c:v>k6779</c:v>
                </c:pt>
                <c:pt idx="157780">
                  <c:v>k6780</c:v>
                </c:pt>
                <c:pt idx="157731">
                  <c:v>k6781</c:v>
                </c:pt>
                <c:pt idx="157682">
                  <c:v>k6782</c:v>
                </c:pt>
                <c:pt idx="157633">
                  <c:v>k6783</c:v>
                </c:pt>
                <c:pt idx="157584">
                  <c:v>k6784</c:v>
                </c:pt>
                <c:pt idx="157535">
                  <c:v>k6785</c:v>
                </c:pt>
                <c:pt idx="157486">
                  <c:v>k6786</c:v>
                </c:pt>
                <c:pt idx="157437">
                  <c:v>k6787</c:v>
                </c:pt>
                <c:pt idx="157388">
                  <c:v>k6788</c:v>
                </c:pt>
                <c:pt idx="157339">
                  <c:v>k6789</c:v>
                </c:pt>
                <c:pt idx="157290">
                  <c:v>k6790</c:v>
                </c:pt>
                <c:pt idx="157241">
                  <c:v>k6791</c:v>
                </c:pt>
                <c:pt idx="157192">
                  <c:v>k6792</c:v>
                </c:pt>
                <c:pt idx="157143">
                  <c:v>k6793</c:v>
                </c:pt>
                <c:pt idx="157094">
                  <c:v>k6794</c:v>
                </c:pt>
                <c:pt idx="157045">
                  <c:v>k6795</c:v>
                </c:pt>
                <c:pt idx="156996">
                  <c:v>k6796</c:v>
                </c:pt>
                <c:pt idx="156947">
                  <c:v>k6797</c:v>
                </c:pt>
                <c:pt idx="156898">
                  <c:v>k6798</c:v>
                </c:pt>
                <c:pt idx="156849">
                  <c:v>k6799</c:v>
                </c:pt>
                <c:pt idx="156800">
                  <c:v>k6800</c:v>
                </c:pt>
                <c:pt idx="156751">
                  <c:v>k6801</c:v>
                </c:pt>
                <c:pt idx="156702">
                  <c:v>k6802</c:v>
                </c:pt>
                <c:pt idx="156653">
                  <c:v>k6803</c:v>
                </c:pt>
                <c:pt idx="156604">
                  <c:v>k6804</c:v>
                </c:pt>
                <c:pt idx="156555">
                  <c:v>k6805</c:v>
                </c:pt>
                <c:pt idx="156506">
                  <c:v>k6806</c:v>
                </c:pt>
                <c:pt idx="156457">
                  <c:v>k6807</c:v>
                </c:pt>
                <c:pt idx="156408">
                  <c:v>k6808</c:v>
                </c:pt>
                <c:pt idx="156359">
                  <c:v>k6809</c:v>
                </c:pt>
                <c:pt idx="156310">
                  <c:v>k6810</c:v>
                </c:pt>
                <c:pt idx="156261">
                  <c:v>k6811</c:v>
                </c:pt>
                <c:pt idx="156212">
                  <c:v>k6812</c:v>
                </c:pt>
                <c:pt idx="156163">
                  <c:v>k6813</c:v>
                </c:pt>
                <c:pt idx="156114">
                  <c:v>k6814</c:v>
                </c:pt>
                <c:pt idx="156065">
                  <c:v>k6815</c:v>
                </c:pt>
                <c:pt idx="156016">
                  <c:v>k6816</c:v>
                </c:pt>
                <c:pt idx="155967">
                  <c:v>k6817</c:v>
                </c:pt>
                <c:pt idx="155918">
                  <c:v>k6818</c:v>
                </c:pt>
                <c:pt idx="155869">
                  <c:v>k6819</c:v>
                </c:pt>
                <c:pt idx="155820">
                  <c:v>k6820</c:v>
                </c:pt>
                <c:pt idx="155771">
                  <c:v>k6821</c:v>
                </c:pt>
                <c:pt idx="155722">
                  <c:v>k6822</c:v>
                </c:pt>
                <c:pt idx="155673">
                  <c:v>k6823</c:v>
                </c:pt>
                <c:pt idx="155624">
                  <c:v>k6824</c:v>
                </c:pt>
                <c:pt idx="155575">
                  <c:v>k6825</c:v>
                </c:pt>
                <c:pt idx="155526">
                  <c:v>k6826</c:v>
                </c:pt>
                <c:pt idx="155477">
                  <c:v>k6827</c:v>
                </c:pt>
                <c:pt idx="155428">
                  <c:v>k6828</c:v>
                </c:pt>
                <c:pt idx="155379">
                  <c:v>k6829</c:v>
                </c:pt>
                <c:pt idx="155330">
                  <c:v>k6830</c:v>
                </c:pt>
                <c:pt idx="155281">
                  <c:v>k6831</c:v>
                </c:pt>
                <c:pt idx="155232">
                  <c:v>k6832</c:v>
                </c:pt>
                <c:pt idx="155183">
                  <c:v>k6833</c:v>
                </c:pt>
                <c:pt idx="155134">
                  <c:v>k6834</c:v>
                </c:pt>
                <c:pt idx="155085">
                  <c:v>k6835</c:v>
                </c:pt>
                <c:pt idx="155036">
                  <c:v>k6836</c:v>
                </c:pt>
                <c:pt idx="154987">
                  <c:v>k6837</c:v>
                </c:pt>
                <c:pt idx="154938">
                  <c:v>k6838</c:v>
                </c:pt>
                <c:pt idx="154889">
                  <c:v>k6839</c:v>
                </c:pt>
                <c:pt idx="154840">
                  <c:v>k6840</c:v>
                </c:pt>
                <c:pt idx="154791">
                  <c:v>k6841</c:v>
                </c:pt>
                <c:pt idx="154742">
                  <c:v>k6842</c:v>
                </c:pt>
                <c:pt idx="154693">
                  <c:v>k6843</c:v>
                </c:pt>
                <c:pt idx="154644">
                  <c:v>k6844</c:v>
                </c:pt>
                <c:pt idx="154595">
                  <c:v>k6845</c:v>
                </c:pt>
                <c:pt idx="154546">
                  <c:v>k6846</c:v>
                </c:pt>
                <c:pt idx="154497">
                  <c:v>k6847</c:v>
                </c:pt>
                <c:pt idx="154448">
                  <c:v>k6848</c:v>
                </c:pt>
                <c:pt idx="154399">
                  <c:v>k6849</c:v>
                </c:pt>
                <c:pt idx="154350">
                  <c:v>k6850</c:v>
                </c:pt>
                <c:pt idx="154301">
                  <c:v>k6851</c:v>
                </c:pt>
                <c:pt idx="154252">
                  <c:v>k6852</c:v>
                </c:pt>
                <c:pt idx="154203">
                  <c:v>k6853</c:v>
                </c:pt>
                <c:pt idx="154154">
                  <c:v>k6854</c:v>
                </c:pt>
                <c:pt idx="154105">
                  <c:v>k6855</c:v>
                </c:pt>
                <c:pt idx="154056">
                  <c:v>k6856</c:v>
                </c:pt>
                <c:pt idx="154007">
                  <c:v>k6857</c:v>
                </c:pt>
                <c:pt idx="153958">
                  <c:v>k6858</c:v>
                </c:pt>
                <c:pt idx="153909">
                  <c:v>k6859</c:v>
                </c:pt>
                <c:pt idx="153860">
                  <c:v>k6860</c:v>
                </c:pt>
                <c:pt idx="153811">
                  <c:v>k6861</c:v>
                </c:pt>
                <c:pt idx="153762">
                  <c:v>k6862</c:v>
                </c:pt>
                <c:pt idx="153713">
                  <c:v>k6863</c:v>
                </c:pt>
                <c:pt idx="153664">
                  <c:v>k6864</c:v>
                </c:pt>
                <c:pt idx="153615">
                  <c:v>k6865</c:v>
                </c:pt>
                <c:pt idx="153566">
                  <c:v>k6866</c:v>
                </c:pt>
                <c:pt idx="153517">
                  <c:v>k6867</c:v>
                </c:pt>
                <c:pt idx="153468">
                  <c:v>k6868</c:v>
                </c:pt>
                <c:pt idx="153419">
                  <c:v>k6869</c:v>
                </c:pt>
                <c:pt idx="153370">
                  <c:v>k6870</c:v>
                </c:pt>
                <c:pt idx="153321">
                  <c:v>k6871</c:v>
                </c:pt>
                <c:pt idx="153272">
                  <c:v>k6872</c:v>
                </c:pt>
                <c:pt idx="153223">
                  <c:v>k6873</c:v>
                </c:pt>
                <c:pt idx="153174">
                  <c:v>k6874</c:v>
                </c:pt>
                <c:pt idx="153125">
                  <c:v>k6875</c:v>
                </c:pt>
                <c:pt idx="153076">
                  <c:v>k6876</c:v>
                </c:pt>
                <c:pt idx="153027">
                  <c:v>k6877</c:v>
                </c:pt>
                <c:pt idx="152978">
                  <c:v>k6878</c:v>
                </c:pt>
                <c:pt idx="152929">
                  <c:v>k6879</c:v>
                </c:pt>
                <c:pt idx="152880">
                  <c:v>k6880</c:v>
                </c:pt>
                <c:pt idx="152831">
                  <c:v>k6881</c:v>
                </c:pt>
                <c:pt idx="152782">
                  <c:v>k6882</c:v>
                </c:pt>
                <c:pt idx="152733">
                  <c:v>k6883</c:v>
                </c:pt>
                <c:pt idx="152684">
                  <c:v>k6884</c:v>
                </c:pt>
                <c:pt idx="152635">
                  <c:v>k6885</c:v>
                </c:pt>
                <c:pt idx="152586">
                  <c:v>k6886</c:v>
                </c:pt>
                <c:pt idx="152537">
                  <c:v>k6887</c:v>
                </c:pt>
                <c:pt idx="152488">
                  <c:v>k6888</c:v>
                </c:pt>
                <c:pt idx="152439">
                  <c:v>k6889</c:v>
                </c:pt>
                <c:pt idx="152390">
                  <c:v>k6890</c:v>
                </c:pt>
                <c:pt idx="152341">
                  <c:v>k6891</c:v>
                </c:pt>
                <c:pt idx="152292">
                  <c:v>k6892</c:v>
                </c:pt>
                <c:pt idx="152243">
                  <c:v>k6893</c:v>
                </c:pt>
                <c:pt idx="152194">
                  <c:v>k6894</c:v>
                </c:pt>
                <c:pt idx="152145">
                  <c:v>k6895</c:v>
                </c:pt>
                <c:pt idx="152096">
                  <c:v>k6896</c:v>
                </c:pt>
                <c:pt idx="152047">
                  <c:v>k6897</c:v>
                </c:pt>
                <c:pt idx="151998">
                  <c:v>k6898</c:v>
                </c:pt>
                <c:pt idx="151949">
                  <c:v>k6899</c:v>
                </c:pt>
                <c:pt idx="151900">
                  <c:v>k6900</c:v>
                </c:pt>
                <c:pt idx="151851">
                  <c:v>k6901</c:v>
                </c:pt>
                <c:pt idx="151802">
                  <c:v>k6902</c:v>
                </c:pt>
                <c:pt idx="151753">
                  <c:v>k6903</c:v>
                </c:pt>
                <c:pt idx="151704">
                  <c:v>k6904</c:v>
                </c:pt>
                <c:pt idx="151655">
                  <c:v>k6905</c:v>
                </c:pt>
                <c:pt idx="151606">
                  <c:v>k6906</c:v>
                </c:pt>
                <c:pt idx="151557">
                  <c:v>k6907</c:v>
                </c:pt>
                <c:pt idx="151508">
                  <c:v>k6908</c:v>
                </c:pt>
                <c:pt idx="151459">
                  <c:v>k6909</c:v>
                </c:pt>
                <c:pt idx="151410">
                  <c:v>k6910</c:v>
                </c:pt>
                <c:pt idx="151361">
                  <c:v>k6911</c:v>
                </c:pt>
                <c:pt idx="151312">
                  <c:v>k6912</c:v>
                </c:pt>
                <c:pt idx="151263">
                  <c:v>k6913</c:v>
                </c:pt>
                <c:pt idx="151214">
                  <c:v>k6914</c:v>
                </c:pt>
                <c:pt idx="151165">
                  <c:v>k6915</c:v>
                </c:pt>
                <c:pt idx="151116">
                  <c:v>k6916</c:v>
                </c:pt>
                <c:pt idx="151067">
                  <c:v>k6917</c:v>
                </c:pt>
                <c:pt idx="151018">
                  <c:v>k6918</c:v>
                </c:pt>
                <c:pt idx="150969">
                  <c:v>k6919</c:v>
                </c:pt>
                <c:pt idx="150920">
                  <c:v>k6920</c:v>
                </c:pt>
                <c:pt idx="150871">
                  <c:v>k6921</c:v>
                </c:pt>
                <c:pt idx="150822">
                  <c:v>k6922</c:v>
                </c:pt>
                <c:pt idx="150773">
                  <c:v>k6923</c:v>
                </c:pt>
                <c:pt idx="150724">
                  <c:v>k6924</c:v>
                </c:pt>
                <c:pt idx="150675">
                  <c:v>k6925</c:v>
                </c:pt>
                <c:pt idx="150626">
                  <c:v>k6926</c:v>
                </c:pt>
                <c:pt idx="150577">
                  <c:v>k6927</c:v>
                </c:pt>
                <c:pt idx="150528">
                  <c:v>k6928</c:v>
                </c:pt>
                <c:pt idx="150479">
                  <c:v>k6929</c:v>
                </c:pt>
                <c:pt idx="150430">
                  <c:v>k6930</c:v>
                </c:pt>
                <c:pt idx="150381">
                  <c:v>k6931</c:v>
                </c:pt>
                <c:pt idx="150332">
                  <c:v>k6932</c:v>
                </c:pt>
                <c:pt idx="150283">
                  <c:v>k6933</c:v>
                </c:pt>
                <c:pt idx="150234">
                  <c:v>k6934</c:v>
                </c:pt>
                <c:pt idx="150185">
                  <c:v>k6935</c:v>
                </c:pt>
                <c:pt idx="150136">
                  <c:v>k6936</c:v>
                </c:pt>
                <c:pt idx="150087">
                  <c:v>k6937</c:v>
                </c:pt>
                <c:pt idx="150038">
                  <c:v>k6938</c:v>
                </c:pt>
                <c:pt idx="149989">
                  <c:v>k6939</c:v>
                </c:pt>
                <c:pt idx="149940">
                  <c:v>k6940</c:v>
                </c:pt>
                <c:pt idx="149891">
                  <c:v>k6941</c:v>
                </c:pt>
                <c:pt idx="149842">
                  <c:v>k6942</c:v>
                </c:pt>
                <c:pt idx="149793">
                  <c:v>k6943</c:v>
                </c:pt>
                <c:pt idx="149744">
                  <c:v>k6944</c:v>
                </c:pt>
                <c:pt idx="149695">
                  <c:v>k6945</c:v>
                </c:pt>
                <c:pt idx="149646">
                  <c:v>k6946</c:v>
                </c:pt>
                <c:pt idx="149597">
                  <c:v>k6947</c:v>
                </c:pt>
                <c:pt idx="149548">
                  <c:v>k6948</c:v>
                </c:pt>
                <c:pt idx="149499">
                  <c:v>k6949</c:v>
                </c:pt>
                <c:pt idx="149450">
                  <c:v>k6950</c:v>
                </c:pt>
                <c:pt idx="149401">
                  <c:v>k6951</c:v>
                </c:pt>
                <c:pt idx="149352">
                  <c:v>k6952</c:v>
                </c:pt>
                <c:pt idx="149303">
                  <c:v>k6953</c:v>
                </c:pt>
                <c:pt idx="149254">
                  <c:v>k6954</c:v>
                </c:pt>
                <c:pt idx="149205">
                  <c:v>k6955</c:v>
                </c:pt>
                <c:pt idx="149156">
                  <c:v>k6956</c:v>
                </c:pt>
                <c:pt idx="149107">
                  <c:v>k6957</c:v>
                </c:pt>
                <c:pt idx="149058">
                  <c:v>k6958</c:v>
                </c:pt>
                <c:pt idx="149009">
                  <c:v>k6959</c:v>
                </c:pt>
                <c:pt idx="148960">
                  <c:v>k6960</c:v>
                </c:pt>
                <c:pt idx="148911">
                  <c:v>k6961</c:v>
                </c:pt>
                <c:pt idx="148862">
                  <c:v>k6962</c:v>
                </c:pt>
                <c:pt idx="148813">
                  <c:v>k6963</c:v>
                </c:pt>
                <c:pt idx="148764">
                  <c:v>k6964</c:v>
                </c:pt>
                <c:pt idx="148715">
                  <c:v>k6965</c:v>
                </c:pt>
                <c:pt idx="148666">
                  <c:v>k6966</c:v>
                </c:pt>
                <c:pt idx="148617">
                  <c:v>k6967</c:v>
                </c:pt>
                <c:pt idx="148568">
                  <c:v>k6968</c:v>
                </c:pt>
                <c:pt idx="148519">
                  <c:v>k6969</c:v>
                </c:pt>
                <c:pt idx="148470">
                  <c:v>k6970</c:v>
                </c:pt>
                <c:pt idx="148421">
                  <c:v>k6971</c:v>
                </c:pt>
                <c:pt idx="148372">
                  <c:v>k6972</c:v>
                </c:pt>
                <c:pt idx="148323">
                  <c:v>k6973</c:v>
                </c:pt>
                <c:pt idx="148274">
                  <c:v>k6974</c:v>
                </c:pt>
                <c:pt idx="148225">
                  <c:v>k6975</c:v>
                </c:pt>
                <c:pt idx="148176">
                  <c:v>k6976</c:v>
                </c:pt>
                <c:pt idx="148127">
                  <c:v>k6977</c:v>
                </c:pt>
                <c:pt idx="148078">
                  <c:v>k6978</c:v>
                </c:pt>
                <c:pt idx="148029">
                  <c:v>k6979</c:v>
                </c:pt>
                <c:pt idx="147980">
                  <c:v>k6980</c:v>
                </c:pt>
                <c:pt idx="147931">
                  <c:v>k6981</c:v>
                </c:pt>
                <c:pt idx="147882">
                  <c:v>k6982</c:v>
                </c:pt>
                <c:pt idx="147833">
                  <c:v>k6983</c:v>
                </c:pt>
                <c:pt idx="147784">
                  <c:v>k6984</c:v>
                </c:pt>
                <c:pt idx="147735">
                  <c:v>k6985</c:v>
                </c:pt>
                <c:pt idx="147686">
                  <c:v>k6986</c:v>
                </c:pt>
                <c:pt idx="147637">
                  <c:v>k6987</c:v>
                </c:pt>
                <c:pt idx="147588">
                  <c:v>k6988</c:v>
                </c:pt>
                <c:pt idx="147539">
                  <c:v>k6989</c:v>
                </c:pt>
                <c:pt idx="147490">
                  <c:v>k6990</c:v>
                </c:pt>
                <c:pt idx="147441">
                  <c:v>k6991</c:v>
                </c:pt>
                <c:pt idx="147392">
                  <c:v>k6992</c:v>
                </c:pt>
                <c:pt idx="147343">
                  <c:v>k6993</c:v>
                </c:pt>
                <c:pt idx="147294">
                  <c:v>k6994</c:v>
                </c:pt>
                <c:pt idx="147245">
                  <c:v>k6995</c:v>
                </c:pt>
                <c:pt idx="147196">
                  <c:v>k6996</c:v>
                </c:pt>
                <c:pt idx="147147">
                  <c:v>k6997</c:v>
                </c:pt>
                <c:pt idx="147098">
                  <c:v>k6998</c:v>
                </c:pt>
                <c:pt idx="147049">
                  <c:v>k6999</c:v>
                </c:pt>
                <c:pt idx="147000">
                  <c:v>k7000</c:v>
                </c:pt>
                <c:pt idx="146951">
                  <c:v>k7001</c:v>
                </c:pt>
                <c:pt idx="146902">
                  <c:v>k7002</c:v>
                </c:pt>
                <c:pt idx="146853">
                  <c:v>k7003</c:v>
                </c:pt>
                <c:pt idx="146804">
                  <c:v>k7004</c:v>
                </c:pt>
                <c:pt idx="146755">
                  <c:v>k7005</c:v>
                </c:pt>
                <c:pt idx="146706">
                  <c:v>k7006</c:v>
                </c:pt>
                <c:pt idx="146657">
                  <c:v>k7007</c:v>
                </c:pt>
                <c:pt idx="146608">
                  <c:v>k7008</c:v>
                </c:pt>
                <c:pt idx="146559">
                  <c:v>k7009</c:v>
                </c:pt>
                <c:pt idx="146510">
                  <c:v>k7010</c:v>
                </c:pt>
                <c:pt idx="146461">
                  <c:v>k7011</c:v>
                </c:pt>
                <c:pt idx="146412">
                  <c:v>k7012</c:v>
                </c:pt>
                <c:pt idx="146363">
                  <c:v>k7013</c:v>
                </c:pt>
                <c:pt idx="146314">
                  <c:v>k7014</c:v>
                </c:pt>
                <c:pt idx="146265">
                  <c:v>k7015</c:v>
                </c:pt>
                <c:pt idx="146216">
                  <c:v>k7016</c:v>
                </c:pt>
                <c:pt idx="146167">
                  <c:v>k7017</c:v>
                </c:pt>
                <c:pt idx="146118">
                  <c:v>k7018</c:v>
                </c:pt>
                <c:pt idx="146069">
                  <c:v>k7019</c:v>
                </c:pt>
                <c:pt idx="146020">
                  <c:v>k7020</c:v>
                </c:pt>
                <c:pt idx="145971">
                  <c:v>k7021</c:v>
                </c:pt>
                <c:pt idx="145922">
                  <c:v>k7022</c:v>
                </c:pt>
                <c:pt idx="145873">
                  <c:v>k7023</c:v>
                </c:pt>
                <c:pt idx="145824">
                  <c:v>k7024</c:v>
                </c:pt>
                <c:pt idx="145775">
                  <c:v>k7025</c:v>
                </c:pt>
                <c:pt idx="145726">
                  <c:v>k7026</c:v>
                </c:pt>
                <c:pt idx="145677">
                  <c:v>k7027</c:v>
                </c:pt>
                <c:pt idx="145628">
                  <c:v>k7028</c:v>
                </c:pt>
                <c:pt idx="145579">
                  <c:v>k7029</c:v>
                </c:pt>
                <c:pt idx="145530">
                  <c:v>k7030</c:v>
                </c:pt>
                <c:pt idx="145481">
                  <c:v>k7031</c:v>
                </c:pt>
                <c:pt idx="145432">
                  <c:v>k7032</c:v>
                </c:pt>
                <c:pt idx="145383">
                  <c:v>k7033</c:v>
                </c:pt>
                <c:pt idx="145334">
                  <c:v>k7034</c:v>
                </c:pt>
                <c:pt idx="145285">
                  <c:v>k7035</c:v>
                </c:pt>
                <c:pt idx="145236">
                  <c:v>k7036</c:v>
                </c:pt>
                <c:pt idx="145187">
                  <c:v>k7037</c:v>
                </c:pt>
                <c:pt idx="145138">
                  <c:v>k7038</c:v>
                </c:pt>
                <c:pt idx="145089">
                  <c:v>k7039</c:v>
                </c:pt>
                <c:pt idx="145040">
                  <c:v>k7040</c:v>
                </c:pt>
                <c:pt idx="144991">
                  <c:v>k7041</c:v>
                </c:pt>
                <c:pt idx="144942">
                  <c:v>k7042</c:v>
                </c:pt>
                <c:pt idx="144893">
                  <c:v>k7043</c:v>
                </c:pt>
                <c:pt idx="144844">
                  <c:v>k7044</c:v>
                </c:pt>
                <c:pt idx="144795">
                  <c:v>k7045</c:v>
                </c:pt>
                <c:pt idx="144746">
                  <c:v>k7046</c:v>
                </c:pt>
                <c:pt idx="144697">
                  <c:v>k7047</c:v>
                </c:pt>
                <c:pt idx="144648">
                  <c:v>k7048</c:v>
                </c:pt>
                <c:pt idx="144599">
                  <c:v>k7049</c:v>
                </c:pt>
                <c:pt idx="144550">
                  <c:v>k7050</c:v>
                </c:pt>
                <c:pt idx="144501">
                  <c:v>k7051</c:v>
                </c:pt>
                <c:pt idx="144452">
                  <c:v>k7052</c:v>
                </c:pt>
                <c:pt idx="144403">
                  <c:v>k7053</c:v>
                </c:pt>
                <c:pt idx="144354">
                  <c:v>k7054</c:v>
                </c:pt>
                <c:pt idx="144305">
                  <c:v>k7055</c:v>
                </c:pt>
                <c:pt idx="144256">
                  <c:v>k7056</c:v>
                </c:pt>
                <c:pt idx="144207">
                  <c:v>k7057</c:v>
                </c:pt>
                <c:pt idx="144158">
                  <c:v>k7058</c:v>
                </c:pt>
                <c:pt idx="144109">
                  <c:v>k7059</c:v>
                </c:pt>
                <c:pt idx="144060">
                  <c:v>k7060</c:v>
                </c:pt>
                <c:pt idx="144011">
                  <c:v>k7061</c:v>
                </c:pt>
                <c:pt idx="143962">
                  <c:v>k7062</c:v>
                </c:pt>
                <c:pt idx="143913">
                  <c:v>k7063</c:v>
                </c:pt>
                <c:pt idx="143864">
                  <c:v>k7064</c:v>
                </c:pt>
                <c:pt idx="143815">
                  <c:v>k7065</c:v>
                </c:pt>
                <c:pt idx="143766">
                  <c:v>k7066</c:v>
                </c:pt>
                <c:pt idx="143717">
                  <c:v>k7067</c:v>
                </c:pt>
                <c:pt idx="143668">
                  <c:v>k7068</c:v>
                </c:pt>
                <c:pt idx="143619">
                  <c:v>k7069</c:v>
                </c:pt>
                <c:pt idx="143570">
                  <c:v>k7070</c:v>
                </c:pt>
                <c:pt idx="143521">
                  <c:v>k7071</c:v>
                </c:pt>
                <c:pt idx="143472">
                  <c:v>k7072</c:v>
                </c:pt>
                <c:pt idx="143423">
                  <c:v>k7073</c:v>
                </c:pt>
                <c:pt idx="143374">
                  <c:v>k7074</c:v>
                </c:pt>
                <c:pt idx="143325">
                  <c:v>k7075</c:v>
                </c:pt>
                <c:pt idx="143276">
                  <c:v>k7076</c:v>
                </c:pt>
                <c:pt idx="143227">
                  <c:v>k7077</c:v>
                </c:pt>
                <c:pt idx="143178">
                  <c:v>k7078</c:v>
                </c:pt>
                <c:pt idx="143129">
                  <c:v>k7079</c:v>
                </c:pt>
                <c:pt idx="143080">
                  <c:v>k7080</c:v>
                </c:pt>
                <c:pt idx="143031">
                  <c:v>k7081</c:v>
                </c:pt>
                <c:pt idx="142982">
                  <c:v>k7082</c:v>
                </c:pt>
                <c:pt idx="142933">
                  <c:v>k7083</c:v>
                </c:pt>
                <c:pt idx="142884">
                  <c:v>k7084</c:v>
                </c:pt>
                <c:pt idx="142835">
                  <c:v>k7085</c:v>
                </c:pt>
                <c:pt idx="142786">
                  <c:v>k7086</c:v>
                </c:pt>
                <c:pt idx="142737">
                  <c:v>k7087</c:v>
                </c:pt>
                <c:pt idx="142688">
                  <c:v>k7088</c:v>
                </c:pt>
                <c:pt idx="142639">
                  <c:v>k7089</c:v>
                </c:pt>
                <c:pt idx="142590">
                  <c:v>k7090</c:v>
                </c:pt>
                <c:pt idx="142541">
                  <c:v>k7091</c:v>
                </c:pt>
                <c:pt idx="142492">
                  <c:v>k7092</c:v>
                </c:pt>
                <c:pt idx="142443">
                  <c:v>k7093</c:v>
                </c:pt>
                <c:pt idx="142394">
                  <c:v>k7094</c:v>
                </c:pt>
                <c:pt idx="142345">
                  <c:v>k7095</c:v>
                </c:pt>
                <c:pt idx="142296">
                  <c:v>k7096</c:v>
                </c:pt>
                <c:pt idx="142247">
                  <c:v>k7097</c:v>
                </c:pt>
                <c:pt idx="142198">
                  <c:v>k7098</c:v>
                </c:pt>
                <c:pt idx="142149">
                  <c:v>k7099</c:v>
                </c:pt>
                <c:pt idx="142100">
                  <c:v>k7100</c:v>
                </c:pt>
                <c:pt idx="142051">
                  <c:v>k7101</c:v>
                </c:pt>
                <c:pt idx="142002">
                  <c:v>k7102</c:v>
                </c:pt>
                <c:pt idx="141953">
                  <c:v>k7103</c:v>
                </c:pt>
                <c:pt idx="141904">
                  <c:v>k7104</c:v>
                </c:pt>
                <c:pt idx="141855">
                  <c:v>k7105</c:v>
                </c:pt>
                <c:pt idx="141806">
                  <c:v>k7106</c:v>
                </c:pt>
                <c:pt idx="141757">
                  <c:v>k7107</c:v>
                </c:pt>
                <c:pt idx="141708">
                  <c:v>k7108</c:v>
                </c:pt>
                <c:pt idx="141659">
                  <c:v>k7109</c:v>
                </c:pt>
                <c:pt idx="141610">
                  <c:v>k7110</c:v>
                </c:pt>
                <c:pt idx="141561">
                  <c:v>k7111</c:v>
                </c:pt>
                <c:pt idx="141512">
                  <c:v>k7112</c:v>
                </c:pt>
                <c:pt idx="141463">
                  <c:v>k7113</c:v>
                </c:pt>
                <c:pt idx="141414">
                  <c:v>k7114</c:v>
                </c:pt>
                <c:pt idx="141365">
                  <c:v>k7115</c:v>
                </c:pt>
                <c:pt idx="141316">
                  <c:v>k7116</c:v>
                </c:pt>
                <c:pt idx="141267">
                  <c:v>k7117</c:v>
                </c:pt>
                <c:pt idx="141218">
                  <c:v>k7118</c:v>
                </c:pt>
                <c:pt idx="141169">
                  <c:v>k7119</c:v>
                </c:pt>
                <c:pt idx="141120">
                  <c:v>k7120</c:v>
                </c:pt>
                <c:pt idx="141071">
                  <c:v>k7121</c:v>
                </c:pt>
                <c:pt idx="141022">
                  <c:v>k7122</c:v>
                </c:pt>
                <c:pt idx="140973">
                  <c:v>k7123</c:v>
                </c:pt>
                <c:pt idx="140924">
                  <c:v>k7124</c:v>
                </c:pt>
                <c:pt idx="140875">
                  <c:v>k7125</c:v>
                </c:pt>
                <c:pt idx="140826">
                  <c:v>k7126</c:v>
                </c:pt>
                <c:pt idx="140777">
                  <c:v>k7127</c:v>
                </c:pt>
                <c:pt idx="140728">
                  <c:v>k7128</c:v>
                </c:pt>
                <c:pt idx="140679">
                  <c:v>k7129</c:v>
                </c:pt>
                <c:pt idx="140630">
                  <c:v>k7130</c:v>
                </c:pt>
                <c:pt idx="140581">
                  <c:v>k7131</c:v>
                </c:pt>
                <c:pt idx="140532">
                  <c:v>k7132</c:v>
                </c:pt>
                <c:pt idx="140483">
                  <c:v>k7133</c:v>
                </c:pt>
                <c:pt idx="140434">
                  <c:v>k7134</c:v>
                </c:pt>
                <c:pt idx="140385">
                  <c:v>k7135</c:v>
                </c:pt>
                <c:pt idx="140336">
                  <c:v>k7136</c:v>
                </c:pt>
                <c:pt idx="140287">
                  <c:v>k7137</c:v>
                </c:pt>
                <c:pt idx="140238">
                  <c:v>k7138</c:v>
                </c:pt>
                <c:pt idx="140189">
                  <c:v>k7139</c:v>
                </c:pt>
                <c:pt idx="140140">
                  <c:v>k7140</c:v>
                </c:pt>
                <c:pt idx="140091">
                  <c:v>k7141</c:v>
                </c:pt>
                <c:pt idx="140042">
                  <c:v>k7142</c:v>
                </c:pt>
                <c:pt idx="139993">
                  <c:v>k7143</c:v>
                </c:pt>
                <c:pt idx="139944">
                  <c:v>k7144</c:v>
                </c:pt>
                <c:pt idx="139895">
                  <c:v>k7145</c:v>
                </c:pt>
                <c:pt idx="139846">
                  <c:v>k7146</c:v>
                </c:pt>
                <c:pt idx="139797">
                  <c:v>k7147</c:v>
                </c:pt>
                <c:pt idx="139748">
                  <c:v>k7148</c:v>
                </c:pt>
                <c:pt idx="139699">
                  <c:v>k7149</c:v>
                </c:pt>
                <c:pt idx="139650">
                  <c:v>k7150</c:v>
                </c:pt>
                <c:pt idx="139601">
                  <c:v>k7151</c:v>
                </c:pt>
                <c:pt idx="139552">
                  <c:v>k7152</c:v>
                </c:pt>
                <c:pt idx="139503">
                  <c:v>k7153</c:v>
                </c:pt>
                <c:pt idx="139454">
                  <c:v>k7154</c:v>
                </c:pt>
                <c:pt idx="139405">
                  <c:v>k7155</c:v>
                </c:pt>
                <c:pt idx="139356">
                  <c:v>k7156</c:v>
                </c:pt>
                <c:pt idx="139307">
                  <c:v>k7157</c:v>
                </c:pt>
                <c:pt idx="139258">
                  <c:v>k7158</c:v>
                </c:pt>
                <c:pt idx="139209">
                  <c:v>k7159</c:v>
                </c:pt>
                <c:pt idx="139160">
                  <c:v>k7160</c:v>
                </c:pt>
                <c:pt idx="139111">
                  <c:v>k7161</c:v>
                </c:pt>
                <c:pt idx="139062">
                  <c:v>k7162</c:v>
                </c:pt>
                <c:pt idx="139013">
                  <c:v>k7163</c:v>
                </c:pt>
                <c:pt idx="138964">
                  <c:v>k7164</c:v>
                </c:pt>
                <c:pt idx="138915">
                  <c:v>k7165</c:v>
                </c:pt>
                <c:pt idx="138866">
                  <c:v>k7166</c:v>
                </c:pt>
                <c:pt idx="138817">
                  <c:v>k7167</c:v>
                </c:pt>
                <c:pt idx="138768">
                  <c:v>k7168</c:v>
                </c:pt>
                <c:pt idx="138719">
                  <c:v>k7169</c:v>
                </c:pt>
                <c:pt idx="138670">
                  <c:v>k7170</c:v>
                </c:pt>
                <c:pt idx="138621">
                  <c:v>k7171</c:v>
                </c:pt>
                <c:pt idx="138572">
                  <c:v>k7172</c:v>
                </c:pt>
                <c:pt idx="138523">
                  <c:v>k7173</c:v>
                </c:pt>
                <c:pt idx="138474">
                  <c:v>k7174</c:v>
                </c:pt>
                <c:pt idx="138425">
                  <c:v>k7175</c:v>
                </c:pt>
                <c:pt idx="138376">
                  <c:v>k7176</c:v>
                </c:pt>
                <c:pt idx="138327">
                  <c:v>k7177</c:v>
                </c:pt>
                <c:pt idx="138278">
                  <c:v>k7178</c:v>
                </c:pt>
                <c:pt idx="138229">
                  <c:v>k7179</c:v>
                </c:pt>
                <c:pt idx="138180">
                  <c:v>k7180</c:v>
                </c:pt>
                <c:pt idx="138131">
                  <c:v>k7181</c:v>
                </c:pt>
                <c:pt idx="138082">
                  <c:v>k7182</c:v>
                </c:pt>
                <c:pt idx="138033">
                  <c:v>k7183</c:v>
                </c:pt>
                <c:pt idx="137984">
                  <c:v>k7184</c:v>
                </c:pt>
                <c:pt idx="137935">
                  <c:v>k7185</c:v>
                </c:pt>
                <c:pt idx="137886">
                  <c:v>k7186</c:v>
                </c:pt>
                <c:pt idx="137837">
                  <c:v>k7187</c:v>
                </c:pt>
                <c:pt idx="137788">
                  <c:v>k7188</c:v>
                </c:pt>
                <c:pt idx="137739">
                  <c:v>k7189</c:v>
                </c:pt>
                <c:pt idx="137690">
                  <c:v>k7190</c:v>
                </c:pt>
                <c:pt idx="137641">
                  <c:v>k7191</c:v>
                </c:pt>
                <c:pt idx="137592">
                  <c:v>k7192</c:v>
                </c:pt>
                <c:pt idx="137543">
                  <c:v>k7193</c:v>
                </c:pt>
                <c:pt idx="137494">
                  <c:v>k7194</c:v>
                </c:pt>
                <c:pt idx="137445">
                  <c:v>k7195</c:v>
                </c:pt>
                <c:pt idx="137396">
                  <c:v>k7196</c:v>
                </c:pt>
                <c:pt idx="137347">
                  <c:v>k7197</c:v>
                </c:pt>
                <c:pt idx="137298">
                  <c:v>k7198</c:v>
                </c:pt>
                <c:pt idx="137249">
                  <c:v>k7199</c:v>
                </c:pt>
                <c:pt idx="137200">
                  <c:v>k7200</c:v>
                </c:pt>
                <c:pt idx="137151">
                  <c:v>k7201</c:v>
                </c:pt>
                <c:pt idx="137102">
                  <c:v>k7202</c:v>
                </c:pt>
                <c:pt idx="137053">
                  <c:v>k7203</c:v>
                </c:pt>
                <c:pt idx="137004">
                  <c:v>k7204</c:v>
                </c:pt>
                <c:pt idx="136955">
                  <c:v>k7205</c:v>
                </c:pt>
                <c:pt idx="136906">
                  <c:v>k7206</c:v>
                </c:pt>
                <c:pt idx="136857">
                  <c:v>k7207</c:v>
                </c:pt>
                <c:pt idx="136808">
                  <c:v>k7208</c:v>
                </c:pt>
                <c:pt idx="136759">
                  <c:v>k7209</c:v>
                </c:pt>
                <c:pt idx="136710">
                  <c:v>k7210</c:v>
                </c:pt>
                <c:pt idx="136661">
                  <c:v>k7211</c:v>
                </c:pt>
                <c:pt idx="136612">
                  <c:v>k7212</c:v>
                </c:pt>
                <c:pt idx="136563">
                  <c:v>k7213</c:v>
                </c:pt>
                <c:pt idx="136514">
                  <c:v>k7214</c:v>
                </c:pt>
                <c:pt idx="136465">
                  <c:v>k7215</c:v>
                </c:pt>
                <c:pt idx="136416">
                  <c:v>k7216</c:v>
                </c:pt>
                <c:pt idx="136367">
                  <c:v>k7217</c:v>
                </c:pt>
                <c:pt idx="136318">
                  <c:v>k7218</c:v>
                </c:pt>
                <c:pt idx="136269">
                  <c:v>k7219</c:v>
                </c:pt>
                <c:pt idx="136220">
                  <c:v>k7220</c:v>
                </c:pt>
                <c:pt idx="136171">
                  <c:v>k7221</c:v>
                </c:pt>
                <c:pt idx="136122">
                  <c:v>k7222</c:v>
                </c:pt>
                <c:pt idx="136073">
                  <c:v>k7223</c:v>
                </c:pt>
                <c:pt idx="136024">
                  <c:v>k7224</c:v>
                </c:pt>
                <c:pt idx="135975">
                  <c:v>k7225</c:v>
                </c:pt>
                <c:pt idx="135926">
                  <c:v>k7226</c:v>
                </c:pt>
                <c:pt idx="135877">
                  <c:v>k7227</c:v>
                </c:pt>
                <c:pt idx="135828">
                  <c:v>k7228</c:v>
                </c:pt>
                <c:pt idx="135779">
                  <c:v>k7229</c:v>
                </c:pt>
                <c:pt idx="135730">
                  <c:v>k7230</c:v>
                </c:pt>
                <c:pt idx="135681">
                  <c:v>k7231</c:v>
                </c:pt>
                <c:pt idx="135632">
                  <c:v>k7232</c:v>
                </c:pt>
                <c:pt idx="135583">
                  <c:v>k7233</c:v>
                </c:pt>
                <c:pt idx="135534">
                  <c:v>k7234</c:v>
                </c:pt>
                <c:pt idx="135485">
                  <c:v>k7235</c:v>
                </c:pt>
                <c:pt idx="135436">
                  <c:v>k7236</c:v>
                </c:pt>
                <c:pt idx="135387">
                  <c:v>k7237</c:v>
                </c:pt>
                <c:pt idx="135338">
                  <c:v>k7238</c:v>
                </c:pt>
                <c:pt idx="135289">
                  <c:v>k7239</c:v>
                </c:pt>
                <c:pt idx="135240">
                  <c:v>k7240</c:v>
                </c:pt>
                <c:pt idx="135191">
                  <c:v>k7241</c:v>
                </c:pt>
                <c:pt idx="135142">
                  <c:v>k7242</c:v>
                </c:pt>
                <c:pt idx="135093">
                  <c:v>k7243</c:v>
                </c:pt>
                <c:pt idx="135044">
                  <c:v>k7244</c:v>
                </c:pt>
                <c:pt idx="134995">
                  <c:v>k7245</c:v>
                </c:pt>
                <c:pt idx="134946">
                  <c:v>k7246</c:v>
                </c:pt>
                <c:pt idx="134897">
                  <c:v>k7247</c:v>
                </c:pt>
                <c:pt idx="134848">
                  <c:v>k7248</c:v>
                </c:pt>
                <c:pt idx="134799">
                  <c:v>k7249</c:v>
                </c:pt>
                <c:pt idx="134750">
                  <c:v>k7250</c:v>
                </c:pt>
                <c:pt idx="134701">
                  <c:v>k7251</c:v>
                </c:pt>
                <c:pt idx="134652">
                  <c:v>k7252</c:v>
                </c:pt>
                <c:pt idx="134603">
                  <c:v>k7253</c:v>
                </c:pt>
                <c:pt idx="134554">
                  <c:v>k7254</c:v>
                </c:pt>
                <c:pt idx="134505">
                  <c:v>k7255</c:v>
                </c:pt>
                <c:pt idx="134456">
                  <c:v>k7256</c:v>
                </c:pt>
                <c:pt idx="134407">
                  <c:v>k7257</c:v>
                </c:pt>
                <c:pt idx="134358">
                  <c:v>k7258</c:v>
                </c:pt>
                <c:pt idx="134309">
                  <c:v>k7259</c:v>
                </c:pt>
                <c:pt idx="134260">
                  <c:v>k7260</c:v>
                </c:pt>
                <c:pt idx="134211">
                  <c:v>k7261</c:v>
                </c:pt>
                <c:pt idx="134162">
                  <c:v>k7262</c:v>
                </c:pt>
                <c:pt idx="134113">
                  <c:v>k7263</c:v>
                </c:pt>
                <c:pt idx="134064">
                  <c:v>k7264</c:v>
                </c:pt>
                <c:pt idx="134015">
                  <c:v>k7265</c:v>
                </c:pt>
                <c:pt idx="133966">
                  <c:v>k7266</c:v>
                </c:pt>
                <c:pt idx="133917">
                  <c:v>k7267</c:v>
                </c:pt>
                <c:pt idx="133868">
                  <c:v>k7268</c:v>
                </c:pt>
                <c:pt idx="133819">
                  <c:v>k7269</c:v>
                </c:pt>
                <c:pt idx="133770">
                  <c:v>k7270</c:v>
                </c:pt>
                <c:pt idx="133721">
                  <c:v>k7271</c:v>
                </c:pt>
                <c:pt idx="133672">
                  <c:v>k7272</c:v>
                </c:pt>
                <c:pt idx="133623">
                  <c:v>k7273</c:v>
                </c:pt>
                <c:pt idx="133574">
                  <c:v>k7274</c:v>
                </c:pt>
                <c:pt idx="133525">
                  <c:v>k7275</c:v>
                </c:pt>
                <c:pt idx="133476">
                  <c:v>k7276</c:v>
                </c:pt>
                <c:pt idx="133427">
                  <c:v>k7277</c:v>
                </c:pt>
                <c:pt idx="133378">
                  <c:v>k7278</c:v>
                </c:pt>
                <c:pt idx="133329">
                  <c:v>k7279</c:v>
                </c:pt>
                <c:pt idx="133280">
                  <c:v>k7280</c:v>
                </c:pt>
                <c:pt idx="133231">
                  <c:v>k7281</c:v>
                </c:pt>
                <c:pt idx="133182">
                  <c:v>k7282</c:v>
                </c:pt>
                <c:pt idx="133133">
                  <c:v>k7283</c:v>
                </c:pt>
                <c:pt idx="133084">
                  <c:v>k7284</c:v>
                </c:pt>
                <c:pt idx="133035">
                  <c:v>k7285</c:v>
                </c:pt>
                <c:pt idx="132986">
                  <c:v>k7286</c:v>
                </c:pt>
                <c:pt idx="132937">
                  <c:v>k7287</c:v>
                </c:pt>
                <c:pt idx="132888">
                  <c:v>k7288</c:v>
                </c:pt>
                <c:pt idx="132839">
                  <c:v>k7289</c:v>
                </c:pt>
                <c:pt idx="132790">
                  <c:v>k7290</c:v>
                </c:pt>
                <c:pt idx="132741">
                  <c:v>k7291</c:v>
                </c:pt>
                <c:pt idx="132692">
                  <c:v>k7292</c:v>
                </c:pt>
                <c:pt idx="132643">
                  <c:v>k7293</c:v>
                </c:pt>
                <c:pt idx="132594">
                  <c:v>k7294</c:v>
                </c:pt>
                <c:pt idx="132545">
                  <c:v>k7295</c:v>
                </c:pt>
                <c:pt idx="132496">
                  <c:v>k7296</c:v>
                </c:pt>
                <c:pt idx="132447">
                  <c:v>k7297</c:v>
                </c:pt>
                <c:pt idx="132398">
                  <c:v>k7298</c:v>
                </c:pt>
                <c:pt idx="132349">
                  <c:v>k7299</c:v>
                </c:pt>
                <c:pt idx="132300">
                  <c:v>k7300</c:v>
                </c:pt>
                <c:pt idx="132251">
                  <c:v>k7301</c:v>
                </c:pt>
                <c:pt idx="132202">
                  <c:v>k7302</c:v>
                </c:pt>
                <c:pt idx="132153">
                  <c:v>k7303</c:v>
                </c:pt>
                <c:pt idx="132104">
                  <c:v>k7304</c:v>
                </c:pt>
                <c:pt idx="132055">
                  <c:v>k7305</c:v>
                </c:pt>
                <c:pt idx="132006">
                  <c:v>k7306</c:v>
                </c:pt>
                <c:pt idx="131957">
                  <c:v>k7307</c:v>
                </c:pt>
                <c:pt idx="131908">
                  <c:v>k7308</c:v>
                </c:pt>
                <c:pt idx="131859">
                  <c:v>k7309</c:v>
                </c:pt>
                <c:pt idx="131810">
                  <c:v>k7310</c:v>
                </c:pt>
                <c:pt idx="131761">
                  <c:v>k7311</c:v>
                </c:pt>
                <c:pt idx="131712">
                  <c:v>k7312</c:v>
                </c:pt>
                <c:pt idx="131663">
                  <c:v>k7313</c:v>
                </c:pt>
                <c:pt idx="131614">
                  <c:v>k7314</c:v>
                </c:pt>
                <c:pt idx="131565">
                  <c:v>k7315</c:v>
                </c:pt>
                <c:pt idx="131516">
                  <c:v>k7316</c:v>
                </c:pt>
                <c:pt idx="131467">
                  <c:v>k7317</c:v>
                </c:pt>
                <c:pt idx="131418">
                  <c:v>k7318</c:v>
                </c:pt>
                <c:pt idx="131369">
                  <c:v>k7319</c:v>
                </c:pt>
                <c:pt idx="131320">
                  <c:v>k7320</c:v>
                </c:pt>
                <c:pt idx="131271">
                  <c:v>k7321</c:v>
                </c:pt>
                <c:pt idx="131222">
                  <c:v>k7322</c:v>
                </c:pt>
                <c:pt idx="131173">
                  <c:v>k7323</c:v>
                </c:pt>
                <c:pt idx="131124">
                  <c:v>k7324</c:v>
                </c:pt>
                <c:pt idx="131075">
                  <c:v>k7325</c:v>
                </c:pt>
                <c:pt idx="131026">
                  <c:v>k7326</c:v>
                </c:pt>
                <c:pt idx="130977">
                  <c:v>k7327</c:v>
                </c:pt>
                <c:pt idx="130928">
                  <c:v>k7328</c:v>
                </c:pt>
                <c:pt idx="130879">
                  <c:v>k7329</c:v>
                </c:pt>
                <c:pt idx="130830">
                  <c:v>k7330</c:v>
                </c:pt>
                <c:pt idx="130781">
                  <c:v>k7331</c:v>
                </c:pt>
                <c:pt idx="130732">
                  <c:v>k7332</c:v>
                </c:pt>
                <c:pt idx="130683">
                  <c:v>k7333</c:v>
                </c:pt>
                <c:pt idx="130634">
                  <c:v>k7334</c:v>
                </c:pt>
                <c:pt idx="130585">
                  <c:v>k7335</c:v>
                </c:pt>
                <c:pt idx="130536">
                  <c:v>k7336</c:v>
                </c:pt>
                <c:pt idx="130487">
                  <c:v>k7337</c:v>
                </c:pt>
                <c:pt idx="130438">
                  <c:v>k7338</c:v>
                </c:pt>
                <c:pt idx="130389">
                  <c:v>k7339</c:v>
                </c:pt>
                <c:pt idx="130340">
                  <c:v>k7340</c:v>
                </c:pt>
                <c:pt idx="130291">
                  <c:v>k7341</c:v>
                </c:pt>
                <c:pt idx="130242">
                  <c:v>k7342</c:v>
                </c:pt>
                <c:pt idx="130193">
                  <c:v>k7343</c:v>
                </c:pt>
                <c:pt idx="130144">
                  <c:v>k7344</c:v>
                </c:pt>
                <c:pt idx="130095">
                  <c:v>k7345</c:v>
                </c:pt>
                <c:pt idx="130046">
                  <c:v>k7346</c:v>
                </c:pt>
                <c:pt idx="129997">
                  <c:v>k7347</c:v>
                </c:pt>
                <c:pt idx="129948">
                  <c:v>k7348</c:v>
                </c:pt>
                <c:pt idx="129899">
                  <c:v>k7349</c:v>
                </c:pt>
                <c:pt idx="129850">
                  <c:v>k7350</c:v>
                </c:pt>
                <c:pt idx="129801">
                  <c:v>k7351</c:v>
                </c:pt>
                <c:pt idx="129752">
                  <c:v>k7352</c:v>
                </c:pt>
                <c:pt idx="129703">
                  <c:v>k7353</c:v>
                </c:pt>
                <c:pt idx="129654">
                  <c:v>k7354</c:v>
                </c:pt>
                <c:pt idx="129605">
                  <c:v>k7355</c:v>
                </c:pt>
                <c:pt idx="129556">
                  <c:v>k7356</c:v>
                </c:pt>
                <c:pt idx="129507">
                  <c:v>k7357</c:v>
                </c:pt>
                <c:pt idx="129458">
                  <c:v>k7358</c:v>
                </c:pt>
                <c:pt idx="129409">
                  <c:v>k7359</c:v>
                </c:pt>
                <c:pt idx="129360">
                  <c:v>k7360</c:v>
                </c:pt>
                <c:pt idx="129311">
                  <c:v>k7361</c:v>
                </c:pt>
                <c:pt idx="129262">
                  <c:v>k7362</c:v>
                </c:pt>
                <c:pt idx="129213">
                  <c:v>k7363</c:v>
                </c:pt>
                <c:pt idx="129164">
                  <c:v>k7364</c:v>
                </c:pt>
                <c:pt idx="129115">
                  <c:v>k7365</c:v>
                </c:pt>
                <c:pt idx="129066">
                  <c:v>k7366</c:v>
                </c:pt>
                <c:pt idx="129017">
                  <c:v>k7367</c:v>
                </c:pt>
                <c:pt idx="128968">
                  <c:v>k7368</c:v>
                </c:pt>
                <c:pt idx="128919">
                  <c:v>k7369</c:v>
                </c:pt>
                <c:pt idx="128870">
                  <c:v>k7370</c:v>
                </c:pt>
                <c:pt idx="128821">
                  <c:v>k7371</c:v>
                </c:pt>
                <c:pt idx="128772">
                  <c:v>k7372</c:v>
                </c:pt>
                <c:pt idx="128723">
                  <c:v>k7373</c:v>
                </c:pt>
                <c:pt idx="128674">
                  <c:v>k7374</c:v>
                </c:pt>
                <c:pt idx="128625">
                  <c:v>k7375</c:v>
                </c:pt>
                <c:pt idx="128576">
                  <c:v>k7376</c:v>
                </c:pt>
                <c:pt idx="128527">
                  <c:v>k7377</c:v>
                </c:pt>
                <c:pt idx="128478">
                  <c:v>k7378</c:v>
                </c:pt>
                <c:pt idx="128429">
                  <c:v>k7379</c:v>
                </c:pt>
                <c:pt idx="128380">
                  <c:v>k7380</c:v>
                </c:pt>
                <c:pt idx="128331">
                  <c:v>k7381</c:v>
                </c:pt>
                <c:pt idx="128282">
                  <c:v>k7382</c:v>
                </c:pt>
                <c:pt idx="128233">
                  <c:v>k7383</c:v>
                </c:pt>
                <c:pt idx="128184">
                  <c:v>k7384</c:v>
                </c:pt>
                <c:pt idx="128135">
                  <c:v>k7385</c:v>
                </c:pt>
                <c:pt idx="128086">
                  <c:v>k7386</c:v>
                </c:pt>
                <c:pt idx="128037">
                  <c:v>k7387</c:v>
                </c:pt>
                <c:pt idx="127988">
                  <c:v>k7388</c:v>
                </c:pt>
                <c:pt idx="127939">
                  <c:v>k7389</c:v>
                </c:pt>
                <c:pt idx="127890">
                  <c:v>k7390</c:v>
                </c:pt>
                <c:pt idx="127841">
                  <c:v>k7391</c:v>
                </c:pt>
                <c:pt idx="127792">
                  <c:v>k7392</c:v>
                </c:pt>
                <c:pt idx="127743">
                  <c:v>k7393</c:v>
                </c:pt>
                <c:pt idx="127694">
                  <c:v>k7394</c:v>
                </c:pt>
                <c:pt idx="127645">
                  <c:v>k7395</c:v>
                </c:pt>
                <c:pt idx="127596">
                  <c:v>k7396</c:v>
                </c:pt>
                <c:pt idx="127547">
                  <c:v>k7397</c:v>
                </c:pt>
                <c:pt idx="127498">
                  <c:v>k7398</c:v>
                </c:pt>
                <c:pt idx="127449">
                  <c:v>k7399</c:v>
                </c:pt>
                <c:pt idx="127400">
                  <c:v>k7400</c:v>
                </c:pt>
                <c:pt idx="127351">
                  <c:v>k7401</c:v>
                </c:pt>
                <c:pt idx="127302">
                  <c:v>k7402</c:v>
                </c:pt>
                <c:pt idx="127253">
                  <c:v>k7403</c:v>
                </c:pt>
                <c:pt idx="127204">
                  <c:v>k7404</c:v>
                </c:pt>
                <c:pt idx="127155">
                  <c:v>k7405</c:v>
                </c:pt>
                <c:pt idx="127106">
                  <c:v>k7406</c:v>
                </c:pt>
                <c:pt idx="127057">
                  <c:v>k7407</c:v>
                </c:pt>
                <c:pt idx="127008">
                  <c:v>k7408</c:v>
                </c:pt>
                <c:pt idx="126959">
                  <c:v>k7409</c:v>
                </c:pt>
                <c:pt idx="126910">
                  <c:v>k7410</c:v>
                </c:pt>
                <c:pt idx="126861">
                  <c:v>k7411</c:v>
                </c:pt>
                <c:pt idx="126812">
                  <c:v>k7412</c:v>
                </c:pt>
                <c:pt idx="126763">
                  <c:v>k7413</c:v>
                </c:pt>
                <c:pt idx="126714">
                  <c:v>k7414</c:v>
                </c:pt>
                <c:pt idx="126665">
                  <c:v>k7415</c:v>
                </c:pt>
                <c:pt idx="126616">
                  <c:v>k7416</c:v>
                </c:pt>
                <c:pt idx="126567">
                  <c:v>k7417</c:v>
                </c:pt>
                <c:pt idx="126518">
                  <c:v>k7418</c:v>
                </c:pt>
                <c:pt idx="126469">
                  <c:v>k7419</c:v>
                </c:pt>
                <c:pt idx="126420">
                  <c:v>k7420</c:v>
                </c:pt>
                <c:pt idx="126371">
                  <c:v>k7421</c:v>
                </c:pt>
                <c:pt idx="126322">
                  <c:v>k7422</c:v>
                </c:pt>
                <c:pt idx="126273">
                  <c:v>k7423</c:v>
                </c:pt>
                <c:pt idx="126224">
                  <c:v>k7424</c:v>
                </c:pt>
                <c:pt idx="126175">
                  <c:v>k7425</c:v>
                </c:pt>
                <c:pt idx="126126">
                  <c:v>k7426</c:v>
                </c:pt>
                <c:pt idx="126077">
                  <c:v>k7427</c:v>
                </c:pt>
                <c:pt idx="126028">
                  <c:v>k7428</c:v>
                </c:pt>
                <c:pt idx="125979">
                  <c:v>k7429</c:v>
                </c:pt>
                <c:pt idx="125930">
                  <c:v>k7430</c:v>
                </c:pt>
                <c:pt idx="125881">
                  <c:v>k7431</c:v>
                </c:pt>
                <c:pt idx="125832">
                  <c:v>k7432</c:v>
                </c:pt>
                <c:pt idx="125783">
                  <c:v>k7433</c:v>
                </c:pt>
                <c:pt idx="125734">
                  <c:v>k7434</c:v>
                </c:pt>
                <c:pt idx="125685">
                  <c:v>k7435</c:v>
                </c:pt>
                <c:pt idx="125636">
                  <c:v>k7436</c:v>
                </c:pt>
                <c:pt idx="125587">
                  <c:v>k7437</c:v>
                </c:pt>
                <c:pt idx="125538">
                  <c:v>k7438</c:v>
                </c:pt>
                <c:pt idx="125489">
                  <c:v>k7439</c:v>
                </c:pt>
                <c:pt idx="125440">
                  <c:v>k7440</c:v>
                </c:pt>
                <c:pt idx="125391">
                  <c:v>k7441</c:v>
                </c:pt>
                <c:pt idx="125342">
                  <c:v>k7442</c:v>
                </c:pt>
                <c:pt idx="125293">
                  <c:v>k7443</c:v>
                </c:pt>
                <c:pt idx="125244">
                  <c:v>k7444</c:v>
                </c:pt>
                <c:pt idx="125195">
                  <c:v>k7445</c:v>
                </c:pt>
                <c:pt idx="125146">
                  <c:v>k7446</c:v>
                </c:pt>
                <c:pt idx="125097">
                  <c:v>k7447</c:v>
                </c:pt>
                <c:pt idx="125048">
                  <c:v>k7448</c:v>
                </c:pt>
                <c:pt idx="124999">
                  <c:v>k7449</c:v>
                </c:pt>
                <c:pt idx="124950">
                  <c:v>k7450</c:v>
                </c:pt>
                <c:pt idx="124901">
                  <c:v>k7451</c:v>
                </c:pt>
                <c:pt idx="124852">
                  <c:v>k7452</c:v>
                </c:pt>
                <c:pt idx="124803">
                  <c:v>k7453</c:v>
                </c:pt>
                <c:pt idx="124754">
                  <c:v>k7454</c:v>
                </c:pt>
                <c:pt idx="124705">
                  <c:v>k7455</c:v>
                </c:pt>
                <c:pt idx="124656">
                  <c:v>k7456</c:v>
                </c:pt>
                <c:pt idx="124607">
                  <c:v>k7457</c:v>
                </c:pt>
                <c:pt idx="124558">
                  <c:v>k7458</c:v>
                </c:pt>
                <c:pt idx="124509">
                  <c:v>k7459</c:v>
                </c:pt>
                <c:pt idx="124460">
                  <c:v>k7460</c:v>
                </c:pt>
                <c:pt idx="124411">
                  <c:v>k7461</c:v>
                </c:pt>
                <c:pt idx="124362">
                  <c:v>k7462</c:v>
                </c:pt>
                <c:pt idx="124313">
                  <c:v>k7463</c:v>
                </c:pt>
                <c:pt idx="124264">
                  <c:v>k7464</c:v>
                </c:pt>
                <c:pt idx="124215">
                  <c:v>k7465</c:v>
                </c:pt>
                <c:pt idx="124166">
                  <c:v>k7466</c:v>
                </c:pt>
                <c:pt idx="124117">
                  <c:v>k7467</c:v>
                </c:pt>
                <c:pt idx="124068">
                  <c:v>k7468</c:v>
                </c:pt>
                <c:pt idx="124019">
                  <c:v>k7469</c:v>
                </c:pt>
                <c:pt idx="123970">
                  <c:v>k7470</c:v>
                </c:pt>
                <c:pt idx="123921">
                  <c:v>k7471</c:v>
                </c:pt>
                <c:pt idx="123872">
                  <c:v>k7472</c:v>
                </c:pt>
                <c:pt idx="123823">
                  <c:v>k7473</c:v>
                </c:pt>
                <c:pt idx="123774">
                  <c:v>k7474</c:v>
                </c:pt>
                <c:pt idx="123725">
                  <c:v>k7475</c:v>
                </c:pt>
                <c:pt idx="123676">
                  <c:v>k7476</c:v>
                </c:pt>
                <c:pt idx="123627">
                  <c:v>k7477</c:v>
                </c:pt>
                <c:pt idx="123578">
                  <c:v>k7478</c:v>
                </c:pt>
                <c:pt idx="123529">
                  <c:v>k7479</c:v>
                </c:pt>
                <c:pt idx="123480">
                  <c:v>k7480</c:v>
                </c:pt>
                <c:pt idx="123431">
                  <c:v>k7481</c:v>
                </c:pt>
                <c:pt idx="123382">
                  <c:v>k7482</c:v>
                </c:pt>
                <c:pt idx="123333">
                  <c:v>k7483</c:v>
                </c:pt>
                <c:pt idx="123284">
                  <c:v>k7484</c:v>
                </c:pt>
                <c:pt idx="123235">
                  <c:v>k7485</c:v>
                </c:pt>
                <c:pt idx="123186">
                  <c:v>k7486</c:v>
                </c:pt>
                <c:pt idx="123137">
                  <c:v>k7487</c:v>
                </c:pt>
                <c:pt idx="123088">
                  <c:v>k7488</c:v>
                </c:pt>
                <c:pt idx="123039">
                  <c:v>k7489</c:v>
                </c:pt>
                <c:pt idx="122990">
                  <c:v>k7490</c:v>
                </c:pt>
                <c:pt idx="122941">
                  <c:v>k7491</c:v>
                </c:pt>
                <c:pt idx="122892">
                  <c:v>k7492</c:v>
                </c:pt>
                <c:pt idx="122843">
                  <c:v>k7493</c:v>
                </c:pt>
                <c:pt idx="122794">
                  <c:v>k7494</c:v>
                </c:pt>
                <c:pt idx="122745">
                  <c:v>k7495</c:v>
                </c:pt>
                <c:pt idx="122696">
                  <c:v>k7496</c:v>
                </c:pt>
                <c:pt idx="122647">
                  <c:v>k7497</c:v>
                </c:pt>
                <c:pt idx="122598">
                  <c:v>k7498</c:v>
                </c:pt>
                <c:pt idx="122549">
                  <c:v>k7499</c:v>
                </c:pt>
                <c:pt idx="122500">
                  <c:v>k7500</c:v>
                </c:pt>
                <c:pt idx="122451">
                  <c:v>k7501</c:v>
                </c:pt>
                <c:pt idx="122402">
                  <c:v>k7502</c:v>
                </c:pt>
                <c:pt idx="122353">
                  <c:v>k7503</c:v>
                </c:pt>
                <c:pt idx="122304">
                  <c:v>k7504</c:v>
                </c:pt>
                <c:pt idx="122255">
                  <c:v>k7505</c:v>
                </c:pt>
                <c:pt idx="122206">
                  <c:v>k7506</c:v>
                </c:pt>
                <c:pt idx="122157">
                  <c:v>k7507</c:v>
                </c:pt>
                <c:pt idx="122108">
                  <c:v>k7508</c:v>
                </c:pt>
                <c:pt idx="122059">
                  <c:v>k7509</c:v>
                </c:pt>
                <c:pt idx="122010">
                  <c:v>k7510</c:v>
                </c:pt>
                <c:pt idx="121961">
                  <c:v>k7511</c:v>
                </c:pt>
                <c:pt idx="121912">
                  <c:v>k7512</c:v>
                </c:pt>
                <c:pt idx="121863">
                  <c:v>k7513</c:v>
                </c:pt>
                <c:pt idx="121814">
                  <c:v>k7514</c:v>
                </c:pt>
                <c:pt idx="121765">
                  <c:v>k7515</c:v>
                </c:pt>
                <c:pt idx="121716">
                  <c:v>k7516</c:v>
                </c:pt>
                <c:pt idx="121667">
                  <c:v>k7517</c:v>
                </c:pt>
                <c:pt idx="121618">
                  <c:v>k7518</c:v>
                </c:pt>
                <c:pt idx="121569">
                  <c:v>k7519</c:v>
                </c:pt>
                <c:pt idx="121520">
                  <c:v>k7520</c:v>
                </c:pt>
                <c:pt idx="121471">
                  <c:v>k7521</c:v>
                </c:pt>
                <c:pt idx="121422">
                  <c:v>k7522</c:v>
                </c:pt>
                <c:pt idx="121373">
                  <c:v>k7523</c:v>
                </c:pt>
                <c:pt idx="121324">
                  <c:v>k7524</c:v>
                </c:pt>
                <c:pt idx="121275">
                  <c:v>k7525</c:v>
                </c:pt>
                <c:pt idx="121226">
                  <c:v>k7526</c:v>
                </c:pt>
                <c:pt idx="121177">
                  <c:v>k7527</c:v>
                </c:pt>
                <c:pt idx="121128">
                  <c:v>k7528</c:v>
                </c:pt>
                <c:pt idx="121079">
                  <c:v>k7529</c:v>
                </c:pt>
                <c:pt idx="121030">
                  <c:v>k7530</c:v>
                </c:pt>
                <c:pt idx="120981">
                  <c:v>k7531</c:v>
                </c:pt>
                <c:pt idx="120932">
                  <c:v>k7532</c:v>
                </c:pt>
                <c:pt idx="120883">
                  <c:v>k7533</c:v>
                </c:pt>
                <c:pt idx="120834">
                  <c:v>k7534</c:v>
                </c:pt>
                <c:pt idx="120785">
                  <c:v>k7535</c:v>
                </c:pt>
                <c:pt idx="120736">
                  <c:v>k7536</c:v>
                </c:pt>
                <c:pt idx="120687">
                  <c:v>k7537</c:v>
                </c:pt>
                <c:pt idx="120638">
                  <c:v>k7538</c:v>
                </c:pt>
                <c:pt idx="120589">
                  <c:v>k7539</c:v>
                </c:pt>
                <c:pt idx="120540">
                  <c:v>k7540</c:v>
                </c:pt>
                <c:pt idx="120491">
                  <c:v>k7541</c:v>
                </c:pt>
                <c:pt idx="120442">
                  <c:v>k7542</c:v>
                </c:pt>
                <c:pt idx="120393">
                  <c:v>k7543</c:v>
                </c:pt>
                <c:pt idx="120344">
                  <c:v>k7544</c:v>
                </c:pt>
                <c:pt idx="120295">
                  <c:v>k7545</c:v>
                </c:pt>
                <c:pt idx="120246">
                  <c:v>k7546</c:v>
                </c:pt>
                <c:pt idx="120197">
                  <c:v>k7547</c:v>
                </c:pt>
                <c:pt idx="120148">
                  <c:v>k7548</c:v>
                </c:pt>
                <c:pt idx="120099">
                  <c:v>k7549</c:v>
                </c:pt>
                <c:pt idx="120050">
                  <c:v>k7550</c:v>
                </c:pt>
                <c:pt idx="120001">
                  <c:v>k7551</c:v>
                </c:pt>
                <c:pt idx="119952">
                  <c:v>k7552</c:v>
                </c:pt>
                <c:pt idx="119903">
                  <c:v>k7553</c:v>
                </c:pt>
                <c:pt idx="119854">
                  <c:v>k7554</c:v>
                </c:pt>
                <c:pt idx="119805">
                  <c:v>k7555</c:v>
                </c:pt>
                <c:pt idx="119756">
                  <c:v>k7556</c:v>
                </c:pt>
                <c:pt idx="119707">
                  <c:v>k7557</c:v>
                </c:pt>
                <c:pt idx="119658">
                  <c:v>k7558</c:v>
                </c:pt>
                <c:pt idx="119609">
                  <c:v>k7559</c:v>
                </c:pt>
                <c:pt idx="119560">
                  <c:v>k7560</c:v>
                </c:pt>
                <c:pt idx="119511">
                  <c:v>k7561</c:v>
                </c:pt>
                <c:pt idx="119462">
                  <c:v>k7562</c:v>
                </c:pt>
                <c:pt idx="119413">
                  <c:v>k7563</c:v>
                </c:pt>
                <c:pt idx="119364">
                  <c:v>k7564</c:v>
                </c:pt>
                <c:pt idx="119315">
                  <c:v>k7565</c:v>
                </c:pt>
                <c:pt idx="119266">
                  <c:v>k7566</c:v>
                </c:pt>
                <c:pt idx="119217">
                  <c:v>k7567</c:v>
                </c:pt>
                <c:pt idx="119168">
                  <c:v>k7568</c:v>
                </c:pt>
                <c:pt idx="119119">
                  <c:v>k7569</c:v>
                </c:pt>
                <c:pt idx="119070">
                  <c:v>k7570</c:v>
                </c:pt>
                <c:pt idx="119021">
                  <c:v>k7571</c:v>
                </c:pt>
                <c:pt idx="118972">
                  <c:v>k7572</c:v>
                </c:pt>
                <c:pt idx="118923">
                  <c:v>k7573</c:v>
                </c:pt>
                <c:pt idx="118874">
                  <c:v>k7574</c:v>
                </c:pt>
                <c:pt idx="118825">
                  <c:v>k7575</c:v>
                </c:pt>
                <c:pt idx="118776">
                  <c:v>k7576</c:v>
                </c:pt>
                <c:pt idx="118727">
                  <c:v>k7577</c:v>
                </c:pt>
                <c:pt idx="118678">
                  <c:v>k7578</c:v>
                </c:pt>
                <c:pt idx="118629">
                  <c:v>k7579</c:v>
                </c:pt>
                <c:pt idx="118580">
                  <c:v>k7580</c:v>
                </c:pt>
                <c:pt idx="118531">
                  <c:v>k7581</c:v>
                </c:pt>
                <c:pt idx="118482">
                  <c:v>k7582</c:v>
                </c:pt>
                <c:pt idx="118433">
                  <c:v>k7583</c:v>
                </c:pt>
                <c:pt idx="118384">
                  <c:v>k7584</c:v>
                </c:pt>
                <c:pt idx="118335">
                  <c:v>k7585</c:v>
                </c:pt>
                <c:pt idx="118286">
                  <c:v>k7586</c:v>
                </c:pt>
                <c:pt idx="118237">
                  <c:v>k7587</c:v>
                </c:pt>
                <c:pt idx="118188">
                  <c:v>k7588</c:v>
                </c:pt>
                <c:pt idx="118139">
                  <c:v>k7589</c:v>
                </c:pt>
                <c:pt idx="118090">
                  <c:v>k7590</c:v>
                </c:pt>
                <c:pt idx="118041">
                  <c:v>k7591</c:v>
                </c:pt>
                <c:pt idx="117992">
                  <c:v>k7592</c:v>
                </c:pt>
                <c:pt idx="117943">
                  <c:v>k7593</c:v>
                </c:pt>
                <c:pt idx="117894">
                  <c:v>k7594</c:v>
                </c:pt>
                <c:pt idx="117845">
                  <c:v>k7595</c:v>
                </c:pt>
                <c:pt idx="117796">
                  <c:v>k7596</c:v>
                </c:pt>
                <c:pt idx="117747">
                  <c:v>k7597</c:v>
                </c:pt>
                <c:pt idx="117698">
                  <c:v>k7598</c:v>
                </c:pt>
                <c:pt idx="117649">
                  <c:v>k7599</c:v>
                </c:pt>
                <c:pt idx="117600">
                  <c:v>k7600</c:v>
                </c:pt>
                <c:pt idx="117551">
                  <c:v>k7601</c:v>
                </c:pt>
                <c:pt idx="117502">
                  <c:v>k7602</c:v>
                </c:pt>
                <c:pt idx="117453">
                  <c:v>k7603</c:v>
                </c:pt>
                <c:pt idx="117404">
                  <c:v>k7604</c:v>
                </c:pt>
                <c:pt idx="117355">
                  <c:v>k7605</c:v>
                </c:pt>
                <c:pt idx="117306">
                  <c:v>k7606</c:v>
                </c:pt>
                <c:pt idx="117257">
                  <c:v>k7607</c:v>
                </c:pt>
                <c:pt idx="117208">
                  <c:v>k7608</c:v>
                </c:pt>
                <c:pt idx="117159">
                  <c:v>k7609</c:v>
                </c:pt>
                <c:pt idx="117110">
                  <c:v>k7610</c:v>
                </c:pt>
                <c:pt idx="117061">
                  <c:v>k7611</c:v>
                </c:pt>
                <c:pt idx="117012">
                  <c:v>k7612</c:v>
                </c:pt>
                <c:pt idx="116963">
                  <c:v>k7613</c:v>
                </c:pt>
                <c:pt idx="116914">
                  <c:v>k7614</c:v>
                </c:pt>
                <c:pt idx="116865">
                  <c:v>k7615</c:v>
                </c:pt>
                <c:pt idx="116816">
                  <c:v>k7616</c:v>
                </c:pt>
                <c:pt idx="116767">
                  <c:v>k7617</c:v>
                </c:pt>
                <c:pt idx="116718">
                  <c:v>k7618</c:v>
                </c:pt>
                <c:pt idx="116669">
                  <c:v>k7619</c:v>
                </c:pt>
                <c:pt idx="116620">
                  <c:v>k7620</c:v>
                </c:pt>
                <c:pt idx="116571">
                  <c:v>k7621</c:v>
                </c:pt>
                <c:pt idx="116522">
                  <c:v>k7622</c:v>
                </c:pt>
                <c:pt idx="116473">
                  <c:v>k7623</c:v>
                </c:pt>
                <c:pt idx="116424">
                  <c:v>k7624</c:v>
                </c:pt>
                <c:pt idx="116375">
                  <c:v>k7625</c:v>
                </c:pt>
                <c:pt idx="116326">
                  <c:v>k7626</c:v>
                </c:pt>
                <c:pt idx="116277">
                  <c:v>k7627</c:v>
                </c:pt>
                <c:pt idx="116228">
                  <c:v>k7628</c:v>
                </c:pt>
                <c:pt idx="116179">
                  <c:v>k7629</c:v>
                </c:pt>
                <c:pt idx="116130">
                  <c:v>k7630</c:v>
                </c:pt>
                <c:pt idx="116081">
                  <c:v>k7631</c:v>
                </c:pt>
                <c:pt idx="116032">
                  <c:v>k7632</c:v>
                </c:pt>
                <c:pt idx="115983">
                  <c:v>k7633</c:v>
                </c:pt>
                <c:pt idx="115934">
                  <c:v>k7634</c:v>
                </c:pt>
                <c:pt idx="115885">
                  <c:v>k7635</c:v>
                </c:pt>
                <c:pt idx="115836">
                  <c:v>k7636</c:v>
                </c:pt>
                <c:pt idx="115787">
                  <c:v>k7637</c:v>
                </c:pt>
                <c:pt idx="115738">
                  <c:v>k7638</c:v>
                </c:pt>
                <c:pt idx="115689">
                  <c:v>k7639</c:v>
                </c:pt>
                <c:pt idx="115640">
                  <c:v>k7640</c:v>
                </c:pt>
                <c:pt idx="115591">
                  <c:v>k7641</c:v>
                </c:pt>
                <c:pt idx="115542">
                  <c:v>k7642</c:v>
                </c:pt>
                <c:pt idx="115493">
                  <c:v>k7643</c:v>
                </c:pt>
                <c:pt idx="115444">
                  <c:v>k7644</c:v>
                </c:pt>
                <c:pt idx="115395">
                  <c:v>k7645</c:v>
                </c:pt>
                <c:pt idx="115346">
                  <c:v>k7646</c:v>
                </c:pt>
                <c:pt idx="115297">
                  <c:v>k7647</c:v>
                </c:pt>
                <c:pt idx="115248">
                  <c:v>k7648</c:v>
                </c:pt>
                <c:pt idx="115199">
                  <c:v>k7649</c:v>
                </c:pt>
                <c:pt idx="115150">
                  <c:v>k7650</c:v>
                </c:pt>
                <c:pt idx="115101">
                  <c:v>k7651</c:v>
                </c:pt>
                <c:pt idx="115052">
                  <c:v>k7652</c:v>
                </c:pt>
                <c:pt idx="115003">
                  <c:v>k7653</c:v>
                </c:pt>
                <c:pt idx="114954">
                  <c:v>k7654</c:v>
                </c:pt>
                <c:pt idx="114905">
                  <c:v>k7655</c:v>
                </c:pt>
                <c:pt idx="114856">
                  <c:v>k7656</c:v>
                </c:pt>
                <c:pt idx="114807">
                  <c:v>k7657</c:v>
                </c:pt>
                <c:pt idx="114758">
                  <c:v>k7658</c:v>
                </c:pt>
                <c:pt idx="114709">
                  <c:v>k7659</c:v>
                </c:pt>
                <c:pt idx="114660">
                  <c:v>k7660</c:v>
                </c:pt>
                <c:pt idx="114611">
                  <c:v>k7661</c:v>
                </c:pt>
                <c:pt idx="114562">
                  <c:v>k7662</c:v>
                </c:pt>
                <c:pt idx="114513">
                  <c:v>k7663</c:v>
                </c:pt>
                <c:pt idx="114464">
                  <c:v>k7664</c:v>
                </c:pt>
                <c:pt idx="114415">
                  <c:v>k7665</c:v>
                </c:pt>
                <c:pt idx="114366">
                  <c:v>k7666</c:v>
                </c:pt>
                <c:pt idx="114317">
                  <c:v>k7667</c:v>
                </c:pt>
                <c:pt idx="114268">
                  <c:v>k7668</c:v>
                </c:pt>
                <c:pt idx="114219">
                  <c:v>k7669</c:v>
                </c:pt>
                <c:pt idx="114170">
                  <c:v>k7670</c:v>
                </c:pt>
                <c:pt idx="114121">
                  <c:v>k7671</c:v>
                </c:pt>
                <c:pt idx="114072">
                  <c:v>k7672</c:v>
                </c:pt>
                <c:pt idx="114023">
                  <c:v>k7673</c:v>
                </c:pt>
                <c:pt idx="113974">
                  <c:v>k7674</c:v>
                </c:pt>
                <c:pt idx="113925">
                  <c:v>k7675</c:v>
                </c:pt>
                <c:pt idx="113876">
                  <c:v>k7676</c:v>
                </c:pt>
                <c:pt idx="113827">
                  <c:v>k7677</c:v>
                </c:pt>
                <c:pt idx="113778">
                  <c:v>k7678</c:v>
                </c:pt>
                <c:pt idx="113729">
                  <c:v>k7679</c:v>
                </c:pt>
                <c:pt idx="113680">
                  <c:v>k7680</c:v>
                </c:pt>
                <c:pt idx="113631">
                  <c:v>k7681</c:v>
                </c:pt>
                <c:pt idx="113582">
                  <c:v>k7682</c:v>
                </c:pt>
                <c:pt idx="113533">
                  <c:v>k7683</c:v>
                </c:pt>
                <c:pt idx="113484">
                  <c:v>k7684</c:v>
                </c:pt>
                <c:pt idx="113435">
                  <c:v>k7685</c:v>
                </c:pt>
                <c:pt idx="113386">
                  <c:v>k7686</c:v>
                </c:pt>
                <c:pt idx="113337">
                  <c:v>k7687</c:v>
                </c:pt>
                <c:pt idx="113288">
                  <c:v>k7688</c:v>
                </c:pt>
                <c:pt idx="113239">
                  <c:v>k7689</c:v>
                </c:pt>
                <c:pt idx="113190">
                  <c:v>k7690</c:v>
                </c:pt>
                <c:pt idx="113141">
                  <c:v>k7691</c:v>
                </c:pt>
                <c:pt idx="113092">
                  <c:v>k7692</c:v>
                </c:pt>
                <c:pt idx="113043">
                  <c:v>k7693</c:v>
                </c:pt>
                <c:pt idx="112994">
                  <c:v>k7694</c:v>
                </c:pt>
                <c:pt idx="112945">
                  <c:v>k7695</c:v>
                </c:pt>
                <c:pt idx="112896">
                  <c:v>k7696</c:v>
                </c:pt>
                <c:pt idx="112847">
                  <c:v>k7697</c:v>
                </c:pt>
                <c:pt idx="112798">
                  <c:v>k7698</c:v>
                </c:pt>
                <c:pt idx="112749">
                  <c:v>k7699</c:v>
                </c:pt>
                <c:pt idx="112700">
                  <c:v>k7700</c:v>
                </c:pt>
                <c:pt idx="112651">
                  <c:v>k7701</c:v>
                </c:pt>
                <c:pt idx="112602">
                  <c:v>k7702</c:v>
                </c:pt>
                <c:pt idx="112553">
                  <c:v>k7703</c:v>
                </c:pt>
                <c:pt idx="112504">
                  <c:v>k7704</c:v>
                </c:pt>
                <c:pt idx="112455">
                  <c:v>k7705</c:v>
                </c:pt>
                <c:pt idx="112406">
                  <c:v>k7706</c:v>
                </c:pt>
                <c:pt idx="112357">
                  <c:v>k7707</c:v>
                </c:pt>
                <c:pt idx="112308">
                  <c:v>k7708</c:v>
                </c:pt>
                <c:pt idx="112259">
                  <c:v>k7709</c:v>
                </c:pt>
                <c:pt idx="112210">
                  <c:v>k7710</c:v>
                </c:pt>
                <c:pt idx="112161">
                  <c:v>k7711</c:v>
                </c:pt>
                <c:pt idx="112112">
                  <c:v>k7712</c:v>
                </c:pt>
                <c:pt idx="112063">
                  <c:v>k7713</c:v>
                </c:pt>
                <c:pt idx="112014">
                  <c:v>k7714</c:v>
                </c:pt>
                <c:pt idx="111965">
                  <c:v>k7715</c:v>
                </c:pt>
                <c:pt idx="111916">
                  <c:v>k7716</c:v>
                </c:pt>
                <c:pt idx="111867">
                  <c:v>k7717</c:v>
                </c:pt>
                <c:pt idx="111818">
                  <c:v>k7718</c:v>
                </c:pt>
                <c:pt idx="111769">
                  <c:v>k7719</c:v>
                </c:pt>
                <c:pt idx="111720">
                  <c:v>k7720</c:v>
                </c:pt>
                <c:pt idx="111671">
                  <c:v>k7721</c:v>
                </c:pt>
                <c:pt idx="111622">
                  <c:v>k7722</c:v>
                </c:pt>
                <c:pt idx="111573">
                  <c:v>k7723</c:v>
                </c:pt>
                <c:pt idx="111524">
                  <c:v>k7724</c:v>
                </c:pt>
                <c:pt idx="111475">
                  <c:v>k7725</c:v>
                </c:pt>
                <c:pt idx="111426">
                  <c:v>k7726</c:v>
                </c:pt>
                <c:pt idx="111377">
                  <c:v>k7727</c:v>
                </c:pt>
                <c:pt idx="111328">
                  <c:v>k7728</c:v>
                </c:pt>
                <c:pt idx="111279">
                  <c:v>k7729</c:v>
                </c:pt>
                <c:pt idx="111230">
                  <c:v>k7730</c:v>
                </c:pt>
                <c:pt idx="111181">
                  <c:v>k7731</c:v>
                </c:pt>
                <c:pt idx="111132">
                  <c:v>k7732</c:v>
                </c:pt>
                <c:pt idx="111083">
                  <c:v>k7733</c:v>
                </c:pt>
                <c:pt idx="111034">
                  <c:v>k7734</c:v>
                </c:pt>
                <c:pt idx="110985">
                  <c:v>k7735</c:v>
                </c:pt>
                <c:pt idx="110936">
                  <c:v>k7736</c:v>
                </c:pt>
                <c:pt idx="110887">
                  <c:v>k7737</c:v>
                </c:pt>
                <c:pt idx="110838">
                  <c:v>k7738</c:v>
                </c:pt>
                <c:pt idx="110789">
                  <c:v>k7739</c:v>
                </c:pt>
                <c:pt idx="110740">
                  <c:v>k7740</c:v>
                </c:pt>
                <c:pt idx="110691">
                  <c:v>k7741</c:v>
                </c:pt>
                <c:pt idx="110642">
                  <c:v>k7742</c:v>
                </c:pt>
                <c:pt idx="110593">
                  <c:v>k7743</c:v>
                </c:pt>
                <c:pt idx="110544">
                  <c:v>k7744</c:v>
                </c:pt>
                <c:pt idx="110495">
                  <c:v>k7745</c:v>
                </c:pt>
                <c:pt idx="110446">
                  <c:v>k7746</c:v>
                </c:pt>
                <c:pt idx="110397">
                  <c:v>k7747</c:v>
                </c:pt>
                <c:pt idx="110348">
                  <c:v>k7748</c:v>
                </c:pt>
                <c:pt idx="110299">
                  <c:v>k7749</c:v>
                </c:pt>
                <c:pt idx="110250">
                  <c:v>k7750</c:v>
                </c:pt>
                <c:pt idx="110201">
                  <c:v>k7751</c:v>
                </c:pt>
                <c:pt idx="110152">
                  <c:v>k7752</c:v>
                </c:pt>
                <c:pt idx="110103">
                  <c:v>k7753</c:v>
                </c:pt>
                <c:pt idx="110054">
                  <c:v>k7754</c:v>
                </c:pt>
                <c:pt idx="110005">
                  <c:v>k7755</c:v>
                </c:pt>
                <c:pt idx="109956">
                  <c:v>k7756</c:v>
                </c:pt>
                <c:pt idx="109907">
                  <c:v>k7757</c:v>
                </c:pt>
                <c:pt idx="109858">
                  <c:v>k7758</c:v>
                </c:pt>
                <c:pt idx="109809">
                  <c:v>k7759</c:v>
                </c:pt>
                <c:pt idx="109760">
                  <c:v>k7760</c:v>
                </c:pt>
                <c:pt idx="109711">
                  <c:v>k7761</c:v>
                </c:pt>
                <c:pt idx="109662">
                  <c:v>k7762</c:v>
                </c:pt>
                <c:pt idx="109613">
                  <c:v>k7763</c:v>
                </c:pt>
                <c:pt idx="109564">
                  <c:v>k7764</c:v>
                </c:pt>
                <c:pt idx="109515">
                  <c:v>k7765</c:v>
                </c:pt>
                <c:pt idx="109466">
                  <c:v>k7766</c:v>
                </c:pt>
                <c:pt idx="109417">
                  <c:v>k7767</c:v>
                </c:pt>
                <c:pt idx="109368">
                  <c:v>k7768</c:v>
                </c:pt>
                <c:pt idx="109319">
                  <c:v>k7769</c:v>
                </c:pt>
                <c:pt idx="109270">
                  <c:v>k7770</c:v>
                </c:pt>
                <c:pt idx="109221">
                  <c:v>k7771</c:v>
                </c:pt>
                <c:pt idx="109172">
                  <c:v>k7772</c:v>
                </c:pt>
                <c:pt idx="109123">
                  <c:v>k7773</c:v>
                </c:pt>
                <c:pt idx="109074">
                  <c:v>k7774</c:v>
                </c:pt>
                <c:pt idx="109025">
                  <c:v>k7775</c:v>
                </c:pt>
                <c:pt idx="108976">
                  <c:v>k7776</c:v>
                </c:pt>
                <c:pt idx="108927">
                  <c:v>k7777</c:v>
                </c:pt>
                <c:pt idx="108878">
                  <c:v>k7778</c:v>
                </c:pt>
                <c:pt idx="108829">
                  <c:v>k7779</c:v>
                </c:pt>
                <c:pt idx="108780">
                  <c:v>k7780</c:v>
                </c:pt>
                <c:pt idx="108731">
                  <c:v>k7781</c:v>
                </c:pt>
                <c:pt idx="108682">
                  <c:v>k7782</c:v>
                </c:pt>
                <c:pt idx="108633">
                  <c:v>k7783</c:v>
                </c:pt>
                <c:pt idx="108584">
                  <c:v>k7784</c:v>
                </c:pt>
                <c:pt idx="108535">
                  <c:v>k7785</c:v>
                </c:pt>
                <c:pt idx="108486">
                  <c:v>k7786</c:v>
                </c:pt>
                <c:pt idx="108437">
                  <c:v>k7787</c:v>
                </c:pt>
                <c:pt idx="108388">
                  <c:v>k7788</c:v>
                </c:pt>
                <c:pt idx="108339">
                  <c:v>k7789</c:v>
                </c:pt>
                <c:pt idx="108290">
                  <c:v>k7790</c:v>
                </c:pt>
                <c:pt idx="108241">
                  <c:v>k7791</c:v>
                </c:pt>
                <c:pt idx="108192">
                  <c:v>k7792</c:v>
                </c:pt>
                <c:pt idx="108143">
                  <c:v>k7793</c:v>
                </c:pt>
                <c:pt idx="108094">
                  <c:v>k7794</c:v>
                </c:pt>
                <c:pt idx="108045">
                  <c:v>k7795</c:v>
                </c:pt>
                <c:pt idx="107996">
                  <c:v>k7796</c:v>
                </c:pt>
                <c:pt idx="107947">
                  <c:v>k7797</c:v>
                </c:pt>
                <c:pt idx="107898">
                  <c:v>k7798</c:v>
                </c:pt>
                <c:pt idx="107849">
                  <c:v>k7799</c:v>
                </c:pt>
                <c:pt idx="107800">
                  <c:v>k7800</c:v>
                </c:pt>
                <c:pt idx="107751">
                  <c:v>k7801</c:v>
                </c:pt>
                <c:pt idx="107702">
                  <c:v>k7802</c:v>
                </c:pt>
                <c:pt idx="107653">
                  <c:v>k7803</c:v>
                </c:pt>
                <c:pt idx="107604">
                  <c:v>k7804</c:v>
                </c:pt>
                <c:pt idx="107555">
                  <c:v>k7805</c:v>
                </c:pt>
                <c:pt idx="107506">
                  <c:v>k7806</c:v>
                </c:pt>
                <c:pt idx="107457">
                  <c:v>k7807</c:v>
                </c:pt>
                <c:pt idx="107408">
                  <c:v>k7808</c:v>
                </c:pt>
                <c:pt idx="107359">
                  <c:v>k7809</c:v>
                </c:pt>
                <c:pt idx="107310">
                  <c:v>k7810</c:v>
                </c:pt>
                <c:pt idx="107261">
                  <c:v>k7811</c:v>
                </c:pt>
                <c:pt idx="107212">
                  <c:v>k7812</c:v>
                </c:pt>
                <c:pt idx="107163">
                  <c:v>k7813</c:v>
                </c:pt>
                <c:pt idx="107114">
                  <c:v>k7814</c:v>
                </c:pt>
                <c:pt idx="107065">
                  <c:v>k7815</c:v>
                </c:pt>
                <c:pt idx="107016">
                  <c:v>k7816</c:v>
                </c:pt>
                <c:pt idx="106967">
                  <c:v>k7817</c:v>
                </c:pt>
                <c:pt idx="106918">
                  <c:v>k7818</c:v>
                </c:pt>
                <c:pt idx="106869">
                  <c:v>k7819</c:v>
                </c:pt>
                <c:pt idx="106820">
                  <c:v>k7820</c:v>
                </c:pt>
                <c:pt idx="106771">
                  <c:v>k7821</c:v>
                </c:pt>
                <c:pt idx="106722">
                  <c:v>k7822</c:v>
                </c:pt>
                <c:pt idx="106673">
                  <c:v>k7823</c:v>
                </c:pt>
                <c:pt idx="106624">
                  <c:v>k7824</c:v>
                </c:pt>
                <c:pt idx="106575">
                  <c:v>k7825</c:v>
                </c:pt>
                <c:pt idx="106526">
                  <c:v>k7826</c:v>
                </c:pt>
                <c:pt idx="106477">
                  <c:v>k7827</c:v>
                </c:pt>
                <c:pt idx="106428">
                  <c:v>k7828</c:v>
                </c:pt>
                <c:pt idx="106379">
                  <c:v>k7829</c:v>
                </c:pt>
                <c:pt idx="106330">
                  <c:v>k7830</c:v>
                </c:pt>
                <c:pt idx="106281">
                  <c:v>k7831</c:v>
                </c:pt>
                <c:pt idx="106232">
                  <c:v>k7832</c:v>
                </c:pt>
                <c:pt idx="106183">
                  <c:v>k7833</c:v>
                </c:pt>
                <c:pt idx="106134">
                  <c:v>k7834</c:v>
                </c:pt>
                <c:pt idx="106085">
                  <c:v>k7835</c:v>
                </c:pt>
                <c:pt idx="106036">
                  <c:v>k7836</c:v>
                </c:pt>
                <c:pt idx="105987">
                  <c:v>k7837</c:v>
                </c:pt>
                <c:pt idx="105938">
                  <c:v>k7838</c:v>
                </c:pt>
                <c:pt idx="105889">
                  <c:v>k7839</c:v>
                </c:pt>
                <c:pt idx="105840">
                  <c:v>k7840</c:v>
                </c:pt>
                <c:pt idx="105791">
                  <c:v>k7841</c:v>
                </c:pt>
                <c:pt idx="105742">
                  <c:v>k7842</c:v>
                </c:pt>
                <c:pt idx="105693">
                  <c:v>k7843</c:v>
                </c:pt>
                <c:pt idx="105644">
                  <c:v>k7844</c:v>
                </c:pt>
                <c:pt idx="105595">
                  <c:v>k7845</c:v>
                </c:pt>
                <c:pt idx="105546">
                  <c:v>k7846</c:v>
                </c:pt>
                <c:pt idx="105497">
                  <c:v>k7847</c:v>
                </c:pt>
                <c:pt idx="105448">
                  <c:v>k7848</c:v>
                </c:pt>
                <c:pt idx="105399">
                  <c:v>k7849</c:v>
                </c:pt>
                <c:pt idx="105350">
                  <c:v>k7850</c:v>
                </c:pt>
                <c:pt idx="105301">
                  <c:v>k7851</c:v>
                </c:pt>
                <c:pt idx="105252">
                  <c:v>k7852</c:v>
                </c:pt>
                <c:pt idx="105203">
                  <c:v>k7853</c:v>
                </c:pt>
                <c:pt idx="105154">
                  <c:v>k7854</c:v>
                </c:pt>
                <c:pt idx="105105">
                  <c:v>k7855</c:v>
                </c:pt>
                <c:pt idx="105056">
                  <c:v>k7856</c:v>
                </c:pt>
                <c:pt idx="105007">
                  <c:v>k7857</c:v>
                </c:pt>
                <c:pt idx="104958">
                  <c:v>k7858</c:v>
                </c:pt>
                <c:pt idx="104909">
                  <c:v>k7859</c:v>
                </c:pt>
                <c:pt idx="104860">
                  <c:v>k7860</c:v>
                </c:pt>
                <c:pt idx="104811">
                  <c:v>k7861</c:v>
                </c:pt>
                <c:pt idx="104762">
                  <c:v>k7862</c:v>
                </c:pt>
                <c:pt idx="104713">
                  <c:v>k7863</c:v>
                </c:pt>
                <c:pt idx="104664">
                  <c:v>k7864</c:v>
                </c:pt>
                <c:pt idx="104615">
                  <c:v>k7865</c:v>
                </c:pt>
                <c:pt idx="104566">
                  <c:v>k7866</c:v>
                </c:pt>
                <c:pt idx="104517">
                  <c:v>k7867</c:v>
                </c:pt>
                <c:pt idx="104468">
                  <c:v>k7868</c:v>
                </c:pt>
                <c:pt idx="104419">
                  <c:v>k7869</c:v>
                </c:pt>
                <c:pt idx="104370">
                  <c:v>k7870</c:v>
                </c:pt>
                <c:pt idx="104321">
                  <c:v>k7871</c:v>
                </c:pt>
                <c:pt idx="104272">
                  <c:v>k7872</c:v>
                </c:pt>
                <c:pt idx="104223">
                  <c:v>k7873</c:v>
                </c:pt>
                <c:pt idx="104174">
                  <c:v>k7874</c:v>
                </c:pt>
                <c:pt idx="104125">
                  <c:v>k7875</c:v>
                </c:pt>
                <c:pt idx="104076">
                  <c:v>k7876</c:v>
                </c:pt>
                <c:pt idx="104027">
                  <c:v>k7877</c:v>
                </c:pt>
                <c:pt idx="103978">
                  <c:v>k7878</c:v>
                </c:pt>
                <c:pt idx="103929">
                  <c:v>k7879</c:v>
                </c:pt>
                <c:pt idx="103880">
                  <c:v>k7880</c:v>
                </c:pt>
                <c:pt idx="103831">
                  <c:v>k7881</c:v>
                </c:pt>
                <c:pt idx="103782">
                  <c:v>k7882</c:v>
                </c:pt>
                <c:pt idx="103733">
                  <c:v>k7883</c:v>
                </c:pt>
                <c:pt idx="103684">
                  <c:v>k7884</c:v>
                </c:pt>
                <c:pt idx="103635">
                  <c:v>k7885</c:v>
                </c:pt>
                <c:pt idx="103586">
                  <c:v>k7886</c:v>
                </c:pt>
                <c:pt idx="103537">
                  <c:v>k7887</c:v>
                </c:pt>
                <c:pt idx="103488">
                  <c:v>k7888</c:v>
                </c:pt>
                <c:pt idx="103439">
                  <c:v>k7889</c:v>
                </c:pt>
                <c:pt idx="103390">
                  <c:v>k7890</c:v>
                </c:pt>
                <c:pt idx="103341">
                  <c:v>k7891</c:v>
                </c:pt>
                <c:pt idx="103292">
                  <c:v>k7892</c:v>
                </c:pt>
                <c:pt idx="103243">
                  <c:v>k7893</c:v>
                </c:pt>
                <c:pt idx="103194">
                  <c:v>k7894</c:v>
                </c:pt>
                <c:pt idx="103145">
                  <c:v>k7895</c:v>
                </c:pt>
                <c:pt idx="103096">
                  <c:v>k7896</c:v>
                </c:pt>
                <c:pt idx="103047">
                  <c:v>k7897</c:v>
                </c:pt>
                <c:pt idx="102998">
                  <c:v>k7898</c:v>
                </c:pt>
                <c:pt idx="102949">
                  <c:v>k7899</c:v>
                </c:pt>
                <c:pt idx="102900">
                  <c:v>k7900</c:v>
                </c:pt>
                <c:pt idx="102851">
                  <c:v>k7901</c:v>
                </c:pt>
                <c:pt idx="102802">
                  <c:v>k7902</c:v>
                </c:pt>
                <c:pt idx="102753">
                  <c:v>k7903</c:v>
                </c:pt>
                <c:pt idx="102704">
                  <c:v>k7904</c:v>
                </c:pt>
                <c:pt idx="102655">
                  <c:v>k7905</c:v>
                </c:pt>
                <c:pt idx="102606">
                  <c:v>k7906</c:v>
                </c:pt>
                <c:pt idx="102557">
                  <c:v>k7907</c:v>
                </c:pt>
                <c:pt idx="102508">
                  <c:v>k7908</c:v>
                </c:pt>
                <c:pt idx="102459">
                  <c:v>k7909</c:v>
                </c:pt>
                <c:pt idx="102410">
                  <c:v>k7910</c:v>
                </c:pt>
                <c:pt idx="102361">
                  <c:v>k7911</c:v>
                </c:pt>
                <c:pt idx="102312">
                  <c:v>k7912</c:v>
                </c:pt>
                <c:pt idx="102263">
                  <c:v>k7913</c:v>
                </c:pt>
                <c:pt idx="102214">
                  <c:v>k7914</c:v>
                </c:pt>
                <c:pt idx="102165">
                  <c:v>k7915</c:v>
                </c:pt>
                <c:pt idx="102116">
                  <c:v>k7916</c:v>
                </c:pt>
                <c:pt idx="102067">
                  <c:v>k7917</c:v>
                </c:pt>
                <c:pt idx="102018">
                  <c:v>k7918</c:v>
                </c:pt>
                <c:pt idx="101969">
                  <c:v>k7919</c:v>
                </c:pt>
                <c:pt idx="101920">
                  <c:v>k7920</c:v>
                </c:pt>
                <c:pt idx="101871">
                  <c:v>k7921</c:v>
                </c:pt>
                <c:pt idx="101822">
                  <c:v>k7922</c:v>
                </c:pt>
                <c:pt idx="101773">
                  <c:v>k7923</c:v>
                </c:pt>
                <c:pt idx="101724">
                  <c:v>k7924</c:v>
                </c:pt>
                <c:pt idx="101675">
                  <c:v>k7925</c:v>
                </c:pt>
                <c:pt idx="101626">
                  <c:v>k7926</c:v>
                </c:pt>
                <c:pt idx="101577">
                  <c:v>k7927</c:v>
                </c:pt>
                <c:pt idx="101528">
                  <c:v>k7928</c:v>
                </c:pt>
                <c:pt idx="101479">
                  <c:v>k7929</c:v>
                </c:pt>
                <c:pt idx="101430">
                  <c:v>k7930</c:v>
                </c:pt>
                <c:pt idx="101381">
                  <c:v>k7931</c:v>
                </c:pt>
                <c:pt idx="101332">
                  <c:v>k7932</c:v>
                </c:pt>
                <c:pt idx="101283">
                  <c:v>k7933</c:v>
                </c:pt>
                <c:pt idx="101234">
                  <c:v>k7934</c:v>
                </c:pt>
                <c:pt idx="101185">
                  <c:v>k7935</c:v>
                </c:pt>
                <c:pt idx="101136">
                  <c:v>k7936</c:v>
                </c:pt>
                <c:pt idx="101087">
                  <c:v>k7937</c:v>
                </c:pt>
                <c:pt idx="101038">
                  <c:v>k7938</c:v>
                </c:pt>
                <c:pt idx="100989">
                  <c:v>k7939</c:v>
                </c:pt>
                <c:pt idx="100940">
                  <c:v>k7940</c:v>
                </c:pt>
                <c:pt idx="100891">
                  <c:v>k7941</c:v>
                </c:pt>
                <c:pt idx="100842">
                  <c:v>k7942</c:v>
                </c:pt>
                <c:pt idx="100793">
                  <c:v>k7943</c:v>
                </c:pt>
                <c:pt idx="100744">
                  <c:v>k7944</c:v>
                </c:pt>
                <c:pt idx="100695">
                  <c:v>k7945</c:v>
                </c:pt>
                <c:pt idx="100646">
                  <c:v>k7946</c:v>
                </c:pt>
                <c:pt idx="100597">
                  <c:v>k7947</c:v>
                </c:pt>
                <c:pt idx="100548">
                  <c:v>k7948</c:v>
                </c:pt>
                <c:pt idx="100499">
                  <c:v>k7949</c:v>
                </c:pt>
                <c:pt idx="100450">
                  <c:v>k7950</c:v>
                </c:pt>
                <c:pt idx="100401">
                  <c:v>k7951</c:v>
                </c:pt>
                <c:pt idx="100352">
                  <c:v>k7952</c:v>
                </c:pt>
                <c:pt idx="100303">
                  <c:v>k7953</c:v>
                </c:pt>
                <c:pt idx="100254">
                  <c:v>k7954</c:v>
                </c:pt>
                <c:pt idx="100205">
                  <c:v>k7955</c:v>
                </c:pt>
                <c:pt idx="100156">
                  <c:v>k7956</c:v>
                </c:pt>
                <c:pt idx="100107">
                  <c:v>k7957</c:v>
                </c:pt>
                <c:pt idx="100058">
                  <c:v>k7958</c:v>
                </c:pt>
                <c:pt idx="100009">
                  <c:v>k7959</c:v>
                </c:pt>
                <c:pt idx="99960">
                  <c:v>k7960</c:v>
                </c:pt>
                <c:pt idx="99911">
                  <c:v>k7961</c:v>
                </c:pt>
                <c:pt idx="99862">
                  <c:v>k7962</c:v>
                </c:pt>
                <c:pt idx="99813">
                  <c:v>k7963</c:v>
                </c:pt>
                <c:pt idx="99764">
                  <c:v>k7964</c:v>
                </c:pt>
                <c:pt idx="99715">
                  <c:v>k7965</c:v>
                </c:pt>
                <c:pt idx="99666">
                  <c:v>k7966</c:v>
                </c:pt>
                <c:pt idx="99617">
                  <c:v>k7967</c:v>
                </c:pt>
                <c:pt idx="99568">
                  <c:v>k7968</c:v>
                </c:pt>
                <c:pt idx="99519">
                  <c:v>k7969</c:v>
                </c:pt>
                <c:pt idx="99470">
                  <c:v>k7970</c:v>
                </c:pt>
                <c:pt idx="99421">
                  <c:v>k7971</c:v>
                </c:pt>
                <c:pt idx="99372">
                  <c:v>k7972</c:v>
                </c:pt>
                <c:pt idx="99323">
                  <c:v>k7973</c:v>
                </c:pt>
                <c:pt idx="99274">
                  <c:v>k7974</c:v>
                </c:pt>
                <c:pt idx="99225">
                  <c:v>k7975</c:v>
                </c:pt>
                <c:pt idx="99176">
                  <c:v>k7976</c:v>
                </c:pt>
                <c:pt idx="99127">
                  <c:v>k7977</c:v>
                </c:pt>
                <c:pt idx="99078">
                  <c:v>k7978</c:v>
                </c:pt>
                <c:pt idx="99029">
                  <c:v>k7979</c:v>
                </c:pt>
                <c:pt idx="98980">
                  <c:v>k7980</c:v>
                </c:pt>
                <c:pt idx="98931">
                  <c:v>k7981</c:v>
                </c:pt>
                <c:pt idx="98882">
                  <c:v>k7982</c:v>
                </c:pt>
                <c:pt idx="98833">
                  <c:v>k7983</c:v>
                </c:pt>
                <c:pt idx="98784">
                  <c:v>k7984</c:v>
                </c:pt>
                <c:pt idx="98735">
                  <c:v>k7985</c:v>
                </c:pt>
                <c:pt idx="98686">
                  <c:v>k7986</c:v>
                </c:pt>
                <c:pt idx="98637">
                  <c:v>k7987</c:v>
                </c:pt>
                <c:pt idx="98588">
                  <c:v>k7988</c:v>
                </c:pt>
                <c:pt idx="98539">
                  <c:v>k7989</c:v>
                </c:pt>
                <c:pt idx="98490">
                  <c:v>k7990</c:v>
                </c:pt>
                <c:pt idx="98441">
                  <c:v>k7991</c:v>
                </c:pt>
                <c:pt idx="98392">
                  <c:v>k7992</c:v>
                </c:pt>
                <c:pt idx="98343">
                  <c:v>k7993</c:v>
                </c:pt>
                <c:pt idx="98294">
                  <c:v>k7994</c:v>
                </c:pt>
                <c:pt idx="98245">
                  <c:v>k7995</c:v>
                </c:pt>
                <c:pt idx="98196">
                  <c:v>k7996</c:v>
                </c:pt>
                <c:pt idx="98147">
                  <c:v>k7997</c:v>
                </c:pt>
                <c:pt idx="98098">
                  <c:v>k7998</c:v>
                </c:pt>
                <c:pt idx="98049">
                  <c:v>k7999</c:v>
                </c:pt>
                <c:pt idx="98000">
                  <c:v>k8000</c:v>
                </c:pt>
                <c:pt idx="97951">
                  <c:v>k8001</c:v>
                </c:pt>
                <c:pt idx="97902">
                  <c:v>k8002</c:v>
                </c:pt>
                <c:pt idx="97853">
                  <c:v>k8003</c:v>
                </c:pt>
                <c:pt idx="97804">
                  <c:v>k8004</c:v>
                </c:pt>
                <c:pt idx="97755">
                  <c:v>k8005</c:v>
                </c:pt>
                <c:pt idx="97706">
                  <c:v>k8006</c:v>
                </c:pt>
                <c:pt idx="97657">
                  <c:v>k8007</c:v>
                </c:pt>
                <c:pt idx="97608">
                  <c:v>k8008</c:v>
                </c:pt>
                <c:pt idx="97559">
                  <c:v>k8009</c:v>
                </c:pt>
                <c:pt idx="97510">
                  <c:v>k8010</c:v>
                </c:pt>
                <c:pt idx="97461">
                  <c:v>k8011</c:v>
                </c:pt>
                <c:pt idx="97412">
                  <c:v>k8012</c:v>
                </c:pt>
                <c:pt idx="97363">
                  <c:v>k8013</c:v>
                </c:pt>
                <c:pt idx="97314">
                  <c:v>k8014</c:v>
                </c:pt>
                <c:pt idx="97265">
                  <c:v>k8015</c:v>
                </c:pt>
                <c:pt idx="97216">
                  <c:v>k8016</c:v>
                </c:pt>
                <c:pt idx="97167">
                  <c:v>k8017</c:v>
                </c:pt>
                <c:pt idx="97118">
                  <c:v>k8018</c:v>
                </c:pt>
                <c:pt idx="97069">
                  <c:v>k8019</c:v>
                </c:pt>
                <c:pt idx="97020">
                  <c:v>k8020</c:v>
                </c:pt>
                <c:pt idx="96971">
                  <c:v>k8021</c:v>
                </c:pt>
                <c:pt idx="96922">
                  <c:v>k8022</c:v>
                </c:pt>
                <c:pt idx="96873">
                  <c:v>k8023</c:v>
                </c:pt>
                <c:pt idx="96824">
                  <c:v>k8024</c:v>
                </c:pt>
                <c:pt idx="96775">
                  <c:v>k8025</c:v>
                </c:pt>
                <c:pt idx="96726">
                  <c:v>k8026</c:v>
                </c:pt>
                <c:pt idx="96677">
                  <c:v>k8027</c:v>
                </c:pt>
                <c:pt idx="96628">
                  <c:v>k8028</c:v>
                </c:pt>
                <c:pt idx="96579">
                  <c:v>k8029</c:v>
                </c:pt>
                <c:pt idx="96530">
                  <c:v>k8030</c:v>
                </c:pt>
                <c:pt idx="96481">
                  <c:v>k8031</c:v>
                </c:pt>
                <c:pt idx="96432">
                  <c:v>k8032</c:v>
                </c:pt>
                <c:pt idx="96383">
                  <c:v>k8033</c:v>
                </c:pt>
                <c:pt idx="96334">
                  <c:v>k8034</c:v>
                </c:pt>
                <c:pt idx="96285">
                  <c:v>k8035</c:v>
                </c:pt>
                <c:pt idx="96236">
                  <c:v>k8036</c:v>
                </c:pt>
                <c:pt idx="96187">
                  <c:v>k8037</c:v>
                </c:pt>
                <c:pt idx="96138">
                  <c:v>k8038</c:v>
                </c:pt>
                <c:pt idx="96089">
                  <c:v>k8039</c:v>
                </c:pt>
                <c:pt idx="96040">
                  <c:v>k8040</c:v>
                </c:pt>
                <c:pt idx="95991">
                  <c:v>k8041</c:v>
                </c:pt>
                <c:pt idx="95942">
                  <c:v>k8042</c:v>
                </c:pt>
                <c:pt idx="95893">
                  <c:v>k8043</c:v>
                </c:pt>
                <c:pt idx="95844">
                  <c:v>k8044</c:v>
                </c:pt>
                <c:pt idx="95795">
                  <c:v>k8045</c:v>
                </c:pt>
                <c:pt idx="95746">
                  <c:v>k8046</c:v>
                </c:pt>
                <c:pt idx="95697">
                  <c:v>k8047</c:v>
                </c:pt>
                <c:pt idx="95648">
                  <c:v>k8048</c:v>
                </c:pt>
                <c:pt idx="95599">
                  <c:v>k8049</c:v>
                </c:pt>
                <c:pt idx="95550">
                  <c:v>k8050</c:v>
                </c:pt>
                <c:pt idx="95501">
                  <c:v>k8051</c:v>
                </c:pt>
                <c:pt idx="95452">
                  <c:v>k8052</c:v>
                </c:pt>
                <c:pt idx="95403">
                  <c:v>k8053</c:v>
                </c:pt>
                <c:pt idx="95354">
                  <c:v>k8054</c:v>
                </c:pt>
                <c:pt idx="95305">
                  <c:v>k8055</c:v>
                </c:pt>
                <c:pt idx="95256">
                  <c:v>k8056</c:v>
                </c:pt>
                <c:pt idx="95207">
                  <c:v>k8057</c:v>
                </c:pt>
                <c:pt idx="95158">
                  <c:v>k8058</c:v>
                </c:pt>
                <c:pt idx="95109">
                  <c:v>k8059</c:v>
                </c:pt>
                <c:pt idx="95060">
                  <c:v>k8060</c:v>
                </c:pt>
                <c:pt idx="95011">
                  <c:v>k8061</c:v>
                </c:pt>
                <c:pt idx="94962">
                  <c:v>k8062</c:v>
                </c:pt>
                <c:pt idx="94913">
                  <c:v>k8063</c:v>
                </c:pt>
                <c:pt idx="94864">
                  <c:v>k8064</c:v>
                </c:pt>
                <c:pt idx="94815">
                  <c:v>k8065</c:v>
                </c:pt>
                <c:pt idx="94766">
                  <c:v>k8066</c:v>
                </c:pt>
                <c:pt idx="94717">
                  <c:v>k8067</c:v>
                </c:pt>
                <c:pt idx="94668">
                  <c:v>k8068</c:v>
                </c:pt>
                <c:pt idx="94619">
                  <c:v>k8069</c:v>
                </c:pt>
                <c:pt idx="94570">
                  <c:v>k8070</c:v>
                </c:pt>
                <c:pt idx="94521">
                  <c:v>k8071</c:v>
                </c:pt>
                <c:pt idx="94472">
                  <c:v>k8072</c:v>
                </c:pt>
                <c:pt idx="94423">
                  <c:v>k8073</c:v>
                </c:pt>
                <c:pt idx="94374">
                  <c:v>k8074</c:v>
                </c:pt>
                <c:pt idx="94325">
                  <c:v>k8075</c:v>
                </c:pt>
                <c:pt idx="94276">
                  <c:v>k8076</c:v>
                </c:pt>
                <c:pt idx="94227">
                  <c:v>k8077</c:v>
                </c:pt>
                <c:pt idx="94178">
                  <c:v>k8078</c:v>
                </c:pt>
                <c:pt idx="94129">
                  <c:v>k8079</c:v>
                </c:pt>
                <c:pt idx="94080">
                  <c:v>k8080</c:v>
                </c:pt>
                <c:pt idx="94031">
                  <c:v>k8081</c:v>
                </c:pt>
                <c:pt idx="93982">
                  <c:v>k8082</c:v>
                </c:pt>
                <c:pt idx="93933">
                  <c:v>k8083</c:v>
                </c:pt>
                <c:pt idx="93884">
                  <c:v>k8084</c:v>
                </c:pt>
                <c:pt idx="93835">
                  <c:v>k8085</c:v>
                </c:pt>
                <c:pt idx="93786">
                  <c:v>k8086</c:v>
                </c:pt>
                <c:pt idx="93737">
                  <c:v>k8087</c:v>
                </c:pt>
                <c:pt idx="93688">
                  <c:v>k8088</c:v>
                </c:pt>
                <c:pt idx="93639">
                  <c:v>k8089</c:v>
                </c:pt>
                <c:pt idx="93590">
                  <c:v>k8090</c:v>
                </c:pt>
                <c:pt idx="93541">
                  <c:v>k8091</c:v>
                </c:pt>
                <c:pt idx="93492">
                  <c:v>k8092</c:v>
                </c:pt>
                <c:pt idx="93443">
                  <c:v>k8093</c:v>
                </c:pt>
                <c:pt idx="93394">
                  <c:v>k8094</c:v>
                </c:pt>
                <c:pt idx="93345">
                  <c:v>k8095</c:v>
                </c:pt>
                <c:pt idx="93296">
                  <c:v>k8096</c:v>
                </c:pt>
                <c:pt idx="93247">
                  <c:v>k8097</c:v>
                </c:pt>
                <c:pt idx="93198">
                  <c:v>k8098</c:v>
                </c:pt>
                <c:pt idx="93149">
                  <c:v>k8099</c:v>
                </c:pt>
                <c:pt idx="93100">
                  <c:v>k8100</c:v>
                </c:pt>
                <c:pt idx="93051">
                  <c:v>k8101</c:v>
                </c:pt>
                <c:pt idx="93002">
                  <c:v>k8102</c:v>
                </c:pt>
                <c:pt idx="92953">
                  <c:v>k8103</c:v>
                </c:pt>
                <c:pt idx="92904">
                  <c:v>k8104</c:v>
                </c:pt>
                <c:pt idx="92855">
                  <c:v>k8105</c:v>
                </c:pt>
                <c:pt idx="92806">
                  <c:v>k8106</c:v>
                </c:pt>
                <c:pt idx="92757">
                  <c:v>k8107</c:v>
                </c:pt>
                <c:pt idx="92708">
                  <c:v>k8108</c:v>
                </c:pt>
                <c:pt idx="92659">
                  <c:v>k8109</c:v>
                </c:pt>
                <c:pt idx="92610">
                  <c:v>k8110</c:v>
                </c:pt>
                <c:pt idx="92561">
                  <c:v>k8111</c:v>
                </c:pt>
                <c:pt idx="92512">
                  <c:v>k8112</c:v>
                </c:pt>
                <c:pt idx="92463">
                  <c:v>k8113</c:v>
                </c:pt>
                <c:pt idx="92414">
                  <c:v>k8114</c:v>
                </c:pt>
                <c:pt idx="92365">
                  <c:v>k8115</c:v>
                </c:pt>
                <c:pt idx="92316">
                  <c:v>k8116</c:v>
                </c:pt>
                <c:pt idx="92267">
                  <c:v>k8117</c:v>
                </c:pt>
                <c:pt idx="92218">
                  <c:v>k8118</c:v>
                </c:pt>
                <c:pt idx="92169">
                  <c:v>k8119</c:v>
                </c:pt>
                <c:pt idx="92120">
                  <c:v>k8120</c:v>
                </c:pt>
                <c:pt idx="92071">
                  <c:v>k8121</c:v>
                </c:pt>
                <c:pt idx="92022">
                  <c:v>k8122</c:v>
                </c:pt>
                <c:pt idx="91973">
                  <c:v>k8123</c:v>
                </c:pt>
                <c:pt idx="91924">
                  <c:v>k8124</c:v>
                </c:pt>
                <c:pt idx="91875">
                  <c:v>k8125</c:v>
                </c:pt>
                <c:pt idx="91826">
                  <c:v>k8126</c:v>
                </c:pt>
                <c:pt idx="91777">
                  <c:v>k8127</c:v>
                </c:pt>
                <c:pt idx="91728">
                  <c:v>k8128</c:v>
                </c:pt>
                <c:pt idx="91679">
                  <c:v>k8129</c:v>
                </c:pt>
                <c:pt idx="91630">
                  <c:v>k8130</c:v>
                </c:pt>
                <c:pt idx="91581">
                  <c:v>k8131</c:v>
                </c:pt>
                <c:pt idx="91532">
                  <c:v>k8132</c:v>
                </c:pt>
                <c:pt idx="91483">
                  <c:v>k8133</c:v>
                </c:pt>
                <c:pt idx="91434">
                  <c:v>k8134</c:v>
                </c:pt>
                <c:pt idx="91385">
                  <c:v>k8135</c:v>
                </c:pt>
                <c:pt idx="91336">
                  <c:v>k8136</c:v>
                </c:pt>
                <c:pt idx="91287">
                  <c:v>k8137</c:v>
                </c:pt>
                <c:pt idx="91238">
                  <c:v>k8138</c:v>
                </c:pt>
                <c:pt idx="91189">
                  <c:v>k8139</c:v>
                </c:pt>
                <c:pt idx="91140">
                  <c:v>k8140</c:v>
                </c:pt>
                <c:pt idx="91091">
                  <c:v>k8141</c:v>
                </c:pt>
                <c:pt idx="91042">
                  <c:v>k8142</c:v>
                </c:pt>
                <c:pt idx="90993">
                  <c:v>k8143</c:v>
                </c:pt>
                <c:pt idx="90944">
                  <c:v>k8144</c:v>
                </c:pt>
                <c:pt idx="90895">
                  <c:v>k8145</c:v>
                </c:pt>
                <c:pt idx="90846">
                  <c:v>k8146</c:v>
                </c:pt>
                <c:pt idx="90797">
                  <c:v>k8147</c:v>
                </c:pt>
                <c:pt idx="90748">
                  <c:v>k8148</c:v>
                </c:pt>
                <c:pt idx="90699">
                  <c:v>k8149</c:v>
                </c:pt>
                <c:pt idx="90650">
                  <c:v>k8150</c:v>
                </c:pt>
                <c:pt idx="90601">
                  <c:v>k8151</c:v>
                </c:pt>
                <c:pt idx="90552">
                  <c:v>k8152</c:v>
                </c:pt>
                <c:pt idx="90503">
                  <c:v>k8153</c:v>
                </c:pt>
                <c:pt idx="90454">
                  <c:v>k8154</c:v>
                </c:pt>
                <c:pt idx="90405">
                  <c:v>k8155</c:v>
                </c:pt>
                <c:pt idx="90356">
                  <c:v>k8156</c:v>
                </c:pt>
                <c:pt idx="90307">
                  <c:v>k8157</c:v>
                </c:pt>
                <c:pt idx="90258">
                  <c:v>k8158</c:v>
                </c:pt>
                <c:pt idx="90209">
                  <c:v>k8159</c:v>
                </c:pt>
                <c:pt idx="90160">
                  <c:v>k8160</c:v>
                </c:pt>
                <c:pt idx="90111">
                  <c:v>k8161</c:v>
                </c:pt>
                <c:pt idx="90062">
                  <c:v>k8162</c:v>
                </c:pt>
                <c:pt idx="90013">
                  <c:v>k8163</c:v>
                </c:pt>
                <c:pt idx="89964">
                  <c:v>k8164</c:v>
                </c:pt>
                <c:pt idx="89915">
                  <c:v>k8165</c:v>
                </c:pt>
                <c:pt idx="89866">
                  <c:v>k8166</c:v>
                </c:pt>
                <c:pt idx="89817">
                  <c:v>k8167</c:v>
                </c:pt>
                <c:pt idx="89768">
                  <c:v>k8168</c:v>
                </c:pt>
                <c:pt idx="89719">
                  <c:v>k8169</c:v>
                </c:pt>
                <c:pt idx="89670">
                  <c:v>k8170</c:v>
                </c:pt>
                <c:pt idx="89621">
                  <c:v>k8171</c:v>
                </c:pt>
                <c:pt idx="89572">
                  <c:v>k8172</c:v>
                </c:pt>
                <c:pt idx="89523">
                  <c:v>k8173</c:v>
                </c:pt>
                <c:pt idx="89474">
                  <c:v>k8174</c:v>
                </c:pt>
                <c:pt idx="89425">
                  <c:v>k8175</c:v>
                </c:pt>
                <c:pt idx="89376">
                  <c:v>k8176</c:v>
                </c:pt>
                <c:pt idx="89327">
                  <c:v>k8177</c:v>
                </c:pt>
                <c:pt idx="89278">
                  <c:v>k8178</c:v>
                </c:pt>
                <c:pt idx="89229">
                  <c:v>k8179</c:v>
                </c:pt>
                <c:pt idx="89180">
                  <c:v>k8180</c:v>
                </c:pt>
                <c:pt idx="89131">
                  <c:v>k8181</c:v>
                </c:pt>
                <c:pt idx="89082">
                  <c:v>k8182</c:v>
                </c:pt>
                <c:pt idx="89033">
                  <c:v>k8183</c:v>
                </c:pt>
                <c:pt idx="88984">
                  <c:v>k8184</c:v>
                </c:pt>
                <c:pt idx="88935">
                  <c:v>k8185</c:v>
                </c:pt>
                <c:pt idx="88886">
                  <c:v>k8186</c:v>
                </c:pt>
                <c:pt idx="88837">
                  <c:v>k8187</c:v>
                </c:pt>
                <c:pt idx="88788">
                  <c:v>k8188</c:v>
                </c:pt>
                <c:pt idx="88739">
                  <c:v>k8189</c:v>
                </c:pt>
                <c:pt idx="88690">
                  <c:v>k8190</c:v>
                </c:pt>
                <c:pt idx="88641">
                  <c:v>k8191</c:v>
                </c:pt>
                <c:pt idx="88592">
                  <c:v>k8192</c:v>
                </c:pt>
                <c:pt idx="88543">
                  <c:v>k8193</c:v>
                </c:pt>
                <c:pt idx="88494">
                  <c:v>k8194</c:v>
                </c:pt>
                <c:pt idx="88445">
                  <c:v>k8195</c:v>
                </c:pt>
                <c:pt idx="88396">
                  <c:v>k8196</c:v>
                </c:pt>
                <c:pt idx="88347">
                  <c:v>k8197</c:v>
                </c:pt>
                <c:pt idx="88298">
                  <c:v>k8198</c:v>
                </c:pt>
                <c:pt idx="88249">
                  <c:v>k8199</c:v>
                </c:pt>
                <c:pt idx="88200">
                  <c:v>k8200</c:v>
                </c:pt>
                <c:pt idx="88151">
                  <c:v>k8201</c:v>
                </c:pt>
                <c:pt idx="88102">
                  <c:v>k8202</c:v>
                </c:pt>
                <c:pt idx="88053">
                  <c:v>k8203</c:v>
                </c:pt>
                <c:pt idx="88004">
                  <c:v>k8204</c:v>
                </c:pt>
                <c:pt idx="87955">
                  <c:v>k8205</c:v>
                </c:pt>
                <c:pt idx="87906">
                  <c:v>k8206</c:v>
                </c:pt>
                <c:pt idx="87857">
                  <c:v>k8207</c:v>
                </c:pt>
                <c:pt idx="87808">
                  <c:v>k8208</c:v>
                </c:pt>
                <c:pt idx="87759">
                  <c:v>k8209</c:v>
                </c:pt>
                <c:pt idx="87710">
                  <c:v>k8210</c:v>
                </c:pt>
                <c:pt idx="87661">
                  <c:v>k8211</c:v>
                </c:pt>
                <c:pt idx="87612">
                  <c:v>k8212</c:v>
                </c:pt>
                <c:pt idx="87563">
                  <c:v>k8213</c:v>
                </c:pt>
                <c:pt idx="87514">
                  <c:v>k8214</c:v>
                </c:pt>
                <c:pt idx="87465">
                  <c:v>k8215</c:v>
                </c:pt>
                <c:pt idx="87416">
                  <c:v>k8216</c:v>
                </c:pt>
                <c:pt idx="87367">
                  <c:v>k8217</c:v>
                </c:pt>
                <c:pt idx="87318">
                  <c:v>k8218</c:v>
                </c:pt>
                <c:pt idx="87269">
                  <c:v>k8219</c:v>
                </c:pt>
                <c:pt idx="87220">
                  <c:v>k8220</c:v>
                </c:pt>
                <c:pt idx="87171">
                  <c:v>k8221</c:v>
                </c:pt>
                <c:pt idx="87122">
                  <c:v>k8222</c:v>
                </c:pt>
                <c:pt idx="87073">
                  <c:v>k8223</c:v>
                </c:pt>
                <c:pt idx="87024">
                  <c:v>k8224</c:v>
                </c:pt>
                <c:pt idx="86975">
                  <c:v>k8225</c:v>
                </c:pt>
                <c:pt idx="86926">
                  <c:v>k8226</c:v>
                </c:pt>
                <c:pt idx="86877">
                  <c:v>k8227</c:v>
                </c:pt>
                <c:pt idx="86828">
                  <c:v>k8228</c:v>
                </c:pt>
                <c:pt idx="86779">
                  <c:v>k8229</c:v>
                </c:pt>
                <c:pt idx="86730">
                  <c:v>k8230</c:v>
                </c:pt>
                <c:pt idx="86681">
                  <c:v>k8231</c:v>
                </c:pt>
                <c:pt idx="86632">
                  <c:v>k8232</c:v>
                </c:pt>
                <c:pt idx="86583">
                  <c:v>k8233</c:v>
                </c:pt>
                <c:pt idx="86534">
                  <c:v>k8234</c:v>
                </c:pt>
                <c:pt idx="86485">
                  <c:v>k8235</c:v>
                </c:pt>
                <c:pt idx="86436">
                  <c:v>k8236</c:v>
                </c:pt>
                <c:pt idx="86387">
                  <c:v>k8237</c:v>
                </c:pt>
                <c:pt idx="86338">
                  <c:v>k8238</c:v>
                </c:pt>
                <c:pt idx="86289">
                  <c:v>k8239</c:v>
                </c:pt>
                <c:pt idx="86240">
                  <c:v>k8240</c:v>
                </c:pt>
                <c:pt idx="86191">
                  <c:v>k8241</c:v>
                </c:pt>
                <c:pt idx="86142">
                  <c:v>k8242</c:v>
                </c:pt>
                <c:pt idx="86093">
                  <c:v>k8243</c:v>
                </c:pt>
                <c:pt idx="86044">
                  <c:v>k8244</c:v>
                </c:pt>
                <c:pt idx="85995">
                  <c:v>k8245</c:v>
                </c:pt>
                <c:pt idx="85946">
                  <c:v>k8246</c:v>
                </c:pt>
                <c:pt idx="85897">
                  <c:v>k8247</c:v>
                </c:pt>
                <c:pt idx="85848">
                  <c:v>k8248</c:v>
                </c:pt>
                <c:pt idx="85799">
                  <c:v>k8249</c:v>
                </c:pt>
                <c:pt idx="85750">
                  <c:v>k8250</c:v>
                </c:pt>
                <c:pt idx="85701">
                  <c:v>k8251</c:v>
                </c:pt>
                <c:pt idx="85652">
                  <c:v>k8252</c:v>
                </c:pt>
                <c:pt idx="85603">
                  <c:v>k8253</c:v>
                </c:pt>
                <c:pt idx="85554">
                  <c:v>k8254</c:v>
                </c:pt>
                <c:pt idx="85505">
                  <c:v>k8255</c:v>
                </c:pt>
                <c:pt idx="85456">
                  <c:v>k8256</c:v>
                </c:pt>
                <c:pt idx="85407">
                  <c:v>k8257</c:v>
                </c:pt>
                <c:pt idx="85358">
                  <c:v>k8258</c:v>
                </c:pt>
                <c:pt idx="85309">
                  <c:v>k8259</c:v>
                </c:pt>
                <c:pt idx="85260">
                  <c:v>k8260</c:v>
                </c:pt>
                <c:pt idx="85211">
                  <c:v>k8261</c:v>
                </c:pt>
                <c:pt idx="85162">
                  <c:v>k8262</c:v>
                </c:pt>
                <c:pt idx="85113">
                  <c:v>k8263</c:v>
                </c:pt>
                <c:pt idx="85064">
                  <c:v>k8264</c:v>
                </c:pt>
                <c:pt idx="85015">
                  <c:v>k8265</c:v>
                </c:pt>
                <c:pt idx="84966">
                  <c:v>k8266</c:v>
                </c:pt>
                <c:pt idx="84917">
                  <c:v>k8267</c:v>
                </c:pt>
                <c:pt idx="84868">
                  <c:v>k8268</c:v>
                </c:pt>
                <c:pt idx="84819">
                  <c:v>k8269</c:v>
                </c:pt>
                <c:pt idx="84770">
                  <c:v>k8270</c:v>
                </c:pt>
                <c:pt idx="84721">
                  <c:v>k8271</c:v>
                </c:pt>
                <c:pt idx="84672">
                  <c:v>k8272</c:v>
                </c:pt>
                <c:pt idx="84623">
                  <c:v>k8273</c:v>
                </c:pt>
                <c:pt idx="84574">
                  <c:v>k8274</c:v>
                </c:pt>
                <c:pt idx="84525">
                  <c:v>k8275</c:v>
                </c:pt>
                <c:pt idx="84476">
                  <c:v>k8276</c:v>
                </c:pt>
                <c:pt idx="84427">
                  <c:v>k8277</c:v>
                </c:pt>
                <c:pt idx="84378">
                  <c:v>k8278</c:v>
                </c:pt>
                <c:pt idx="84329">
                  <c:v>k8279</c:v>
                </c:pt>
                <c:pt idx="84280">
                  <c:v>k8280</c:v>
                </c:pt>
                <c:pt idx="84231">
                  <c:v>k8281</c:v>
                </c:pt>
                <c:pt idx="84182">
                  <c:v>k8282</c:v>
                </c:pt>
                <c:pt idx="84133">
                  <c:v>k8283</c:v>
                </c:pt>
                <c:pt idx="84084">
                  <c:v>k8284</c:v>
                </c:pt>
                <c:pt idx="84035">
                  <c:v>k8285</c:v>
                </c:pt>
                <c:pt idx="83986">
                  <c:v>k8286</c:v>
                </c:pt>
                <c:pt idx="83937">
                  <c:v>k8287</c:v>
                </c:pt>
                <c:pt idx="83888">
                  <c:v>k8288</c:v>
                </c:pt>
                <c:pt idx="83839">
                  <c:v>k8289</c:v>
                </c:pt>
                <c:pt idx="83790">
                  <c:v>k8290</c:v>
                </c:pt>
                <c:pt idx="83741">
                  <c:v>k8291</c:v>
                </c:pt>
                <c:pt idx="83692">
                  <c:v>k8292</c:v>
                </c:pt>
                <c:pt idx="83643">
                  <c:v>k8293</c:v>
                </c:pt>
                <c:pt idx="83594">
                  <c:v>k8294</c:v>
                </c:pt>
                <c:pt idx="83545">
                  <c:v>k8295</c:v>
                </c:pt>
                <c:pt idx="83496">
                  <c:v>k8296</c:v>
                </c:pt>
                <c:pt idx="83447">
                  <c:v>k8297</c:v>
                </c:pt>
                <c:pt idx="83398">
                  <c:v>k8298</c:v>
                </c:pt>
                <c:pt idx="83349">
                  <c:v>k8299</c:v>
                </c:pt>
                <c:pt idx="83300">
                  <c:v>k8300</c:v>
                </c:pt>
                <c:pt idx="83251">
                  <c:v>k8301</c:v>
                </c:pt>
                <c:pt idx="83202">
                  <c:v>k8302</c:v>
                </c:pt>
                <c:pt idx="83153">
                  <c:v>k8303</c:v>
                </c:pt>
                <c:pt idx="83104">
                  <c:v>k8304</c:v>
                </c:pt>
                <c:pt idx="83055">
                  <c:v>k8305</c:v>
                </c:pt>
                <c:pt idx="83006">
                  <c:v>k8306</c:v>
                </c:pt>
                <c:pt idx="82957">
                  <c:v>k8307</c:v>
                </c:pt>
                <c:pt idx="82908">
                  <c:v>k8308</c:v>
                </c:pt>
                <c:pt idx="82859">
                  <c:v>k8309</c:v>
                </c:pt>
                <c:pt idx="82810">
                  <c:v>k8310</c:v>
                </c:pt>
                <c:pt idx="82761">
                  <c:v>k8311</c:v>
                </c:pt>
                <c:pt idx="82712">
                  <c:v>k8312</c:v>
                </c:pt>
                <c:pt idx="82663">
                  <c:v>k8313</c:v>
                </c:pt>
                <c:pt idx="82614">
                  <c:v>k8314</c:v>
                </c:pt>
                <c:pt idx="82565">
                  <c:v>k8315</c:v>
                </c:pt>
                <c:pt idx="82516">
                  <c:v>k8316</c:v>
                </c:pt>
                <c:pt idx="82467">
                  <c:v>k8317</c:v>
                </c:pt>
                <c:pt idx="82418">
                  <c:v>k8318</c:v>
                </c:pt>
                <c:pt idx="82369">
                  <c:v>k8319</c:v>
                </c:pt>
                <c:pt idx="82320">
                  <c:v>k8320</c:v>
                </c:pt>
                <c:pt idx="82271">
                  <c:v>k8321</c:v>
                </c:pt>
                <c:pt idx="82222">
                  <c:v>k8322</c:v>
                </c:pt>
                <c:pt idx="82173">
                  <c:v>k8323</c:v>
                </c:pt>
                <c:pt idx="82124">
                  <c:v>k8324</c:v>
                </c:pt>
                <c:pt idx="82075">
                  <c:v>k8325</c:v>
                </c:pt>
                <c:pt idx="82026">
                  <c:v>k8326</c:v>
                </c:pt>
                <c:pt idx="81977">
                  <c:v>k8327</c:v>
                </c:pt>
                <c:pt idx="81928">
                  <c:v>k8328</c:v>
                </c:pt>
                <c:pt idx="81879">
                  <c:v>k8329</c:v>
                </c:pt>
                <c:pt idx="81830">
                  <c:v>k8330</c:v>
                </c:pt>
                <c:pt idx="81781">
                  <c:v>k8331</c:v>
                </c:pt>
                <c:pt idx="81732">
                  <c:v>k8332</c:v>
                </c:pt>
                <c:pt idx="81683">
                  <c:v>k8333</c:v>
                </c:pt>
                <c:pt idx="81634">
                  <c:v>k8334</c:v>
                </c:pt>
                <c:pt idx="81585">
                  <c:v>k8335</c:v>
                </c:pt>
                <c:pt idx="81536">
                  <c:v>k8336</c:v>
                </c:pt>
                <c:pt idx="81487">
                  <c:v>k8337</c:v>
                </c:pt>
                <c:pt idx="81438">
                  <c:v>k8338</c:v>
                </c:pt>
                <c:pt idx="81389">
                  <c:v>k8339</c:v>
                </c:pt>
                <c:pt idx="81340">
                  <c:v>k8340</c:v>
                </c:pt>
                <c:pt idx="81291">
                  <c:v>k8341</c:v>
                </c:pt>
                <c:pt idx="81242">
                  <c:v>k8342</c:v>
                </c:pt>
                <c:pt idx="81193">
                  <c:v>k8343</c:v>
                </c:pt>
                <c:pt idx="81144">
                  <c:v>k8344</c:v>
                </c:pt>
                <c:pt idx="81095">
                  <c:v>k8345</c:v>
                </c:pt>
                <c:pt idx="81046">
                  <c:v>k8346</c:v>
                </c:pt>
                <c:pt idx="80997">
                  <c:v>k8347</c:v>
                </c:pt>
                <c:pt idx="80948">
                  <c:v>k8348</c:v>
                </c:pt>
                <c:pt idx="80899">
                  <c:v>k8349</c:v>
                </c:pt>
                <c:pt idx="80850">
                  <c:v>k8350</c:v>
                </c:pt>
                <c:pt idx="80801">
                  <c:v>k8351</c:v>
                </c:pt>
                <c:pt idx="80752">
                  <c:v>k8352</c:v>
                </c:pt>
                <c:pt idx="80703">
                  <c:v>k8353</c:v>
                </c:pt>
                <c:pt idx="80654">
                  <c:v>k8354</c:v>
                </c:pt>
                <c:pt idx="80605">
                  <c:v>k8355</c:v>
                </c:pt>
                <c:pt idx="80556">
                  <c:v>k8356</c:v>
                </c:pt>
                <c:pt idx="80507">
                  <c:v>k8357</c:v>
                </c:pt>
                <c:pt idx="80458">
                  <c:v>k8358</c:v>
                </c:pt>
                <c:pt idx="80409">
                  <c:v>k8359</c:v>
                </c:pt>
                <c:pt idx="80360">
                  <c:v>k8360</c:v>
                </c:pt>
                <c:pt idx="80311">
                  <c:v>k8361</c:v>
                </c:pt>
                <c:pt idx="80262">
                  <c:v>k8362</c:v>
                </c:pt>
                <c:pt idx="80213">
                  <c:v>k8363</c:v>
                </c:pt>
                <c:pt idx="80164">
                  <c:v>k8364</c:v>
                </c:pt>
                <c:pt idx="80115">
                  <c:v>k8365</c:v>
                </c:pt>
                <c:pt idx="80066">
                  <c:v>k8366</c:v>
                </c:pt>
                <c:pt idx="80017">
                  <c:v>k8367</c:v>
                </c:pt>
                <c:pt idx="79968">
                  <c:v>k8368</c:v>
                </c:pt>
                <c:pt idx="79919">
                  <c:v>k8369</c:v>
                </c:pt>
                <c:pt idx="79870">
                  <c:v>k8370</c:v>
                </c:pt>
                <c:pt idx="79821">
                  <c:v>k8371</c:v>
                </c:pt>
                <c:pt idx="79772">
                  <c:v>k8372</c:v>
                </c:pt>
                <c:pt idx="79723">
                  <c:v>k8373</c:v>
                </c:pt>
                <c:pt idx="79674">
                  <c:v>k8374</c:v>
                </c:pt>
                <c:pt idx="79625">
                  <c:v>k8375</c:v>
                </c:pt>
                <c:pt idx="79576">
                  <c:v>k8376</c:v>
                </c:pt>
                <c:pt idx="79527">
                  <c:v>k8377</c:v>
                </c:pt>
                <c:pt idx="79478">
                  <c:v>k8378</c:v>
                </c:pt>
                <c:pt idx="79429">
                  <c:v>k8379</c:v>
                </c:pt>
                <c:pt idx="79380">
                  <c:v>k8380</c:v>
                </c:pt>
                <c:pt idx="79331">
                  <c:v>k8381</c:v>
                </c:pt>
                <c:pt idx="79282">
                  <c:v>k8382</c:v>
                </c:pt>
                <c:pt idx="79233">
                  <c:v>k8383</c:v>
                </c:pt>
                <c:pt idx="79184">
                  <c:v>k8384</c:v>
                </c:pt>
                <c:pt idx="79135">
                  <c:v>k8385</c:v>
                </c:pt>
                <c:pt idx="79086">
                  <c:v>k8386</c:v>
                </c:pt>
                <c:pt idx="79037">
                  <c:v>k8387</c:v>
                </c:pt>
                <c:pt idx="78988">
                  <c:v>k8388</c:v>
                </c:pt>
                <c:pt idx="78939">
                  <c:v>k8389</c:v>
                </c:pt>
                <c:pt idx="78890">
                  <c:v>k8390</c:v>
                </c:pt>
                <c:pt idx="78841">
                  <c:v>k8391</c:v>
                </c:pt>
                <c:pt idx="78792">
                  <c:v>k8392</c:v>
                </c:pt>
                <c:pt idx="78743">
                  <c:v>k8393</c:v>
                </c:pt>
                <c:pt idx="78694">
                  <c:v>k8394</c:v>
                </c:pt>
                <c:pt idx="78645">
                  <c:v>k8395</c:v>
                </c:pt>
                <c:pt idx="78596">
                  <c:v>k8396</c:v>
                </c:pt>
                <c:pt idx="78547">
                  <c:v>k8397</c:v>
                </c:pt>
                <c:pt idx="78498">
                  <c:v>k8398</c:v>
                </c:pt>
                <c:pt idx="78449">
                  <c:v>k8399</c:v>
                </c:pt>
                <c:pt idx="78400">
                  <c:v>k8400</c:v>
                </c:pt>
                <c:pt idx="78351">
                  <c:v>k8401</c:v>
                </c:pt>
                <c:pt idx="78302">
                  <c:v>k8402</c:v>
                </c:pt>
                <c:pt idx="78253">
                  <c:v>k8403</c:v>
                </c:pt>
                <c:pt idx="78204">
                  <c:v>k8404</c:v>
                </c:pt>
                <c:pt idx="78155">
                  <c:v>k8405</c:v>
                </c:pt>
                <c:pt idx="78106">
                  <c:v>k8406</c:v>
                </c:pt>
                <c:pt idx="78057">
                  <c:v>k8407</c:v>
                </c:pt>
                <c:pt idx="78008">
                  <c:v>k8408</c:v>
                </c:pt>
                <c:pt idx="77959">
                  <c:v>k8409</c:v>
                </c:pt>
                <c:pt idx="77910">
                  <c:v>k8410</c:v>
                </c:pt>
                <c:pt idx="77861">
                  <c:v>k8411</c:v>
                </c:pt>
                <c:pt idx="77812">
                  <c:v>k8412</c:v>
                </c:pt>
                <c:pt idx="77763">
                  <c:v>k8413</c:v>
                </c:pt>
                <c:pt idx="77714">
                  <c:v>k8414</c:v>
                </c:pt>
                <c:pt idx="77665">
                  <c:v>k8415</c:v>
                </c:pt>
                <c:pt idx="77616">
                  <c:v>k8416</c:v>
                </c:pt>
                <c:pt idx="77567">
                  <c:v>k8417</c:v>
                </c:pt>
                <c:pt idx="77518">
                  <c:v>k8418</c:v>
                </c:pt>
                <c:pt idx="77469">
                  <c:v>k8419</c:v>
                </c:pt>
                <c:pt idx="77420">
                  <c:v>k8420</c:v>
                </c:pt>
                <c:pt idx="77371">
                  <c:v>k8421</c:v>
                </c:pt>
                <c:pt idx="77322">
                  <c:v>k8422</c:v>
                </c:pt>
                <c:pt idx="77273">
                  <c:v>k8423</c:v>
                </c:pt>
                <c:pt idx="77224">
                  <c:v>k8424</c:v>
                </c:pt>
                <c:pt idx="77175">
                  <c:v>k8425</c:v>
                </c:pt>
                <c:pt idx="77126">
                  <c:v>k8426</c:v>
                </c:pt>
                <c:pt idx="77077">
                  <c:v>k8427</c:v>
                </c:pt>
                <c:pt idx="77028">
                  <c:v>k8428</c:v>
                </c:pt>
                <c:pt idx="76979">
                  <c:v>k8429</c:v>
                </c:pt>
                <c:pt idx="76930">
                  <c:v>k8430</c:v>
                </c:pt>
                <c:pt idx="76881">
                  <c:v>k8431</c:v>
                </c:pt>
                <c:pt idx="76832">
                  <c:v>k8432</c:v>
                </c:pt>
                <c:pt idx="76783">
                  <c:v>k8433</c:v>
                </c:pt>
                <c:pt idx="76734">
                  <c:v>k8434</c:v>
                </c:pt>
                <c:pt idx="76685">
                  <c:v>k8435</c:v>
                </c:pt>
                <c:pt idx="76636">
                  <c:v>k8436</c:v>
                </c:pt>
                <c:pt idx="76587">
                  <c:v>k8437</c:v>
                </c:pt>
                <c:pt idx="76538">
                  <c:v>k8438</c:v>
                </c:pt>
                <c:pt idx="76489">
                  <c:v>k8439</c:v>
                </c:pt>
                <c:pt idx="76440">
                  <c:v>k8440</c:v>
                </c:pt>
                <c:pt idx="76391">
                  <c:v>k8441</c:v>
                </c:pt>
                <c:pt idx="76342">
                  <c:v>k8442</c:v>
                </c:pt>
                <c:pt idx="76293">
                  <c:v>k8443</c:v>
                </c:pt>
                <c:pt idx="76244">
                  <c:v>k8444</c:v>
                </c:pt>
                <c:pt idx="76195">
                  <c:v>k8445</c:v>
                </c:pt>
                <c:pt idx="76146">
                  <c:v>k8446</c:v>
                </c:pt>
                <c:pt idx="76097">
                  <c:v>k8447</c:v>
                </c:pt>
                <c:pt idx="76048">
                  <c:v>k8448</c:v>
                </c:pt>
                <c:pt idx="75999">
                  <c:v>k8449</c:v>
                </c:pt>
                <c:pt idx="75950">
                  <c:v>k8450</c:v>
                </c:pt>
                <c:pt idx="75901">
                  <c:v>k8451</c:v>
                </c:pt>
                <c:pt idx="75852">
                  <c:v>k8452</c:v>
                </c:pt>
                <c:pt idx="75803">
                  <c:v>k8453</c:v>
                </c:pt>
                <c:pt idx="75754">
                  <c:v>k8454</c:v>
                </c:pt>
                <c:pt idx="75705">
                  <c:v>k8455</c:v>
                </c:pt>
                <c:pt idx="75656">
                  <c:v>k8456</c:v>
                </c:pt>
                <c:pt idx="75607">
                  <c:v>k8457</c:v>
                </c:pt>
                <c:pt idx="75558">
                  <c:v>k8458</c:v>
                </c:pt>
                <c:pt idx="75509">
                  <c:v>k8459</c:v>
                </c:pt>
                <c:pt idx="75460">
                  <c:v>k8460</c:v>
                </c:pt>
                <c:pt idx="75411">
                  <c:v>k8461</c:v>
                </c:pt>
                <c:pt idx="75362">
                  <c:v>k8462</c:v>
                </c:pt>
                <c:pt idx="75313">
                  <c:v>k8463</c:v>
                </c:pt>
                <c:pt idx="75264">
                  <c:v>k8464</c:v>
                </c:pt>
                <c:pt idx="75215">
                  <c:v>k8465</c:v>
                </c:pt>
                <c:pt idx="75166">
                  <c:v>k8466</c:v>
                </c:pt>
                <c:pt idx="75117">
                  <c:v>k8467</c:v>
                </c:pt>
                <c:pt idx="75068">
                  <c:v>k8468</c:v>
                </c:pt>
                <c:pt idx="75019">
                  <c:v>k8469</c:v>
                </c:pt>
                <c:pt idx="74970">
                  <c:v>k8470</c:v>
                </c:pt>
                <c:pt idx="74921">
                  <c:v>k8471</c:v>
                </c:pt>
                <c:pt idx="74872">
                  <c:v>k8472</c:v>
                </c:pt>
                <c:pt idx="74823">
                  <c:v>k8473</c:v>
                </c:pt>
                <c:pt idx="74774">
                  <c:v>k8474</c:v>
                </c:pt>
                <c:pt idx="74725">
                  <c:v>k8475</c:v>
                </c:pt>
                <c:pt idx="74676">
                  <c:v>k8476</c:v>
                </c:pt>
                <c:pt idx="74627">
                  <c:v>k8477</c:v>
                </c:pt>
                <c:pt idx="74578">
                  <c:v>k8478</c:v>
                </c:pt>
                <c:pt idx="74529">
                  <c:v>k8479</c:v>
                </c:pt>
                <c:pt idx="74480">
                  <c:v>k8480</c:v>
                </c:pt>
                <c:pt idx="74431">
                  <c:v>k8481</c:v>
                </c:pt>
                <c:pt idx="74382">
                  <c:v>k8482</c:v>
                </c:pt>
                <c:pt idx="74333">
                  <c:v>k8483</c:v>
                </c:pt>
                <c:pt idx="74284">
                  <c:v>k8484</c:v>
                </c:pt>
                <c:pt idx="74235">
                  <c:v>k8485</c:v>
                </c:pt>
                <c:pt idx="74186">
                  <c:v>k8486</c:v>
                </c:pt>
                <c:pt idx="74137">
                  <c:v>k8487</c:v>
                </c:pt>
                <c:pt idx="74088">
                  <c:v>k8488</c:v>
                </c:pt>
                <c:pt idx="74039">
                  <c:v>k8489</c:v>
                </c:pt>
                <c:pt idx="73990">
                  <c:v>k8490</c:v>
                </c:pt>
                <c:pt idx="73941">
                  <c:v>k8491</c:v>
                </c:pt>
                <c:pt idx="73892">
                  <c:v>k8492</c:v>
                </c:pt>
                <c:pt idx="73843">
                  <c:v>k8493</c:v>
                </c:pt>
                <c:pt idx="73794">
                  <c:v>k8494</c:v>
                </c:pt>
                <c:pt idx="73745">
                  <c:v>k8495</c:v>
                </c:pt>
                <c:pt idx="73696">
                  <c:v>k8496</c:v>
                </c:pt>
                <c:pt idx="73647">
                  <c:v>k8497</c:v>
                </c:pt>
                <c:pt idx="73598">
                  <c:v>k8498</c:v>
                </c:pt>
                <c:pt idx="73549">
                  <c:v>k8499</c:v>
                </c:pt>
                <c:pt idx="73500">
                  <c:v>k8500</c:v>
                </c:pt>
                <c:pt idx="73451">
                  <c:v>k8501</c:v>
                </c:pt>
                <c:pt idx="73402">
                  <c:v>k8502</c:v>
                </c:pt>
                <c:pt idx="73353">
                  <c:v>k8503</c:v>
                </c:pt>
                <c:pt idx="73304">
                  <c:v>k8504</c:v>
                </c:pt>
                <c:pt idx="73255">
                  <c:v>k8505</c:v>
                </c:pt>
                <c:pt idx="73206">
                  <c:v>k8506</c:v>
                </c:pt>
                <c:pt idx="73157">
                  <c:v>k8507</c:v>
                </c:pt>
                <c:pt idx="73108">
                  <c:v>k8508</c:v>
                </c:pt>
                <c:pt idx="73059">
                  <c:v>k8509</c:v>
                </c:pt>
                <c:pt idx="73010">
                  <c:v>k8510</c:v>
                </c:pt>
                <c:pt idx="72961">
                  <c:v>k8511</c:v>
                </c:pt>
                <c:pt idx="72912">
                  <c:v>k8512</c:v>
                </c:pt>
                <c:pt idx="72863">
                  <c:v>k8513</c:v>
                </c:pt>
                <c:pt idx="72814">
                  <c:v>k8514</c:v>
                </c:pt>
                <c:pt idx="72765">
                  <c:v>k8515</c:v>
                </c:pt>
                <c:pt idx="72716">
                  <c:v>k8516</c:v>
                </c:pt>
                <c:pt idx="72667">
                  <c:v>k8517</c:v>
                </c:pt>
                <c:pt idx="72618">
                  <c:v>k8518</c:v>
                </c:pt>
                <c:pt idx="72569">
                  <c:v>k8519</c:v>
                </c:pt>
                <c:pt idx="72520">
                  <c:v>k8520</c:v>
                </c:pt>
                <c:pt idx="72471">
                  <c:v>k8521</c:v>
                </c:pt>
                <c:pt idx="72422">
                  <c:v>k8522</c:v>
                </c:pt>
                <c:pt idx="72373">
                  <c:v>k8523</c:v>
                </c:pt>
                <c:pt idx="72324">
                  <c:v>k8524</c:v>
                </c:pt>
                <c:pt idx="72275">
                  <c:v>k8525</c:v>
                </c:pt>
                <c:pt idx="72226">
                  <c:v>k8526</c:v>
                </c:pt>
                <c:pt idx="72177">
                  <c:v>k8527</c:v>
                </c:pt>
                <c:pt idx="72128">
                  <c:v>k8528</c:v>
                </c:pt>
                <c:pt idx="72079">
                  <c:v>k8529</c:v>
                </c:pt>
                <c:pt idx="72030">
                  <c:v>k8530</c:v>
                </c:pt>
                <c:pt idx="71981">
                  <c:v>k8531</c:v>
                </c:pt>
                <c:pt idx="71932">
                  <c:v>k8532</c:v>
                </c:pt>
                <c:pt idx="71883">
                  <c:v>k8533</c:v>
                </c:pt>
                <c:pt idx="71834">
                  <c:v>k8534</c:v>
                </c:pt>
                <c:pt idx="71785">
                  <c:v>k8535</c:v>
                </c:pt>
                <c:pt idx="71736">
                  <c:v>k8536</c:v>
                </c:pt>
                <c:pt idx="71687">
                  <c:v>k8537</c:v>
                </c:pt>
                <c:pt idx="71638">
                  <c:v>k8538</c:v>
                </c:pt>
                <c:pt idx="71589">
                  <c:v>k8539</c:v>
                </c:pt>
                <c:pt idx="71540">
                  <c:v>k8540</c:v>
                </c:pt>
                <c:pt idx="71491">
                  <c:v>k8541</c:v>
                </c:pt>
                <c:pt idx="71442">
                  <c:v>k8542</c:v>
                </c:pt>
                <c:pt idx="71393">
                  <c:v>k8543</c:v>
                </c:pt>
                <c:pt idx="71344">
                  <c:v>k8544</c:v>
                </c:pt>
                <c:pt idx="71295">
                  <c:v>k8545</c:v>
                </c:pt>
                <c:pt idx="71246">
                  <c:v>k8546</c:v>
                </c:pt>
                <c:pt idx="71197">
                  <c:v>k8547</c:v>
                </c:pt>
                <c:pt idx="71148">
                  <c:v>k8548</c:v>
                </c:pt>
                <c:pt idx="71099">
                  <c:v>k8549</c:v>
                </c:pt>
                <c:pt idx="71050">
                  <c:v>k8550</c:v>
                </c:pt>
                <c:pt idx="71001">
                  <c:v>k8551</c:v>
                </c:pt>
                <c:pt idx="70952">
                  <c:v>k8552</c:v>
                </c:pt>
                <c:pt idx="70903">
                  <c:v>k8553</c:v>
                </c:pt>
                <c:pt idx="70854">
                  <c:v>k8554</c:v>
                </c:pt>
                <c:pt idx="70805">
                  <c:v>k8555</c:v>
                </c:pt>
                <c:pt idx="70756">
                  <c:v>k8556</c:v>
                </c:pt>
                <c:pt idx="70707">
                  <c:v>k8557</c:v>
                </c:pt>
                <c:pt idx="70658">
                  <c:v>k8558</c:v>
                </c:pt>
                <c:pt idx="70609">
                  <c:v>k8559</c:v>
                </c:pt>
                <c:pt idx="70560">
                  <c:v>k8560</c:v>
                </c:pt>
                <c:pt idx="70511">
                  <c:v>k8561</c:v>
                </c:pt>
                <c:pt idx="70462">
                  <c:v>k8562</c:v>
                </c:pt>
                <c:pt idx="70413">
                  <c:v>k8563</c:v>
                </c:pt>
                <c:pt idx="70364">
                  <c:v>k8564</c:v>
                </c:pt>
                <c:pt idx="70315">
                  <c:v>k8565</c:v>
                </c:pt>
                <c:pt idx="70266">
                  <c:v>k8566</c:v>
                </c:pt>
                <c:pt idx="70217">
                  <c:v>k8567</c:v>
                </c:pt>
                <c:pt idx="70168">
                  <c:v>k8568</c:v>
                </c:pt>
                <c:pt idx="70119">
                  <c:v>k8569</c:v>
                </c:pt>
                <c:pt idx="70070">
                  <c:v>k8570</c:v>
                </c:pt>
                <c:pt idx="70021">
                  <c:v>k8571</c:v>
                </c:pt>
                <c:pt idx="69972">
                  <c:v>k8572</c:v>
                </c:pt>
                <c:pt idx="69923">
                  <c:v>k8573</c:v>
                </c:pt>
                <c:pt idx="69874">
                  <c:v>k8574</c:v>
                </c:pt>
                <c:pt idx="69825">
                  <c:v>k8575</c:v>
                </c:pt>
                <c:pt idx="69776">
                  <c:v>k8576</c:v>
                </c:pt>
                <c:pt idx="69727">
                  <c:v>k8577</c:v>
                </c:pt>
                <c:pt idx="69678">
                  <c:v>k8578</c:v>
                </c:pt>
                <c:pt idx="69629">
                  <c:v>k8579</c:v>
                </c:pt>
                <c:pt idx="69580">
                  <c:v>k8580</c:v>
                </c:pt>
                <c:pt idx="69531">
                  <c:v>k8581</c:v>
                </c:pt>
                <c:pt idx="69482">
                  <c:v>k8582</c:v>
                </c:pt>
                <c:pt idx="69433">
                  <c:v>k8583</c:v>
                </c:pt>
                <c:pt idx="69384">
                  <c:v>k8584</c:v>
                </c:pt>
                <c:pt idx="69335">
                  <c:v>k8585</c:v>
                </c:pt>
                <c:pt idx="69286">
                  <c:v>k8586</c:v>
                </c:pt>
                <c:pt idx="69237">
                  <c:v>k8587</c:v>
                </c:pt>
                <c:pt idx="69188">
                  <c:v>k8588</c:v>
                </c:pt>
                <c:pt idx="69139">
                  <c:v>k8589</c:v>
                </c:pt>
                <c:pt idx="69090">
                  <c:v>k8590</c:v>
                </c:pt>
                <c:pt idx="69041">
                  <c:v>k8591</c:v>
                </c:pt>
                <c:pt idx="68992">
                  <c:v>k8592</c:v>
                </c:pt>
                <c:pt idx="68943">
                  <c:v>k8593</c:v>
                </c:pt>
                <c:pt idx="68894">
                  <c:v>k8594</c:v>
                </c:pt>
                <c:pt idx="68845">
                  <c:v>k8595</c:v>
                </c:pt>
                <c:pt idx="68796">
                  <c:v>k8596</c:v>
                </c:pt>
                <c:pt idx="68747">
                  <c:v>k8597</c:v>
                </c:pt>
                <c:pt idx="68698">
                  <c:v>k8598</c:v>
                </c:pt>
                <c:pt idx="68649">
                  <c:v>k8599</c:v>
                </c:pt>
                <c:pt idx="68600">
                  <c:v>k8600</c:v>
                </c:pt>
                <c:pt idx="68551">
                  <c:v>k8601</c:v>
                </c:pt>
                <c:pt idx="68502">
                  <c:v>k8602</c:v>
                </c:pt>
                <c:pt idx="68453">
                  <c:v>k8603</c:v>
                </c:pt>
                <c:pt idx="68404">
                  <c:v>k8604</c:v>
                </c:pt>
                <c:pt idx="68355">
                  <c:v>k8605</c:v>
                </c:pt>
                <c:pt idx="68306">
                  <c:v>k8606</c:v>
                </c:pt>
                <c:pt idx="68257">
                  <c:v>k8607</c:v>
                </c:pt>
                <c:pt idx="68208">
                  <c:v>k8608</c:v>
                </c:pt>
                <c:pt idx="68159">
                  <c:v>k8609</c:v>
                </c:pt>
                <c:pt idx="68110">
                  <c:v>k8610</c:v>
                </c:pt>
                <c:pt idx="68061">
                  <c:v>k8611</c:v>
                </c:pt>
                <c:pt idx="68012">
                  <c:v>k8612</c:v>
                </c:pt>
                <c:pt idx="67963">
                  <c:v>k8613</c:v>
                </c:pt>
                <c:pt idx="67914">
                  <c:v>k8614</c:v>
                </c:pt>
                <c:pt idx="67865">
                  <c:v>k8615</c:v>
                </c:pt>
                <c:pt idx="67816">
                  <c:v>k8616</c:v>
                </c:pt>
                <c:pt idx="67767">
                  <c:v>k8617</c:v>
                </c:pt>
                <c:pt idx="67718">
                  <c:v>k8618</c:v>
                </c:pt>
                <c:pt idx="67669">
                  <c:v>k8619</c:v>
                </c:pt>
                <c:pt idx="67620">
                  <c:v>k8620</c:v>
                </c:pt>
                <c:pt idx="67571">
                  <c:v>k8621</c:v>
                </c:pt>
                <c:pt idx="67522">
                  <c:v>k8622</c:v>
                </c:pt>
                <c:pt idx="67473">
                  <c:v>k8623</c:v>
                </c:pt>
                <c:pt idx="67424">
                  <c:v>k8624</c:v>
                </c:pt>
                <c:pt idx="67375">
                  <c:v>k8625</c:v>
                </c:pt>
                <c:pt idx="67326">
                  <c:v>k8626</c:v>
                </c:pt>
                <c:pt idx="67277">
                  <c:v>k8627</c:v>
                </c:pt>
                <c:pt idx="67228">
                  <c:v>k8628</c:v>
                </c:pt>
                <c:pt idx="67179">
                  <c:v>k8629</c:v>
                </c:pt>
                <c:pt idx="67130">
                  <c:v>k8630</c:v>
                </c:pt>
                <c:pt idx="67081">
                  <c:v>k8631</c:v>
                </c:pt>
                <c:pt idx="67032">
                  <c:v>k8632</c:v>
                </c:pt>
                <c:pt idx="66983">
                  <c:v>k8633</c:v>
                </c:pt>
                <c:pt idx="66934">
                  <c:v>k8634</c:v>
                </c:pt>
                <c:pt idx="66885">
                  <c:v>k8635</c:v>
                </c:pt>
                <c:pt idx="66836">
                  <c:v>k8636</c:v>
                </c:pt>
                <c:pt idx="66787">
                  <c:v>k8637</c:v>
                </c:pt>
                <c:pt idx="66738">
                  <c:v>k8638</c:v>
                </c:pt>
                <c:pt idx="66689">
                  <c:v>k8639</c:v>
                </c:pt>
                <c:pt idx="66640">
                  <c:v>k8640</c:v>
                </c:pt>
                <c:pt idx="66591">
                  <c:v>k8641</c:v>
                </c:pt>
                <c:pt idx="66542">
                  <c:v>k8642</c:v>
                </c:pt>
                <c:pt idx="66493">
                  <c:v>k8643</c:v>
                </c:pt>
                <c:pt idx="66444">
                  <c:v>k8644</c:v>
                </c:pt>
                <c:pt idx="66395">
                  <c:v>k8645</c:v>
                </c:pt>
                <c:pt idx="66346">
                  <c:v>k8646</c:v>
                </c:pt>
                <c:pt idx="66297">
                  <c:v>k8647</c:v>
                </c:pt>
                <c:pt idx="66248">
                  <c:v>k8648</c:v>
                </c:pt>
                <c:pt idx="66199">
                  <c:v>k8649</c:v>
                </c:pt>
                <c:pt idx="66150">
                  <c:v>k8650</c:v>
                </c:pt>
                <c:pt idx="66101">
                  <c:v>k8651</c:v>
                </c:pt>
                <c:pt idx="66052">
                  <c:v>k8652</c:v>
                </c:pt>
                <c:pt idx="66003">
                  <c:v>k8653</c:v>
                </c:pt>
                <c:pt idx="65954">
                  <c:v>k8654</c:v>
                </c:pt>
                <c:pt idx="65905">
                  <c:v>k8655</c:v>
                </c:pt>
                <c:pt idx="65856">
                  <c:v>k8656</c:v>
                </c:pt>
                <c:pt idx="65807">
                  <c:v>k8657</c:v>
                </c:pt>
                <c:pt idx="65758">
                  <c:v>k8658</c:v>
                </c:pt>
                <c:pt idx="65709">
                  <c:v>k8659</c:v>
                </c:pt>
                <c:pt idx="65660">
                  <c:v>k8660</c:v>
                </c:pt>
                <c:pt idx="65611">
                  <c:v>k8661</c:v>
                </c:pt>
                <c:pt idx="65562">
                  <c:v>k8662</c:v>
                </c:pt>
                <c:pt idx="65513">
                  <c:v>k8663</c:v>
                </c:pt>
                <c:pt idx="65464">
                  <c:v>k8664</c:v>
                </c:pt>
                <c:pt idx="65415">
                  <c:v>k8665</c:v>
                </c:pt>
                <c:pt idx="65366">
                  <c:v>k8666</c:v>
                </c:pt>
                <c:pt idx="65317">
                  <c:v>k8667</c:v>
                </c:pt>
                <c:pt idx="65268">
                  <c:v>k8668</c:v>
                </c:pt>
                <c:pt idx="65219">
                  <c:v>k8669</c:v>
                </c:pt>
                <c:pt idx="65170">
                  <c:v>k8670</c:v>
                </c:pt>
                <c:pt idx="65121">
                  <c:v>k8671</c:v>
                </c:pt>
                <c:pt idx="65072">
                  <c:v>k8672</c:v>
                </c:pt>
                <c:pt idx="65023">
                  <c:v>k8673</c:v>
                </c:pt>
                <c:pt idx="64974">
                  <c:v>k8674</c:v>
                </c:pt>
                <c:pt idx="64925">
                  <c:v>k8675</c:v>
                </c:pt>
                <c:pt idx="64876">
                  <c:v>k8676</c:v>
                </c:pt>
                <c:pt idx="64827">
                  <c:v>k8677</c:v>
                </c:pt>
                <c:pt idx="64778">
                  <c:v>k8678</c:v>
                </c:pt>
                <c:pt idx="64729">
                  <c:v>k8679</c:v>
                </c:pt>
                <c:pt idx="64680">
                  <c:v>k8680</c:v>
                </c:pt>
                <c:pt idx="64631">
                  <c:v>k8681</c:v>
                </c:pt>
                <c:pt idx="64582">
                  <c:v>k8682</c:v>
                </c:pt>
                <c:pt idx="64533">
                  <c:v>k8683</c:v>
                </c:pt>
                <c:pt idx="64484">
                  <c:v>k8684</c:v>
                </c:pt>
                <c:pt idx="64435">
                  <c:v>k8685</c:v>
                </c:pt>
                <c:pt idx="64386">
                  <c:v>k8686</c:v>
                </c:pt>
                <c:pt idx="64337">
                  <c:v>k8687</c:v>
                </c:pt>
                <c:pt idx="64288">
                  <c:v>k8688</c:v>
                </c:pt>
                <c:pt idx="64239">
                  <c:v>k8689</c:v>
                </c:pt>
                <c:pt idx="64190">
                  <c:v>k8690</c:v>
                </c:pt>
                <c:pt idx="64141">
                  <c:v>k8691</c:v>
                </c:pt>
                <c:pt idx="64092">
                  <c:v>k8692</c:v>
                </c:pt>
                <c:pt idx="64043">
                  <c:v>k8693</c:v>
                </c:pt>
                <c:pt idx="63994">
                  <c:v>k8694</c:v>
                </c:pt>
                <c:pt idx="63945">
                  <c:v>k8695</c:v>
                </c:pt>
                <c:pt idx="63896">
                  <c:v>k8696</c:v>
                </c:pt>
                <c:pt idx="63847">
                  <c:v>k8697</c:v>
                </c:pt>
                <c:pt idx="63798">
                  <c:v>k8698</c:v>
                </c:pt>
                <c:pt idx="63749">
                  <c:v>k8699</c:v>
                </c:pt>
                <c:pt idx="63700">
                  <c:v>k8700</c:v>
                </c:pt>
                <c:pt idx="63651">
                  <c:v>k8701</c:v>
                </c:pt>
                <c:pt idx="63602">
                  <c:v>k8702</c:v>
                </c:pt>
                <c:pt idx="63553">
                  <c:v>k8703</c:v>
                </c:pt>
                <c:pt idx="63504">
                  <c:v>k8704</c:v>
                </c:pt>
                <c:pt idx="63455">
                  <c:v>k8705</c:v>
                </c:pt>
                <c:pt idx="63406">
                  <c:v>k8706</c:v>
                </c:pt>
                <c:pt idx="63357">
                  <c:v>k8707</c:v>
                </c:pt>
                <c:pt idx="63308">
                  <c:v>k8708</c:v>
                </c:pt>
                <c:pt idx="63259">
                  <c:v>k8709</c:v>
                </c:pt>
                <c:pt idx="63210">
                  <c:v>k8710</c:v>
                </c:pt>
                <c:pt idx="63161">
                  <c:v>k8711</c:v>
                </c:pt>
                <c:pt idx="63112">
                  <c:v>k8712</c:v>
                </c:pt>
                <c:pt idx="63063">
                  <c:v>k8713</c:v>
                </c:pt>
                <c:pt idx="63014">
                  <c:v>k8714</c:v>
                </c:pt>
                <c:pt idx="62965">
                  <c:v>k8715</c:v>
                </c:pt>
                <c:pt idx="62916">
                  <c:v>k8716</c:v>
                </c:pt>
                <c:pt idx="62867">
                  <c:v>k8717</c:v>
                </c:pt>
                <c:pt idx="62818">
                  <c:v>k8718</c:v>
                </c:pt>
                <c:pt idx="62769">
                  <c:v>k8719</c:v>
                </c:pt>
                <c:pt idx="62720">
                  <c:v>k8720</c:v>
                </c:pt>
                <c:pt idx="62671">
                  <c:v>k8721</c:v>
                </c:pt>
                <c:pt idx="62622">
                  <c:v>k8722</c:v>
                </c:pt>
                <c:pt idx="62573">
                  <c:v>k8723</c:v>
                </c:pt>
                <c:pt idx="62524">
                  <c:v>k8724</c:v>
                </c:pt>
                <c:pt idx="62475">
                  <c:v>k8725</c:v>
                </c:pt>
                <c:pt idx="62426">
                  <c:v>k8726</c:v>
                </c:pt>
                <c:pt idx="62377">
                  <c:v>k8727</c:v>
                </c:pt>
                <c:pt idx="62328">
                  <c:v>k8728</c:v>
                </c:pt>
                <c:pt idx="62279">
                  <c:v>k8729</c:v>
                </c:pt>
                <c:pt idx="62230">
                  <c:v>k8730</c:v>
                </c:pt>
                <c:pt idx="62181">
                  <c:v>k8731</c:v>
                </c:pt>
                <c:pt idx="62132">
                  <c:v>k8732</c:v>
                </c:pt>
                <c:pt idx="62083">
                  <c:v>k8733</c:v>
                </c:pt>
                <c:pt idx="62034">
                  <c:v>k8734</c:v>
                </c:pt>
                <c:pt idx="61985">
                  <c:v>k8735</c:v>
                </c:pt>
                <c:pt idx="61936">
                  <c:v>k8736</c:v>
                </c:pt>
                <c:pt idx="61887">
                  <c:v>k8737</c:v>
                </c:pt>
                <c:pt idx="61838">
                  <c:v>k8738</c:v>
                </c:pt>
                <c:pt idx="61789">
                  <c:v>k8739</c:v>
                </c:pt>
                <c:pt idx="61740">
                  <c:v>k8740</c:v>
                </c:pt>
                <c:pt idx="61691">
                  <c:v>k8741</c:v>
                </c:pt>
                <c:pt idx="61642">
                  <c:v>k8742</c:v>
                </c:pt>
                <c:pt idx="61593">
                  <c:v>k8743</c:v>
                </c:pt>
                <c:pt idx="61544">
                  <c:v>k8744</c:v>
                </c:pt>
                <c:pt idx="61495">
                  <c:v>k8745</c:v>
                </c:pt>
                <c:pt idx="61446">
                  <c:v>k8746</c:v>
                </c:pt>
                <c:pt idx="61397">
                  <c:v>k8747</c:v>
                </c:pt>
                <c:pt idx="61348">
                  <c:v>k8748</c:v>
                </c:pt>
                <c:pt idx="61299">
                  <c:v>k8749</c:v>
                </c:pt>
                <c:pt idx="61250">
                  <c:v>k8750</c:v>
                </c:pt>
                <c:pt idx="61201">
                  <c:v>k8751</c:v>
                </c:pt>
                <c:pt idx="61152">
                  <c:v>k8752</c:v>
                </c:pt>
                <c:pt idx="61103">
                  <c:v>k8753</c:v>
                </c:pt>
                <c:pt idx="61054">
                  <c:v>k8754</c:v>
                </c:pt>
                <c:pt idx="61005">
                  <c:v>k8755</c:v>
                </c:pt>
                <c:pt idx="60956">
                  <c:v>k8756</c:v>
                </c:pt>
                <c:pt idx="60907">
                  <c:v>k8757</c:v>
                </c:pt>
                <c:pt idx="60858">
                  <c:v>k8758</c:v>
                </c:pt>
                <c:pt idx="60809">
                  <c:v>k8759</c:v>
                </c:pt>
                <c:pt idx="60760">
                  <c:v>k8760</c:v>
                </c:pt>
                <c:pt idx="60711">
                  <c:v>k8761</c:v>
                </c:pt>
                <c:pt idx="60662">
                  <c:v>k8762</c:v>
                </c:pt>
                <c:pt idx="60613">
                  <c:v>k8763</c:v>
                </c:pt>
                <c:pt idx="60564">
                  <c:v>k8764</c:v>
                </c:pt>
                <c:pt idx="60515">
                  <c:v>k8765</c:v>
                </c:pt>
                <c:pt idx="60466">
                  <c:v>k8766</c:v>
                </c:pt>
                <c:pt idx="60417">
                  <c:v>k8767</c:v>
                </c:pt>
                <c:pt idx="60368">
                  <c:v>k8768</c:v>
                </c:pt>
                <c:pt idx="60319">
                  <c:v>k8769</c:v>
                </c:pt>
                <c:pt idx="60270">
                  <c:v>k8770</c:v>
                </c:pt>
                <c:pt idx="60221">
                  <c:v>k8771</c:v>
                </c:pt>
                <c:pt idx="60172">
                  <c:v>k8772</c:v>
                </c:pt>
                <c:pt idx="60123">
                  <c:v>k8773</c:v>
                </c:pt>
                <c:pt idx="60074">
                  <c:v>k8774</c:v>
                </c:pt>
                <c:pt idx="60025">
                  <c:v>k8775</c:v>
                </c:pt>
                <c:pt idx="59976">
                  <c:v>k8776</c:v>
                </c:pt>
                <c:pt idx="59927">
                  <c:v>k8777</c:v>
                </c:pt>
                <c:pt idx="59878">
                  <c:v>k8778</c:v>
                </c:pt>
                <c:pt idx="59829">
                  <c:v>k8779</c:v>
                </c:pt>
                <c:pt idx="59780">
                  <c:v>k8780</c:v>
                </c:pt>
                <c:pt idx="59731">
                  <c:v>k8781</c:v>
                </c:pt>
                <c:pt idx="59682">
                  <c:v>k8782</c:v>
                </c:pt>
                <c:pt idx="59633">
                  <c:v>k8783</c:v>
                </c:pt>
                <c:pt idx="59584">
                  <c:v>k8784</c:v>
                </c:pt>
                <c:pt idx="59535">
                  <c:v>k8785</c:v>
                </c:pt>
                <c:pt idx="59486">
                  <c:v>k8786</c:v>
                </c:pt>
                <c:pt idx="59437">
                  <c:v>k8787</c:v>
                </c:pt>
                <c:pt idx="59388">
                  <c:v>k8788</c:v>
                </c:pt>
                <c:pt idx="59339">
                  <c:v>k8789</c:v>
                </c:pt>
                <c:pt idx="59290">
                  <c:v>k8790</c:v>
                </c:pt>
                <c:pt idx="59241">
                  <c:v>k8791</c:v>
                </c:pt>
                <c:pt idx="59192">
                  <c:v>k8792</c:v>
                </c:pt>
                <c:pt idx="59143">
                  <c:v>k8793</c:v>
                </c:pt>
                <c:pt idx="59094">
                  <c:v>k8794</c:v>
                </c:pt>
                <c:pt idx="59045">
                  <c:v>k8795</c:v>
                </c:pt>
                <c:pt idx="58996">
                  <c:v>k8796</c:v>
                </c:pt>
                <c:pt idx="58947">
                  <c:v>k8797</c:v>
                </c:pt>
                <c:pt idx="58898">
                  <c:v>k8798</c:v>
                </c:pt>
                <c:pt idx="58849">
                  <c:v>k8799</c:v>
                </c:pt>
                <c:pt idx="58800">
                  <c:v>k8800</c:v>
                </c:pt>
                <c:pt idx="58751">
                  <c:v>k8801</c:v>
                </c:pt>
                <c:pt idx="58702">
                  <c:v>k8802</c:v>
                </c:pt>
                <c:pt idx="58653">
                  <c:v>k8803</c:v>
                </c:pt>
                <c:pt idx="58604">
                  <c:v>k8804</c:v>
                </c:pt>
                <c:pt idx="58555">
                  <c:v>k8805</c:v>
                </c:pt>
                <c:pt idx="58506">
                  <c:v>k8806</c:v>
                </c:pt>
                <c:pt idx="58457">
                  <c:v>k8807</c:v>
                </c:pt>
                <c:pt idx="58408">
                  <c:v>k8808</c:v>
                </c:pt>
                <c:pt idx="58359">
                  <c:v>k8809</c:v>
                </c:pt>
                <c:pt idx="58310">
                  <c:v>k8810</c:v>
                </c:pt>
                <c:pt idx="58261">
                  <c:v>k8811</c:v>
                </c:pt>
                <c:pt idx="58212">
                  <c:v>k8812</c:v>
                </c:pt>
                <c:pt idx="58163">
                  <c:v>k8813</c:v>
                </c:pt>
                <c:pt idx="58114">
                  <c:v>k8814</c:v>
                </c:pt>
                <c:pt idx="58065">
                  <c:v>k8815</c:v>
                </c:pt>
                <c:pt idx="58016">
                  <c:v>k8816</c:v>
                </c:pt>
                <c:pt idx="57967">
                  <c:v>k8817</c:v>
                </c:pt>
                <c:pt idx="57918">
                  <c:v>k8818</c:v>
                </c:pt>
                <c:pt idx="57869">
                  <c:v>k8819</c:v>
                </c:pt>
                <c:pt idx="57820">
                  <c:v>k8820</c:v>
                </c:pt>
                <c:pt idx="57771">
                  <c:v>k8821</c:v>
                </c:pt>
                <c:pt idx="57722">
                  <c:v>k8822</c:v>
                </c:pt>
                <c:pt idx="57673">
                  <c:v>k8823</c:v>
                </c:pt>
                <c:pt idx="57624">
                  <c:v>k8824</c:v>
                </c:pt>
                <c:pt idx="57575">
                  <c:v>k8825</c:v>
                </c:pt>
                <c:pt idx="57526">
                  <c:v>k8826</c:v>
                </c:pt>
                <c:pt idx="57477">
                  <c:v>k8827</c:v>
                </c:pt>
                <c:pt idx="57428">
                  <c:v>k8828</c:v>
                </c:pt>
                <c:pt idx="57379">
                  <c:v>k8829</c:v>
                </c:pt>
                <c:pt idx="57330">
                  <c:v>k8830</c:v>
                </c:pt>
                <c:pt idx="57281">
                  <c:v>k8831</c:v>
                </c:pt>
                <c:pt idx="57232">
                  <c:v>k8832</c:v>
                </c:pt>
                <c:pt idx="57183">
                  <c:v>k8833</c:v>
                </c:pt>
                <c:pt idx="57134">
                  <c:v>k8834</c:v>
                </c:pt>
                <c:pt idx="57085">
                  <c:v>k8835</c:v>
                </c:pt>
                <c:pt idx="57036">
                  <c:v>k8836</c:v>
                </c:pt>
                <c:pt idx="56987">
                  <c:v>k8837</c:v>
                </c:pt>
                <c:pt idx="56938">
                  <c:v>k8838</c:v>
                </c:pt>
                <c:pt idx="56889">
                  <c:v>k8839</c:v>
                </c:pt>
                <c:pt idx="56840">
                  <c:v>k8840</c:v>
                </c:pt>
                <c:pt idx="56791">
                  <c:v>k8841</c:v>
                </c:pt>
                <c:pt idx="56742">
                  <c:v>k8842</c:v>
                </c:pt>
                <c:pt idx="56693">
                  <c:v>k8843</c:v>
                </c:pt>
                <c:pt idx="56644">
                  <c:v>k8844</c:v>
                </c:pt>
                <c:pt idx="56595">
                  <c:v>k8845</c:v>
                </c:pt>
                <c:pt idx="56546">
                  <c:v>k8846</c:v>
                </c:pt>
                <c:pt idx="56497">
                  <c:v>k8847</c:v>
                </c:pt>
                <c:pt idx="56448">
                  <c:v>k8848</c:v>
                </c:pt>
                <c:pt idx="56399">
                  <c:v>k8849</c:v>
                </c:pt>
                <c:pt idx="56350">
                  <c:v>k8850</c:v>
                </c:pt>
                <c:pt idx="56301">
                  <c:v>k8851</c:v>
                </c:pt>
                <c:pt idx="56252">
                  <c:v>k8852</c:v>
                </c:pt>
                <c:pt idx="56203">
                  <c:v>k8853</c:v>
                </c:pt>
                <c:pt idx="56154">
                  <c:v>k8854</c:v>
                </c:pt>
                <c:pt idx="56105">
                  <c:v>k8855</c:v>
                </c:pt>
                <c:pt idx="56056">
                  <c:v>k8856</c:v>
                </c:pt>
                <c:pt idx="56007">
                  <c:v>k8857</c:v>
                </c:pt>
                <c:pt idx="55958">
                  <c:v>k8858</c:v>
                </c:pt>
                <c:pt idx="55909">
                  <c:v>k8859</c:v>
                </c:pt>
                <c:pt idx="55860">
                  <c:v>k8860</c:v>
                </c:pt>
                <c:pt idx="55811">
                  <c:v>k8861</c:v>
                </c:pt>
                <c:pt idx="55762">
                  <c:v>k8862</c:v>
                </c:pt>
                <c:pt idx="55713">
                  <c:v>k8863</c:v>
                </c:pt>
                <c:pt idx="55664">
                  <c:v>k8864</c:v>
                </c:pt>
                <c:pt idx="55615">
                  <c:v>k8865</c:v>
                </c:pt>
                <c:pt idx="55566">
                  <c:v>k8866</c:v>
                </c:pt>
                <c:pt idx="55517">
                  <c:v>k8867</c:v>
                </c:pt>
                <c:pt idx="55468">
                  <c:v>k8868</c:v>
                </c:pt>
                <c:pt idx="55419">
                  <c:v>k8869</c:v>
                </c:pt>
                <c:pt idx="55370">
                  <c:v>k8870</c:v>
                </c:pt>
                <c:pt idx="55321">
                  <c:v>k8871</c:v>
                </c:pt>
                <c:pt idx="55272">
                  <c:v>k8872</c:v>
                </c:pt>
                <c:pt idx="55223">
                  <c:v>k8873</c:v>
                </c:pt>
                <c:pt idx="55174">
                  <c:v>k8874</c:v>
                </c:pt>
                <c:pt idx="55125">
                  <c:v>k8875</c:v>
                </c:pt>
                <c:pt idx="55076">
                  <c:v>k8876</c:v>
                </c:pt>
                <c:pt idx="55027">
                  <c:v>k8877</c:v>
                </c:pt>
                <c:pt idx="54978">
                  <c:v>k8878</c:v>
                </c:pt>
                <c:pt idx="54929">
                  <c:v>k8879</c:v>
                </c:pt>
                <c:pt idx="54880">
                  <c:v>k8880</c:v>
                </c:pt>
                <c:pt idx="54831">
                  <c:v>k8881</c:v>
                </c:pt>
                <c:pt idx="54782">
                  <c:v>k8882</c:v>
                </c:pt>
                <c:pt idx="54733">
                  <c:v>k8883</c:v>
                </c:pt>
                <c:pt idx="54684">
                  <c:v>k8884</c:v>
                </c:pt>
                <c:pt idx="54635">
                  <c:v>k8885</c:v>
                </c:pt>
                <c:pt idx="54586">
                  <c:v>k8886</c:v>
                </c:pt>
                <c:pt idx="54537">
                  <c:v>k8887</c:v>
                </c:pt>
                <c:pt idx="54488">
                  <c:v>k8888</c:v>
                </c:pt>
                <c:pt idx="54439">
                  <c:v>k8889</c:v>
                </c:pt>
                <c:pt idx="54390">
                  <c:v>k8890</c:v>
                </c:pt>
                <c:pt idx="54341">
                  <c:v>k8891</c:v>
                </c:pt>
                <c:pt idx="54292">
                  <c:v>k8892</c:v>
                </c:pt>
                <c:pt idx="54243">
                  <c:v>k8893</c:v>
                </c:pt>
                <c:pt idx="54194">
                  <c:v>k8894</c:v>
                </c:pt>
                <c:pt idx="54145">
                  <c:v>k8895</c:v>
                </c:pt>
                <c:pt idx="54096">
                  <c:v>k8896</c:v>
                </c:pt>
                <c:pt idx="54047">
                  <c:v>k8897</c:v>
                </c:pt>
                <c:pt idx="53998">
                  <c:v>k8898</c:v>
                </c:pt>
                <c:pt idx="53949">
                  <c:v>k8899</c:v>
                </c:pt>
                <c:pt idx="53900">
                  <c:v>k8900</c:v>
                </c:pt>
                <c:pt idx="53851">
                  <c:v>k8901</c:v>
                </c:pt>
                <c:pt idx="53802">
                  <c:v>k8902</c:v>
                </c:pt>
                <c:pt idx="53753">
                  <c:v>k8903</c:v>
                </c:pt>
                <c:pt idx="53704">
                  <c:v>k8904</c:v>
                </c:pt>
                <c:pt idx="53655">
                  <c:v>k8905</c:v>
                </c:pt>
                <c:pt idx="53606">
                  <c:v>k8906</c:v>
                </c:pt>
                <c:pt idx="53557">
                  <c:v>k8907</c:v>
                </c:pt>
                <c:pt idx="53508">
                  <c:v>k8908</c:v>
                </c:pt>
                <c:pt idx="53459">
                  <c:v>k8909</c:v>
                </c:pt>
                <c:pt idx="53410">
                  <c:v>k8910</c:v>
                </c:pt>
                <c:pt idx="53361">
                  <c:v>k8911</c:v>
                </c:pt>
                <c:pt idx="53312">
                  <c:v>k8912</c:v>
                </c:pt>
                <c:pt idx="53263">
                  <c:v>k8913</c:v>
                </c:pt>
                <c:pt idx="53214">
                  <c:v>k8914</c:v>
                </c:pt>
                <c:pt idx="53165">
                  <c:v>k8915</c:v>
                </c:pt>
                <c:pt idx="53116">
                  <c:v>k8916</c:v>
                </c:pt>
                <c:pt idx="53067">
                  <c:v>k8917</c:v>
                </c:pt>
                <c:pt idx="53018">
                  <c:v>k8918</c:v>
                </c:pt>
                <c:pt idx="52969">
                  <c:v>k8919</c:v>
                </c:pt>
                <c:pt idx="52920">
                  <c:v>k8920</c:v>
                </c:pt>
                <c:pt idx="52871">
                  <c:v>k8921</c:v>
                </c:pt>
                <c:pt idx="52822">
                  <c:v>k8922</c:v>
                </c:pt>
                <c:pt idx="52773">
                  <c:v>k8923</c:v>
                </c:pt>
                <c:pt idx="52724">
                  <c:v>k8924</c:v>
                </c:pt>
                <c:pt idx="52675">
                  <c:v>k8925</c:v>
                </c:pt>
                <c:pt idx="52626">
                  <c:v>k8926</c:v>
                </c:pt>
                <c:pt idx="52577">
                  <c:v>k8927</c:v>
                </c:pt>
                <c:pt idx="52528">
                  <c:v>k8928</c:v>
                </c:pt>
                <c:pt idx="52479">
                  <c:v>k8929</c:v>
                </c:pt>
                <c:pt idx="52430">
                  <c:v>k8930</c:v>
                </c:pt>
                <c:pt idx="52381">
                  <c:v>k8931</c:v>
                </c:pt>
                <c:pt idx="52332">
                  <c:v>k8932</c:v>
                </c:pt>
                <c:pt idx="52283">
                  <c:v>k8933</c:v>
                </c:pt>
                <c:pt idx="52234">
                  <c:v>k8934</c:v>
                </c:pt>
                <c:pt idx="52185">
                  <c:v>k8935</c:v>
                </c:pt>
                <c:pt idx="52136">
                  <c:v>k8936</c:v>
                </c:pt>
                <c:pt idx="52087">
                  <c:v>k8937</c:v>
                </c:pt>
                <c:pt idx="52038">
                  <c:v>k8938</c:v>
                </c:pt>
                <c:pt idx="51989">
                  <c:v>k8939</c:v>
                </c:pt>
                <c:pt idx="51940">
                  <c:v>k8940</c:v>
                </c:pt>
                <c:pt idx="51891">
                  <c:v>k8941</c:v>
                </c:pt>
                <c:pt idx="51842">
                  <c:v>k8942</c:v>
                </c:pt>
                <c:pt idx="51793">
                  <c:v>k8943</c:v>
                </c:pt>
                <c:pt idx="51744">
                  <c:v>k8944</c:v>
                </c:pt>
                <c:pt idx="51695">
                  <c:v>k8945</c:v>
                </c:pt>
                <c:pt idx="51646">
                  <c:v>k8946</c:v>
                </c:pt>
                <c:pt idx="51597">
                  <c:v>k8947</c:v>
                </c:pt>
                <c:pt idx="51548">
                  <c:v>k8948</c:v>
                </c:pt>
                <c:pt idx="51499">
                  <c:v>k8949</c:v>
                </c:pt>
                <c:pt idx="51450">
                  <c:v>k8950</c:v>
                </c:pt>
                <c:pt idx="51401">
                  <c:v>k8951</c:v>
                </c:pt>
                <c:pt idx="51352">
                  <c:v>k8952</c:v>
                </c:pt>
                <c:pt idx="51303">
                  <c:v>k8953</c:v>
                </c:pt>
                <c:pt idx="51254">
                  <c:v>k8954</c:v>
                </c:pt>
                <c:pt idx="51205">
                  <c:v>k8955</c:v>
                </c:pt>
                <c:pt idx="51156">
                  <c:v>k8956</c:v>
                </c:pt>
                <c:pt idx="51107">
                  <c:v>k8957</c:v>
                </c:pt>
                <c:pt idx="51058">
                  <c:v>k8958</c:v>
                </c:pt>
                <c:pt idx="51009">
                  <c:v>k8959</c:v>
                </c:pt>
                <c:pt idx="50960">
                  <c:v>k8960</c:v>
                </c:pt>
                <c:pt idx="50911">
                  <c:v>k8961</c:v>
                </c:pt>
                <c:pt idx="50862">
                  <c:v>k8962</c:v>
                </c:pt>
                <c:pt idx="50813">
                  <c:v>k8963</c:v>
                </c:pt>
                <c:pt idx="50764">
                  <c:v>k8964</c:v>
                </c:pt>
                <c:pt idx="50715">
                  <c:v>k8965</c:v>
                </c:pt>
                <c:pt idx="50666">
                  <c:v>k8966</c:v>
                </c:pt>
                <c:pt idx="50617">
                  <c:v>k8967</c:v>
                </c:pt>
                <c:pt idx="50568">
                  <c:v>k8968</c:v>
                </c:pt>
                <c:pt idx="50519">
                  <c:v>k8969</c:v>
                </c:pt>
                <c:pt idx="50470">
                  <c:v>k8970</c:v>
                </c:pt>
                <c:pt idx="50421">
                  <c:v>k8971</c:v>
                </c:pt>
                <c:pt idx="50372">
                  <c:v>k8972</c:v>
                </c:pt>
                <c:pt idx="50323">
                  <c:v>k8973</c:v>
                </c:pt>
                <c:pt idx="50274">
                  <c:v>k8974</c:v>
                </c:pt>
                <c:pt idx="50225">
                  <c:v>k8975</c:v>
                </c:pt>
                <c:pt idx="50176">
                  <c:v>k8976</c:v>
                </c:pt>
                <c:pt idx="50127">
                  <c:v>k8977</c:v>
                </c:pt>
                <c:pt idx="50078">
                  <c:v>k8978</c:v>
                </c:pt>
                <c:pt idx="50029">
                  <c:v>k8979</c:v>
                </c:pt>
                <c:pt idx="49980">
                  <c:v>k8980</c:v>
                </c:pt>
                <c:pt idx="49931">
                  <c:v>k8981</c:v>
                </c:pt>
                <c:pt idx="49882">
                  <c:v>k8982</c:v>
                </c:pt>
                <c:pt idx="49833">
                  <c:v>k8983</c:v>
                </c:pt>
                <c:pt idx="49784">
                  <c:v>k8984</c:v>
                </c:pt>
                <c:pt idx="49735">
                  <c:v>k8985</c:v>
                </c:pt>
                <c:pt idx="49686">
                  <c:v>k8986</c:v>
                </c:pt>
                <c:pt idx="49637">
                  <c:v>k8987</c:v>
                </c:pt>
                <c:pt idx="49588">
                  <c:v>k8988</c:v>
                </c:pt>
                <c:pt idx="49539">
                  <c:v>k8989</c:v>
                </c:pt>
                <c:pt idx="49490">
                  <c:v>k8990</c:v>
                </c:pt>
                <c:pt idx="49441">
                  <c:v>k8991</c:v>
                </c:pt>
                <c:pt idx="49392">
                  <c:v>k8992</c:v>
                </c:pt>
                <c:pt idx="49343">
                  <c:v>k8993</c:v>
                </c:pt>
                <c:pt idx="49294">
                  <c:v>k8994</c:v>
                </c:pt>
                <c:pt idx="49245">
                  <c:v>k8995</c:v>
                </c:pt>
                <c:pt idx="49196">
                  <c:v>k8996</c:v>
                </c:pt>
                <c:pt idx="49147">
                  <c:v>k8997</c:v>
                </c:pt>
                <c:pt idx="49098">
                  <c:v>k8998</c:v>
                </c:pt>
                <c:pt idx="49049">
                  <c:v>k8999</c:v>
                </c:pt>
                <c:pt idx="49000">
                  <c:v>k9000</c:v>
                </c:pt>
                <c:pt idx="48951">
                  <c:v>k9001</c:v>
                </c:pt>
                <c:pt idx="48902">
                  <c:v>k9002</c:v>
                </c:pt>
                <c:pt idx="48853">
                  <c:v>k9003</c:v>
                </c:pt>
                <c:pt idx="48804">
                  <c:v>k9004</c:v>
                </c:pt>
                <c:pt idx="48755">
                  <c:v>k9005</c:v>
                </c:pt>
                <c:pt idx="48706">
                  <c:v>k9006</c:v>
                </c:pt>
                <c:pt idx="48657">
                  <c:v>k9007</c:v>
                </c:pt>
                <c:pt idx="48608">
                  <c:v>k9008</c:v>
                </c:pt>
                <c:pt idx="48559">
                  <c:v>k9009</c:v>
                </c:pt>
                <c:pt idx="48510">
                  <c:v>k9010</c:v>
                </c:pt>
                <c:pt idx="48461">
                  <c:v>k9011</c:v>
                </c:pt>
                <c:pt idx="48412">
                  <c:v>k9012</c:v>
                </c:pt>
                <c:pt idx="48363">
                  <c:v>k9013</c:v>
                </c:pt>
                <c:pt idx="48314">
                  <c:v>k9014</c:v>
                </c:pt>
                <c:pt idx="48265">
                  <c:v>k9015</c:v>
                </c:pt>
                <c:pt idx="48216">
                  <c:v>k9016</c:v>
                </c:pt>
                <c:pt idx="48167">
                  <c:v>k9017</c:v>
                </c:pt>
                <c:pt idx="48118">
                  <c:v>k9018</c:v>
                </c:pt>
                <c:pt idx="48069">
                  <c:v>k9019</c:v>
                </c:pt>
                <c:pt idx="48020">
                  <c:v>k9020</c:v>
                </c:pt>
                <c:pt idx="47971">
                  <c:v>k9021</c:v>
                </c:pt>
                <c:pt idx="47922">
                  <c:v>k9022</c:v>
                </c:pt>
                <c:pt idx="47873">
                  <c:v>k9023</c:v>
                </c:pt>
                <c:pt idx="47824">
                  <c:v>k9024</c:v>
                </c:pt>
                <c:pt idx="47775">
                  <c:v>k9025</c:v>
                </c:pt>
                <c:pt idx="47726">
                  <c:v>k9026</c:v>
                </c:pt>
                <c:pt idx="47677">
                  <c:v>k9027</c:v>
                </c:pt>
                <c:pt idx="47628">
                  <c:v>k9028</c:v>
                </c:pt>
                <c:pt idx="47579">
                  <c:v>k9029</c:v>
                </c:pt>
                <c:pt idx="47530">
                  <c:v>k9030</c:v>
                </c:pt>
                <c:pt idx="47481">
                  <c:v>k9031</c:v>
                </c:pt>
                <c:pt idx="47432">
                  <c:v>k9032</c:v>
                </c:pt>
                <c:pt idx="47383">
                  <c:v>k9033</c:v>
                </c:pt>
                <c:pt idx="47334">
                  <c:v>k9034</c:v>
                </c:pt>
                <c:pt idx="47285">
                  <c:v>k9035</c:v>
                </c:pt>
                <c:pt idx="47236">
                  <c:v>k9036</c:v>
                </c:pt>
                <c:pt idx="47187">
                  <c:v>k9037</c:v>
                </c:pt>
                <c:pt idx="47138">
                  <c:v>k9038</c:v>
                </c:pt>
                <c:pt idx="47089">
                  <c:v>k9039</c:v>
                </c:pt>
                <c:pt idx="47040">
                  <c:v>k9040</c:v>
                </c:pt>
                <c:pt idx="46991">
                  <c:v>k9041</c:v>
                </c:pt>
                <c:pt idx="46942">
                  <c:v>k9042</c:v>
                </c:pt>
                <c:pt idx="46893">
                  <c:v>k9043</c:v>
                </c:pt>
                <c:pt idx="46844">
                  <c:v>k9044</c:v>
                </c:pt>
                <c:pt idx="46795">
                  <c:v>k9045</c:v>
                </c:pt>
                <c:pt idx="46746">
                  <c:v>k9046</c:v>
                </c:pt>
                <c:pt idx="46697">
                  <c:v>k9047</c:v>
                </c:pt>
                <c:pt idx="46648">
                  <c:v>k9048</c:v>
                </c:pt>
                <c:pt idx="46599">
                  <c:v>k9049</c:v>
                </c:pt>
                <c:pt idx="46550">
                  <c:v>k9050</c:v>
                </c:pt>
                <c:pt idx="46501">
                  <c:v>k9051</c:v>
                </c:pt>
                <c:pt idx="46452">
                  <c:v>k9052</c:v>
                </c:pt>
                <c:pt idx="46403">
                  <c:v>k9053</c:v>
                </c:pt>
                <c:pt idx="46354">
                  <c:v>k9054</c:v>
                </c:pt>
                <c:pt idx="46305">
                  <c:v>k9055</c:v>
                </c:pt>
                <c:pt idx="46256">
                  <c:v>k9056</c:v>
                </c:pt>
                <c:pt idx="46207">
                  <c:v>k9057</c:v>
                </c:pt>
                <c:pt idx="46158">
                  <c:v>k9058</c:v>
                </c:pt>
                <c:pt idx="46109">
                  <c:v>k9059</c:v>
                </c:pt>
                <c:pt idx="46060">
                  <c:v>k9060</c:v>
                </c:pt>
                <c:pt idx="46011">
                  <c:v>k9061</c:v>
                </c:pt>
                <c:pt idx="45962">
                  <c:v>k9062</c:v>
                </c:pt>
                <c:pt idx="45913">
                  <c:v>k9063</c:v>
                </c:pt>
                <c:pt idx="45864">
                  <c:v>k9064</c:v>
                </c:pt>
                <c:pt idx="45815">
                  <c:v>k9065</c:v>
                </c:pt>
                <c:pt idx="45766">
                  <c:v>k9066</c:v>
                </c:pt>
                <c:pt idx="45717">
                  <c:v>k9067</c:v>
                </c:pt>
                <c:pt idx="45668">
                  <c:v>k9068</c:v>
                </c:pt>
                <c:pt idx="45619">
                  <c:v>k9069</c:v>
                </c:pt>
                <c:pt idx="45570">
                  <c:v>k9070</c:v>
                </c:pt>
                <c:pt idx="45521">
                  <c:v>k9071</c:v>
                </c:pt>
                <c:pt idx="45472">
                  <c:v>k9072</c:v>
                </c:pt>
                <c:pt idx="45423">
                  <c:v>k9073</c:v>
                </c:pt>
                <c:pt idx="45374">
                  <c:v>k9074</c:v>
                </c:pt>
                <c:pt idx="45325">
                  <c:v>k9075</c:v>
                </c:pt>
                <c:pt idx="45276">
                  <c:v>k9076</c:v>
                </c:pt>
                <c:pt idx="45227">
                  <c:v>k9077</c:v>
                </c:pt>
                <c:pt idx="45178">
                  <c:v>k9078</c:v>
                </c:pt>
                <c:pt idx="45129">
                  <c:v>k9079</c:v>
                </c:pt>
                <c:pt idx="45080">
                  <c:v>k9080</c:v>
                </c:pt>
                <c:pt idx="45031">
                  <c:v>k9081</c:v>
                </c:pt>
                <c:pt idx="44982">
                  <c:v>k9082</c:v>
                </c:pt>
                <c:pt idx="44933">
                  <c:v>k9083</c:v>
                </c:pt>
                <c:pt idx="44884">
                  <c:v>k9084</c:v>
                </c:pt>
                <c:pt idx="44835">
                  <c:v>k9085</c:v>
                </c:pt>
                <c:pt idx="44786">
                  <c:v>k9086</c:v>
                </c:pt>
                <c:pt idx="44737">
                  <c:v>k9087</c:v>
                </c:pt>
                <c:pt idx="44688">
                  <c:v>k9088</c:v>
                </c:pt>
                <c:pt idx="44639">
                  <c:v>k9089</c:v>
                </c:pt>
                <c:pt idx="44590">
                  <c:v>k9090</c:v>
                </c:pt>
                <c:pt idx="44541">
                  <c:v>k9091</c:v>
                </c:pt>
                <c:pt idx="44492">
                  <c:v>k9092</c:v>
                </c:pt>
                <c:pt idx="44443">
                  <c:v>k9093</c:v>
                </c:pt>
                <c:pt idx="44394">
                  <c:v>k9094</c:v>
                </c:pt>
                <c:pt idx="44345">
                  <c:v>k9095</c:v>
                </c:pt>
                <c:pt idx="44296">
                  <c:v>k9096</c:v>
                </c:pt>
                <c:pt idx="44247">
                  <c:v>k9097</c:v>
                </c:pt>
                <c:pt idx="44198">
                  <c:v>k9098</c:v>
                </c:pt>
                <c:pt idx="44149">
                  <c:v>k9099</c:v>
                </c:pt>
                <c:pt idx="44100">
                  <c:v>k9100</c:v>
                </c:pt>
                <c:pt idx="44051">
                  <c:v>k9101</c:v>
                </c:pt>
                <c:pt idx="44002">
                  <c:v>k9102</c:v>
                </c:pt>
                <c:pt idx="43953">
                  <c:v>k9103</c:v>
                </c:pt>
                <c:pt idx="43904">
                  <c:v>k9104</c:v>
                </c:pt>
                <c:pt idx="43855">
                  <c:v>k9105</c:v>
                </c:pt>
                <c:pt idx="43806">
                  <c:v>k9106</c:v>
                </c:pt>
                <c:pt idx="43757">
                  <c:v>k9107</c:v>
                </c:pt>
                <c:pt idx="43708">
                  <c:v>k9108</c:v>
                </c:pt>
                <c:pt idx="43659">
                  <c:v>k9109</c:v>
                </c:pt>
                <c:pt idx="43610">
                  <c:v>k9110</c:v>
                </c:pt>
                <c:pt idx="43561">
                  <c:v>k9111</c:v>
                </c:pt>
                <c:pt idx="43512">
                  <c:v>k9112</c:v>
                </c:pt>
                <c:pt idx="43463">
                  <c:v>k9113</c:v>
                </c:pt>
                <c:pt idx="43414">
                  <c:v>k9114</c:v>
                </c:pt>
                <c:pt idx="43365">
                  <c:v>k9115</c:v>
                </c:pt>
                <c:pt idx="43316">
                  <c:v>k9116</c:v>
                </c:pt>
                <c:pt idx="43267">
                  <c:v>k9117</c:v>
                </c:pt>
                <c:pt idx="43218">
                  <c:v>k9118</c:v>
                </c:pt>
                <c:pt idx="43169">
                  <c:v>k9119</c:v>
                </c:pt>
                <c:pt idx="43120">
                  <c:v>k9120</c:v>
                </c:pt>
                <c:pt idx="43071">
                  <c:v>k9121</c:v>
                </c:pt>
                <c:pt idx="43022">
                  <c:v>k9122</c:v>
                </c:pt>
                <c:pt idx="42973">
                  <c:v>k9123</c:v>
                </c:pt>
                <c:pt idx="42924">
                  <c:v>k9124</c:v>
                </c:pt>
                <c:pt idx="42875">
                  <c:v>k9125</c:v>
                </c:pt>
                <c:pt idx="42826">
                  <c:v>k9126</c:v>
                </c:pt>
                <c:pt idx="42777">
                  <c:v>k9127</c:v>
                </c:pt>
                <c:pt idx="42728">
                  <c:v>k9128</c:v>
                </c:pt>
                <c:pt idx="42679">
                  <c:v>k9129</c:v>
                </c:pt>
                <c:pt idx="42630">
                  <c:v>k9130</c:v>
                </c:pt>
                <c:pt idx="42581">
                  <c:v>k9131</c:v>
                </c:pt>
                <c:pt idx="42532">
                  <c:v>k9132</c:v>
                </c:pt>
                <c:pt idx="42483">
                  <c:v>k9133</c:v>
                </c:pt>
                <c:pt idx="42434">
                  <c:v>k9134</c:v>
                </c:pt>
                <c:pt idx="42385">
                  <c:v>k9135</c:v>
                </c:pt>
                <c:pt idx="42336">
                  <c:v>k9136</c:v>
                </c:pt>
                <c:pt idx="42287">
                  <c:v>k9137</c:v>
                </c:pt>
                <c:pt idx="42238">
                  <c:v>k9138</c:v>
                </c:pt>
                <c:pt idx="42189">
                  <c:v>k9139</c:v>
                </c:pt>
                <c:pt idx="42140">
                  <c:v>k9140</c:v>
                </c:pt>
                <c:pt idx="42091">
                  <c:v>k9141</c:v>
                </c:pt>
                <c:pt idx="42042">
                  <c:v>k9142</c:v>
                </c:pt>
                <c:pt idx="41993">
                  <c:v>k9143</c:v>
                </c:pt>
                <c:pt idx="41944">
                  <c:v>k9144</c:v>
                </c:pt>
                <c:pt idx="41895">
                  <c:v>k9145</c:v>
                </c:pt>
                <c:pt idx="41846">
                  <c:v>k9146</c:v>
                </c:pt>
                <c:pt idx="41797">
                  <c:v>k9147</c:v>
                </c:pt>
                <c:pt idx="41748">
                  <c:v>k9148</c:v>
                </c:pt>
                <c:pt idx="41699">
                  <c:v>k9149</c:v>
                </c:pt>
                <c:pt idx="41650">
                  <c:v>k9150</c:v>
                </c:pt>
                <c:pt idx="41601">
                  <c:v>k9151</c:v>
                </c:pt>
                <c:pt idx="41552">
                  <c:v>k9152</c:v>
                </c:pt>
                <c:pt idx="41503">
                  <c:v>k9153</c:v>
                </c:pt>
                <c:pt idx="41454">
                  <c:v>k9154</c:v>
                </c:pt>
                <c:pt idx="41405">
                  <c:v>k9155</c:v>
                </c:pt>
                <c:pt idx="41356">
                  <c:v>k9156</c:v>
                </c:pt>
                <c:pt idx="41307">
                  <c:v>k9157</c:v>
                </c:pt>
                <c:pt idx="41258">
                  <c:v>k9158</c:v>
                </c:pt>
                <c:pt idx="41209">
                  <c:v>k9159</c:v>
                </c:pt>
                <c:pt idx="41160">
                  <c:v>k9160</c:v>
                </c:pt>
                <c:pt idx="41111">
                  <c:v>k9161</c:v>
                </c:pt>
                <c:pt idx="41062">
                  <c:v>k9162</c:v>
                </c:pt>
                <c:pt idx="41013">
                  <c:v>k9163</c:v>
                </c:pt>
                <c:pt idx="40964">
                  <c:v>k9164</c:v>
                </c:pt>
                <c:pt idx="40915">
                  <c:v>k9165</c:v>
                </c:pt>
                <c:pt idx="40866">
                  <c:v>k9166</c:v>
                </c:pt>
                <c:pt idx="40817">
                  <c:v>k9167</c:v>
                </c:pt>
                <c:pt idx="40768">
                  <c:v>k9168</c:v>
                </c:pt>
                <c:pt idx="40719">
                  <c:v>k9169</c:v>
                </c:pt>
                <c:pt idx="40670">
                  <c:v>k9170</c:v>
                </c:pt>
                <c:pt idx="40621">
                  <c:v>k9171</c:v>
                </c:pt>
                <c:pt idx="40572">
                  <c:v>k9172</c:v>
                </c:pt>
                <c:pt idx="40523">
                  <c:v>k9173</c:v>
                </c:pt>
                <c:pt idx="40474">
                  <c:v>k9174</c:v>
                </c:pt>
                <c:pt idx="40425">
                  <c:v>k9175</c:v>
                </c:pt>
                <c:pt idx="40376">
                  <c:v>k9176</c:v>
                </c:pt>
                <c:pt idx="40327">
                  <c:v>k9177</c:v>
                </c:pt>
                <c:pt idx="40278">
                  <c:v>k9178</c:v>
                </c:pt>
                <c:pt idx="40229">
                  <c:v>k9179</c:v>
                </c:pt>
                <c:pt idx="40180">
                  <c:v>k9180</c:v>
                </c:pt>
                <c:pt idx="40131">
                  <c:v>k9181</c:v>
                </c:pt>
                <c:pt idx="40082">
                  <c:v>k9182</c:v>
                </c:pt>
                <c:pt idx="40033">
                  <c:v>k9183</c:v>
                </c:pt>
                <c:pt idx="39984">
                  <c:v>k9184</c:v>
                </c:pt>
                <c:pt idx="39935">
                  <c:v>k9185</c:v>
                </c:pt>
                <c:pt idx="39886">
                  <c:v>k9186</c:v>
                </c:pt>
                <c:pt idx="39837">
                  <c:v>k9187</c:v>
                </c:pt>
                <c:pt idx="39788">
                  <c:v>k9188</c:v>
                </c:pt>
                <c:pt idx="39739">
                  <c:v>k9189</c:v>
                </c:pt>
                <c:pt idx="39690">
                  <c:v>k9190</c:v>
                </c:pt>
                <c:pt idx="39641">
                  <c:v>k9191</c:v>
                </c:pt>
                <c:pt idx="39592">
                  <c:v>k9192</c:v>
                </c:pt>
                <c:pt idx="39543">
                  <c:v>k9193</c:v>
                </c:pt>
                <c:pt idx="39494">
                  <c:v>k9194</c:v>
                </c:pt>
                <c:pt idx="39445">
                  <c:v>k9195</c:v>
                </c:pt>
                <c:pt idx="39396">
                  <c:v>k9196</c:v>
                </c:pt>
                <c:pt idx="39347">
                  <c:v>k9197</c:v>
                </c:pt>
                <c:pt idx="39298">
                  <c:v>k9198</c:v>
                </c:pt>
                <c:pt idx="39249">
                  <c:v>k9199</c:v>
                </c:pt>
                <c:pt idx="39200">
                  <c:v>k9200</c:v>
                </c:pt>
                <c:pt idx="39151">
                  <c:v>k9201</c:v>
                </c:pt>
                <c:pt idx="39102">
                  <c:v>k9202</c:v>
                </c:pt>
                <c:pt idx="39053">
                  <c:v>k9203</c:v>
                </c:pt>
                <c:pt idx="39004">
                  <c:v>k9204</c:v>
                </c:pt>
                <c:pt idx="38955">
                  <c:v>k9205</c:v>
                </c:pt>
                <c:pt idx="38906">
                  <c:v>k9206</c:v>
                </c:pt>
                <c:pt idx="38857">
                  <c:v>k9207</c:v>
                </c:pt>
                <c:pt idx="38808">
                  <c:v>k9208</c:v>
                </c:pt>
                <c:pt idx="38759">
                  <c:v>k9209</c:v>
                </c:pt>
                <c:pt idx="38710">
                  <c:v>k9210</c:v>
                </c:pt>
                <c:pt idx="38661">
                  <c:v>k9211</c:v>
                </c:pt>
                <c:pt idx="38612">
                  <c:v>k9212</c:v>
                </c:pt>
                <c:pt idx="38563">
                  <c:v>k9213</c:v>
                </c:pt>
                <c:pt idx="38514">
                  <c:v>k9214</c:v>
                </c:pt>
                <c:pt idx="38465">
                  <c:v>k9215</c:v>
                </c:pt>
                <c:pt idx="38416">
                  <c:v>k9216</c:v>
                </c:pt>
                <c:pt idx="38367">
                  <c:v>k9217</c:v>
                </c:pt>
                <c:pt idx="38318">
                  <c:v>k9218</c:v>
                </c:pt>
                <c:pt idx="38269">
                  <c:v>k9219</c:v>
                </c:pt>
                <c:pt idx="38220">
                  <c:v>k9220</c:v>
                </c:pt>
                <c:pt idx="38171">
                  <c:v>k9221</c:v>
                </c:pt>
                <c:pt idx="38122">
                  <c:v>k9222</c:v>
                </c:pt>
                <c:pt idx="38073">
                  <c:v>k9223</c:v>
                </c:pt>
                <c:pt idx="38024">
                  <c:v>k9224</c:v>
                </c:pt>
                <c:pt idx="37975">
                  <c:v>k9225</c:v>
                </c:pt>
                <c:pt idx="37926">
                  <c:v>k9226</c:v>
                </c:pt>
                <c:pt idx="37877">
                  <c:v>k9227</c:v>
                </c:pt>
                <c:pt idx="37828">
                  <c:v>k9228</c:v>
                </c:pt>
                <c:pt idx="37779">
                  <c:v>k9229</c:v>
                </c:pt>
                <c:pt idx="37730">
                  <c:v>k9230</c:v>
                </c:pt>
                <c:pt idx="37681">
                  <c:v>k9231</c:v>
                </c:pt>
                <c:pt idx="37632">
                  <c:v>k9232</c:v>
                </c:pt>
                <c:pt idx="37583">
                  <c:v>k9233</c:v>
                </c:pt>
                <c:pt idx="37534">
                  <c:v>k9234</c:v>
                </c:pt>
                <c:pt idx="37485">
                  <c:v>k9235</c:v>
                </c:pt>
                <c:pt idx="37436">
                  <c:v>k9236</c:v>
                </c:pt>
                <c:pt idx="37387">
                  <c:v>k9237</c:v>
                </c:pt>
                <c:pt idx="37338">
                  <c:v>k9238</c:v>
                </c:pt>
                <c:pt idx="37289">
                  <c:v>k9239</c:v>
                </c:pt>
                <c:pt idx="37240">
                  <c:v>k9240</c:v>
                </c:pt>
                <c:pt idx="37191">
                  <c:v>k9241</c:v>
                </c:pt>
                <c:pt idx="37142">
                  <c:v>k9242</c:v>
                </c:pt>
                <c:pt idx="37093">
                  <c:v>k9243</c:v>
                </c:pt>
                <c:pt idx="37044">
                  <c:v>k9244</c:v>
                </c:pt>
                <c:pt idx="36995">
                  <c:v>k9245</c:v>
                </c:pt>
                <c:pt idx="36946">
                  <c:v>k9246</c:v>
                </c:pt>
                <c:pt idx="36897">
                  <c:v>k9247</c:v>
                </c:pt>
                <c:pt idx="36848">
                  <c:v>k9248</c:v>
                </c:pt>
                <c:pt idx="36799">
                  <c:v>k9249</c:v>
                </c:pt>
                <c:pt idx="36750">
                  <c:v>k9250</c:v>
                </c:pt>
                <c:pt idx="36701">
                  <c:v>k9251</c:v>
                </c:pt>
                <c:pt idx="36652">
                  <c:v>k9252</c:v>
                </c:pt>
                <c:pt idx="36603">
                  <c:v>k9253</c:v>
                </c:pt>
                <c:pt idx="36554">
                  <c:v>k9254</c:v>
                </c:pt>
                <c:pt idx="36505">
                  <c:v>k9255</c:v>
                </c:pt>
                <c:pt idx="36456">
                  <c:v>k9256</c:v>
                </c:pt>
                <c:pt idx="36407">
                  <c:v>k9257</c:v>
                </c:pt>
                <c:pt idx="36358">
                  <c:v>k9258</c:v>
                </c:pt>
                <c:pt idx="36309">
                  <c:v>k9259</c:v>
                </c:pt>
                <c:pt idx="36260">
                  <c:v>k9260</c:v>
                </c:pt>
                <c:pt idx="36211">
                  <c:v>k9261</c:v>
                </c:pt>
                <c:pt idx="36162">
                  <c:v>k9262</c:v>
                </c:pt>
                <c:pt idx="36113">
                  <c:v>k9263</c:v>
                </c:pt>
                <c:pt idx="36064">
                  <c:v>k9264</c:v>
                </c:pt>
                <c:pt idx="36015">
                  <c:v>k9265</c:v>
                </c:pt>
                <c:pt idx="35966">
                  <c:v>k9266</c:v>
                </c:pt>
                <c:pt idx="35917">
                  <c:v>k9267</c:v>
                </c:pt>
                <c:pt idx="35868">
                  <c:v>k9268</c:v>
                </c:pt>
                <c:pt idx="35819">
                  <c:v>k9269</c:v>
                </c:pt>
                <c:pt idx="35770">
                  <c:v>k9270</c:v>
                </c:pt>
                <c:pt idx="35721">
                  <c:v>k9271</c:v>
                </c:pt>
                <c:pt idx="35672">
                  <c:v>k9272</c:v>
                </c:pt>
                <c:pt idx="35623">
                  <c:v>k9273</c:v>
                </c:pt>
                <c:pt idx="35574">
                  <c:v>k9274</c:v>
                </c:pt>
                <c:pt idx="35525">
                  <c:v>k9275</c:v>
                </c:pt>
                <c:pt idx="35476">
                  <c:v>k9276</c:v>
                </c:pt>
                <c:pt idx="35427">
                  <c:v>k9277</c:v>
                </c:pt>
                <c:pt idx="35378">
                  <c:v>k9278</c:v>
                </c:pt>
                <c:pt idx="35329">
                  <c:v>k9279</c:v>
                </c:pt>
                <c:pt idx="35280">
                  <c:v>k9280</c:v>
                </c:pt>
                <c:pt idx="35231">
                  <c:v>k9281</c:v>
                </c:pt>
                <c:pt idx="35182">
                  <c:v>k9282</c:v>
                </c:pt>
                <c:pt idx="35133">
                  <c:v>k9283</c:v>
                </c:pt>
                <c:pt idx="35084">
                  <c:v>k9284</c:v>
                </c:pt>
                <c:pt idx="35035">
                  <c:v>k9285</c:v>
                </c:pt>
                <c:pt idx="34986">
                  <c:v>k9286</c:v>
                </c:pt>
                <c:pt idx="34937">
                  <c:v>k9287</c:v>
                </c:pt>
                <c:pt idx="34888">
                  <c:v>k9288</c:v>
                </c:pt>
                <c:pt idx="34839">
                  <c:v>k9289</c:v>
                </c:pt>
                <c:pt idx="34790">
                  <c:v>k9290</c:v>
                </c:pt>
                <c:pt idx="34741">
                  <c:v>k9291</c:v>
                </c:pt>
                <c:pt idx="34692">
                  <c:v>k9292</c:v>
                </c:pt>
                <c:pt idx="34643">
                  <c:v>k9293</c:v>
                </c:pt>
                <c:pt idx="34594">
                  <c:v>k9294</c:v>
                </c:pt>
                <c:pt idx="34545">
                  <c:v>k9295</c:v>
                </c:pt>
                <c:pt idx="34496">
                  <c:v>k9296</c:v>
                </c:pt>
                <c:pt idx="34447">
                  <c:v>k9297</c:v>
                </c:pt>
                <c:pt idx="34398">
                  <c:v>k9298</c:v>
                </c:pt>
                <c:pt idx="34349">
                  <c:v>k9299</c:v>
                </c:pt>
                <c:pt idx="34300">
                  <c:v>k9300</c:v>
                </c:pt>
                <c:pt idx="34251">
                  <c:v>k9301</c:v>
                </c:pt>
                <c:pt idx="34202">
                  <c:v>k9302</c:v>
                </c:pt>
                <c:pt idx="34153">
                  <c:v>k9303</c:v>
                </c:pt>
                <c:pt idx="34104">
                  <c:v>k9304</c:v>
                </c:pt>
                <c:pt idx="34055">
                  <c:v>k9305</c:v>
                </c:pt>
                <c:pt idx="34006">
                  <c:v>k9306</c:v>
                </c:pt>
                <c:pt idx="33957">
                  <c:v>k9307</c:v>
                </c:pt>
                <c:pt idx="33908">
                  <c:v>k9308</c:v>
                </c:pt>
                <c:pt idx="33859">
                  <c:v>k9309</c:v>
                </c:pt>
                <c:pt idx="33810">
                  <c:v>k9310</c:v>
                </c:pt>
                <c:pt idx="33761">
                  <c:v>k9311</c:v>
                </c:pt>
                <c:pt idx="33712">
                  <c:v>k9312</c:v>
                </c:pt>
                <c:pt idx="33663">
                  <c:v>k9313</c:v>
                </c:pt>
                <c:pt idx="33614">
                  <c:v>k9314</c:v>
                </c:pt>
                <c:pt idx="33565">
                  <c:v>k9315</c:v>
                </c:pt>
                <c:pt idx="33516">
                  <c:v>k9316</c:v>
                </c:pt>
                <c:pt idx="33467">
                  <c:v>k9317</c:v>
                </c:pt>
                <c:pt idx="33418">
                  <c:v>k9318</c:v>
                </c:pt>
                <c:pt idx="33369">
                  <c:v>k9319</c:v>
                </c:pt>
                <c:pt idx="33320">
                  <c:v>k9320</c:v>
                </c:pt>
                <c:pt idx="33271">
                  <c:v>k9321</c:v>
                </c:pt>
                <c:pt idx="33222">
                  <c:v>k9322</c:v>
                </c:pt>
                <c:pt idx="33173">
                  <c:v>k9323</c:v>
                </c:pt>
                <c:pt idx="33124">
                  <c:v>k9324</c:v>
                </c:pt>
                <c:pt idx="33075">
                  <c:v>k9325</c:v>
                </c:pt>
                <c:pt idx="33026">
                  <c:v>k9326</c:v>
                </c:pt>
                <c:pt idx="32977">
                  <c:v>k9327</c:v>
                </c:pt>
                <c:pt idx="32928">
                  <c:v>k9328</c:v>
                </c:pt>
                <c:pt idx="32879">
                  <c:v>k9329</c:v>
                </c:pt>
                <c:pt idx="32830">
                  <c:v>k9330</c:v>
                </c:pt>
                <c:pt idx="32781">
                  <c:v>k9331</c:v>
                </c:pt>
                <c:pt idx="32732">
                  <c:v>k9332</c:v>
                </c:pt>
                <c:pt idx="32683">
                  <c:v>k9333</c:v>
                </c:pt>
                <c:pt idx="32634">
                  <c:v>k9334</c:v>
                </c:pt>
                <c:pt idx="32585">
                  <c:v>k9335</c:v>
                </c:pt>
                <c:pt idx="32536">
                  <c:v>k9336</c:v>
                </c:pt>
                <c:pt idx="32487">
                  <c:v>k9337</c:v>
                </c:pt>
                <c:pt idx="32438">
                  <c:v>k9338</c:v>
                </c:pt>
                <c:pt idx="32389">
                  <c:v>k9339</c:v>
                </c:pt>
                <c:pt idx="32340">
                  <c:v>k9340</c:v>
                </c:pt>
                <c:pt idx="32291">
                  <c:v>k9341</c:v>
                </c:pt>
                <c:pt idx="32242">
                  <c:v>k9342</c:v>
                </c:pt>
                <c:pt idx="32193">
                  <c:v>k9343</c:v>
                </c:pt>
                <c:pt idx="32144">
                  <c:v>k9344</c:v>
                </c:pt>
                <c:pt idx="32095">
                  <c:v>k9345</c:v>
                </c:pt>
                <c:pt idx="32046">
                  <c:v>k9346</c:v>
                </c:pt>
                <c:pt idx="31997">
                  <c:v>k9347</c:v>
                </c:pt>
                <c:pt idx="31948">
                  <c:v>k9348</c:v>
                </c:pt>
                <c:pt idx="31899">
                  <c:v>k9349</c:v>
                </c:pt>
                <c:pt idx="31850">
                  <c:v>k9350</c:v>
                </c:pt>
                <c:pt idx="31801">
                  <c:v>k9351</c:v>
                </c:pt>
                <c:pt idx="31752">
                  <c:v>k9352</c:v>
                </c:pt>
                <c:pt idx="31703">
                  <c:v>k9353</c:v>
                </c:pt>
                <c:pt idx="31654">
                  <c:v>k9354</c:v>
                </c:pt>
                <c:pt idx="31605">
                  <c:v>k9355</c:v>
                </c:pt>
                <c:pt idx="31556">
                  <c:v>k9356</c:v>
                </c:pt>
                <c:pt idx="31507">
                  <c:v>k9357</c:v>
                </c:pt>
                <c:pt idx="31458">
                  <c:v>k9358</c:v>
                </c:pt>
                <c:pt idx="31409">
                  <c:v>k9359</c:v>
                </c:pt>
                <c:pt idx="31360">
                  <c:v>k9360</c:v>
                </c:pt>
                <c:pt idx="31311">
                  <c:v>k9361</c:v>
                </c:pt>
                <c:pt idx="31262">
                  <c:v>k9362</c:v>
                </c:pt>
                <c:pt idx="31213">
                  <c:v>k9363</c:v>
                </c:pt>
                <c:pt idx="31164">
                  <c:v>k9364</c:v>
                </c:pt>
                <c:pt idx="31115">
                  <c:v>k9365</c:v>
                </c:pt>
                <c:pt idx="31066">
                  <c:v>k9366</c:v>
                </c:pt>
                <c:pt idx="31017">
                  <c:v>k9367</c:v>
                </c:pt>
                <c:pt idx="30968">
                  <c:v>k9368</c:v>
                </c:pt>
                <c:pt idx="30919">
                  <c:v>k9369</c:v>
                </c:pt>
                <c:pt idx="30870">
                  <c:v>k9370</c:v>
                </c:pt>
                <c:pt idx="30821">
                  <c:v>k9371</c:v>
                </c:pt>
                <c:pt idx="30772">
                  <c:v>k9372</c:v>
                </c:pt>
                <c:pt idx="30723">
                  <c:v>k9373</c:v>
                </c:pt>
                <c:pt idx="30674">
                  <c:v>k9374</c:v>
                </c:pt>
                <c:pt idx="30625">
                  <c:v>k9375</c:v>
                </c:pt>
                <c:pt idx="30576">
                  <c:v>k9376</c:v>
                </c:pt>
                <c:pt idx="30527">
                  <c:v>k9377</c:v>
                </c:pt>
                <c:pt idx="30478">
                  <c:v>k9378</c:v>
                </c:pt>
                <c:pt idx="30429">
                  <c:v>k9379</c:v>
                </c:pt>
                <c:pt idx="30380">
                  <c:v>k9380</c:v>
                </c:pt>
                <c:pt idx="30331">
                  <c:v>k9381</c:v>
                </c:pt>
                <c:pt idx="30282">
                  <c:v>k9382</c:v>
                </c:pt>
                <c:pt idx="30233">
                  <c:v>k9383</c:v>
                </c:pt>
                <c:pt idx="30184">
                  <c:v>k9384</c:v>
                </c:pt>
                <c:pt idx="30135">
                  <c:v>k9385</c:v>
                </c:pt>
                <c:pt idx="30086">
                  <c:v>k9386</c:v>
                </c:pt>
                <c:pt idx="30037">
                  <c:v>k9387</c:v>
                </c:pt>
                <c:pt idx="29988">
                  <c:v>k9388</c:v>
                </c:pt>
                <c:pt idx="29939">
                  <c:v>k9389</c:v>
                </c:pt>
                <c:pt idx="29890">
                  <c:v>k9390</c:v>
                </c:pt>
                <c:pt idx="29841">
                  <c:v>k9391</c:v>
                </c:pt>
                <c:pt idx="29792">
                  <c:v>k9392</c:v>
                </c:pt>
                <c:pt idx="29743">
                  <c:v>k9393</c:v>
                </c:pt>
                <c:pt idx="29694">
                  <c:v>k9394</c:v>
                </c:pt>
                <c:pt idx="29645">
                  <c:v>k9395</c:v>
                </c:pt>
                <c:pt idx="29596">
                  <c:v>k9396</c:v>
                </c:pt>
                <c:pt idx="29547">
                  <c:v>k9397</c:v>
                </c:pt>
                <c:pt idx="29498">
                  <c:v>k9398</c:v>
                </c:pt>
                <c:pt idx="29449">
                  <c:v>k9399</c:v>
                </c:pt>
                <c:pt idx="29400">
                  <c:v>k9400</c:v>
                </c:pt>
                <c:pt idx="29351">
                  <c:v>k9401</c:v>
                </c:pt>
                <c:pt idx="29302">
                  <c:v>k9402</c:v>
                </c:pt>
                <c:pt idx="29253">
                  <c:v>k9403</c:v>
                </c:pt>
                <c:pt idx="29204">
                  <c:v>k9404</c:v>
                </c:pt>
                <c:pt idx="29155">
                  <c:v>k9405</c:v>
                </c:pt>
                <c:pt idx="29106">
                  <c:v>k9406</c:v>
                </c:pt>
                <c:pt idx="29057">
                  <c:v>k9407</c:v>
                </c:pt>
                <c:pt idx="29008">
                  <c:v>k9408</c:v>
                </c:pt>
                <c:pt idx="28959">
                  <c:v>k9409</c:v>
                </c:pt>
                <c:pt idx="28910">
                  <c:v>k9410</c:v>
                </c:pt>
                <c:pt idx="28861">
                  <c:v>k9411</c:v>
                </c:pt>
                <c:pt idx="28812">
                  <c:v>k9412</c:v>
                </c:pt>
                <c:pt idx="28763">
                  <c:v>k9413</c:v>
                </c:pt>
                <c:pt idx="28714">
                  <c:v>k9414</c:v>
                </c:pt>
                <c:pt idx="28665">
                  <c:v>k9415</c:v>
                </c:pt>
                <c:pt idx="28616">
                  <c:v>k9416</c:v>
                </c:pt>
                <c:pt idx="28567">
                  <c:v>k9417</c:v>
                </c:pt>
                <c:pt idx="28518">
                  <c:v>k9418</c:v>
                </c:pt>
                <c:pt idx="28469">
                  <c:v>k9419</c:v>
                </c:pt>
                <c:pt idx="28420">
                  <c:v>k9420</c:v>
                </c:pt>
                <c:pt idx="28371">
                  <c:v>k9421</c:v>
                </c:pt>
                <c:pt idx="28322">
                  <c:v>k9422</c:v>
                </c:pt>
                <c:pt idx="28273">
                  <c:v>k9423</c:v>
                </c:pt>
                <c:pt idx="28224">
                  <c:v>k9424</c:v>
                </c:pt>
                <c:pt idx="28175">
                  <c:v>k9425</c:v>
                </c:pt>
                <c:pt idx="28126">
                  <c:v>k9426</c:v>
                </c:pt>
                <c:pt idx="28077">
                  <c:v>k9427</c:v>
                </c:pt>
                <c:pt idx="28028">
                  <c:v>k9428</c:v>
                </c:pt>
                <c:pt idx="27979">
                  <c:v>k9429</c:v>
                </c:pt>
                <c:pt idx="27930">
                  <c:v>k9430</c:v>
                </c:pt>
                <c:pt idx="27881">
                  <c:v>k9431</c:v>
                </c:pt>
                <c:pt idx="27832">
                  <c:v>k9432</c:v>
                </c:pt>
                <c:pt idx="27783">
                  <c:v>k9433</c:v>
                </c:pt>
                <c:pt idx="27734">
                  <c:v>k9434</c:v>
                </c:pt>
                <c:pt idx="27685">
                  <c:v>k9435</c:v>
                </c:pt>
                <c:pt idx="27636">
                  <c:v>k9436</c:v>
                </c:pt>
                <c:pt idx="27587">
                  <c:v>k9437</c:v>
                </c:pt>
                <c:pt idx="27538">
                  <c:v>k9438</c:v>
                </c:pt>
                <c:pt idx="27489">
                  <c:v>k9439</c:v>
                </c:pt>
                <c:pt idx="27440">
                  <c:v>k9440</c:v>
                </c:pt>
                <c:pt idx="27391">
                  <c:v>k9441</c:v>
                </c:pt>
                <c:pt idx="27342">
                  <c:v>k9442</c:v>
                </c:pt>
                <c:pt idx="27293">
                  <c:v>k9443</c:v>
                </c:pt>
                <c:pt idx="27244">
                  <c:v>k9444</c:v>
                </c:pt>
                <c:pt idx="27195">
                  <c:v>k9445</c:v>
                </c:pt>
                <c:pt idx="27146">
                  <c:v>k9446</c:v>
                </c:pt>
                <c:pt idx="27097">
                  <c:v>k9447</c:v>
                </c:pt>
                <c:pt idx="27048">
                  <c:v>k9448</c:v>
                </c:pt>
                <c:pt idx="26999">
                  <c:v>k9449</c:v>
                </c:pt>
                <c:pt idx="26950">
                  <c:v>k9450</c:v>
                </c:pt>
                <c:pt idx="26901">
                  <c:v>k9451</c:v>
                </c:pt>
                <c:pt idx="26852">
                  <c:v>k9452</c:v>
                </c:pt>
                <c:pt idx="26803">
                  <c:v>k9453</c:v>
                </c:pt>
                <c:pt idx="26754">
                  <c:v>k9454</c:v>
                </c:pt>
                <c:pt idx="26705">
                  <c:v>k9455</c:v>
                </c:pt>
                <c:pt idx="26656">
                  <c:v>k9456</c:v>
                </c:pt>
                <c:pt idx="26607">
                  <c:v>k9457</c:v>
                </c:pt>
                <c:pt idx="26558">
                  <c:v>k9458</c:v>
                </c:pt>
                <c:pt idx="26509">
                  <c:v>k9459</c:v>
                </c:pt>
                <c:pt idx="26460">
                  <c:v>k9460</c:v>
                </c:pt>
                <c:pt idx="26411">
                  <c:v>k9461</c:v>
                </c:pt>
                <c:pt idx="26362">
                  <c:v>k9462</c:v>
                </c:pt>
                <c:pt idx="26313">
                  <c:v>k9463</c:v>
                </c:pt>
                <c:pt idx="26264">
                  <c:v>k9464</c:v>
                </c:pt>
                <c:pt idx="26215">
                  <c:v>k9465</c:v>
                </c:pt>
                <c:pt idx="26166">
                  <c:v>k9466</c:v>
                </c:pt>
                <c:pt idx="26117">
                  <c:v>k9467</c:v>
                </c:pt>
                <c:pt idx="26068">
                  <c:v>k9468</c:v>
                </c:pt>
                <c:pt idx="26019">
                  <c:v>k9469</c:v>
                </c:pt>
                <c:pt idx="25970">
                  <c:v>k9470</c:v>
                </c:pt>
                <c:pt idx="25921">
                  <c:v>k9471</c:v>
                </c:pt>
                <c:pt idx="25872">
                  <c:v>k9472</c:v>
                </c:pt>
                <c:pt idx="25823">
                  <c:v>k9473</c:v>
                </c:pt>
                <c:pt idx="25774">
                  <c:v>k9474</c:v>
                </c:pt>
                <c:pt idx="25725">
                  <c:v>k9475</c:v>
                </c:pt>
                <c:pt idx="25676">
                  <c:v>k9476</c:v>
                </c:pt>
                <c:pt idx="25627">
                  <c:v>k9477</c:v>
                </c:pt>
                <c:pt idx="25578">
                  <c:v>k9478</c:v>
                </c:pt>
                <c:pt idx="25529">
                  <c:v>k9479</c:v>
                </c:pt>
                <c:pt idx="25480">
                  <c:v>k9480</c:v>
                </c:pt>
                <c:pt idx="25431">
                  <c:v>k9481</c:v>
                </c:pt>
                <c:pt idx="25382">
                  <c:v>k9482</c:v>
                </c:pt>
                <c:pt idx="25333">
                  <c:v>k9483</c:v>
                </c:pt>
                <c:pt idx="25284">
                  <c:v>k9484</c:v>
                </c:pt>
                <c:pt idx="25235">
                  <c:v>k9485</c:v>
                </c:pt>
                <c:pt idx="25186">
                  <c:v>k9486</c:v>
                </c:pt>
                <c:pt idx="25137">
                  <c:v>k9487</c:v>
                </c:pt>
                <c:pt idx="25088">
                  <c:v>k9488</c:v>
                </c:pt>
                <c:pt idx="25039">
                  <c:v>k9489</c:v>
                </c:pt>
                <c:pt idx="24990">
                  <c:v>k9490</c:v>
                </c:pt>
                <c:pt idx="24941">
                  <c:v>k9491</c:v>
                </c:pt>
                <c:pt idx="24892">
                  <c:v>k9492</c:v>
                </c:pt>
                <c:pt idx="24843">
                  <c:v>k9493</c:v>
                </c:pt>
                <c:pt idx="24794">
                  <c:v>k9494</c:v>
                </c:pt>
                <c:pt idx="24745">
                  <c:v>k9495</c:v>
                </c:pt>
                <c:pt idx="24696">
                  <c:v>k9496</c:v>
                </c:pt>
                <c:pt idx="24647">
                  <c:v>k9497</c:v>
                </c:pt>
                <c:pt idx="24598">
                  <c:v>k9498</c:v>
                </c:pt>
                <c:pt idx="24549">
                  <c:v>k9499</c:v>
                </c:pt>
                <c:pt idx="24500">
                  <c:v>k9500</c:v>
                </c:pt>
                <c:pt idx="24451">
                  <c:v>k9501</c:v>
                </c:pt>
                <c:pt idx="24402">
                  <c:v>k9502</c:v>
                </c:pt>
                <c:pt idx="24353">
                  <c:v>k9503</c:v>
                </c:pt>
                <c:pt idx="24304">
                  <c:v>k9504</c:v>
                </c:pt>
                <c:pt idx="24255">
                  <c:v>k9505</c:v>
                </c:pt>
                <c:pt idx="24206">
                  <c:v>k9506</c:v>
                </c:pt>
                <c:pt idx="24157">
                  <c:v>k9507</c:v>
                </c:pt>
                <c:pt idx="24108">
                  <c:v>k9508</c:v>
                </c:pt>
                <c:pt idx="24059">
                  <c:v>k9509</c:v>
                </c:pt>
                <c:pt idx="24010">
                  <c:v>k9510</c:v>
                </c:pt>
                <c:pt idx="23961">
                  <c:v>k9511</c:v>
                </c:pt>
                <c:pt idx="23912">
                  <c:v>k9512</c:v>
                </c:pt>
                <c:pt idx="23863">
                  <c:v>k9513</c:v>
                </c:pt>
                <c:pt idx="23814">
                  <c:v>k9514</c:v>
                </c:pt>
                <c:pt idx="23765">
                  <c:v>k9515</c:v>
                </c:pt>
                <c:pt idx="23716">
                  <c:v>k9516</c:v>
                </c:pt>
                <c:pt idx="23667">
                  <c:v>k9517</c:v>
                </c:pt>
                <c:pt idx="23618">
                  <c:v>k9518</c:v>
                </c:pt>
                <c:pt idx="23569">
                  <c:v>k9519</c:v>
                </c:pt>
                <c:pt idx="23520">
                  <c:v>k9520</c:v>
                </c:pt>
                <c:pt idx="23471">
                  <c:v>k9521</c:v>
                </c:pt>
                <c:pt idx="23422">
                  <c:v>k9522</c:v>
                </c:pt>
                <c:pt idx="23373">
                  <c:v>k9523</c:v>
                </c:pt>
                <c:pt idx="23324">
                  <c:v>k9524</c:v>
                </c:pt>
                <c:pt idx="23275">
                  <c:v>k9525</c:v>
                </c:pt>
                <c:pt idx="23226">
                  <c:v>k9526</c:v>
                </c:pt>
                <c:pt idx="23177">
                  <c:v>k9527</c:v>
                </c:pt>
                <c:pt idx="23128">
                  <c:v>k9528</c:v>
                </c:pt>
                <c:pt idx="23079">
                  <c:v>k9529</c:v>
                </c:pt>
                <c:pt idx="23030">
                  <c:v>k9530</c:v>
                </c:pt>
                <c:pt idx="22981">
                  <c:v>k9531</c:v>
                </c:pt>
                <c:pt idx="22932">
                  <c:v>k9532</c:v>
                </c:pt>
                <c:pt idx="22883">
                  <c:v>k9533</c:v>
                </c:pt>
                <c:pt idx="22834">
                  <c:v>k9534</c:v>
                </c:pt>
                <c:pt idx="22785">
                  <c:v>k9535</c:v>
                </c:pt>
                <c:pt idx="22736">
                  <c:v>k9536</c:v>
                </c:pt>
                <c:pt idx="22687">
                  <c:v>k9537</c:v>
                </c:pt>
                <c:pt idx="22638">
                  <c:v>k9538</c:v>
                </c:pt>
                <c:pt idx="22589">
                  <c:v>k9539</c:v>
                </c:pt>
                <c:pt idx="22540">
                  <c:v>k9540</c:v>
                </c:pt>
                <c:pt idx="22491">
                  <c:v>k9541</c:v>
                </c:pt>
                <c:pt idx="22442">
                  <c:v>k9542</c:v>
                </c:pt>
                <c:pt idx="22393">
                  <c:v>k9543</c:v>
                </c:pt>
                <c:pt idx="22344">
                  <c:v>k9544</c:v>
                </c:pt>
                <c:pt idx="22295">
                  <c:v>k9545</c:v>
                </c:pt>
                <c:pt idx="22246">
                  <c:v>k9546</c:v>
                </c:pt>
                <c:pt idx="22197">
                  <c:v>k9547</c:v>
                </c:pt>
                <c:pt idx="22148">
                  <c:v>k9548</c:v>
                </c:pt>
                <c:pt idx="22099">
                  <c:v>k9549</c:v>
                </c:pt>
                <c:pt idx="22050">
                  <c:v>k9550</c:v>
                </c:pt>
                <c:pt idx="22001">
                  <c:v>k9551</c:v>
                </c:pt>
                <c:pt idx="21952">
                  <c:v>k9552</c:v>
                </c:pt>
                <c:pt idx="21903">
                  <c:v>k9553</c:v>
                </c:pt>
                <c:pt idx="21854">
                  <c:v>k9554</c:v>
                </c:pt>
                <c:pt idx="21805">
                  <c:v>k9555</c:v>
                </c:pt>
                <c:pt idx="21756">
                  <c:v>k9556</c:v>
                </c:pt>
                <c:pt idx="21707">
                  <c:v>k9557</c:v>
                </c:pt>
                <c:pt idx="21658">
                  <c:v>k9558</c:v>
                </c:pt>
                <c:pt idx="21609">
                  <c:v>k9559</c:v>
                </c:pt>
                <c:pt idx="21560">
                  <c:v>k9560</c:v>
                </c:pt>
                <c:pt idx="21511">
                  <c:v>k9561</c:v>
                </c:pt>
                <c:pt idx="21462">
                  <c:v>k9562</c:v>
                </c:pt>
                <c:pt idx="21413">
                  <c:v>k9563</c:v>
                </c:pt>
                <c:pt idx="21364">
                  <c:v>k9564</c:v>
                </c:pt>
                <c:pt idx="21315">
                  <c:v>k9565</c:v>
                </c:pt>
                <c:pt idx="21266">
                  <c:v>k9566</c:v>
                </c:pt>
                <c:pt idx="21217">
                  <c:v>k9567</c:v>
                </c:pt>
                <c:pt idx="21168">
                  <c:v>k9568</c:v>
                </c:pt>
                <c:pt idx="21119">
                  <c:v>k9569</c:v>
                </c:pt>
                <c:pt idx="21070">
                  <c:v>k9570</c:v>
                </c:pt>
                <c:pt idx="21021">
                  <c:v>k9571</c:v>
                </c:pt>
                <c:pt idx="20972">
                  <c:v>k9572</c:v>
                </c:pt>
                <c:pt idx="20923">
                  <c:v>k9573</c:v>
                </c:pt>
                <c:pt idx="20874">
                  <c:v>k9574</c:v>
                </c:pt>
                <c:pt idx="20825">
                  <c:v>k9575</c:v>
                </c:pt>
                <c:pt idx="20776">
                  <c:v>k9576</c:v>
                </c:pt>
                <c:pt idx="20727">
                  <c:v>k9577</c:v>
                </c:pt>
                <c:pt idx="20678">
                  <c:v>k9578</c:v>
                </c:pt>
                <c:pt idx="20629">
                  <c:v>k9579</c:v>
                </c:pt>
                <c:pt idx="20580">
                  <c:v>k9580</c:v>
                </c:pt>
                <c:pt idx="20531">
                  <c:v>k9581</c:v>
                </c:pt>
                <c:pt idx="20482">
                  <c:v>k9582</c:v>
                </c:pt>
                <c:pt idx="20433">
                  <c:v>k9583</c:v>
                </c:pt>
                <c:pt idx="20384">
                  <c:v>k9584</c:v>
                </c:pt>
                <c:pt idx="20335">
                  <c:v>k9585</c:v>
                </c:pt>
                <c:pt idx="20286">
                  <c:v>k9586</c:v>
                </c:pt>
                <c:pt idx="20237">
                  <c:v>k9587</c:v>
                </c:pt>
                <c:pt idx="20188">
                  <c:v>k9588</c:v>
                </c:pt>
                <c:pt idx="20139">
                  <c:v>k9589</c:v>
                </c:pt>
                <c:pt idx="20090">
                  <c:v>k9590</c:v>
                </c:pt>
                <c:pt idx="20041">
                  <c:v>k9591</c:v>
                </c:pt>
                <c:pt idx="19992">
                  <c:v>k9592</c:v>
                </c:pt>
                <c:pt idx="19943">
                  <c:v>k9593</c:v>
                </c:pt>
                <c:pt idx="19894">
                  <c:v>k9594</c:v>
                </c:pt>
                <c:pt idx="19845">
                  <c:v>k9595</c:v>
                </c:pt>
                <c:pt idx="19796">
                  <c:v>k9596</c:v>
                </c:pt>
                <c:pt idx="19747">
                  <c:v>k9597</c:v>
                </c:pt>
                <c:pt idx="19698">
                  <c:v>k9598</c:v>
                </c:pt>
                <c:pt idx="19649">
                  <c:v>k9599</c:v>
                </c:pt>
                <c:pt idx="19600">
                  <c:v>k9600</c:v>
                </c:pt>
                <c:pt idx="19551">
                  <c:v>k9601</c:v>
                </c:pt>
                <c:pt idx="19502">
                  <c:v>k9602</c:v>
                </c:pt>
                <c:pt idx="19453">
                  <c:v>k9603</c:v>
                </c:pt>
                <c:pt idx="19404">
                  <c:v>k9604</c:v>
                </c:pt>
                <c:pt idx="19355">
                  <c:v>k9605</c:v>
                </c:pt>
                <c:pt idx="19306">
                  <c:v>k9606</c:v>
                </c:pt>
                <c:pt idx="19257">
                  <c:v>k9607</c:v>
                </c:pt>
                <c:pt idx="19208">
                  <c:v>k9608</c:v>
                </c:pt>
                <c:pt idx="19159">
                  <c:v>k9609</c:v>
                </c:pt>
                <c:pt idx="19110">
                  <c:v>k9610</c:v>
                </c:pt>
                <c:pt idx="19061">
                  <c:v>k9611</c:v>
                </c:pt>
                <c:pt idx="19012">
                  <c:v>k9612</c:v>
                </c:pt>
                <c:pt idx="18963">
                  <c:v>k9613</c:v>
                </c:pt>
                <c:pt idx="18914">
                  <c:v>k9614</c:v>
                </c:pt>
                <c:pt idx="18865">
                  <c:v>k9615</c:v>
                </c:pt>
                <c:pt idx="18816">
                  <c:v>k9616</c:v>
                </c:pt>
                <c:pt idx="18767">
                  <c:v>k9617</c:v>
                </c:pt>
                <c:pt idx="18718">
                  <c:v>k9618</c:v>
                </c:pt>
                <c:pt idx="18669">
                  <c:v>k9619</c:v>
                </c:pt>
                <c:pt idx="18620">
                  <c:v>k9620</c:v>
                </c:pt>
                <c:pt idx="18571">
                  <c:v>k9621</c:v>
                </c:pt>
                <c:pt idx="18522">
                  <c:v>k9622</c:v>
                </c:pt>
                <c:pt idx="18473">
                  <c:v>k9623</c:v>
                </c:pt>
                <c:pt idx="18424">
                  <c:v>k9624</c:v>
                </c:pt>
                <c:pt idx="18375">
                  <c:v>k9625</c:v>
                </c:pt>
                <c:pt idx="18326">
                  <c:v>k9626</c:v>
                </c:pt>
                <c:pt idx="18277">
                  <c:v>k9627</c:v>
                </c:pt>
                <c:pt idx="18228">
                  <c:v>k9628</c:v>
                </c:pt>
                <c:pt idx="18179">
                  <c:v>k9629</c:v>
                </c:pt>
                <c:pt idx="18130">
                  <c:v>k9630</c:v>
                </c:pt>
                <c:pt idx="18081">
                  <c:v>k9631</c:v>
                </c:pt>
                <c:pt idx="18032">
                  <c:v>k9632</c:v>
                </c:pt>
                <c:pt idx="17983">
                  <c:v>k9633</c:v>
                </c:pt>
                <c:pt idx="17934">
                  <c:v>k9634</c:v>
                </c:pt>
                <c:pt idx="17885">
                  <c:v>k9635</c:v>
                </c:pt>
                <c:pt idx="17836">
                  <c:v>k9636</c:v>
                </c:pt>
                <c:pt idx="17787">
                  <c:v>k9637</c:v>
                </c:pt>
                <c:pt idx="17738">
                  <c:v>k9638</c:v>
                </c:pt>
                <c:pt idx="17689">
                  <c:v>k9639</c:v>
                </c:pt>
                <c:pt idx="17640">
                  <c:v>k9640</c:v>
                </c:pt>
                <c:pt idx="17591">
                  <c:v>k9641</c:v>
                </c:pt>
                <c:pt idx="17542">
                  <c:v>k9642</c:v>
                </c:pt>
                <c:pt idx="17493">
                  <c:v>k9643</c:v>
                </c:pt>
                <c:pt idx="17444">
                  <c:v>k9644</c:v>
                </c:pt>
                <c:pt idx="17395">
                  <c:v>k9645</c:v>
                </c:pt>
                <c:pt idx="17346">
                  <c:v>k9646</c:v>
                </c:pt>
                <c:pt idx="17297">
                  <c:v>k9647</c:v>
                </c:pt>
                <c:pt idx="17248">
                  <c:v>k9648</c:v>
                </c:pt>
                <c:pt idx="17199">
                  <c:v>k9649</c:v>
                </c:pt>
                <c:pt idx="17150">
                  <c:v>k9650</c:v>
                </c:pt>
                <c:pt idx="17101">
                  <c:v>k9651</c:v>
                </c:pt>
                <c:pt idx="17052">
                  <c:v>k9652</c:v>
                </c:pt>
                <c:pt idx="17003">
                  <c:v>k9653</c:v>
                </c:pt>
                <c:pt idx="16954">
                  <c:v>k9654</c:v>
                </c:pt>
                <c:pt idx="16905">
                  <c:v>k9655</c:v>
                </c:pt>
                <c:pt idx="16856">
                  <c:v>k9656</c:v>
                </c:pt>
                <c:pt idx="16807">
                  <c:v>k9657</c:v>
                </c:pt>
                <c:pt idx="16758">
                  <c:v>k9658</c:v>
                </c:pt>
                <c:pt idx="16709">
                  <c:v>k9659</c:v>
                </c:pt>
                <c:pt idx="16660">
                  <c:v>k9660</c:v>
                </c:pt>
                <c:pt idx="16611">
                  <c:v>k9661</c:v>
                </c:pt>
                <c:pt idx="16562">
                  <c:v>k9662</c:v>
                </c:pt>
                <c:pt idx="16513">
                  <c:v>k9663</c:v>
                </c:pt>
                <c:pt idx="16464">
                  <c:v>k9664</c:v>
                </c:pt>
                <c:pt idx="16415">
                  <c:v>k9665</c:v>
                </c:pt>
                <c:pt idx="16366">
                  <c:v>k9666</c:v>
                </c:pt>
                <c:pt idx="16317">
                  <c:v>k9667</c:v>
                </c:pt>
                <c:pt idx="16268">
                  <c:v>k9668</c:v>
                </c:pt>
                <c:pt idx="16219">
                  <c:v>k9669</c:v>
                </c:pt>
                <c:pt idx="16170">
                  <c:v>k9670</c:v>
                </c:pt>
                <c:pt idx="16121">
                  <c:v>k9671</c:v>
                </c:pt>
                <c:pt idx="16072">
                  <c:v>k9672</c:v>
                </c:pt>
                <c:pt idx="16023">
                  <c:v>k9673</c:v>
                </c:pt>
                <c:pt idx="15974">
                  <c:v>k9674</c:v>
                </c:pt>
                <c:pt idx="15925">
                  <c:v>k9675</c:v>
                </c:pt>
                <c:pt idx="15876">
                  <c:v>k9676</c:v>
                </c:pt>
                <c:pt idx="15827">
                  <c:v>k9677</c:v>
                </c:pt>
                <c:pt idx="15778">
                  <c:v>k9678</c:v>
                </c:pt>
                <c:pt idx="15729">
                  <c:v>k9679</c:v>
                </c:pt>
                <c:pt idx="15680">
                  <c:v>k9680</c:v>
                </c:pt>
                <c:pt idx="15631">
                  <c:v>k9681</c:v>
                </c:pt>
                <c:pt idx="15582">
                  <c:v>k9682</c:v>
                </c:pt>
                <c:pt idx="15533">
                  <c:v>k9683</c:v>
                </c:pt>
                <c:pt idx="15484">
                  <c:v>k9684</c:v>
                </c:pt>
                <c:pt idx="15435">
                  <c:v>k9685</c:v>
                </c:pt>
                <c:pt idx="15386">
                  <c:v>k9686</c:v>
                </c:pt>
                <c:pt idx="15337">
                  <c:v>k9687</c:v>
                </c:pt>
                <c:pt idx="15288">
                  <c:v>k9688</c:v>
                </c:pt>
                <c:pt idx="15239">
                  <c:v>k9689</c:v>
                </c:pt>
                <c:pt idx="15190">
                  <c:v>k9690</c:v>
                </c:pt>
                <c:pt idx="15141">
                  <c:v>k9691</c:v>
                </c:pt>
                <c:pt idx="15092">
                  <c:v>k9692</c:v>
                </c:pt>
                <c:pt idx="15043">
                  <c:v>k9693</c:v>
                </c:pt>
                <c:pt idx="14994">
                  <c:v>k9694</c:v>
                </c:pt>
                <c:pt idx="14945">
                  <c:v>k9695</c:v>
                </c:pt>
                <c:pt idx="14896">
                  <c:v>k9696</c:v>
                </c:pt>
                <c:pt idx="14847">
                  <c:v>k9697</c:v>
                </c:pt>
                <c:pt idx="14798">
                  <c:v>k9698</c:v>
                </c:pt>
                <c:pt idx="14749">
                  <c:v>k9699</c:v>
                </c:pt>
                <c:pt idx="14700">
                  <c:v>k9700</c:v>
                </c:pt>
                <c:pt idx="14651">
                  <c:v>k9701</c:v>
                </c:pt>
                <c:pt idx="14602">
                  <c:v>k9702</c:v>
                </c:pt>
                <c:pt idx="14553">
                  <c:v>k9703</c:v>
                </c:pt>
                <c:pt idx="14504">
                  <c:v>k9704</c:v>
                </c:pt>
                <c:pt idx="14455">
                  <c:v>k9705</c:v>
                </c:pt>
                <c:pt idx="14406">
                  <c:v>k9706</c:v>
                </c:pt>
                <c:pt idx="14357">
                  <c:v>k9707</c:v>
                </c:pt>
                <c:pt idx="14308">
                  <c:v>k9708</c:v>
                </c:pt>
                <c:pt idx="14259">
                  <c:v>k9709</c:v>
                </c:pt>
                <c:pt idx="14210">
                  <c:v>k9710</c:v>
                </c:pt>
                <c:pt idx="14161">
                  <c:v>k9711</c:v>
                </c:pt>
                <c:pt idx="14112">
                  <c:v>k9712</c:v>
                </c:pt>
                <c:pt idx="14063">
                  <c:v>k9713</c:v>
                </c:pt>
                <c:pt idx="14014">
                  <c:v>k9714</c:v>
                </c:pt>
                <c:pt idx="13965">
                  <c:v>k9715</c:v>
                </c:pt>
                <c:pt idx="13916">
                  <c:v>k9716</c:v>
                </c:pt>
                <c:pt idx="13867">
                  <c:v>k9717</c:v>
                </c:pt>
                <c:pt idx="13818">
                  <c:v>k9718</c:v>
                </c:pt>
                <c:pt idx="13769">
                  <c:v>k9719</c:v>
                </c:pt>
                <c:pt idx="13720">
                  <c:v>k9720</c:v>
                </c:pt>
                <c:pt idx="13671">
                  <c:v>k9721</c:v>
                </c:pt>
                <c:pt idx="13622">
                  <c:v>k9722</c:v>
                </c:pt>
                <c:pt idx="13573">
                  <c:v>k9723</c:v>
                </c:pt>
                <c:pt idx="13524">
                  <c:v>k9724</c:v>
                </c:pt>
                <c:pt idx="13475">
                  <c:v>k9725</c:v>
                </c:pt>
                <c:pt idx="13426">
                  <c:v>k9726</c:v>
                </c:pt>
                <c:pt idx="13377">
                  <c:v>k9727</c:v>
                </c:pt>
                <c:pt idx="13328">
                  <c:v>k9728</c:v>
                </c:pt>
                <c:pt idx="13279">
                  <c:v>k9729</c:v>
                </c:pt>
                <c:pt idx="13230">
                  <c:v>k9730</c:v>
                </c:pt>
                <c:pt idx="13181">
                  <c:v>k9731</c:v>
                </c:pt>
                <c:pt idx="13132">
                  <c:v>k9732</c:v>
                </c:pt>
                <c:pt idx="13083">
                  <c:v>k9733</c:v>
                </c:pt>
                <c:pt idx="13034">
                  <c:v>k9734</c:v>
                </c:pt>
                <c:pt idx="12985">
                  <c:v>k9735</c:v>
                </c:pt>
                <c:pt idx="12936">
                  <c:v>k9736</c:v>
                </c:pt>
                <c:pt idx="12887">
                  <c:v>k9737</c:v>
                </c:pt>
                <c:pt idx="12838">
                  <c:v>k9738</c:v>
                </c:pt>
                <c:pt idx="12789">
                  <c:v>k9739</c:v>
                </c:pt>
                <c:pt idx="12740">
                  <c:v>k9740</c:v>
                </c:pt>
                <c:pt idx="12691">
                  <c:v>k9741</c:v>
                </c:pt>
                <c:pt idx="12642">
                  <c:v>k9742</c:v>
                </c:pt>
                <c:pt idx="12593">
                  <c:v>k9743</c:v>
                </c:pt>
                <c:pt idx="12544">
                  <c:v>k9744</c:v>
                </c:pt>
                <c:pt idx="12495">
                  <c:v>k9745</c:v>
                </c:pt>
                <c:pt idx="12446">
                  <c:v>k9746</c:v>
                </c:pt>
                <c:pt idx="12397">
                  <c:v>k9747</c:v>
                </c:pt>
                <c:pt idx="12348">
                  <c:v>k9748</c:v>
                </c:pt>
                <c:pt idx="12299">
                  <c:v>k9749</c:v>
                </c:pt>
                <c:pt idx="12250">
                  <c:v>k9750</c:v>
                </c:pt>
                <c:pt idx="12201">
                  <c:v>k9751</c:v>
                </c:pt>
                <c:pt idx="12152">
                  <c:v>k9752</c:v>
                </c:pt>
                <c:pt idx="12103">
                  <c:v>k9753</c:v>
                </c:pt>
                <c:pt idx="12054">
                  <c:v>k9754</c:v>
                </c:pt>
                <c:pt idx="12005">
                  <c:v>k9755</c:v>
                </c:pt>
                <c:pt idx="11956">
                  <c:v>k9756</c:v>
                </c:pt>
                <c:pt idx="11907">
                  <c:v>k9757</c:v>
                </c:pt>
                <c:pt idx="11858">
                  <c:v>k9758</c:v>
                </c:pt>
                <c:pt idx="11809">
                  <c:v>k9759</c:v>
                </c:pt>
                <c:pt idx="11760">
                  <c:v>k9760</c:v>
                </c:pt>
                <c:pt idx="11711">
                  <c:v>k9761</c:v>
                </c:pt>
                <c:pt idx="11662">
                  <c:v>k9762</c:v>
                </c:pt>
                <c:pt idx="11613">
                  <c:v>k9763</c:v>
                </c:pt>
                <c:pt idx="11564">
                  <c:v>k9764</c:v>
                </c:pt>
                <c:pt idx="11515">
                  <c:v>k9765</c:v>
                </c:pt>
                <c:pt idx="11466">
                  <c:v>k9766</c:v>
                </c:pt>
                <c:pt idx="11417">
                  <c:v>k9767</c:v>
                </c:pt>
                <c:pt idx="11368">
                  <c:v>k9768</c:v>
                </c:pt>
                <c:pt idx="11319">
                  <c:v>k9769</c:v>
                </c:pt>
                <c:pt idx="11270">
                  <c:v>k9770</c:v>
                </c:pt>
                <c:pt idx="11221">
                  <c:v>k9771</c:v>
                </c:pt>
                <c:pt idx="11172">
                  <c:v>k9772</c:v>
                </c:pt>
                <c:pt idx="11123">
                  <c:v>k9773</c:v>
                </c:pt>
                <c:pt idx="11074">
                  <c:v>k9774</c:v>
                </c:pt>
                <c:pt idx="11025">
                  <c:v>k9775</c:v>
                </c:pt>
                <c:pt idx="10976">
                  <c:v>k9776</c:v>
                </c:pt>
                <c:pt idx="10927">
                  <c:v>k9777</c:v>
                </c:pt>
                <c:pt idx="10878">
                  <c:v>k9778</c:v>
                </c:pt>
                <c:pt idx="10829">
                  <c:v>k9779</c:v>
                </c:pt>
                <c:pt idx="10780">
                  <c:v>k9780</c:v>
                </c:pt>
                <c:pt idx="10731">
                  <c:v>k9781</c:v>
                </c:pt>
                <c:pt idx="10682">
                  <c:v>k9782</c:v>
                </c:pt>
                <c:pt idx="10633">
                  <c:v>k9783</c:v>
                </c:pt>
                <c:pt idx="10584">
                  <c:v>k9784</c:v>
                </c:pt>
                <c:pt idx="10535">
                  <c:v>k9785</c:v>
                </c:pt>
                <c:pt idx="10486">
                  <c:v>k9786</c:v>
                </c:pt>
                <c:pt idx="10437">
                  <c:v>k9787</c:v>
                </c:pt>
                <c:pt idx="10388">
                  <c:v>k9788</c:v>
                </c:pt>
                <c:pt idx="10339">
                  <c:v>k9789</c:v>
                </c:pt>
                <c:pt idx="10290">
                  <c:v>k9790</c:v>
                </c:pt>
                <c:pt idx="10241">
                  <c:v>k9791</c:v>
                </c:pt>
                <c:pt idx="10192">
                  <c:v>k9792</c:v>
                </c:pt>
                <c:pt idx="10143">
                  <c:v>k9793</c:v>
                </c:pt>
                <c:pt idx="10094">
                  <c:v>k9794</c:v>
                </c:pt>
                <c:pt idx="10045">
                  <c:v>k9795</c:v>
                </c:pt>
                <c:pt idx="9996">
                  <c:v>k9796</c:v>
                </c:pt>
                <c:pt idx="9947">
                  <c:v>k9797</c:v>
                </c:pt>
                <c:pt idx="9898">
                  <c:v>k9798</c:v>
                </c:pt>
                <c:pt idx="9849">
                  <c:v>k9799</c:v>
                </c:pt>
                <c:pt idx="9800">
                  <c:v>k9800</c:v>
                </c:pt>
                <c:pt idx="9751">
                  <c:v>k9801</c:v>
                </c:pt>
                <c:pt idx="9702">
                  <c:v>k9802</c:v>
                </c:pt>
                <c:pt idx="9653">
                  <c:v>k9803</c:v>
                </c:pt>
                <c:pt idx="9604">
                  <c:v>k9804</c:v>
                </c:pt>
                <c:pt idx="9555">
                  <c:v>k9805</c:v>
                </c:pt>
                <c:pt idx="9506">
                  <c:v>k9806</c:v>
                </c:pt>
                <c:pt idx="9457">
                  <c:v>k9807</c:v>
                </c:pt>
                <c:pt idx="9408">
                  <c:v>k9808</c:v>
                </c:pt>
                <c:pt idx="9359">
                  <c:v>k9809</c:v>
                </c:pt>
                <c:pt idx="9310">
                  <c:v>k9810</c:v>
                </c:pt>
                <c:pt idx="9261">
                  <c:v>k9811</c:v>
                </c:pt>
                <c:pt idx="9212">
                  <c:v>k9812</c:v>
                </c:pt>
                <c:pt idx="9163">
                  <c:v>k9813</c:v>
                </c:pt>
                <c:pt idx="9114">
                  <c:v>k9814</c:v>
                </c:pt>
                <c:pt idx="9065">
                  <c:v>k9815</c:v>
                </c:pt>
                <c:pt idx="9016">
                  <c:v>k9816</c:v>
                </c:pt>
                <c:pt idx="8967">
                  <c:v>k9817</c:v>
                </c:pt>
                <c:pt idx="8918">
                  <c:v>k9818</c:v>
                </c:pt>
                <c:pt idx="8869">
                  <c:v>k9819</c:v>
                </c:pt>
                <c:pt idx="8820">
                  <c:v>k9820</c:v>
                </c:pt>
                <c:pt idx="8771">
                  <c:v>k9821</c:v>
                </c:pt>
                <c:pt idx="8722">
                  <c:v>k9822</c:v>
                </c:pt>
                <c:pt idx="8673">
                  <c:v>k9823</c:v>
                </c:pt>
                <c:pt idx="8624">
                  <c:v>k9824</c:v>
                </c:pt>
                <c:pt idx="8575">
                  <c:v>k9825</c:v>
                </c:pt>
                <c:pt idx="8526">
                  <c:v>k9826</c:v>
                </c:pt>
                <c:pt idx="8477">
                  <c:v>k9827</c:v>
                </c:pt>
                <c:pt idx="8428">
                  <c:v>k9828</c:v>
                </c:pt>
                <c:pt idx="8379">
                  <c:v>k9829</c:v>
                </c:pt>
                <c:pt idx="8330">
                  <c:v>k9830</c:v>
                </c:pt>
                <c:pt idx="8281">
                  <c:v>k9831</c:v>
                </c:pt>
                <c:pt idx="8232">
                  <c:v>k9832</c:v>
                </c:pt>
                <c:pt idx="8183">
                  <c:v>k9833</c:v>
                </c:pt>
                <c:pt idx="8134">
                  <c:v>k9834</c:v>
                </c:pt>
                <c:pt idx="8085">
                  <c:v>k9835</c:v>
                </c:pt>
                <c:pt idx="8036">
                  <c:v>k9836</c:v>
                </c:pt>
                <c:pt idx="7987">
                  <c:v>k9837</c:v>
                </c:pt>
                <c:pt idx="7938">
                  <c:v>k9838</c:v>
                </c:pt>
                <c:pt idx="7889">
                  <c:v>k9839</c:v>
                </c:pt>
                <c:pt idx="7840">
                  <c:v>k9840</c:v>
                </c:pt>
                <c:pt idx="7791">
                  <c:v>k9841</c:v>
                </c:pt>
                <c:pt idx="7742">
                  <c:v>k9842</c:v>
                </c:pt>
                <c:pt idx="7693">
                  <c:v>k9843</c:v>
                </c:pt>
                <c:pt idx="7644">
                  <c:v>k9844</c:v>
                </c:pt>
                <c:pt idx="7595">
                  <c:v>k9845</c:v>
                </c:pt>
                <c:pt idx="7546">
                  <c:v>k9846</c:v>
                </c:pt>
                <c:pt idx="7497">
                  <c:v>k9847</c:v>
                </c:pt>
                <c:pt idx="7448">
                  <c:v>k9848</c:v>
                </c:pt>
                <c:pt idx="7399">
                  <c:v>k9849</c:v>
                </c:pt>
                <c:pt idx="7350">
                  <c:v>k9850</c:v>
                </c:pt>
                <c:pt idx="7301">
                  <c:v>k9851</c:v>
                </c:pt>
                <c:pt idx="7252">
                  <c:v>k9852</c:v>
                </c:pt>
                <c:pt idx="7203">
                  <c:v>k9853</c:v>
                </c:pt>
                <c:pt idx="7154">
                  <c:v>k9854</c:v>
                </c:pt>
                <c:pt idx="7105">
                  <c:v>k9855</c:v>
                </c:pt>
                <c:pt idx="7056">
                  <c:v>k9856</c:v>
                </c:pt>
                <c:pt idx="7007">
                  <c:v>k9857</c:v>
                </c:pt>
                <c:pt idx="6958">
                  <c:v>k9858</c:v>
                </c:pt>
                <c:pt idx="6909">
                  <c:v>k9859</c:v>
                </c:pt>
                <c:pt idx="6860">
                  <c:v>k9860</c:v>
                </c:pt>
                <c:pt idx="6811">
                  <c:v>k9861</c:v>
                </c:pt>
                <c:pt idx="6762">
                  <c:v>k9862</c:v>
                </c:pt>
                <c:pt idx="6713">
                  <c:v>k9863</c:v>
                </c:pt>
                <c:pt idx="6664">
                  <c:v>k9864</c:v>
                </c:pt>
                <c:pt idx="6615">
                  <c:v>k9865</c:v>
                </c:pt>
                <c:pt idx="6566">
                  <c:v>k9866</c:v>
                </c:pt>
                <c:pt idx="6517">
                  <c:v>k9867</c:v>
                </c:pt>
                <c:pt idx="6468">
                  <c:v>k9868</c:v>
                </c:pt>
                <c:pt idx="6419">
                  <c:v>k9869</c:v>
                </c:pt>
                <c:pt idx="6370">
                  <c:v>k9870</c:v>
                </c:pt>
                <c:pt idx="6321">
                  <c:v>k9871</c:v>
                </c:pt>
                <c:pt idx="6272">
                  <c:v>k9872</c:v>
                </c:pt>
                <c:pt idx="6223">
                  <c:v>k9873</c:v>
                </c:pt>
                <c:pt idx="6174">
                  <c:v>k9874</c:v>
                </c:pt>
                <c:pt idx="6125">
                  <c:v>k9875</c:v>
                </c:pt>
                <c:pt idx="6076">
                  <c:v>k9876</c:v>
                </c:pt>
                <c:pt idx="6027">
                  <c:v>k9877</c:v>
                </c:pt>
                <c:pt idx="5978">
                  <c:v>k9878</c:v>
                </c:pt>
                <c:pt idx="5929">
                  <c:v>k9879</c:v>
                </c:pt>
                <c:pt idx="5880">
                  <c:v>k9880</c:v>
                </c:pt>
                <c:pt idx="5831">
                  <c:v>k9881</c:v>
                </c:pt>
                <c:pt idx="5782">
                  <c:v>k9882</c:v>
                </c:pt>
                <c:pt idx="5733">
                  <c:v>k9883</c:v>
                </c:pt>
                <c:pt idx="5684">
                  <c:v>k9884</c:v>
                </c:pt>
                <c:pt idx="5635">
                  <c:v>k9885</c:v>
                </c:pt>
                <c:pt idx="5586">
                  <c:v>k9886</c:v>
                </c:pt>
                <c:pt idx="5537">
                  <c:v>k9887</c:v>
                </c:pt>
                <c:pt idx="5488">
                  <c:v>k9888</c:v>
                </c:pt>
                <c:pt idx="5439">
                  <c:v>k9889</c:v>
                </c:pt>
                <c:pt idx="5390">
                  <c:v>k9890</c:v>
                </c:pt>
                <c:pt idx="5341">
                  <c:v>k9891</c:v>
                </c:pt>
                <c:pt idx="5292">
                  <c:v>k9892</c:v>
                </c:pt>
                <c:pt idx="5243">
                  <c:v>k9893</c:v>
                </c:pt>
                <c:pt idx="5194">
                  <c:v>k9894</c:v>
                </c:pt>
                <c:pt idx="5145">
                  <c:v>k9895</c:v>
                </c:pt>
                <c:pt idx="5096">
                  <c:v>k9896</c:v>
                </c:pt>
                <c:pt idx="5047">
                  <c:v>k9897</c:v>
                </c:pt>
                <c:pt idx="4998">
                  <c:v>k9898</c:v>
                </c:pt>
                <c:pt idx="4949">
                  <c:v>k9899</c:v>
                </c:pt>
                <c:pt idx="4900">
                  <c:v>k9900</c:v>
                </c:pt>
                <c:pt idx="4851">
                  <c:v>k9901</c:v>
                </c:pt>
                <c:pt idx="4802">
                  <c:v>k9902</c:v>
                </c:pt>
                <c:pt idx="4753">
                  <c:v>k9903</c:v>
                </c:pt>
                <c:pt idx="4704">
                  <c:v>k9904</c:v>
                </c:pt>
                <c:pt idx="4655">
                  <c:v>k9905</c:v>
                </c:pt>
                <c:pt idx="4606">
                  <c:v>k9906</c:v>
                </c:pt>
                <c:pt idx="4557">
                  <c:v>k9907</c:v>
                </c:pt>
                <c:pt idx="4508">
                  <c:v>k9908</c:v>
                </c:pt>
                <c:pt idx="4459">
                  <c:v>k9909</c:v>
                </c:pt>
                <c:pt idx="4410">
                  <c:v>k9910</c:v>
                </c:pt>
                <c:pt idx="4361">
                  <c:v>k9911</c:v>
                </c:pt>
                <c:pt idx="4312">
                  <c:v>k9912</c:v>
                </c:pt>
                <c:pt idx="4263">
                  <c:v>k9913</c:v>
                </c:pt>
                <c:pt idx="4214">
                  <c:v>k9914</c:v>
                </c:pt>
                <c:pt idx="4165">
                  <c:v>k9915</c:v>
                </c:pt>
                <c:pt idx="4116">
                  <c:v>k9916</c:v>
                </c:pt>
                <c:pt idx="4067">
                  <c:v>k9917</c:v>
                </c:pt>
                <c:pt idx="4018">
                  <c:v>k9918</c:v>
                </c:pt>
                <c:pt idx="3969">
                  <c:v>k9919</c:v>
                </c:pt>
                <c:pt idx="3920">
                  <c:v>k9920</c:v>
                </c:pt>
                <c:pt idx="3871">
                  <c:v>k9921</c:v>
                </c:pt>
                <c:pt idx="3822">
                  <c:v>k9922</c:v>
                </c:pt>
                <c:pt idx="3773">
                  <c:v>k9923</c:v>
                </c:pt>
                <c:pt idx="3724">
                  <c:v>k9924</c:v>
                </c:pt>
                <c:pt idx="3675">
                  <c:v>k9925</c:v>
                </c:pt>
                <c:pt idx="3626">
                  <c:v>k9926</c:v>
                </c:pt>
                <c:pt idx="3577">
                  <c:v>k9927</c:v>
                </c:pt>
                <c:pt idx="3528">
                  <c:v>k9928</c:v>
                </c:pt>
                <c:pt idx="3479">
                  <c:v>k9929</c:v>
                </c:pt>
                <c:pt idx="3430">
                  <c:v>k9930</c:v>
                </c:pt>
                <c:pt idx="3381">
                  <c:v>k9931</c:v>
                </c:pt>
                <c:pt idx="3332">
                  <c:v>k9932</c:v>
                </c:pt>
                <c:pt idx="3283">
                  <c:v>k9933</c:v>
                </c:pt>
                <c:pt idx="3234">
                  <c:v>k9934</c:v>
                </c:pt>
                <c:pt idx="3185">
                  <c:v>k9935</c:v>
                </c:pt>
                <c:pt idx="3136">
                  <c:v>k9936</c:v>
                </c:pt>
                <c:pt idx="3087">
                  <c:v>k9937</c:v>
                </c:pt>
                <c:pt idx="3038">
                  <c:v>k9938</c:v>
                </c:pt>
                <c:pt idx="2989">
                  <c:v>k9939</c:v>
                </c:pt>
                <c:pt idx="2940">
                  <c:v>k9940</c:v>
                </c:pt>
                <c:pt idx="2891">
                  <c:v>k9941</c:v>
                </c:pt>
                <c:pt idx="2842">
                  <c:v>k9942</c:v>
                </c:pt>
                <c:pt idx="2793">
                  <c:v>k9943</c:v>
                </c:pt>
                <c:pt idx="2744">
                  <c:v>k9944</c:v>
                </c:pt>
                <c:pt idx="2695">
                  <c:v>k9945</c:v>
                </c:pt>
                <c:pt idx="2646">
                  <c:v>k9946</c:v>
                </c:pt>
                <c:pt idx="2597">
                  <c:v>k9947</c:v>
                </c:pt>
                <c:pt idx="2548">
                  <c:v>k9948</c:v>
                </c:pt>
                <c:pt idx="2499">
                  <c:v>k9949</c:v>
                </c:pt>
                <c:pt idx="2450">
                  <c:v>k9950</c:v>
                </c:pt>
                <c:pt idx="2401">
                  <c:v>k9951</c:v>
                </c:pt>
                <c:pt idx="2352">
                  <c:v>k9952</c:v>
                </c:pt>
                <c:pt idx="2303">
                  <c:v>k9953</c:v>
                </c:pt>
                <c:pt idx="2254">
                  <c:v>k9954</c:v>
                </c:pt>
                <c:pt idx="2205">
                  <c:v>k9955</c:v>
                </c:pt>
                <c:pt idx="2156">
                  <c:v>k9956</c:v>
                </c:pt>
                <c:pt idx="2107">
                  <c:v>k9957</c:v>
                </c:pt>
                <c:pt idx="2058">
                  <c:v>k9958</c:v>
                </c:pt>
                <c:pt idx="2009">
                  <c:v>k9959</c:v>
                </c:pt>
                <c:pt idx="1960">
                  <c:v>k9960</c:v>
                </c:pt>
                <c:pt idx="1911">
                  <c:v>k9961</c:v>
                </c:pt>
                <c:pt idx="1862">
                  <c:v>k9962</c:v>
                </c:pt>
                <c:pt idx="1813">
                  <c:v>k9963</c:v>
                </c:pt>
                <c:pt idx="1764">
                  <c:v>k9964</c:v>
                </c:pt>
                <c:pt idx="1715">
                  <c:v>k9965</c:v>
                </c:pt>
                <c:pt idx="1666">
                  <c:v>k9966</c:v>
                </c:pt>
                <c:pt idx="1617">
                  <c:v>k9967</c:v>
                </c:pt>
                <c:pt idx="1568">
                  <c:v>k9968</c:v>
                </c:pt>
                <c:pt idx="1519">
                  <c:v>k9969</c:v>
                </c:pt>
                <c:pt idx="1470">
                  <c:v>k9970</c:v>
                </c:pt>
                <c:pt idx="1421">
                  <c:v>k9971</c:v>
                </c:pt>
                <c:pt idx="1372">
                  <c:v>k9972</c:v>
                </c:pt>
                <c:pt idx="1323">
                  <c:v>k9973</c:v>
                </c:pt>
                <c:pt idx="1274">
                  <c:v>k9974</c:v>
                </c:pt>
                <c:pt idx="1225">
                  <c:v>k9975</c:v>
                </c:pt>
                <c:pt idx="1176">
                  <c:v>k9976</c:v>
                </c:pt>
                <c:pt idx="1127">
                  <c:v>k9977</c:v>
                </c:pt>
                <c:pt idx="1078">
                  <c:v>k9978</c:v>
                </c:pt>
                <c:pt idx="1029">
                  <c:v>k9979</c:v>
                </c:pt>
                <c:pt idx="980">
                  <c:v>k9980</c:v>
                </c:pt>
                <c:pt idx="931">
                  <c:v>k9981</c:v>
                </c:pt>
                <c:pt idx="882">
                  <c:v>k9982</c:v>
                </c:pt>
                <c:pt idx="833">
                  <c:v>k9983</c:v>
                </c:pt>
                <c:pt idx="784">
                  <c:v>k9984</c:v>
                </c:pt>
                <c:pt idx="735">
                  <c:v>k9985</c:v>
                </c:pt>
                <c:pt idx="686">
                  <c:v>k9986</c:v>
                </c:pt>
                <c:pt idx="637">
                  <c:v>k9987</c:v>
                </c:pt>
                <c:pt idx="588">
                  <c:v>k9988</c:v>
                </c:pt>
                <c:pt idx="539">
                  <c:v>k9989</c:v>
                </c:pt>
                <c:pt idx="490">
                  <c:v>k9990</c:v>
                </c:pt>
                <c:pt idx="441">
                  <c:v>k9991</c:v>
                </c:pt>
                <c:pt idx="392">
                  <c:v>k9992</c:v>
                </c:pt>
                <c:pt idx="343">
                  <c:v>k9993</c:v>
                </c:pt>
                <c:pt idx="294">
                  <c:v>k9994</c:v>
                </c:pt>
                <c:pt idx="245">
                  <c:v>k9995</c:v>
                </c:pt>
                <c:pt idx="196">
                  <c:v>k9996</c:v>
                </c:pt>
                <c:pt idx="147">
                  <c:v>k9997</c:v>
                </c:pt>
                <c:pt idx="98">
                  <c:v>k9998</c:v>
                </c:pt>
                <c:pt idx="49">
                  <c:v>k9999</c:v>
                </c:pt>
              </c:strCache>
            </c:strRef>
          </c:cat>
          <c:val>
            <c:numRef>
              <c:numCache>
                <c:ptCount val="999999"/>
                <c:pt idx="490000">
                  <c:v>0</c:v>
                </c:pt>
                <c:pt idx="489951">
                  <c:v>1</c:v>
                </c:pt>
                <c:pt idx="489902">
                  <c:v>2</c:v>
                </c:pt>
                <c:pt idx="489853">
                  <c:v>3</c:v>
                </c:pt>
                <c:pt idx="489804">
                  <c:v>4</c:v>
                </c:pt>
                <c:pt idx="489755">
                  <c:v>5</c:v>
                </c:pt>
                <c:pt idx="489706">
                  <c:v>6</c:v>
                </c:pt>
                <c:pt idx="489657">
                  <c:v>7</c:v>
                </c:pt>
                <c:pt idx="489608">
                  <c:v>8</c:v>
                </c:pt>
                <c:pt idx="489559">
                  <c:v>9</c:v>
                </c:pt>
                <c:pt idx="489510">
                  <c:v>10</c:v>
                </c:pt>
                <c:pt idx="489461">
                  <c:v>11</c:v>
                </c:pt>
                <c:pt idx="489412">
                  <c:v>12</c:v>
                </c:pt>
                <c:pt idx="489363">
                  <c:v>13</c:v>
                </c:pt>
                <c:pt idx="489314">
                  <c:v>14</c:v>
                </c:pt>
                <c:pt idx="489265">
                  <c:v>15</c:v>
                </c:pt>
                <c:pt idx="489216">
                  <c:v>16</c:v>
                </c:pt>
                <c:pt idx="489167">
                  <c:v>17</c:v>
                </c:pt>
                <c:pt idx="489118">
                  <c:v>18</c:v>
                </c:pt>
                <c:pt idx="489069">
                  <c:v>19</c:v>
                </c:pt>
                <c:pt idx="489020">
                  <c:v>20</c:v>
                </c:pt>
                <c:pt idx="488971">
                  <c:v>21</c:v>
                </c:pt>
                <c:pt idx="488922">
                  <c:v>22</c:v>
                </c:pt>
                <c:pt idx="488873">
                  <c:v>23</c:v>
                </c:pt>
                <c:pt idx="488824">
                  <c:v>24</c:v>
                </c:pt>
                <c:pt idx="488775">
                  <c:v>25</c:v>
                </c:pt>
                <c:pt idx="488726">
                  <c:v>26</c:v>
                </c:pt>
                <c:pt idx="488677">
                  <c:v>27</c:v>
                </c:pt>
                <c:pt idx="488628">
                  <c:v>28</c:v>
                </c:pt>
                <c:pt idx="488579">
                  <c:v>29</c:v>
                </c:pt>
                <c:pt idx="488530">
                  <c:v>30</c:v>
                </c:pt>
                <c:pt idx="488481">
                  <c:v>31</c:v>
                </c:pt>
                <c:pt idx="488432">
                  <c:v>32</c:v>
                </c:pt>
                <c:pt idx="488383">
                  <c:v>33</c:v>
                </c:pt>
                <c:pt idx="488334">
                  <c:v>34</c:v>
                </c:pt>
                <c:pt idx="488285">
                  <c:v>35</c:v>
                </c:pt>
                <c:pt idx="488236">
                  <c:v>36</c:v>
                </c:pt>
                <c:pt idx="488187">
                  <c:v>37</c:v>
                </c:pt>
                <c:pt idx="488138">
                  <c:v>38</c:v>
                </c:pt>
                <c:pt idx="488089">
                  <c:v>39</c:v>
                </c:pt>
                <c:pt idx="488040">
                  <c:v>40</c:v>
                </c:pt>
                <c:pt idx="487991">
                  <c:v>41</c:v>
                </c:pt>
                <c:pt idx="487942">
                  <c:v>42</c:v>
                </c:pt>
                <c:pt idx="487893">
                  <c:v>43</c:v>
                </c:pt>
                <c:pt idx="487844">
                  <c:v>44</c:v>
                </c:pt>
                <c:pt idx="487795">
                  <c:v>45</c:v>
                </c:pt>
                <c:pt idx="487746">
                  <c:v>46</c:v>
                </c:pt>
                <c:pt idx="487697">
                  <c:v>47</c:v>
                </c:pt>
                <c:pt idx="487648">
                  <c:v>48</c:v>
                </c:pt>
                <c:pt idx="487599">
                  <c:v>49</c:v>
                </c:pt>
                <c:pt idx="487550">
                  <c:v>50</c:v>
                </c:pt>
                <c:pt idx="487501">
                  <c:v>51</c:v>
                </c:pt>
                <c:pt idx="487452">
                  <c:v>52</c:v>
                </c:pt>
                <c:pt idx="487403">
                  <c:v>53</c:v>
                </c:pt>
                <c:pt idx="487354">
                  <c:v>54</c:v>
                </c:pt>
                <c:pt idx="487305">
                  <c:v>55</c:v>
                </c:pt>
                <c:pt idx="487256">
                  <c:v>56</c:v>
                </c:pt>
                <c:pt idx="487207">
                  <c:v>57</c:v>
                </c:pt>
                <c:pt idx="487158">
                  <c:v>58</c:v>
                </c:pt>
                <c:pt idx="487109">
                  <c:v>59</c:v>
                </c:pt>
                <c:pt idx="487060">
                  <c:v>60</c:v>
                </c:pt>
                <c:pt idx="487011">
                  <c:v>61</c:v>
                </c:pt>
                <c:pt idx="486962">
                  <c:v>62</c:v>
                </c:pt>
                <c:pt idx="486913">
                  <c:v>63</c:v>
                </c:pt>
                <c:pt idx="486864">
                  <c:v>64</c:v>
                </c:pt>
                <c:pt idx="486815">
                  <c:v>65</c:v>
                </c:pt>
                <c:pt idx="486766">
                  <c:v>66</c:v>
                </c:pt>
                <c:pt idx="486717">
                  <c:v>67</c:v>
                </c:pt>
                <c:pt idx="486668">
                  <c:v>68</c:v>
                </c:pt>
                <c:pt idx="486619">
                  <c:v>69</c:v>
                </c:pt>
                <c:pt idx="486570">
                  <c:v>70</c:v>
                </c:pt>
                <c:pt idx="486521">
                  <c:v>71</c:v>
                </c:pt>
                <c:pt idx="486472">
                  <c:v>72</c:v>
                </c:pt>
                <c:pt idx="486423">
                  <c:v>73</c:v>
                </c:pt>
                <c:pt idx="486374">
                  <c:v>74</c:v>
                </c:pt>
                <c:pt idx="486325">
                  <c:v>75</c:v>
                </c:pt>
                <c:pt idx="486276">
                  <c:v>76</c:v>
                </c:pt>
                <c:pt idx="486227">
                  <c:v>77</c:v>
                </c:pt>
                <c:pt idx="486178">
                  <c:v>78</c:v>
                </c:pt>
                <c:pt idx="486129">
                  <c:v>79</c:v>
                </c:pt>
                <c:pt idx="486080">
                  <c:v>80</c:v>
                </c:pt>
                <c:pt idx="486031">
                  <c:v>81</c:v>
                </c:pt>
                <c:pt idx="485982">
                  <c:v>82</c:v>
                </c:pt>
                <c:pt idx="485933">
                  <c:v>83</c:v>
                </c:pt>
                <c:pt idx="485884">
                  <c:v>84</c:v>
                </c:pt>
                <c:pt idx="485835">
                  <c:v>85</c:v>
                </c:pt>
                <c:pt idx="485786">
                  <c:v>86</c:v>
                </c:pt>
                <c:pt idx="485737">
                  <c:v>87</c:v>
                </c:pt>
                <c:pt idx="485688">
                  <c:v>88</c:v>
                </c:pt>
                <c:pt idx="485639">
                  <c:v>89</c:v>
                </c:pt>
                <c:pt idx="485590">
                  <c:v>90</c:v>
                </c:pt>
                <c:pt idx="485541">
                  <c:v>91</c:v>
                </c:pt>
                <c:pt idx="485492">
                  <c:v>92</c:v>
                </c:pt>
                <c:pt idx="485443">
                  <c:v>93</c:v>
                </c:pt>
                <c:pt idx="485394">
                  <c:v>94</c:v>
                </c:pt>
                <c:pt idx="485345">
                  <c:v>95</c:v>
                </c:pt>
                <c:pt idx="485296">
                  <c:v>96</c:v>
                </c:pt>
                <c:pt idx="485247">
                  <c:v>97</c:v>
                </c:pt>
                <c:pt idx="485198">
                  <c:v>98</c:v>
                </c:pt>
                <c:pt idx="485149">
                  <c:v>99</c:v>
                </c:pt>
                <c:pt idx="485100">
                  <c:v>100</c:v>
                </c:pt>
                <c:pt idx="485051">
                  <c:v>101</c:v>
                </c:pt>
                <c:pt idx="485002">
                  <c:v>102</c:v>
                </c:pt>
                <c:pt idx="484953">
                  <c:v>103</c:v>
                </c:pt>
                <c:pt idx="484904">
                  <c:v>104</c:v>
                </c:pt>
                <c:pt idx="484855">
                  <c:v>105</c:v>
                </c:pt>
                <c:pt idx="484806">
                  <c:v>106</c:v>
                </c:pt>
                <c:pt idx="484757">
                  <c:v>107</c:v>
                </c:pt>
                <c:pt idx="484708">
                  <c:v>108</c:v>
                </c:pt>
                <c:pt idx="484659">
                  <c:v>109</c:v>
                </c:pt>
                <c:pt idx="484610">
                  <c:v>110</c:v>
                </c:pt>
                <c:pt idx="484561">
                  <c:v>111</c:v>
                </c:pt>
                <c:pt idx="484512">
                  <c:v>112</c:v>
                </c:pt>
                <c:pt idx="484463">
                  <c:v>113</c:v>
                </c:pt>
                <c:pt idx="484414">
                  <c:v>114</c:v>
                </c:pt>
                <c:pt idx="484365">
                  <c:v>115</c:v>
                </c:pt>
                <c:pt idx="484316">
                  <c:v>116</c:v>
                </c:pt>
                <c:pt idx="484267">
                  <c:v>117</c:v>
                </c:pt>
                <c:pt idx="484218">
                  <c:v>118</c:v>
                </c:pt>
                <c:pt idx="484169">
                  <c:v>119</c:v>
                </c:pt>
                <c:pt idx="484120">
                  <c:v>120</c:v>
                </c:pt>
                <c:pt idx="484071">
                  <c:v>121</c:v>
                </c:pt>
                <c:pt idx="484022">
                  <c:v>122</c:v>
                </c:pt>
                <c:pt idx="483973">
                  <c:v>123</c:v>
                </c:pt>
                <c:pt idx="483924">
                  <c:v>124</c:v>
                </c:pt>
                <c:pt idx="483875">
                  <c:v>125</c:v>
                </c:pt>
                <c:pt idx="483826">
                  <c:v>126</c:v>
                </c:pt>
                <c:pt idx="483777">
                  <c:v>127</c:v>
                </c:pt>
                <c:pt idx="483728">
                  <c:v>128</c:v>
                </c:pt>
                <c:pt idx="483679">
                  <c:v>129</c:v>
                </c:pt>
                <c:pt idx="483630">
                  <c:v>130</c:v>
                </c:pt>
                <c:pt idx="483581">
                  <c:v>131</c:v>
                </c:pt>
                <c:pt idx="483532">
                  <c:v>132</c:v>
                </c:pt>
                <c:pt idx="483483">
                  <c:v>133</c:v>
                </c:pt>
                <c:pt idx="483434">
                  <c:v>134</c:v>
                </c:pt>
                <c:pt idx="483385">
                  <c:v>135</c:v>
                </c:pt>
                <c:pt idx="483336">
                  <c:v>136</c:v>
                </c:pt>
                <c:pt idx="483287">
                  <c:v>137</c:v>
                </c:pt>
                <c:pt idx="483238">
                  <c:v>138</c:v>
                </c:pt>
                <c:pt idx="483189">
                  <c:v>139</c:v>
                </c:pt>
                <c:pt idx="483140">
                  <c:v>140</c:v>
                </c:pt>
                <c:pt idx="483091">
                  <c:v>141</c:v>
                </c:pt>
                <c:pt idx="483042">
                  <c:v>142</c:v>
                </c:pt>
                <c:pt idx="482993">
                  <c:v>143</c:v>
                </c:pt>
                <c:pt idx="482944">
                  <c:v>144</c:v>
                </c:pt>
                <c:pt idx="482895">
                  <c:v>145</c:v>
                </c:pt>
                <c:pt idx="482846">
                  <c:v>146</c:v>
                </c:pt>
                <c:pt idx="482797">
                  <c:v>147</c:v>
                </c:pt>
                <c:pt idx="482748">
                  <c:v>148</c:v>
                </c:pt>
                <c:pt idx="482699">
                  <c:v>149</c:v>
                </c:pt>
                <c:pt idx="482650">
                  <c:v>150</c:v>
                </c:pt>
                <c:pt idx="482601">
                  <c:v>151</c:v>
                </c:pt>
                <c:pt idx="482552">
                  <c:v>152</c:v>
                </c:pt>
                <c:pt idx="482503">
                  <c:v>153</c:v>
                </c:pt>
                <c:pt idx="482454">
                  <c:v>154</c:v>
                </c:pt>
                <c:pt idx="482405">
                  <c:v>155</c:v>
                </c:pt>
                <c:pt idx="482356">
                  <c:v>156</c:v>
                </c:pt>
                <c:pt idx="482307">
                  <c:v>157</c:v>
                </c:pt>
                <c:pt idx="482258">
                  <c:v>158</c:v>
                </c:pt>
                <c:pt idx="482209">
                  <c:v>159</c:v>
                </c:pt>
                <c:pt idx="482160">
                  <c:v>160</c:v>
                </c:pt>
                <c:pt idx="482111">
                  <c:v>161</c:v>
                </c:pt>
                <c:pt idx="482062">
                  <c:v>162</c:v>
                </c:pt>
                <c:pt idx="482013">
                  <c:v>163</c:v>
                </c:pt>
                <c:pt idx="481964">
                  <c:v>164</c:v>
                </c:pt>
                <c:pt idx="481915">
                  <c:v>165</c:v>
                </c:pt>
                <c:pt idx="481866">
                  <c:v>166</c:v>
                </c:pt>
                <c:pt idx="481817">
                  <c:v>167</c:v>
                </c:pt>
                <c:pt idx="481768">
                  <c:v>168</c:v>
                </c:pt>
                <c:pt idx="481719">
                  <c:v>169</c:v>
                </c:pt>
                <c:pt idx="481670">
                  <c:v>170</c:v>
                </c:pt>
                <c:pt idx="481621">
                  <c:v>171</c:v>
                </c:pt>
                <c:pt idx="481572">
                  <c:v>172</c:v>
                </c:pt>
                <c:pt idx="481523">
                  <c:v>173</c:v>
                </c:pt>
                <c:pt idx="481474">
                  <c:v>174</c:v>
                </c:pt>
                <c:pt idx="481425">
                  <c:v>175</c:v>
                </c:pt>
                <c:pt idx="481376">
                  <c:v>176</c:v>
                </c:pt>
                <c:pt idx="481327">
                  <c:v>177</c:v>
                </c:pt>
                <c:pt idx="481278">
                  <c:v>178</c:v>
                </c:pt>
                <c:pt idx="481229">
                  <c:v>179</c:v>
                </c:pt>
                <c:pt idx="481180">
                  <c:v>180</c:v>
                </c:pt>
                <c:pt idx="481131">
                  <c:v>181</c:v>
                </c:pt>
                <c:pt idx="481082">
                  <c:v>182</c:v>
                </c:pt>
                <c:pt idx="481033">
                  <c:v>183</c:v>
                </c:pt>
                <c:pt idx="480984">
                  <c:v>184</c:v>
                </c:pt>
                <c:pt idx="480935">
                  <c:v>185</c:v>
                </c:pt>
                <c:pt idx="480886">
                  <c:v>186</c:v>
                </c:pt>
                <c:pt idx="480837">
                  <c:v>187</c:v>
                </c:pt>
                <c:pt idx="480788">
                  <c:v>188</c:v>
                </c:pt>
                <c:pt idx="480739">
                  <c:v>189</c:v>
                </c:pt>
                <c:pt idx="480690">
                  <c:v>190</c:v>
                </c:pt>
                <c:pt idx="480641">
                  <c:v>191</c:v>
                </c:pt>
                <c:pt idx="480592">
                  <c:v>192</c:v>
                </c:pt>
                <c:pt idx="480543">
                  <c:v>193</c:v>
                </c:pt>
                <c:pt idx="480494">
                  <c:v>194</c:v>
                </c:pt>
                <c:pt idx="480445">
                  <c:v>195</c:v>
                </c:pt>
                <c:pt idx="480396">
                  <c:v>196</c:v>
                </c:pt>
                <c:pt idx="480347">
                  <c:v>197</c:v>
                </c:pt>
                <c:pt idx="480298">
                  <c:v>198</c:v>
                </c:pt>
                <c:pt idx="480249">
                  <c:v>199</c:v>
                </c:pt>
                <c:pt idx="480200">
                  <c:v>200</c:v>
                </c:pt>
                <c:pt idx="480151">
                  <c:v>201</c:v>
                </c:pt>
                <c:pt idx="480102">
                  <c:v>202</c:v>
                </c:pt>
                <c:pt idx="480053">
                  <c:v>203</c:v>
                </c:pt>
                <c:pt idx="480004">
                  <c:v>204</c:v>
                </c:pt>
                <c:pt idx="479955">
                  <c:v>205</c:v>
                </c:pt>
                <c:pt idx="479906">
                  <c:v>206</c:v>
                </c:pt>
                <c:pt idx="479857">
                  <c:v>207</c:v>
                </c:pt>
                <c:pt idx="479808">
                  <c:v>208</c:v>
                </c:pt>
                <c:pt idx="479759">
                  <c:v>209</c:v>
                </c:pt>
                <c:pt idx="479710">
                  <c:v>210</c:v>
                </c:pt>
                <c:pt idx="479661">
                  <c:v>211</c:v>
                </c:pt>
                <c:pt idx="479612">
                  <c:v>212</c:v>
                </c:pt>
                <c:pt idx="479563">
                  <c:v>213</c:v>
                </c:pt>
                <c:pt idx="479514">
                  <c:v>214</c:v>
                </c:pt>
                <c:pt idx="479465">
                  <c:v>215</c:v>
                </c:pt>
                <c:pt idx="479416">
                  <c:v>216</c:v>
                </c:pt>
                <c:pt idx="479367">
                  <c:v>217</c:v>
                </c:pt>
                <c:pt idx="479318">
                  <c:v>218</c:v>
                </c:pt>
                <c:pt idx="479269">
                  <c:v>219</c:v>
                </c:pt>
                <c:pt idx="479220">
                  <c:v>220</c:v>
                </c:pt>
                <c:pt idx="479171">
                  <c:v>221</c:v>
                </c:pt>
                <c:pt idx="479122">
                  <c:v>222</c:v>
                </c:pt>
                <c:pt idx="479073">
                  <c:v>223</c:v>
                </c:pt>
                <c:pt idx="479024">
                  <c:v>224</c:v>
                </c:pt>
                <c:pt idx="478975">
                  <c:v>225</c:v>
                </c:pt>
                <c:pt idx="478926">
                  <c:v>226</c:v>
                </c:pt>
                <c:pt idx="478877">
                  <c:v>227</c:v>
                </c:pt>
                <c:pt idx="478828">
                  <c:v>228</c:v>
                </c:pt>
                <c:pt idx="478779">
                  <c:v>229</c:v>
                </c:pt>
                <c:pt idx="478730">
                  <c:v>230</c:v>
                </c:pt>
                <c:pt idx="478681">
                  <c:v>231</c:v>
                </c:pt>
                <c:pt idx="478632">
                  <c:v>232</c:v>
                </c:pt>
                <c:pt idx="478583">
                  <c:v>233</c:v>
                </c:pt>
                <c:pt idx="478534">
                  <c:v>234</c:v>
                </c:pt>
                <c:pt idx="478485">
                  <c:v>235</c:v>
                </c:pt>
                <c:pt idx="478436">
                  <c:v>236</c:v>
                </c:pt>
                <c:pt idx="478387">
                  <c:v>237</c:v>
                </c:pt>
                <c:pt idx="478338">
                  <c:v>238</c:v>
                </c:pt>
                <c:pt idx="478289">
                  <c:v>239</c:v>
                </c:pt>
                <c:pt idx="478240">
                  <c:v>240</c:v>
                </c:pt>
                <c:pt idx="478191">
                  <c:v>241</c:v>
                </c:pt>
                <c:pt idx="478142">
                  <c:v>242</c:v>
                </c:pt>
                <c:pt idx="478093">
                  <c:v>243</c:v>
                </c:pt>
                <c:pt idx="478044">
                  <c:v>244</c:v>
                </c:pt>
                <c:pt idx="477995">
                  <c:v>245</c:v>
                </c:pt>
                <c:pt idx="477946">
                  <c:v>246</c:v>
                </c:pt>
                <c:pt idx="477897">
                  <c:v>247</c:v>
                </c:pt>
                <c:pt idx="477848">
                  <c:v>248</c:v>
                </c:pt>
                <c:pt idx="477799">
                  <c:v>249</c:v>
                </c:pt>
                <c:pt idx="477750">
                  <c:v>250</c:v>
                </c:pt>
                <c:pt idx="477701">
                  <c:v>251</c:v>
                </c:pt>
                <c:pt idx="477652">
                  <c:v>252</c:v>
                </c:pt>
                <c:pt idx="477603">
                  <c:v>253</c:v>
                </c:pt>
                <c:pt idx="477554">
                  <c:v>254</c:v>
                </c:pt>
                <c:pt idx="477505">
                  <c:v>255</c:v>
                </c:pt>
                <c:pt idx="477456">
                  <c:v>256</c:v>
                </c:pt>
                <c:pt idx="477407">
                  <c:v>257</c:v>
                </c:pt>
                <c:pt idx="477358">
                  <c:v>258</c:v>
                </c:pt>
                <c:pt idx="477309">
                  <c:v>259</c:v>
                </c:pt>
                <c:pt idx="477260">
                  <c:v>260</c:v>
                </c:pt>
                <c:pt idx="477211">
                  <c:v>261</c:v>
                </c:pt>
                <c:pt idx="477162">
                  <c:v>262</c:v>
                </c:pt>
                <c:pt idx="477113">
                  <c:v>263</c:v>
                </c:pt>
                <c:pt idx="477064">
                  <c:v>264</c:v>
                </c:pt>
                <c:pt idx="477015">
                  <c:v>265</c:v>
                </c:pt>
                <c:pt idx="476966">
                  <c:v>266</c:v>
                </c:pt>
                <c:pt idx="476917">
                  <c:v>267</c:v>
                </c:pt>
                <c:pt idx="476868">
                  <c:v>268</c:v>
                </c:pt>
                <c:pt idx="476819">
                  <c:v>269</c:v>
                </c:pt>
                <c:pt idx="476770">
                  <c:v>270</c:v>
                </c:pt>
                <c:pt idx="476721">
                  <c:v>271</c:v>
                </c:pt>
                <c:pt idx="476672">
                  <c:v>272</c:v>
                </c:pt>
                <c:pt idx="476623">
                  <c:v>273</c:v>
                </c:pt>
                <c:pt idx="476574">
                  <c:v>274</c:v>
                </c:pt>
                <c:pt idx="476525">
                  <c:v>275</c:v>
                </c:pt>
                <c:pt idx="476476">
                  <c:v>276</c:v>
                </c:pt>
                <c:pt idx="476427">
                  <c:v>277</c:v>
                </c:pt>
                <c:pt idx="476378">
                  <c:v>278</c:v>
                </c:pt>
                <c:pt idx="476329">
                  <c:v>279</c:v>
                </c:pt>
                <c:pt idx="476280">
                  <c:v>280</c:v>
                </c:pt>
                <c:pt idx="476231">
                  <c:v>281</c:v>
                </c:pt>
                <c:pt idx="476182">
                  <c:v>282</c:v>
                </c:pt>
                <c:pt idx="476133">
                  <c:v>283</c:v>
                </c:pt>
                <c:pt idx="476084">
                  <c:v>284</c:v>
                </c:pt>
                <c:pt idx="476035">
                  <c:v>285</c:v>
                </c:pt>
                <c:pt idx="475986">
                  <c:v>286</c:v>
                </c:pt>
                <c:pt idx="475937">
                  <c:v>287</c:v>
                </c:pt>
                <c:pt idx="475888">
                  <c:v>288</c:v>
                </c:pt>
                <c:pt idx="475839">
                  <c:v>289</c:v>
                </c:pt>
                <c:pt idx="475790">
                  <c:v>290</c:v>
                </c:pt>
                <c:pt idx="475741">
                  <c:v>291</c:v>
                </c:pt>
                <c:pt idx="475692">
                  <c:v>292</c:v>
                </c:pt>
                <c:pt idx="475643">
                  <c:v>293</c:v>
                </c:pt>
                <c:pt idx="475594">
                  <c:v>294</c:v>
                </c:pt>
                <c:pt idx="475545">
                  <c:v>295</c:v>
                </c:pt>
                <c:pt idx="475496">
                  <c:v>296</c:v>
                </c:pt>
                <c:pt idx="475447">
                  <c:v>297</c:v>
                </c:pt>
                <c:pt idx="475398">
                  <c:v>298</c:v>
                </c:pt>
                <c:pt idx="475349">
                  <c:v>299</c:v>
                </c:pt>
                <c:pt idx="475300">
                  <c:v>300</c:v>
                </c:pt>
                <c:pt idx="475251">
                  <c:v>301</c:v>
                </c:pt>
                <c:pt idx="475202">
                  <c:v>302</c:v>
                </c:pt>
                <c:pt idx="475153">
                  <c:v>303</c:v>
                </c:pt>
                <c:pt idx="475104">
                  <c:v>304</c:v>
                </c:pt>
                <c:pt idx="475055">
                  <c:v>305</c:v>
                </c:pt>
                <c:pt idx="475006">
                  <c:v>306</c:v>
                </c:pt>
                <c:pt idx="474957">
                  <c:v>307</c:v>
                </c:pt>
                <c:pt idx="474908">
                  <c:v>308</c:v>
                </c:pt>
                <c:pt idx="474859">
                  <c:v>309</c:v>
                </c:pt>
                <c:pt idx="474810">
                  <c:v>310</c:v>
                </c:pt>
                <c:pt idx="474761">
                  <c:v>311</c:v>
                </c:pt>
                <c:pt idx="474712">
                  <c:v>312</c:v>
                </c:pt>
                <c:pt idx="474663">
                  <c:v>313</c:v>
                </c:pt>
                <c:pt idx="474614">
                  <c:v>314</c:v>
                </c:pt>
                <c:pt idx="474565">
                  <c:v>315</c:v>
                </c:pt>
                <c:pt idx="474516">
                  <c:v>316</c:v>
                </c:pt>
                <c:pt idx="474467">
                  <c:v>317</c:v>
                </c:pt>
                <c:pt idx="474418">
                  <c:v>318</c:v>
                </c:pt>
                <c:pt idx="474369">
                  <c:v>319</c:v>
                </c:pt>
                <c:pt idx="474320">
                  <c:v>320</c:v>
                </c:pt>
                <c:pt idx="474271">
                  <c:v>321</c:v>
                </c:pt>
                <c:pt idx="474222">
                  <c:v>322</c:v>
                </c:pt>
                <c:pt idx="474173">
                  <c:v>323</c:v>
                </c:pt>
                <c:pt idx="474124">
                  <c:v>324</c:v>
                </c:pt>
                <c:pt idx="474075">
                  <c:v>325</c:v>
                </c:pt>
                <c:pt idx="474026">
                  <c:v>326</c:v>
                </c:pt>
                <c:pt idx="473977">
                  <c:v>327</c:v>
                </c:pt>
                <c:pt idx="473928">
                  <c:v>328</c:v>
                </c:pt>
                <c:pt idx="473879">
                  <c:v>329</c:v>
                </c:pt>
                <c:pt idx="473830">
                  <c:v>330</c:v>
                </c:pt>
                <c:pt idx="473781">
                  <c:v>331</c:v>
                </c:pt>
                <c:pt idx="473732">
                  <c:v>332</c:v>
                </c:pt>
                <c:pt idx="473683">
                  <c:v>333</c:v>
                </c:pt>
                <c:pt idx="473634">
                  <c:v>334</c:v>
                </c:pt>
                <c:pt idx="473585">
                  <c:v>335</c:v>
                </c:pt>
                <c:pt idx="473536">
                  <c:v>336</c:v>
                </c:pt>
                <c:pt idx="473487">
                  <c:v>337</c:v>
                </c:pt>
                <c:pt idx="473438">
                  <c:v>338</c:v>
                </c:pt>
                <c:pt idx="473389">
                  <c:v>339</c:v>
                </c:pt>
                <c:pt idx="473340">
                  <c:v>340</c:v>
                </c:pt>
                <c:pt idx="473291">
                  <c:v>341</c:v>
                </c:pt>
                <c:pt idx="473242">
                  <c:v>342</c:v>
                </c:pt>
                <c:pt idx="473193">
                  <c:v>343</c:v>
                </c:pt>
                <c:pt idx="473144">
                  <c:v>344</c:v>
                </c:pt>
                <c:pt idx="473095">
                  <c:v>345</c:v>
                </c:pt>
                <c:pt idx="473046">
                  <c:v>346</c:v>
                </c:pt>
                <c:pt idx="472997">
                  <c:v>347</c:v>
                </c:pt>
                <c:pt idx="472948">
                  <c:v>348</c:v>
                </c:pt>
                <c:pt idx="472899">
                  <c:v>349</c:v>
                </c:pt>
                <c:pt idx="472850">
                  <c:v>350</c:v>
                </c:pt>
                <c:pt idx="472801">
                  <c:v>351</c:v>
                </c:pt>
                <c:pt idx="472752">
                  <c:v>352</c:v>
                </c:pt>
                <c:pt idx="472703">
                  <c:v>353</c:v>
                </c:pt>
                <c:pt idx="472654">
                  <c:v>354</c:v>
                </c:pt>
                <c:pt idx="472605">
                  <c:v>355</c:v>
                </c:pt>
                <c:pt idx="472556">
                  <c:v>356</c:v>
                </c:pt>
                <c:pt idx="472507">
                  <c:v>357</c:v>
                </c:pt>
                <c:pt idx="472458">
                  <c:v>358</c:v>
                </c:pt>
                <c:pt idx="472409">
                  <c:v>359</c:v>
                </c:pt>
                <c:pt idx="472360">
                  <c:v>360</c:v>
                </c:pt>
                <c:pt idx="472311">
                  <c:v>361</c:v>
                </c:pt>
                <c:pt idx="472262">
                  <c:v>362</c:v>
                </c:pt>
                <c:pt idx="472213">
                  <c:v>363</c:v>
                </c:pt>
                <c:pt idx="472164">
                  <c:v>364</c:v>
                </c:pt>
                <c:pt idx="472115">
                  <c:v>365</c:v>
                </c:pt>
                <c:pt idx="472066">
                  <c:v>366</c:v>
                </c:pt>
                <c:pt idx="472017">
                  <c:v>367</c:v>
                </c:pt>
                <c:pt idx="471968">
                  <c:v>368</c:v>
                </c:pt>
                <c:pt idx="471919">
                  <c:v>369</c:v>
                </c:pt>
                <c:pt idx="471870">
                  <c:v>370</c:v>
                </c:pt>
                <c:pt idx="471821">
                  <c:v>371</c:v>
                </c:pt>
                <c:pt idx="471772">
                  <c:v>372</c:v>
                </c:pt>
                <c:pt idx="471723">
                  <c:v>373</c:v>
                </c:pt>
                <c:pt idx="471674">
                  <c:v>374</c:v>
                </c:pt>
                <c:pt idx="471625">
                  <c:v>375</c:v>
                </c:pt>
                <c:pt idx="471576">
                  <c:v>376</c:v>
                </c:pt>
                <c:pt idx="471527">
                  <c:v>377</c:v>
                </c:pt>
                <c:pt idx="471478">
                  <c:v>378</c:v>
                </c:pt>
                <c:pt idx="471429">
                  <c:v>379</c:v>
                </c:pt>
                <c:pt idx="471380">
                  <c:v>380</c:v>
                </c:pt>
                <c:pt idx="471331">
                  <c:v>381</c:v>
                </c:pt>
                <c:pt idx="471282">
                  <c:v>382</c:v>
                </c:pt>
                <c:pt idx="471233">
                  <c:v>383</c:v>
                </c:pt>
                <c:pt idx="471184">
                  <c:v>384</c:v>
                </c:pt>
                <c:pt idx="471135">
                  <c:v>385</c:v>
                </c:pt>
                <c:pt idx="471086">
                  <c:v>386</c:v>
                </c:pt>
                <c:pt idx="471037">
                  <c:v>387</c:v>
                </c:pt>
                <c:pt idx="470988">
                  <c:v>388</c:v>
                </c:pt>
                <c:pt idx="470939">
                  <c:v>389</c:v>
                </c:pt>
                <c:pt idx="470890">
                  <c:v>390</c:v>
                </c:pt>
                <c:pt idx="470841">
                  <c:v>391</c:v>
                </c:pt>
                <c:pt idx="470792">
                  <c:v>392</c:v>
                </c:pt>
                <c:pt idx="470743">
                  <c:v>393</c:v>
                </c:pt>
                <c:pt idx="470694">
                  <c:v>394</c:v>
                </c:pt>
                <c:pt idx="470645">
                  <c:v>395</c:v>
                </c:pt>
                <c:pt idx="470596">
                  <c:v>396</c:v>
                </c:pt>
                <c:pt idx="470547">
                  <c:v>397</c:v>
                </c:pt>
                <c:pt idx="470498">
                  <c:v>398</c:v>
                </c:pt>
                <c:pt idx="470449">
                  <c:v>399</c:v>
                </c:pt>
                <c:pt idx="470400">
                  <c:v>400</c:v>
                </c:pt>
                <c:pt idx="470351">
                  <c:v>401</c:v>
                </c:pt>
                <c:pt idx="470302">
                  <c:v>402</c:v>
                </c:pt>
                <c:pt idx="470253">
                  <c:v>403</c:v>
                </c:pt>
                <c:pt idx="470204">
                  <c:v>404</c:v>
                </c:pt>
                <c:pt idx="470155">
                  <c:v>405</c:v>
                </c:pt>
                <c:pt idx="470106">
                  <c:v>406</c:v>
                </c:pt>
                <c:pt idx="470057">
                  <c:v>407</c:v>
                </c:pt>
                <c:pt idx="470008">
                  <c:v>408</c:v>
                </c:pt>
                <c:pt idx="469959">
                  <c:v>409</c:v>
                </c:pt>
                <c:pt idx="469910">
                  <c:v>410</c:v>
                </c:pt>
                <c:pt idx="469861">
                  <c:v>411</c:v>
                </c:pt>
                <c:pt idx="469812">
                  <c:v>412</c:v>
                </c:pt>
                <c:pt idx="469763">
                  <c:v>413</c:v>
                </c:pt>
                <c:pt idx="469714">
                  <c:v>414</c:v>
                </c:pt>
                <c:pt idx="469665">
                  <c:v>415</c:v>
                </c:pt>
                <c:pt idx="469616">
                  <c:v>416</c:v>
                </c:pt>
                <c:pt idx="469567">
                  <c:v>417</c:v>
                </c:pt>
                <c:pt idx="469518">
                  <c:v>418</c:v>
                </c:pt>
                <c:pt idx="469469">
                  <c:v>419</c:v>
                </c:pt>
                <c:pt idx="469420">
                  <c:v>420</c:v>
                </c:pt>
                <c:pt idx="469371">
                  <c:v>421</c:v>
                </c:pt>
                <c:pt idx="469322">
                  <c:v>422</c:v>
                </c:pt>
                <c:pt idx="469273">
                  <c:v>423</c:v>
                </c:pt>
                <c:pt idx="469224">
                  <c:v>424</c:v>
                </c:pt>
                <c:pt idx="469175">
                  <c:v>425</c:v>
                </c:pt>
                <c:pt idx="469126">
                  <c:v>426</c:v>
                </c:pt>
                <c:pt idx="469077">
                  <c:v>427</c:v>
                </c:pt>
                <c:pt idx="469028">
                  <c:v>428</c:v>
                </c:pt>
                <c:pt idx="468979">
                  <c:v>429</c:v>
                </c:pt>
                <c:pt idx="468930">
                  <c:v>430</c:v>
                </c:pt>
                <c:pt idx="468881">
                  <c:v>431</c:v>
                </c:pt>
                <c:pt idx="468832">
                  <c:v>432</c:v>
                </c:pt>
                <c:pt idx="468783">
                  <c:v>433</c:v>
                </c:pt>
                <c:pt idx="468734">
                  <c:v>434</c:v>
                </c:pt>
                <c:pt idx="468685">
                  <c:v>435</c:v>
                </c:pt>
                <c:pt idx="468636">
                  <c:v>436</c:v>
                </c:pt>
                <c:pt idx="468587">
                  <c:v>437</c:v>
                </c:pt>
                <c:pt idx="468538">
                  <c:v>438</c:v>
                </c:pt>
                <c:pt idx="468489">
                  <c:v>439</c:v>
                </c:pt>
                <c:pt idx="468440">
                  <c:v>440</c:v>
                </c:pt>
                <c:pt idx="468391">
                  <c:v>441</c:v>
                </c:pt>
                <c:pt idx="468342">
                  <c:v>442</c:v>
                </c:pt>
                <c:pt idx="468293">
                  <c:v>443</c:v>
                </c:pt>
                <c:pt idx="468244">
                  <c:v>444</c:v>
                </c:pt>
                <c:pt idx="468195">
                  <c:v>445</c:v>
                </c:pt>
                <c:pt idx="468146">
                  <c:v>446</c:v>
                </c:pt>
                <c:pt idx="468097">
                  <c:v>447</c:v>
                </c:pt>
                <c:pt idx="468048">
                  <c:v>448</c:v>
                </c:pt>
                <c:pt idx="467999">
                  <c:v>449</c:v>
                </c:pt>
                <c:pt idx="467950">
                  <c:v>450</c:v>
                </c:pt>
                <c:pt idx="467901">
                  <c:v>451</c:v>
                </c:pt>
                <c:pt idx="467852">
                  <c:v>452</c:v>
                </c:pt>
                <c:pt idx="467803">
                  <c:v>453</c:v>
                </c:pt>
                <c:pt idx="467754">
                  <c:v>454</c:v>
                </c:pt>
                <c:pt idx="467705">
                  <c:v>455</c:v>
                </c:pt>
                <c:pt idx="467656">
                  <c:v>456</c:v>
                </c:pt>
                <c:pt idx="467607">
                  <c:v>457</c:v>
                </c:pt>
                <c:pt idx="467558">
                  <c:v>458</c:v>
                </c:pt>
                <c:pt idx="467509">
                  <c:v>459</c:v>
                </c:pt>
                <c:pt idx="467460">
                  <c:v>460</c:v>
                </c:pt>
                <c:pt idx="467411">
                  <c:v>461</c:v>
                </c:pt>
                <c:pt idx="467362">
                  <c:v>462</c:v>
                </c:pt>
                <c:pt idx="467313">
                  <c:v>463</c:v>
                </c:pt>
                <c:pt idx="467264">
                  <c:v>464</c:v>
                </c:pt>
                <c:pt idx="467215">
                  <c:v>465</c:v>
                </c:pt>
                <c:pt idx="467166">
                  <c:v>466</c:v>
                </c:pt>
                <c:pt idx="467117">
                  <c:v>467</c:v>
                </c:pt>
                <c:pt idx="467068">
                  <c:v>468</c:v>
                </c:pt>
                <c:pt idx="467019">
                  <c:v>469</c:v>
                </c:pt>
                <c:pt idx="466970">
                  <c:v>470</c:v>
                </c:pt>
                <c:pt idx="466921">
                  <c:v>471</c:v>
                </c:pt>
                <c:pt idx="466872">
                  <c:v>472</c:v>
                </c:pt>
                <c:pt idx="466823">
                  <c:v>473</c:v>
                </c:pt>
                <c:pt idx="466774">
                  <c:v>474</c:v>
                </c:pt>
                <c:pt idx="466725">
                  <c:v>475</c:v>
                </c:pt>
                <c:pt idx="466676">
                  <c:v>476</c:v>
                </c:pt>
                <c:pt idx="466627">
                  <c:v>477</c:v>
                </c:pt>
                <c:pt idx="466578">
                  <c:v>478</c:v>
                </c:pt>
                <c:pt idx="466529">
                  <c:v>479</c:v>
                </c:pt>
                <c:pt idx="466480">
                  <c:v>480</c:v>
                </c:pt>
                <c:pt idx="466431">
                  <c:v>481</c:v>
                </c:pt>
                <c:pt idx="466382">
                  <c:v>482</c:v>
                </c:pt>
                <c:pt idx="466333">
                  <c:v>483</c:v>
                </c:pt>
                <c:pt idx="466284">
                  <c:v>484</c:v>
                </c:pt>
                <c:pt idx="466235">
                  <c:v>485</c:v>
                </c:pt>
                <c:pt idx="466186">
                  <c:v>486</c:v>
                </c:pt>
                <c:pt idx="466137">
                  <c:v>487</c:v>
                </c:pt>
                <c:pt idx="466088">
                  <c:v>488</c:v>
                </c:pt>
                <c:pt idx="466039">
                  <c:v>489</c:v>
                </c:pt>
                <c:pt idx="465990">
                  <c:v>490</c:v>
                </c:pt>
                <c:pt idx="465941">
                  <c:v>491</c:v>
                </c:pt>
                <c:pt idx="465892">
                  <c:v>492</c:v>
                </c:pt>
                <c:pt idx="465843">
                  <c:v>493</c:v>
                </c:pt>
                <c:pt idx="465794">
                  <c:v>494</c:v>
                </c:pt>
                <c:pt idx="465745">
                  <c:v>495</c:v>
                </c:pt>
                <c:pt idx="465696">
                  <c:v>496</c:v>
                </c:pt>
                <c:pt idx="465647">
                  <c:v>497</c:v>
                </c:pt>
                <c:pt idx="465598">
                  <c:v>498</c:v>
                </c:pt>
                <c:pt idx="465549">
                  <c:v>499</c:v>
                </c:pt>
                <c:pt idx="465500">
                  <c:v>500</c:v>
                </c:pt>
                <c:pt idx="465451">
                  <c:v>501</c:v>
                </c:pt>
                <c:pt idx="465402">
                  <c:v>502</c:v>
                </c:pt>
                <c:pt idx="465353">
                  <c:v>503</c:v>
                </c:pt>
                <c:pt idx="465304">
                  <c:v>504</c:v>
                </c:pt>
                <c:pt idx="465255">
                  <c:v>505</c:v>
                </c:pt>
                <c:pt idx="465206">
                  <c:v>506</c:v>
                </c:pt>
                <c:pt idx="465157">
                  <c:v>507</c:v>
                </c:pt>
                <c:pt idx="465108">
                  <c:v>508</c:v>
                </c:pt>
                <c:pt idx="465059">
                  <c:v>509</c:v>
                </c:pt>
                <c:pt idx="465010">
                  <c:v>510</c:v>
                </c:pt>
                <c:pt idx="464961">
                  <c:v>511</c:v>
                </c:pt>
                <c:pt idx="464912">
                  <c:v>512</c:v>
                </c:pt>
                <c:pt idx="464863">
                  <c:v>513</c:v>
                </c:pt>
                <c:pt idx="464814">
                  <c:v>514</c:v>
                </c:pt>
                <c:pt idx="464765">
                  <c:v>515</c:v>
                </c:pt>
                <c:pt idx="464716">
                  <c:v>516</c:v>
                </c:pt>
                <c:pt idx="464667">
                  <c:v>517</c:v>
                </c:pt>
                <c:pt idx="464618">
                  <c:v>518</c:v>
                </c:pt>
                <c:pt idx="464569">
                  <c:v>519</c:v>
                </c:pt>
                <c:pt idx="464520">
                  <c:v>520</c:v>
                </c:pt>
                <c:pt idx="464471">
                  <c:v>521</c:v>
                </c:pt>
                <c:pt idx="464422">
                  <c:v>522</c:v>
                </c:pt>
                <c:pt idx="464373">
                  <c:v>523</c:v>
                </c:pt>
                <c:pt idx="464324">
                  <c:v>524</c:v>
                </c:pt>
                <c:pt idx="464275">
                  <c:v>525</c:v>
                </c:pt>
                <c:pt idx="464226">
                  <c:v>526</c:v>
                </c:pt>
                <c:pt idx="464177">
                  <c:v>527</c:v>
                </c:pt>
                <c:pt idx="464128">
                  <c:v>528</c:v>
                </c:pt>
                <c:pt idx="464079">
                  <c:v>529</c:v>
                </c:pt>
                <c:pt idx="464030">
                  <c:v>530</c:v>
                </c:pt>
                <c:pt idx="463981">
                  <c:v>531</c:v>
                </c:pt>
                <c:pt idx="463932">
                  <c:v>532</c:v>
                </c:pt>
                <c:pt idx="463883">
                  <c:v>533</c:v>
                </c:pt>
                <c:pt idx="463834">
                  <c:v>534</c:v>
                </c:pt>
                <c:pt idx="463785">
                  <c:v>535</c:v>
                </c:pt>
                <c:pt idx="463736">
                  <c:v>536</c:v>
                </c:pt>
                <c:pt idx="463687">
                  <c:v>537</c:v>
                </c:pt>
                <c:pt idx="463638">
                  <c:v>538</c:v>
                </c:pt>
                <c:pt idx="463589">
                  <c:v>539</c:v>
                </c:pt>
                <c:pt idx="463540">
                  <c:v>540</c:v>
                </c:pt>
                <c:pt idx="463491">
                  <c:v>541</c:v>
                </c:pt>
                <c:pt idx="463442">
                  <c:v>542</c:v>
                </c:pt>
                <c:pt idx="463393">
                  <c:v>543</c:v>
                </c:pt>
                <c:pt idx="463344">
                  <c:v>544</c:v>
                </c:pt>
                <c:pt idx="463295">
                  <c:v>545</c:v>
                </c:pt>
                <c:pt idx="463246">
                  <c:v>546</c:v>
                </c:pt>
                <c:pt idx="463197">
                  <c:v>547</c:v>
                </c:pt>
                <c:pt idx="463148">
                  <c:v>548</c:v>
                </c:pt>
                <c:pt idx="463099">
                  <c:v>549</c:v>
                </c:pt>
                <c:pt idx="463050">
                  <c:v>550</c:v>
                </c:pt>
                <c:pt idx="463001">
                  <c:v>551</c:v>
                </c:pt>
                <c:pt idx="462952">
                  <c:v>552</c:v>
                </c:pt>
                <c:pt idx="462903">
                  <c:v>553</c:v>
                </c:pt>
                <c:pt idx="462854">
                  <c:v>554</c:v>
                </c:pt>
                <c:pt idx="462805">
                  <c:v>555</c:v>
                </c:pt>
                <c:pt idx="462756">
                  <c:v>556</c:v>
                </c:pt>
                <c:pt idx="462707">
                  <c:v>557</c:v>
                </c:pt>
                <c:pt idx="462658">
                  <c:v>558</c:v>
                </c:pt>
                <c:pt idx="462609">
                  <c:v>559</c:v>
                </c:pt>
                <c:pt idx="462560">
                  <c:v>560</c:v>
                </c:pt>
                <c:pt idx="462511">
                  <c:v>561</c:v>
                </c:pt>
                <c:pt idx="462462">
                  <c:v>562</c:v>
                </c:pt>
                <c:pt idx="462413">
                  <c:v>563</c:v>
                </c:pt>
                <c:pt idx="462364">
                  <c:v>564</c:v>
                </c:pt>
                <c:pt idx="462315">
                  <c:v>565</c:v>
                </c:pt>
                <c:pt idx="462266">
                  <c:v>566</c:v>
                </c:pt>
                <c:pt idx="462217">
                  <c:v>567</c:v>
                </c:pt>
                <c:pt idx="462168">
                  <c:v>568</c:v>
                </c:pt>
                <c:pt idx="462119">
                  <c:v>569</c:v>
                </c:pt>
                <c:pt idx="462070">
                  <c:v>570</c:v>
                </c:pt>
                <c:pt idx="462021">
                  <c:v>571</c:v>
                </c:pt>
                <c:pt idx="461972">
                  <c:v>572</c:v>
                </c:pt>
                <c:pt idx="461923">
                  <c:v>573</c:v>
                </c:pt>
                <c:pt idx="461874">
                  <c:v>574</c:v>
                </c:pt>
                <c:pt idx="461825">
                  <c:v>575</c:v>
                </c:pt>
                <c:pt idx="461776">
                  <c:v>576</c:v>
                </c:pt>
                <c:pt idx="461727">
                  <c:v>577</c:v>
                </c:pt>
                <c:pt idx="461678">
                  <c:v>578</c:v>
                </c:pt>
                <c:pt idx="461629">
                  <c:v>579</c:v>
                </c:pt>
                <c:pt idx="461580">
                  <c:v>580</c:v>
                </c:pt>
                <c:pt idx="461531">
                  <c:v>581</c:v>
                </c:pt>
                <c:pt idx="461482">
                  <c:v>582</c:v>
                </c:pt>
                <c:pt idx="461433">
                  <c:v>583</c:v>
                </c:pt>
                <c:pt idx="461384">
                  <c:v>584</c:v>
                </c:pt>
                <c:pt idx="461335">
                  <c:v>585</c:v>
                </c:pt>
                <c:pt idx="461286">
                  <c:v>586</c:v>
                </c:pt>
                <c:pt idx="461237">
                  <c:v>587</c:v>
                </c:pt>
                <c:pt idx="461188">
                  <c:v>588</c:v>
                </c:pt>
                <c:pt idx="461139">
                  <c:v>589</c:v>
                </c:pt>
                <c:pt idx="461090">
                  <c:v>590</c:v>
                </c:pt>
                <c:pt idx="461041">
                  <c:v>591</c:v>
                </c:pt>
                <c:pt idx="460992">
                  <c:v>592</c:v>
                </c:pt>
                <c:pt idx="460943">
                  <c:v>593</c:v>
                </c:pt>
                <c:pt idx="460894">
                  <c:v>594</c:v>
                </c:pt>
                <c:pt idx="460845">
                  <c:v>595</c:v>
                </c:pt>
                <c:pt idx="460796">
                  <c:v>596</c:v>
                </c:pt>
                <c:pt idx="460747">
                  <c:v>597</c:v>
                </c:pt>
                <c:pt idx="460698">
                  <c:v>598</c:v>
                </c:pt>
                <c:pt idx="460649">
                  <c:v>599</c:v>
                </c:pt>
                <c:pt idx="460600">
                  <c:v>600</c:v>
                </c:pt>
                <c:pt idx="460551">
                  <c:v>601</c:v>
                </c:pt>
                <c:pt idx="460502">
                  <c:v>602</c:v>
                </c:pt>
                <c:pt idx="460453">
                  <c:v>603</c:v>
                </c:pt>
                <c:pt idx="460404">
                  <c:v>604</c:v>
                </c:pt>
                <c:pt idx="460355">
                  <c:v>605</c:v>
                </c:pt>
                <c:pt idx="460306">
                  <c:v>606</c:v>
                </c:pt>
                <c:pt idx="460257">
                  <c:v>607</c:v>
                </c:pt>
                <c:pt idx="460208">
                  <c:v>608</c:v>
                </c:pt>
                <c:pt idx="460159">
                  <c:v>609</c:v>
                </c:pt>
                <c:pt idx="460110">
                  <c:v>610</c:v>
                </c:pt>
                <c:pt idx="460061">
                  <c:v>611</c:v>
                </c:pt>
                <c:pt idx="460012">
                  <c:v>612</c:v>
                </c:pt>
                <c:pt idx="459963">
                  <c:v>613</c:v>
                </c:pt>
                <c:pt idx="459914">
                  <c:v>614</c:v>
                </c:pt>
                <c:pt idx="459865">
                  <c:v>615</c:v>
                </c:pt>
                <c:pt idx="459816">
                  <c:v>616</c:v>
                </c:pt>
                <c:pt idx="459767">
                  <c:v>617</c:v>
                </c:pt>
                <c:pt idx="459718">
                  <c:v>618</c:v>
                </c:pt>
                <c:pt idx="459669">
                  <c:v>619</c:v>
                </c:pt>
                <c:pt idx="459620">
                  <c:v>620</c:v>
                </c:pt>
                <c:pt idx="459571">
                  <c:v>621</c:v>
                </c:pt>
                <c:pt idx="459522">
                  <c:v>622</c:v>
                </c:pt>
                <c:pt idx="459473">
                  <c:v>623</c:v>
                </c:pt>
                <c:pt idx="459424">
                  <c:v>624</c:v>
                </c:pt>
                <c:pt idx="459375">
                  <c:v>625</c:v>
                </c:pt>
                <c:pt idx="459326">
                  <c:v>626</c:v>
                </c:pt>
                <c:pt idx="459277">
                  <c:v>627</c:v>
                </c:pt>
                <c:pt idx="459228">
                  <c:v>628</c:v>
                </c:pt>
                <c:pt idx="459179">
                  <c:v>629</c:v>
                </c:pt>
                <c:pt idx="459130">
                  <c:v>630</c:v>
                </c:pt>
                <c:pt idx="459081">
                  <c:v>631</c:v>
                </c:pt>
                <c:pt idx="459032">
                  <c:v>632</c:v>
                </c:pt>
                <c:pt idx="458983">
                  <c:v>633</c:v>
                </c:pt>
                <c:pt idx="458934">
                  <c:v>634</c:v>
                </c:pt>
                <c:pt idx="458885">
                  <c:v>635</c:v>
                </c:pt>
                <c:pt idx="458836">
                  <c:v>636</c:v>
                </c:pt>
                <c:pt idx="458787">
                  <c:v>637</c:v>
                </c:pt>
                <c:pt idx="458738">
                  <c:v>638</c:v>
                </c:pt>
                <c:pt idx="458689">
                  <c:v>639</c:v>
                </c:pt>
                <c:pt idx="458640">
                  <c:v>640</c:v>
                </c:pt>
                <c:pt idx="458591">
                  <c:v>641</c:v>
                </c:pt>
                <c:pt idx="458542">
                  <c:v>642</c:v>
                </c:pt>
                <c:pt idx="458493">
                  <c:v>643</c:v>
                </c:pt>
                <c:pt idx="458444">
                  <c:v>644</c:v>
                </c:pt>
                <c:pt idx="458395">
                  <c:v>645</c:v>
                </c:pt>
                <c:pt idx="458346">
                  <c:v>646</c:v>
                </c:pt>
                <c:pt idx="458297">
                  <c:v>647</c:v>
                </c:pt>
                <c:pt idx="458248">
                  <c:v>648</c:v>
                </c:pt>
                <c:pt idx="458199">
                  <c:v>649</c:v>
                </c:pt>
                <c:pt idx="458150">
                  <c:v>650</c:v>
                </c:pt>
                <c:pt idx="458101">
                  <c:v>651</c:v>
                </c:pt>
                <c:pt idx="458052">
                  <c:v>652</c:v>
                </c:pt>
                <c:pt idx="458003">
                  <c:v>653</c:v>
                </c:pt>
                <c:pt idx="457954">
                  <c:v>654</c:v>
                </c:pt>
                <c:pt idx="457905">
                  <c:v>655</c:v>
                </c:pt>
                <c:pt idx="457856">
                  <c:v>656</c:v>
                </c:pt>
                <c:pt idx="457807">
                  <c:v>657</c:v>
                </c:pt>
                <c:pt idx="457758">
                  <c:v>658</c:v>
                </c:pt>
                <c:pt idx="457709">
                  <c:v>659</c:v>
                </c:pt>
                <c:pt idx="457660">
                  <c:v>660</c:v>
                </c:pt>
                <c:pt idx="457611">
                  <c:v>661</c:v>
                </c:pt>
                <c:pt idx="457562">
                  <c:v>662</c:v>
                </c:pt>
                <c:pt idx="457513">
                  <c:v>663</c:v>
                </c:pt>
                <c:pt idx="457464">
                  <c:v>664</c:v>
                </c:pt>
                <c:pt idx="457415">
                  <c:v>665</c:v>
                </c:pt>
                <c:pt idx="457366">
                  <c:v>666</c:v>
                </c:pt>
                <c:pt idx="457317">
                  <c:v>667</c:v>
                </c:pt>
                <c:pt idx="457268">
                  <c:v>668</c:v>
                </c:pt>
                <c:pt idx="457219">
                  <c:v>669</c:v>
                </c:pt>
                <c:pt idx="457170">
                  <c:v>670</c:v>
                </c:pt>
                <c:pt idx="457121">
                  <c:v>671</c:v>
                </c:pt>
                <c:pt idx="457072">
                  <c:v>672</c:v>
                </c:pt>
                <c:pt idx="457023">
                  <c:v>673</c:v>
                </c:pt>
                <c:pt idx="456974">
                  <c:v>674</c:v>
                </c:pt>
                <c:pt idx="456925">
                  <c:v>675</c:v>
                </c:pt>
                <c:pt idx="456876">
                  <c:v>676</c:v>
                </c:pt>
                <c:pt idx="456827">
                  <c:v>677</c:v>
                </c:pt>
                <c:pt idx="456778">
                  <c:v>678</c:v>
                </c:pt>
                <c:pt idx="456729">
                  <c:v>679</c:v>
                </c:pt>
                <c:pt idx="456680">
                  <c:v>680</c:v>
                </c:pt>
                <c:pt idx="456631">
                  <c:v>681</c:v>
                </c:pt>
                <c:pt idx="456582">
                  <c:v>682</c:v>
                </c:pt>
                <c:pt idx="456533">
                  <c:v>683</c:v>
                </c:pt>
                <c:pt idx="456484">
                  <c:v>684</c:v>
                </c:pt>
                <c:pt idx="456435">
                  <c:v>685</c:v>
                </c:pt>
                <c:pt idx="456386">
                  <c:v>686</c:v>
                </c:pt>
                <c:pt idx="456337">
                  <c:v>687</c:v>
                </c:pt>
                <c:pt idx="456288">
                  <c:v>688</c:v>
                </c:pt>
                <c:pt idx="456239">
                  <c:v>689</c:v>
                </c:pt>
                <c:pt idx="456190">
                  <c:v>690</c:v>
                </c:pt>
                <c:pt idx="456141">
                  <c:v>691</c:v>
                </c:pt>
                <c:pt idx="456092">
                  <c:v>692</c:v>
                </c:pt>
                <c:pt idx="456043">
                  <c:v>693</c:v>
                </c:pt>
                <c:pt idx="455994">
                  <c:v>694</c:v>
                </c:pt>
                <c:pt idx="455945">
                  <c:v>695</c:v>
                </c:pt>
                <c:pt idx="455896">
                  <c:v>696</c:v>
                </c:pt>
                <c:pt idx="455847">
                  <c:v>697</c:v>
                </c:pt>
                <c:pt idx="455798">
                  <c:v>698</c:v>
                </c:pt>
                <c:pt idx="455749">
                  <c:v>699</c:v>
                </c:pt>
                <c:pt idx="455700">
                  <c:v>700</c:v>
                </c:pt>
                <c:pt idx="455651">
                  <c:v>701</c:v>
                </c:pt>
                <c:pt idx="455602">
                  <c:v>702</c:v>
                </c:pt>
                <c:pt idx="455553">
                  <c:v>703</c:v>
                </c:pt>
                <c:pt idx="455504">
                  <c:v>704</c:v>
                </c:pt>
                <c:pt idx="455455">
                  <c:v>705</c:v>
                </c:pt>
                <c:pt idx="455406">
                  <c:v>706</c:v>
                </c:pt>
                <c:pt idx="455357">
                  <c:v>707</c:v>
                </c:pt>
                <c:pt idx="455308">
                  <c:v>708</c:v>
                </c:pt>
                <c:pt idx="455259">
                  <c:v>709</c:v>
                </c:pt>
                <c:pt idx="455210">
                  <c:v>710</c:v>
                </c:pt>
                <c:pt idx="455161">
                  <c:v>711</c:v>
                </c:pt>
                <c:pt idx="455112">
                  <c:v>712</c:v>
                </c:pt>
                <c:pt idx="455063">
                  <c:v>713</c:v>
                </c:pt>
                <c:pt idx="455014">
                  <c:v>714</c:v>
                </c:pt>
                <c:pt idx="454965">
                  <c:v>715</c:v>
                </c:pt>
                <c:pt idx="454916">
                  <c:v>716</c:v>
                </c:pt>
                <c:pt idx="454867">
                  <c:v>717</c:v>
                </c:pt>
                <c:pt idx="454818">
                  <c:v>718</c:v>
                </c:pt>
                <c:pt idx="454769">
                  <c:v>719</c:v>
                </c:pt>
                <c:pt idx="454720">
                  <c:v>720</c:v>
                </c:pt>
                <c:pt idx="454671">
                  <c:v>721</c:v>
                </c:pt>
                <c:pt idx="454622">
                  <c:v>722</c:v>
                </c:pt>
                <c:pt idx="454573">
                  <c:v>723</c:v>
                </c:pt>
                <c:pt idx="454524">
                  <c:v>724</c:v>
                </c:pt>
                <c:pt idx="454475">
                  <c:v>725</c:v>
                </c:pt>
                <c:pt idx="454426">
                  <c:v>726</c:v>
                </c:pt>
                <c:pt idx="454377">
                  <c:v>727</c:v>
                </c:pt>
                <c:pt idx="454328">
                  <c:v>728</c:v>
                </c:pt>
                <c:pt idx="454279">
                  <c:v>729</c:v>
                </c:pt>
                <c:pt idx="454230">
                  <c:v>730</c:v>
                </c:pt>
                <c:pt idx="454181">
                  <c:v>731</c:v>
                </c:pt>
                <c:pt idx="454132">
                  <c:v>732</c:v>
                </c:pt>
                <c:pt idx="454083">
                  <c:v>733</c:v>
                </c:pt>
                <c:pt idx="454034">
                  <c:v>734</c:v>
                </c:pt>
                <c:pt idx="453985">
                  <c:v>735</c:v>
                </c:pt>
                <c:pt idx="453936">
                  <c:v>736</c:v>
                </c:pt>
                <c:pt idx="453887">
                  <c:v>737</c:v>
                </c:pt>
                <c:pt idx="453838">
                  <c:v>738</c:v>
                </c:pt>
                <c:pt idx="453789">
                  <c:v>739</c:v>
                </c:pt>
                <c:pt idx="453740">
                  <c:v>740</c:v>
                </c:pt>
                <c:pt idx="453691">
                  <c:v>741</c:v>
                </c:pt>
                <c:pt idx="453642">
                  <c:v>742</c:v>
                </c:pt>
                <c:pt idx="453593">
                  <c:v>743</c:v>
                </c:pt>
                <c:pt idx="453544">
                  <c:v>744</c:v>
                </c:pt>
                <c:pt idx="453495">
                  <c:v>745</c:v>
                </c:pt>
                <c:pt idx="453446">
                  <c:v>746</c:v>
                </c:pt>
                <c:pt idx="453397">
                  <c:v>747</c:v>
                </c:pt>
                <c:pt idx="453348">
                  <c:v>748</c:v>
                </c:pt>
                <c:pt idx="453299">
                  <c:v>749</c:v>
                </c:pt>
                <c:pt idx="453250">
                  <c:v>750</c:v>
                </c:pt>
                <c:pt idx="453201">
                  <c:v>751</c:v>
                </c:pt>
                <c:pt idx="453152">
                  <c:v>752</c:v>
                </c:pt>
                <c:pt idx="453103">
                  <c:v>753</c:v>
                </c:pt>
                <c:pt idx="453054">
                  <c:v>754</c:v>
                </c:pt>
                <c:pt idx="453005">
                  <c:v>755</c:v>
                </c:pt>
                <c:pt idx="452956">
                  <c:v>756</c:v>
                </c:pt>
                <c:pt idx="452907">
                  <c:v>757</c:v>
                </c:pt>
                <c:pt idx="452858">
                  <c:v>758</c:v>
                </c:pt>
                <c:pt idx="452809">
                  <c:v>759</c:v>
                </c:pt>
                <c:pt idx="452760">
                  <c:v>760</c:v>
                </c:pt>
                <c:pt idx="452711">
                  <c:v>761</c:v>
                </c:pt>
                <c:pt idx="452662">
                  <c:v>762</c:v>
                </c:pt>
                <c:pt idx="452613">
                  <c:v>763</c:v>
                </c:pt>
                <c:pt idx="452564">
                  <c:v>764</c:v>
                </c:pt>
                <c:pt idx="452515">
                  <c:v>765</c:v>
                </c:pt>
                <c:pt idx="452466">
                  <c:v>766</c:v>
                </c:pt>
                <c:pt idx="452417">
                  <c:v>767</c:v>
                </c:pt>
                <c:pt idx="452368">
                  <c:v>768</c:v>
                </c:pt>
                <c:pt idx="452319">
                  <c:v>769</c:v>
                </c:pt>
                <c:pt idx="452270">
                  <c:v>770</c:v>
                </c:pt>
                <c:pt idx="452221">
                  <c:v>771</c:v>
                </c:pt>
                <c:pt idx="452172">
                  <c:v>772</c:v>
                </c:pt>
                <c:pt idx="452123">
                  <c:v>773</c:v>
                </c:pt>
                <c:pt idx="452074">
                  <c:v>774</c:v>
                </c:pt>
                <c:pt idx="452025">
                  <c:v>775</c:v>
                </c:pt>
                <c:pt idx="451976">
                  <c:v>776</c:v>
                </c:pt>
                <c:pt idx="451927">
                  <c:v>777</c:v>
                </c:pt>
                <c:pt idx="451878">
                  <c:v>778</c:v>
                </c:pt>
                <c:pt idx="451829">
                  <c:v>779</c:v>
                </c:pt>
                <c:pt idx="451780">
                  <c:v>780</c:v>
                </c:pt>
                <c:pt idx="451731">
                  <c:v>781</c:v>
                </c:pt>
                <c:pt idx="451682">
                  <c:v>782</c:v>
                </c:pt>
                <c:pt idx="451633">
                  <c:v>783</c:v>
                </c:pt>
                <c:pt idx="451584">
                  <c:v>784</c:v>
                </c:pt>
                <c:pt idx="451535">
                  <c:v>785</c:v>
                </c:pt>
                <c:pt idx="451486">
                  <c:v>786</c:v>
                </c:pt>
                <c:pt idx="451437">
                  <c:v>787</c:v>
                </c:pt>
                <c:pt idx="451388">
                  <c:v>788</c:v>
                </c:pt>
                <c:pt idx="451339">
                  <c:v>789</c:v>
                </c:pt>
                <c:pt idx="451290">
                  <c:v>790</c:v>
                </c:pt>
                <c:pt idx="451241">
                  <c:v>791</c:v>
                </c:pt>
                <c:pt idx="451192">
                  <c:v>792</c:v>
                </c:pt>
                <c:pt idx="451143">
                  <c:v>793</c:v>
                </c:pt>
                <c:pt idx="451094">
                  <c:v>794</c:v>
                </c:pt>
                <c:pt idx="451045">
                  <c:v>795</c:v>
                </c:pt>
                <c:pt idx="450996">
                  <c:v>796</c:v>
                </c:pt>
                <c:pt idx="450947">
                  <c:v>797</c:v>
                </c:pt>
                <c:pt idx="450898">
                  <c:v>798</c:v>
                </c:pt>
                <c:pt idx="450849">
                  <c:v>799</c:v>
                </c:pt>
                <c:pt idx="450800">
                  <c:v>800</c:v>
                </c:pt>
                <c:pt idx="450751">
                  <c:v>801</c:v>
                </c:pt>
                <c:pt idx="450702">
                  <c:v>802</c:v>
                </c:pt>
                <c:pt idx="450653">
                  <c:v>803</c:v>
                </c:pt>
                <c:pt idx="450604">
                  <c:v>804</c:v>
                </c:pt>
                <c:pt idx="450555">
                  <c:v>805</c:v>
                </c:pt>
                <c:pt idx="450506">
                  <c:v>806</c:v>
                </c:pt>
                <c:pt idx="450457">
                  <c:v>807</c:v>
                </c:pt>
                <c:pt idx="450408">
                  <c:v>808</c:v>
                </c:pt>
                <c:pt idx="450359">
                  <c:v>809</c:v>
                </c:pt>
                <c:pt idx="450310">
                  <c:v>810</c:v>
                </c:pt>
                <c:pt idx="450261">
                  <c:v>811</c:v>
                </c:pt>
                <c:pt idx="450212">
                  <c:v>812</c:v>
                </c:pt>
                <c:pt idx="450163">
                  <c:v>813</c:v>
                </c:pt>
                <c:pt idx="450114">
                  <c:v>814</c:v>
                </c:pt>
                <c:pt idx="450065">
                  <c:v>815</c:v>
                </c:pt>
                <c:pt idx="450016">
                  <c:v>816</c:v>
                </c:pt>
                <c:pt idx="449967">
                  <c:v>817</c:v>
                </c:pt>
                <c:pt idx="449918">
                  <c:v>818</c:v>
                </c:pt>
                <c:pt idx="449869">
                  <c:v>819</c:v>
                </c:pt>
                <c:pt idx="449820">
                  <c:v>820</c:v>
                </c:pt>
                <c:pt idx="449771">
                  <c:v>821</c:v>
                </c:pt>
                <c:pt idx="449722">
                  <c:v>822</c:v>
                </c:pt>
                <c:pt idx="449673">
                  <c:v>823</c:v>
                </c:pt>
                <c:pt idx="449624">
                  <c:v>824</c:v>
                </c:pt>
                <c:pt idx="449575">
                  <c:v>825</c:v>
                </c:pt>
                <c:pt idx="449526">
                  <c:v>826</c:v>
                </c:pt>
                <c:pt idx="449477">
                  <c:v>827</c:v>
                </c:pt>
                <c:pt idx="449428">
                  <c:v>828</c:v>
                </c:pt>
                <c:pt idx="449379">
                  <c:v>829</c:v>
                </c:pt>
                <c:pt idx="449330">
                  <c:v>830</c:v>
                </c:pt>
                <c:pt idx="449281">
                  <c:v>831</c:v>
                </c:pt>
                <c:pt idx="449232">
                  <c:v>832</c:v>
                </c:pt>
                <c:pt idx="449183">
                  <c:v>833</c:v>
                </c:pt>
                <c:pt idx="449134">
                  <c:v>834</c:v>
                </c:pt>
                <c:pt idx="449085">
                  <c:v>835</c:v>
                </c:pt>
                <c:pt idx="449036">
                  <c:v>836</c:v>
                </c:pt>
                <c:pt idx="448987">
                  <c:v>837</c:v>
                </c:pt>
                <c:pt idx="448938">
                  <c:v>838</c:v>
                </c:pt>
                <c:pt idx="448889">
                  <c:v>839</c:v>
                </c:pt>
                <c:pt idx="448840">
                  <c:v>840</c:v>
                </c:pt>
                <c:pt idx="448791">
                  <c:v>841</c:v>
                </c:pt>
                <c:pt idx="448742">
                  <c:v>842</c:v>
                </c:pt>
                <c:pt idx="448693">
                  <c:v>843</c:v>
                </c:pt>
                <c:pt idx="448644">
                  <c:v>844</c:v>
                </c:pt>
                <c:pt idx="448595">
                  <c:v>845</c:v>
                </c:pt>
                <c:pt idx="448546">
                  <c:v>846</c:v>
                </c:pt>
                <c:pt idx="448497">
                  <c:v>847</c:v>
                </c:pt>
                <c:pt idx="448448">
                  <c:v>848</c:v>
                </c:pt>
                <c:pt idx="448399">
                  <c:v>849</c:v>
                </c:pt>
                <c:pt idx="448350">
                  <c:v>850</c:v>
                </c:pt>
                <c:pt idx="448301">
                  <c:v>851</c:v>
                </c:pt>
                <c:pt idx="448252">
                  <c:v>852</c:v>
                </c:pt>
                <c:pt idx="448203">
                  <c:v>853</c:v>
                </c:pt>
                <c:pt idx="448154">
                  <c:v>854</c:v>
                </c:pt>
                <c:pt idx="448105">
                  <c:v>855</c:v>
                </c:pt>
                <c:pt idx="448056">
                  <c:v>856</c:v>
                </c:pt>
                <c:pt idx="448007">
                  <c:v>857</c:v>
                </c:pt>
                <c:pt idx="447958">
                  <c:v>858</c:v>
                </c:pt>
                <c:pt idx="447909">
                  <c:v>859</c:v>
                </c:pt>
                <c:pt idx="447860">
                  <c:v>860</c:v>
                </c:pt>
                <c:pt idx="447811">
                  <c:v>861</c:v>
                </c:pt>
                <c:pt idx="447762">
                  <c:v>862</c:v>
                </c:pt>
                <c:pt idx="447713">
                  <c:v>863</c:v>
                </c:pt>
                <c:pt idx="447664">
                  <c:v>864</c:v>
                </c:pt>
                <c:pt idx="447615">
                  <c:v>865</c:v>
                </c:pt>
                <c:pt idx="447566">
                  <c:v>866</c:v>
                </c:pt>
                <c:pt idx="447517">
                  <c:v>867</c:v>
                </c:pt>
                <c:pt idx="447468">
                  <c:v>868</c:v>
                </c:pt>
                <c:pt idx="447419">
                  <c:v>869</c:v>
                </c:pt>
                <c:pt idx="447370">
                  <c:v>870</c:v>
                </c:pt>
                <c:pt idx="447321">
                  <c:v>871</c:v>
                </c:pt>
                <c:pt idx="447272">
                  <c:v>872</c:v>
                </c:pt>
                <c:pt idx="447223">
                  <c:v>873</c:v>
                </c:pt>
                <c:pt idx="447174">
                  <c:v>874</c:v>
                </c:pt>
                <c:pt idx="447125">
                  <c:v>875</c:v>
                </c:pt>
                <c:pt idx="447076">
                  <c:v>876</c:v>
                </c:pt>
                <c:pt idx="447027">
                  <c:v>877</c:v>
                </c:pt>
                <c:pt idx="446978">
                  <c:v>878</c:v>
                </c:pt>
                <c:pt idx="446929">
                  <c:v>879</c:v>
                </c:pt>
                <c:pt idx="446880">
                  <c:v>880</c:v>
                </c:pt>
                <c:pt idx="446831">
                  <c:v>881</c:v>
                </c:pt>
                <c:pt idx="446782">
                  <c:v>882</c:v>
                </c:pt>
                <c:pt idx="446733">
                  <c:v>883</c:v>
                </c:pt>
                <c:pt idx="446684">
                  <c:v>884</c:v>
                </c:pt>
                <c:pt idx="446635">
                  <c:v>885</c:v>
                </c:pt>
                <c:pt idx="446586">
                  <c:v>886</c:v>
                </c:pt>
                <c:pt idx="446537">
                  <c:v>887</c:v>
                </c:pt>
                <c:pt idx="446488">
                  <c:v>888</c:v>
                </c:pt>
                <c:pt idx="446439">
                  <c:v>889</c:v>
                </c:pt>
                <c:pt idx="446390">
                  <c:v>890</c:v>
                </c:pt>
                <c:pt idx="446341">
                  <c:v>891</c:v>
                </c:pt>
                <c:pt idx="446292">
                  <c:v>892</c:v>
                </c:pt>
                <c:pt idx="446243">
                  <c:v>893</c:v>
                </c:pt>
                <c:pt idx="446194">
                  <c:v>894</c:v>
                </c:pt>
                <c:pt idx="446145">
                  <c:v>895</c:v>
                </c:pt>
                <c:pt idx="446096">
                  <c:v>896</c:v>
                </c:pt>
                <c:pt idx="446047">
                  <c:v>897</c:v>
                </c:pt>
                <c:pt idx="445998">
                  <c:v>898</c:v>
                </c:pt>
                <c:pt idx="445949">
                  <c:v>899</c:v>
                </c:pt>
                <c:pt idx="445900">
                  <c:v>900</c:v>
                </c:pt>
                <c:pt idx="445851">
                  <c:v>901</c:v>
                </c:pt>
                <c:pt idx="445802">
                  <c:v>902</c:v>
                </c:pt>
                <c:pt idx="445753">
                  <c:v>903</c:v>
                </c:pt>
                <c:pt idx="445704">
                  <c:v>904</c:v>
                </c:pt>
                <c:pt idx="445655">
                  <c:v>905</c:v>
                </c:pt>
                <c:pt idx="445606">
                  <c:v>906</c:v>
                </c:pt>
                <c:pt idx="445557">
                  <c:v>907</c:v>
                </c:pt>
                <c:pt idx="445508">
                  <c:v>908</c:v>
                </c:pt>
                <c:pt idx="445459">
                  <c:v>909</c:v>
                </c:pt>
                <c:pt idx="445410">
                  <c:v>910</c:v>
                </c:pt>
                <c:pt idx="445361">
                  <c:v>911</c:v>
                </c:pt>
                <c:pt idx="445312">
                  <c:v>912</c:v>
                </c:pt>
                <c:pt idx="445263">
                  <c:v>913</c:v>
                </c:pt>
                <c:pt idx="445214">
                  <c:v>914</c:v>
                </c:pt>
                <c:pt idx="445165">
                  <c:v>915</c:v>
                </c:pt>
                <c:pt idx="445116">
                  <c:v>916</c:v>
                </c:pt>
                <c:pt idx="445067">
                  <c:v>917</c:v>
                </c:pt>
                <c:pt idx="445018">
                  <c:v>918</c:v>
                </c:pt>
                <c:pt idx="444969">
                  <c:v>919</c:v>
                </c:pt>
                <c:pt idx="444920">
                  <c:v>920</c:v>
                </c:pt>
                <c:pt idx="444871">
                  <c:v>921</c:v>
                </c:pt>
                <c:pt idx="444822">
                  <c:v>922</c:v>
                </c:pt>
                <c:pt idx="444773">
                  <c:v>923</c:v>
                </c:pt>
                <c:pt idx="444724">
                  <c:v>924</c:v>
                </c:pt>
                <c:pt idx="444675">
                  <c:v>925</c:v>
                </c:pt>
                <c:pt idx="444626">
                  <c:v>926</c:v>
                </c:pt>
                <c:pt idx="444577">
                  <c:v>927</c:v>
                </c:pt>
                <c:pt idx="444528">
                  <c:v>928</c:v>
                </c:pt>
                <c:pt idx="444479">
                  <c:v>929</c:v>
                </c:pt>
                <c:pt idx="444430">
                  <c:v>930</c:v>
                </c:pt>
                <c:pt idx="444381">
                  <c:v>931</c:v>
                </c:pt>
                <c:pt idx="444332">
                  <c:v>932</c:v>
                </c:pt>
                <c:pt idx="444283">
                  <c:v>933</c:v>
                </c:pt>
                <c:pt idx="444234">
                  <c:v>934</c:v>
                </c:pt>
                <c:pt idx="444185">
                  <c:v>935</c:v>
                </c:pt>
                <c:pt idx="444136">
                  <c:v>936</c:v>
                </c:pt>
                <c:pt idx="444087">
                  <c:v>937</c:v>
                </c:pt>
                <c:pt idx="444038">
                  <c:v>938</c:v>
                </c:pt>
                <c:pt idx="443989">
                  <c:v>939</c:v>
                </c:pt>
                <c:pt idx="443940">
                  <c:v>940</c:v>
                </c:pt>
                <c:pt idx="443891">
                  <c:v>941</c:v>
                </c:pt>
                <c:pt idx="443842">
                  <c:v>942</c:v>
                </c:pt>
                <c:pt idx="443793">
                  <c:v>943</c:v>
                </c:pt>
                <c:pt idx="443744">
                  <c:v>944</c:v>
                </c:pt>
                <c:pt idx="443695">
                  <c:v>945</c:v>
                </c:pt>
                <c:pt idx="443646">
                  <c:v>946</c:v>
                </c:pt>
                <c:pt idx="443597">
                  <c:v>947</c:v>
                </c:pt>
                <c:pt idx="443548">
                  <c:v>948</c:v>
                </c:pt>
                <c:pt idx="443499">
                  <c:v>949</c:v>
                </c:pt>
                <c:pt idx="443450">
                  <c:v>950</c:v>
                </c:pt>
                <c:pt idx="443401">
                  <c:v>951</c:v>
                </c:pt>
                <c:pt idx="443352">
                  <c:v>952</c:v>
                </c:pt>
                <c:pt idx="443303">
                  <c:v>953</c:v>
                </c:pt>
                <c:pt idx="443254">
                  <c:v>954</c:v>
                </c:pt>
                <c:pt idx="443205">
                  <c:v>955</c:v>
                </c:pt>
                <c:pt idx="443156">
                  <c:v>956</c:v>
                </c:pt>
                <c:pt idx="443107">
                  <c:v>957</c:v>
                </c:pt>
                <c:pt idx="443058">
                  <c:v>958</c:v>
                </c:pt>
                <c:pt idx="443009">
                  <c:v>959</c:v>
                </c:pt>
                <c:pt idx="442960">
                  <c:v>960</c:v>
                </c:pt>
                <c:pt idx="442911">
                  <c:v>961</c:v>
                </c:pt>
                <c:pt idx="442862">
                  <c:v>962</c:v>
                </c:pt>
                <c:pt idx="442813">
                  <c:v>963</c:v>
                </c:pt>
                <c:pt idx="442764">
                  <c:v>964</c:v>
                </c:pt>
                <c:pt idx="442715">
                  <c:v>965</c:v>
                </c:pt>
                <c:pt idx="442666">
                  <c:v>966</c:v>
                </c:pt>
                <c:pt idx="442617">
                  <c:v>967</c:v>
                </c:pt>
                <c:pt idx="442568">
                  <c:v>968</c:v>
                </c:pt>
                <c:pt idx="442519">
                  <c:v>969</c:v>
                </c:pt>
                <c:pt idx="442470">
                  <c:v>970</c:v>
                </c:pt>
                <c:pt idx="442421">
                  <c:v>971</c:v>
                </c:pt>
                <c:pt idx="442372">
                  <c:v>972</c:v>
                </c:pt>
                <c:pt idx="442323">
                  <c:v>973</c:v>
                </c:pt>
                <c:pt idx="442274">
                  <c:v>974</c:v>
                </c:pt>
                <c:pt idx="442225">
                  <c:v>975</c:v>
                </c:pt>
                <c:pt idx="442176">
                  <c:v>976</c:v>
                </c:pt>
                <c:pt idx="442127">
                  <c:v>977</c:v>
                </c:pt>
                <c:pt idx="442078">
                  <c:v>978</c:v>
                </c:pt>
                <c:pt idx="442029">
                  <c:v>979</c:v>
                </c:pt>
                <c:pt idx="441980">
                  <c:v>980</c:v>
                </c:pt>
                <c:pt idx="441931">
                  <c:v>981</c:v>
                </c:pt>
                <c:pt idx="441882">
                  <c:v>982</c:v>
                </c:pt>
                <c:pt idx="441833">
                  <c:v>983</c:v>
                </c:pt>
                <c:pt idx="441784">
                  <c:v>984</c:v>
                </c:pt>
                <c:pt idx="441735">
                  <c:v>985</c:v>
                </c:pt>
                <c:pt idx="441686">
                  <c:v>986</c:v>
                </c:pt>
                <c:pt idx="441637">
                  <c:v>987</c:v>
                </c:pt>
                <c:pt idx="441588">
                  <c:v>988</c:v>
                </c:pt>
                <c:pt idx="441539">
                  <c:v>989</c:v>
                </c:pt>
                <c:pt idx="441490">
                  <c:v>990</c:v>
                </c:pt>
                <c:pt idx="441441">
                  <c:v>991</c:v>
                </c:pt>
                <c:pt idx="441392">
                  <c:v>992</c:v>
                </c:pt>
                <c:pt idx="441343">
                  <c:v>993</c:v>
                </c:pt>
                <c:pt idx="441294">
                  <c:v>994</c:v>
                </c:pt>
                <c:pt idx="441245">
                  <c:v>995</c:v>
                </c:pt>
                <c:pt idx="441196">
                  <c:v>996</c:v>
                </c:pt>
                <c:pt idx="441147">
                  <c:v>997</c:v>
                </c:pt>
                <c:pt idx="441098">
                  <c:v>998</c:v>
                </c:pt>
                <c:pt idx="441049">
                  <c:v>999</c:v>
                </c:pt>
                <c:pt idx="441000">
                  <c:v>1000</c:v>
                </c:pt>
                <c:pt idx="440951">
                  <c:v>1001</c:v>
                </c:pt>
                <c:pt idx="440902">
                  <c:v>1002</c:v>
                </c:pt>
                <c:pt idx="440853">
                  <c:v>1003</c:v>
                </c:pt>
                <c:pt idx="440804">
                  <c:v>1004</c:v>
                </c:pt>
                <c:pt idx="440755">
                  <c:v>1005</c:v>
                </c:pt>
                <c:pt idx="440706">
                  <c:v>1006</c:v>
                </c:pt>
                <c:pt idx="440657">
                  <c:v>1007</c:v>
                </c:pt>
                <c:pt idx="440608">
                  <c:v>1008</c:v>
                </c:pt>
                <c:pt idx="440559">
                  <c:v>1009</c:v>
                </c:pt>
                <c:pt idx="440510">
                  <c:v>1010</c:v>
                </c:pt>
                <c:pt idx="440461">
                  <c:v>1011</c:v>
                </c:pt>
                <c:pt idx="440412">
                  <c:v>1012</c:v>
                </c:pt>
                <c:pt idx="440363">
                  <c:v>1013</c:v>
                </c:pt>
                <c:pt idx="440314">
                  <c:v>1014</c:v>
                </c:pt>
                <c:pt idx="440265">
                  <c:v>1015</c:v>
                </c:pt>
                <c:pt idx="440216">
                  <c:v>1016</c:v>
                </c:pt>
                <c:pt idx="440167">
                  <c:v>1017</c:v>
                </c:pt>
                <c:pt idx="440118">
                  <c:v>1018</c:v>
                </c:pt>
                <c:pt idx="440069">
                  <c:v>1019</c:v>
                </c:pt>
                <c:pt idx="440020">
                  <c:v>1020</c:v>
                </c:pt>
                <c:pt idx="439971">
                  <c:v>1021</c:v>
                </c:pt>
                <c:pt idx="439922">
                  <c:v>1022</c:v>
                </c:pt>
                <c:pt idx="439873">
                  <c:v>1023</c:v>
                </c:pt>
                <c:pt idx="439824">
                  <c:v>1024</c:v>
                </c:pt>
                <c:pt idx="439775">
                  <c:v>1025</c:v>
                </c:pt>
                <c:pt idx="439726">
                  <c:v>1026</c:v>
                </c:pt>
                <c:pt idx="439677">
                  <c:v>1027</c:v>
                </c:pt>
                <c:pt idx="439628">
                  <c:v>1028</c:v>
                </c:pt>
                <c:pt idx="439579">
                  <c:v>1029</c:v>
                </c:pt>
                <c:pt idx="439530">
                  <c:v>1030</c:v>
                </c:pt>
                <c:pt idx="439481">
                  <c:v>1031</c:v>
                </c:pt>
                <c:pt idx="439432">
                  <c:v>1032</c:v>
                </c:pt>
                <c:pt idx="439383">
                  <c:v>1033</c:v>
                </c:pt>
                <c:pt idx="439334">
                  <c:v>1034</c:v>
                </c:pt>
                <c:pt idx="439285">
                  <c:v>1035</c:v>
                </c:pt>
                <c:pt idx="439236">
                  <c:v>1036</c:v>
                </c:pt>
                <c:pt idx="439187">
                  <c:v>1037</c:v>
                </c:pt>
                <c:pt idx="439138">
                  <c:v>1038</c:v>
                </c:pt>
                <c:pt idx="439089">
                  <c:v>1039</c:v>
                </c:pt>
                <c:pt idx="439040">
                  <c:v>1040</c:v>
                </c:pt>
                <c:pt idx="438991">
                  <c:v>1041</c:v>
                </c:pt>
                <c:pt idx="438942">
                  <c:v>1042</c:v>
                </c:pt>
                <c:pt idx="438893">
                  <c:v>1043</c:v>
                </c:pt>
                <c:pt idx="438844">
                  <c:v>1044</c:v>
                </c:pt>
                <c:pt idx="438795">
                  <c:v>1045</c:v>
                </c:pt>
                <c:pt idx="438746">
                  <c:v>1046</c:v>
                </c:pt>
                <c:pt idx="438697">
                  <c:v>1047</c:v>
                </c:pt>
                <c:pt idx="438648">
                  <c:v>1048</c:v>
                </c:pt>
                <c:pt idx="438599">
                  <c:v>1049</c:v>
                </c:pt>
                <c:pt idx="438550">
                  <c:v>1050</c:v>
                </c:pt>
                <c:pt idx="438501">
                  <c:v>1051</c:v>
                </c:pt>
                <c:pt idx="438452">
                  <c:v>1052</c:v>
                </c:pt>
                <c:pt idx="438403">
                  <c:v>1053</c:v>
                </c:pt>
                <c:pt idx="438354">
                  <c:v>1054</c:v>
                </c:pt>
                <c:pt idx="438305">
                  <c:v>1055</c:v>
                </c:pt>
                <c:pt idx="438256">
                  <c:v>1056</c:v>
                </c:pt>
                <c:pt idx="438207">
                  <c:v>1057</c:v>
                </c:pt>
                <c:pt idx="438158">
                  <c:v>1058</c:v>
                </c:pt>
                <c:pt idx="438109">
                  <c:v>1059</c:v>
                </c:pt>
                <c:pt idx="438060">
                  <c:v>1060</c:v>
                </c:pt>
                <c:pt idx="438011">
                  <c:v>1061</c:v>
                </c:pt>
                <c:pt idx="437962">
                  <c:v>1062</c:v>
                </c:pt>
                <c:pt idx="437913">
                  <c:v>1063</c:v>
                </c:pt>
                <c:pt idx="437864">
                  <c:v>1064</c:v>
                </c:pt>
                <c:pt idx="437815">
                  <c:v>1065</c:v>
                </c:pt>
                <c:pt idx="437766">
                  <c:v>1066</c:v>
                </c:pt>
                <c:pt idx="437717">
                  <c:v>1067</c:v>
                </c:pt>
                <c:pt idx="437668">
                  <c:v>1068</c:v>
                </c:pt>
                <c:pt idx="437619">
                  <c:v>1069</c:v>
                </c:pt>
                <c:pt idx="437570">
                  <c:v>1070</c:v>
                </c:pt>
                <c:pt idx="437521">
                  <c:v>1071</c:v>
                </c:pt>
                <c:pt idx="437472">
                  <c:v>1072</c:v>
                </c:pt>
                <c:pt idx="437423">
                  <c:v>1073</c:v>
                </c:pt>
                <c:pt idx="437374">
                  <c:v>1074</c:v>
                </c:pt>
                <c:pt idx="437325">
                  <c:v>1075</c:v>
                </c:pt>
                <c:pt idx="437276">
                  <c:v>1076</c:v>
                </c:pt>
                <c:pt idx="437227">
                  <c:v>1077</c:v>
                </c:pt>
                <c:pt idx="437178">
                  <c:v>1078</c:v>
                </c:pt>
                <c:pt idx="437129">
                  <c:v>1079</c:v>
                </c:pt>
                <c:pt idx="437080">
                  <c:v>1080</c:v>
                </c:pt>
                <c:pt idx="437031">
                  <c:v>1081</c:v>
                </c:pt>
                <c:pt idx="436982">
                  <c:v>1082</c:v>
                </c:pt>
                <c:pt idx="436933">
                  <c:v>1083</c:v>
                </c:pt>
                <c:pt idx="436884">
                  <c:v>1084</c:v>
                </c:pt>
                <c:pt idx="436835">
                  <c:v>1085</c:v>
                </c:pt>
                <c:pt idx="436786">
                  <c:v>1086</c:v>
                </c:pt>
                <c:pt idx="436737">
                  <c:v>1087</c:v>
                </c:pt>
                <c:pt idx="436688">
                  <c:v>1088</c:v>
                </c:pt>
                <c:pt idx="436639">
                  <c:v>1089</c:v>
                </c:pt>
                <c:pt idx="436590">
                  <c:v>1090</c:v>
                </c:pt>
                <c:pt idx="436541">
                  <c:v>1091</c:v>
                </c:pt>
                <c:pt idx="436492">
                  <c:v>1092</c:v>
                </c:pt>
                <c:pt idx="436443">
                  <c:v>1093</c:v>
                </c:pt>
                <c:pt idx="436394">
                  <c:v>1094</c:v>
                </c:pt>
                <c:pt idx="436345">
                  <c:v>1095</c:v>
                </c:pt>
                <c:pt idx="436296">
                  <c:v>1096</c:v>
                </c:pt>
                <c:pt idx="436247">
                  <c:v>1097</c:v>
                </c:pt>
                <c:pt idx="436198">
                  <c:v>1098</c:v>
                </c:pt>
                <c:pt idx="436149">
                  <c:v>1099</c:v>
                </c:pt>
                <c:pt idx="436100">
                  <c:v>1100</c:v>
                </c:pt>
                <c:pt idx="436051">
                  <c:v>1101</c:v>
                </c:pt>
                <c:pt idx="436002">
                  <c:v>1102</c:v>
                </c:pt>
                <c:pt idx="435953">
                  <c:v>1103</c:v>
                </c:pt>
                <c:pt idx="435904">
                  <c:v>1104</c:v>
                </c:pt>
                <c:pt idx="435855">
                  <c:v>1105</c:v>
                </c:pt>
                <c:pt idx="435806">
                  <c:v>1106</c:v>
                </c:pt>
                <c:pt idx="435757">
                  <c:v>1107</c:v>
                </c:pt>
                <c:pt idx="435708">
                  <c:v>1108</c:v>
                </c:pt>
                <c:pt idx="435659">
                  <c:v>1109</c:v>
                </c:pt>
                <c:pt idx="435610">
                  <c:v>1110</c:v>
                </c:pt>
                <c:pt idx="435561">
                  <c:v>1111</c:v>
                </c:pt>
                <c:pt idx="435512">
                  <c:v>1112</c:v>
                </c:pt>
                <c:pt idx="435463">
                  <c:v>1113</c:v>
                </c:pt>
                <c:pt idx="435414">
                  <c:v>1114</c:v>
                </c:pt>
                <c:pt idx="435365">
                  <c:v>1115</c:v>
                </c:pt>
                <c:pt idx="435316">
                  <c:v>1116</c:v>
                </c:pt>
                <c:pt idx="435267">
                  <c:v>1117</c:v>
                </c:pt>
                <c:pt idx="435218">
                  <c:v>1118</c:v>
                </c:pt>
                <c:pt idx="435169">
                  <c:v>1119</c:v>
                </c:pt>
                <c:pt idx="435120">
                  <c:v>1120</c:v>
                </c:pt>
                <c:pt idx="435071">
                  <c:v>1121</c:v>
                </c:pt>
                <c:pt idx="435022">
                  <c:v>1122</c:v>
                </c:pt>
                <c:pt idx="434973">
                  <c:v>1123</c:v>
                </c:pt>
                <c:pt idx="434924">
                  <c:v>1124</c:v>
                </c:pt>
                <c:pt idx="434875">
                  <c:v>1125</c:v>
                </c:pt>
                <c:pt idx="434826">
                  <c:v>1126</c:v>
                </c:pt>
                <c:pt idx="434777">
                  <c:v>1127</c:v>
                </c:pt>
                <c:pt idx="434728">
                  <c:v>1128</c:v>
                </c:pt>
                <c:pt idx="434679">
                  <c:v>1129</c:v>
                </c:pt>
                <c:pt idx="434630">
                  <c:v>1130</c:v>
                </c:pt>
                <c:pt idx="434581">
                  <c:v>1131</c:v>
                </c:pt>
                <c:pt idx="434532">
                  <c:v>1132</c:v>
                </c:pt>
                <c:pt idx="434483">
                  <c:v>1133</c:v>
                </c:pt>
                <c:pt idx="434434">
                  <c:v>1134</c:v>
                </c:pt>
                <c:pt idx="434385">
                  <c:v>1135</c:v>
                </c:pt>
                <c:pt idx="434336">
                  <c:v>1136</c:v>
                </c:pt>
                <c:pt idx="434287">
                  <c:v>1137</c:v>
                </c:pt>
                <c:pt idx="434238">
                  <c:v>1138</c:v>
                </c:pt>
                <c:pt idx="434189">
                  <c:v>1139</c:v>
                </c:pt>
                <c:pt idx="434140">
                  <c:v>1140</c:v>
                </c:pt>
                <c:pt idx="434091">
                  <c:v>1141</c:v>
                </c:pt>
                <c:pt idx="434042">
                  <c:v>1142</c:v>
                </c:pt>
                <c:pt idx="433993">
                  <c:v>1143</c:v>
                </c:pt>
                <c:pt idx="433944">
                  <c:v>1144</c:v>
                </c:pt>
                <c:pt idx="433895">
                  <c:v>1145</c:v>
                </c:pt>
                <c:pt idx="433846">
                  <c:v>1146</c:v>
                </c:pt>
                <c:pt idx="433797">
                  <c:v>1147</c:v>
                </c:pt>
                <c:pt idx="433748">
                  <c:v>1148</c:v>
                </c:pt>
                <c:pt idx="433699">
                  <c:v>1149</c:v>
                </c:pt>
                <c:pt idx="433650">
                  <c:v>1150</c:v>
                </c:pt>
                <c:pt idx="433601">
                  <c:v>1151</c:v>
                </c:pt>
                <c:pt idx="433552">
                  <c:v>1152</c:v>
                </c:pt>
                <c:pt idx="433503">
                  <c:v>1153</c:v>
                </c:pt>
                <c:pt idx="433454">
                  <c:v>1154</c:v>
                </c:pt>
                <c:pt idx="433405">
                  <c:v>1155</c:v>
                </c:pt>
                <c:pt idx="433356">
                  <c:v>1156</c:v>
                </c:pt>
                <c:pt idx="433307">
                  <c:v>1157</c:v>
                </c:pt>
                <c:pt idx="433258">
                  <c:v>1158</c:v>
                </c:pt>
                <c:pt idx="433209">
                  <c:v>1159</c:v>
                </c:pt>
                <c:pt idx="433160">
                  <c:v>1160</c:v>
                </c:pt>
                <c:pt idx="433111">
                  <c:v>1161</c:v>
                </c:pt>
                <c:pt idx="433062">
                  <c:v>1162</c:v>
                </c:pt>
                <c:pt idx="433013">
                  <c:v>1163</c:v>
                </c:pt>
                <c:pt idx="432964">
                  <c:v>1164</c:v>
                </c:pt>
                <c:pt idx="432915">
                  <c:v>1165</c:v>
                </c:pt>
                <c:pt idx="432866">
                  <c:v>1166</c:v>
                </c:pt>
                <c:pt idx="432817">
                  <c:v>1167</c:v>
                </c:pt>
                <c:pt idx="432768">
                  <c:v>1168</c:v>
                </c:pt>
                <c:pt idx="432719">
                  <c:v>1169</c:v>
                </c:pt>
                <c:pt idx="432670">
                  <c:v>1170</c:v>
                </c:pt>
                <c:pt idx="432621">
                  <c:v>1171</c:v>
                </c:pt>
                <c:pt idx="432572">
                  <c:v>1172</c:v>
                </c:pt>
                <c:pt idx="432523">
                  <c:v>1173</c:v>
                </c:pt>
                <c:pt idx="432474">
                  <c:v>1174</c:v>
                </c:pt>
                <c:pt idx="432425">
                  <c:v>1175</c:v>
                </c:pt>
                <c:pt idx="432376">
                  <c:v>1176</c:v>
                </c:pt>
                <c:pt idx="432327">
                  <c:v>1177</c:v>
                </c:pt>
                <c:pt idx="432278">
                  <c:v>1178</c:v>
                </c:pt>
                <c:pt idx="432229">
                  <c:v>1179</c:v>
                </c:pt>
                <c:pt idx="432180">
                  <c:v>1180</c:v>
                </c:pt>
                <c:pt idx="432131">
                  <c:v>1181</c:v>
                </c:pt>
                <c:pt idx="432082">
                  <c:v>1182</c:v>
                </c:pt>
                <c:pt idx="432033">
                  <c:v>1183</c:v>
                </c:pt>
                <c:pt idx="431984">
                  <c:v>1184</c:v>
                </c:pt>
                <c:pt idx="431935">
                  <c:v>1185</c:v>
                </c:pt>
                <c:pt idx="431886">
                  <c:v>1186</c:v>
                </c:pt>
                <c:pt idx="431837">
                  <c:v>1187</c:v>
                </c:pt>
                <c:pt idx="431788">
                  <c:v>1188</c:v>
                </c:pt>
                <c:pt idx="431739">
                  <c:v>1189</c:v>
                </c:pt>
                <c:pt idx="431690">
                  <c:v>1190</c:v>
                </c:pt>
                <c:pt idx="431641">
                  <c:v>1191</c:v>
                </c:pt>
                <c:pt idx="431592">
                  <c:v>1192</c:v>
                </c:pt>
                <c:pt idx="431543">
                  <c:v>1193</c:v>
                </c:pt>
                <c:pt idx="431494">
                  <c:v>1194</c:v>
                </c:pt>
                <c:pt idx="431445">
                  <c:v>1195</c:v>
                </c:pt>
                <c:pt idx="431396">
                  <c:v>1196</c:v>
                </c:pt>
                <c:pt idx="431347">
                  <c:v>1197</c:v>
                </c:pt>
                <c:pt idx="431298">
                  <c:v>1198</c:v>
                </c:pt>
                <c:pt idx="431249">
                  <c:v>1199</c:v>
                </c:pt>
                <c:pt idx="431200">
                  <c:v>1200</c:v>
                </c:pt>
                <c:pt idx="431151">
                  <c:v>1201</c:v>
                </c:pt>
                <c:pt idx="431102">
                  <c:v>1202</c:v>
                </c:pt>
                <c:pt idx="431053">
                  <c:v>1203</c:v>
                </c:pt>
                <c:pt idx="431004">
                  <c:v>1204</c:v>
                </c:pt>
                <c:pt idx="430955">
                  <c:v>1205</c:v>
                </c:pt>
                <c:pt idx="430906">
                  <c:v>1206</c:v>
                </c:pt>
                <c:pt idx="430857">
                  <c:v>1207</c:v>
                </c:pt>
                <c:pt idx="430808">
                  <c:v>1208</c:v>
                </c:pt>
                <c:pt idx="430759">
                  <c:v>1209</c:v>
                </c:pt>
                <c:pt idx="430710">
                  <c:v>1210</c:v>
                </c:pt>
                <c:pt idx="430661">
                  <c:v>1211</c:v>
                </c:pt>
                <c:pt idx="430612">
                  <c:v>1212</c:v>
                </c:pt>
                <c:pt idx="430563">
                  <c:v>1213</c:v>
                </c:pt>
                <c:pt idx="430514">
                  <c:v>1214</c:v>
                </c:pt>
                <c:pt idx="430465">
                  <c:v>1215</c:v>
                </c:pt>
                <c:pt idx="430416">
                  <c:v>1216</c:v>
                </c:pt>
                <c:pt idx="430367">
                  <c:v>1217</c:v>
                </c:pt>
                <c:pt idx="430318">
                  <c:v>1218</c:v>
                </c:pt>
                <c:pt idx="430269">
                  <c:v>1219</c:v>
                </c:pt>
                <c:pt idx="430220">
                  <c:v>1220</c:v>
                </c:pt>
                <c:pt idx="430171">
                  <c:v>1221</c:v>
                </c:pt>
                <c:pt idx="430122">
                  <c:v>1222</c:v>
                </c:pt>
                <c:pt idx="430073">
                  <c:v>1223</c:v>
                </c:pt>
                <c:pt idx="430024">
                  <c:v>1224</c:v>
                </c:pt>
                <c:pt idx="429975">
                  <c:v>1225</c:v>
                </c:pt>
                <c:pt idx="429926">
                  <c:v>1226</c:v>
                </c:pt>
                <c:pt idx="429877">
                  <c:v>1227</c:v>
                </c:pt>
                <c:pt idx="429828">
                  <c:v>1228</c:v>
                </c:pt>
                <c:pt idx="429779">
                  <c:v>1229</c:v>
                </c:pt>
                <c:pt idx="429730">
                  <c:v>1230</c:v>
                </c:pt>
                <c:pt idx="429681">
                  <c:v>1231</c:v>
                </c:pt>
                <c:pt idx="429632">
                  <c:v>1232</c:v>
                </c:pt>
                <c:pt idx="429583">
                  <c:v>1233</c:v>
                </c:pt>
                <c:pt idx="429534">
                  <c:v>1234</c:v>
                </c:pt>
                <c:pt idx="429485">
                  <c:v>1235</c:v>
                </c:pt>
                <c:pt idx="429436">
                  <c:v>1236</c:v>
                </c:pt>
                <c:pt idx="429387">
                  <c:v>1237</c:v>
                </c:pt>
                <c:pt idx="429338">
                  <c:v>1238</c:v>
                </c:pt>
                <c:pt idx="429289">
                  <c:v>1239</c:v>
                </c:pt>
                <c:pt idx="429240">
                  <c:v>1240</c:v>
                </c:pt>
                <c:pt idx="429191">
                  <c:v>1241</c:v>
                </c:pt>
                <c:pt idx="429142">
                  <c:v>1242</c:v>
                </c:pt>
                <c:pt idx="429093">
                  <c:v>1243</c:v>
                </c:pt>
                <c:pt idx="429044">
                  <c:v>1244</c:v>
                </c:pt>
                <c:pt idx="428995">
                  <c:v>1245</c:v>
                </c:pt>
                <c:pt idx="428946">
                  <c:v>1246</c:v>
                </c:pt>
                <c:pt idx="428897">
                  <c:v>1247</c:v>
                </c:pt>
                <c:pt idx="428848">
                  <c:v>1248</c:v>
                </c:pt>
                <c:pt idx="428799">
                  <c:v>1249</c:v>
                </c:pt>
                <c:pt idx="428750">
                  <c:v>1250</c:v>
                </c:pt>
                <c:pt idx="428701">
                  <c:v>1251</c:v>
                </c:pt>
                <c:pt idx="428652">
                  <c:v>1252</c:v>
                </c:pt>
                <c:pt idx="428603">
                  <c:v>1253</c:v>
                </c:pt>
                <c:pt idx="428554">
                  <c:v>1254</c:v>
                </c:pt>
                <c:pt idx="428505">
                  <c:v>1255</c:v>
                </c:pt>
                <c:pt idx="428456">
                  <c:v>1256</c:v>
                </c:pt>
                <c:pt idx="428407">
                  <c:v>1257</c:v>
                </c:pt>
                <c:pt idx="428358">
                  <c:v>1258</c:v>
                </c:pt>
                <c:pt idx="428309">
                  <c:v>1259</c:v>
                </c:pt>
                <c:pt idx="428260">
                  <c:v>1260</c:v>
                </c:pt>
                <c:pt idx="428211">
                  <c:v>1261</c:v>
                </c:pt>
                <c:pt idx="428162">
                  <c:v>1262</c:v>
                </c:pt>
                <c:pt idx="428113">
                  <c:v>1263</c:v>
                </c:pt>
                <c:pt idx="428064">
                  <c:v>1264</c:v>
                </c:pt>
                <c:pt idx="428015">
                  <c:v>1265</c:v>
                </c:pt>
                <c:pt idx="427966">
                  <c:v>1266</c:v>
                </c:pt>
                <c:pt idx="427917">
                  <c:v>1267</c:v>
                </c:pt>
                <c:pt idx="427868">
                  <c:v>1268</c:v>
                </c:pt>
                <c:pt idx="427819">
                  <c:v>1269</c:v>
                </c:pt>
                <c:pt idx="427770">
                  <c:v>1270</c:v>
                </c:pt>
                <c:pt idx="427721">
                  <c:v>1271</c:v>
                </c:pt>
                <c:pt idx="427672">
                  <c:v>1272</c:v>
                </c:pt>
                <c:pt idx="427623">
                  <c:v>1273</c:v>
                </c:pt>
                <c:pt idx="427574">
                  <c:v>1274</c:v>
                </c:pt>
                <c:pt idx="427525">
                  <c:v>1275</c:v>
                </c:pt>
                <c:pt idx="427476">
                  <c:v>1276</c:v>
                </c:pt>
                <c:pt idx="427427">
                  <c:v>1277</c:v>
                </c:pt>
                <c:pt idx="427378">
                  <c:v>1278</c:v>
                </c:pt>
                <c:pt idx="427329">
                  <c:v>1279</c:v>
                </c:pt>
                <c:pt idx="427280">
                  <c:v>1280</c:v>
                </c:pt>
                <c:pt idx="427231">
                  <c:v>1281</c:v>
                </c:pt>
                <c:pt idx="427182">
                  <c:v>1282</c:v>
                </c:pt>
                <c:pt idx="427133">
                  <c:v>1283</c:v>
                </c:pt>
                <c:pt idx="427084">
                  <c:v>1284</c:v>
                </c:pt>
                <c:pt idx="427035">
                  <c:v>1285</c:v>
                </c:pt>
                <c:pt idx="426986">
                  <c:v>1286</c:v>
                </c:pt>
                <c:pt idx="426937">
                  <c:v>1287</c:v>
                </c:pt>
                <c:pt idx="426888">
                  <c:v>1288</c:v>
                </c:pt>
                <c:pt idx="426839">
                  <c:v>1289</c:v>
                </c:pt>
                <c:pt idx="426790">
                  <c:v>1290</c:v>
                </c:pt>
                <c:pt idx="426741">
                  <c:v>1291</c:v>
                </c:pt>
                <c:pt idx="426692">
                  <c:v>1292</c:v>
                </c:pt>
                <c:pt idx="426643">
                  <c:v>1293</c:v>
                </c:pt>
                <c:pt idx="426594">
                  <c:v>1294</c:v>
                </c:pt>
                <c:pt idx="426545">
                  <c:v>1295</c:v>
                </c:pt>
                <c:pt idx="426496">
                  <c:v>1296</c:v>
                </c:pt>
                <c:pt idx="426447">
                  <c:v>1297</c:v>
                </c:pt>
                <c:pt idx="426398">
                  <c:v>1298</c:v>
                </c:pt>
                <c:pt idx="426349">
                  <c:v>1299</c:v>
                </c:pt>
                <c:pt idx="426300">
                  <c:v>1300</c:v>
                </c:pt>
                <c:pt idx="426251">
                  <c:v>1301</c:v>
                </c:pt>
                <c:pt idx="426202">
                  <c:v>1302</c:v>
                </c:pt>
                <c:pt idx="426153">
                  <c:v>1303</c:v>
                </c:pt>
                <c:pt idx="426104">
                  <c:v>1304</c:v>
                </c:pt>
                <c:pt idx="426055">
                  <c:v>1305</c:v>
                </c:pt>
                <c:pt idx="426006">
                  <c:v>1306</c:v>
                </c:pt>
                <c:pt idx="425957">
                  <c:v>1307</c:v>
                </c:pt>
                <c:pt idx="425908">
                  <c:v>1308</c:v>
                </c:pt>
                <c:pt idx="425859">
                  <c:v>1309</c:v>
                </c:pt>
                <c:pt idx="425810">
                  <c:v>1310</c:v>
                </c:pt>
                <c:pt idx="425761">
                  <c:v>1311</c:v>
                </c:pt>
                <c:pt idx="425712">
                  <c:v>1312</c:v>
                </c:pt>
                <c:pt idx="425663">
                  <c:v>1313</c:v>
                </c:pt>
                <c:pt idx="425614">
                  <c:v>1314</c:v>
                </c:pt>
                <c:pt idx="425565">
                  <c:v>1315</c:v>
                </c:pt>
                <c:pt idx="425516">
                  <c:v>1316</c:v>
                </c:pt>
                <c:pt idx="425467">
                  <c:v>1317</c:v>
                </c:pt>
                <c:pt idx="425418">
                  <c:v>1318</c:v>
                </c:pt>
                <c:pt idx="425369">
                  <c:v>1319</c:v>
                </c:pt>
                <c:pt idx="425320">
                  <c:v>1320</c:v>
                </c:pt>
                <c:pt idx="425271">
                  <c:v>1321</c:v>
                </c:pt>
                <c:pt idx="425222">
                  <c:v>1322</c:v>
                </c:pt>
                <c:pt idx="425173">
                  <c:v>1323</c:v>
                </c:pt>
                <c:pt idx="425124">
                  <c:v>1324</c:v>
                </c:pt>
                <c:pt idx="425075">
                  <c:v>1325</c:v>
                </c:pt>
                <c:pt idx="425026">
                  <c:v>1326</c:v>
                </c:pt>
                <c:pt idx="424977">
                  <c:v>1327</c:v>
                </c:pt>
                <c:pt idx="424928">
                  <c:v>1328</c:v>
                </c:pt>
                <c:pt idx="424879">
                  <c:v>1329</c:v>
                </c:pt>
                <c:pt idx="424830">
                  <c:v>1330</c:v>
                </c:pt>
                <c:pt idx="424781">
                  <c:v>1331</c:v>
                </c:pt>
                <c:pt idx="424732">
                  <c:v>1332</c:v>
                </c:pt>
                <c:pt idx="424683">
                  <c:v>1333</c:v>
                </c:pt>
                <c:pt idx="424634">
                  <c:v>1334</c:v>
                </c:pt>
                <c:pt idx="424585">
                  <c:v>1335</c:v>
                </c:pt>
                <c:pt idx="424536">
                  <c:v>1336</c:v>
                </c:pt>
                <c:pt idx="424487">
                  <c:v>1337</c:v>
                </c:pt>
                <c:pt idx="424438">
                  <c:v>1338</c:v>
                </c:pt>
                <c:pt idx="424389">
                  <c:v>1339</c:v>
                </c:pt>
                <c:pt idx="424340">
                  <c:v>1340</c:v>
                </c:pt>
                <c:pt idx="424291">
                  <c:v>1341</c:v>
                </c:pt>
                <c:pt idx="424242">
                  <c:v>1342</c:v>
                </c:pt>
                <c:pt idx="424193">
                  <c:v>1343</c:v>
                </c:pt>
                <c:pt idx="424144">
                  <c:v>1344</c:v>
                </c:pt>
                <c:pt idx="424095">
                  <c:v>1345</c:v>
                </c:pt>
                <c:pt idx="424046">
                  <c:v>1346</c:v>
                </c:pt>
                <c:pt idx="423997">
                  <c:v>1347</c:v>
                </c:pt>
                <c:pt idx="423948">
                  <c:v>1348</c:v>
                </c:pt>
                <c:pt idx="423899">
                  <c:v>1349</c:v>
                </c:pt>
                <c:pt idx="423850">
                  <c:v>1350</c:v>
                </c:pt>
                <c:pt idx="423801">
                  <c:v>1351</c:v>
                </c:pt>
                <c:pt idx="423752">
                  <c:v>1352</c:v>
                </c:pt>
                <c:pt idx="423703">
                  <c:v>1353</c:v>
                </c:pt>
                <c:pt idx="423654">
                  <c:v>1354</c:v>
                </c:pt>
                <c:pt idx="423605">
                  <c:v>1355</c:v>
                </c:pt>
                <c:pt idx="423556">
                  <c:v>1356</c:v>
                </c:pt>
                <c:pt idx="423507">
                  <c:v>1357</c:v>
                </c:pt>
                <c:pt idx="423458">
                  <c:v>1358</c:v>
                </c:pt>
                <c:pt idx="423409">
                  <c:v>1359</c:v>
                </c:pt>
                <c:pt idx="423360">
                  <c:v>1360</c:v>
                </c:pt>
                <c:pt idx="423311">
                  <c:v>1361</c:v>
                </c:pt>
                <c:pt idx="423262">
                  <c:v>1362</c:v>
                </c:pt>
                <c:pt idx="423213">
                  <c:v>1363</c:v>
                </c:pt>
                <c:pt idx="423164">
                  <c:v>1364</c:v>
                </c:pt>
                <c:pt idx="423115">
                  <c:v>1365</c:v>
                </c:pt>
                <c:pt idx="423066">
                  <c:v>1366</c:v>
                </c:pt>
                <c:pt idx="423017">
                  <c:v>1367</c:v>
                </c:pt>
                <c:pt idx="422968">
                  <c:v>1368</c:v>
                </c:pt>
                <c:pt idx="422919">
                  <c:v>1369</c:v>
                </c:pt>
                <c:pt idx="422870">
                  <c:v>1370</c:v>
                </c:pt>
                <c:pt idx="422821">
                  <c:v>1371</c:v>
                </c:pt>
                <c:pt idx="422772">
                  <c:v>1372</c:v>
                </c:pt>
                <c:pt idx="422723">
                  <c:v>1373</c:v>
                </c:pt>
                <c:pt idx="422674">
                  <c:v>1374</c:v>
                </c:pt>
                <c:pt idx="422625">
                  <c:v>1375</c:v>
                </c:pt>
                <c:pt idx="422576">
                  <c:v>1376</c:v>
                </c:pt>
                <c:pt idx="422527">
                  <c:v>1377</c:v>
                </c:pt>
                <c:pt idx="422478">
                  <c:v>1378</c:v>
                </c:pt>
                <c:pt idx="422429">
                  <c:v>1379</c:v>
                </c:pt>
                <c:pt idx="422380">
                  <c:v>1380</c:v>
                </c:pt>
                <c:pt idx="422331">
                  <c:v>1381</c:v>
                </c:pt>
                <c:pt idx="422282">
                  <c:v>1382</c:v>
                </c:pt>
                <c:pt idx="422233">
                  <c:v>1383</c:v>
                </c:pt>
                <c:pt idx="422184">
                  <c:v>1384</c:v>
                </c:pt>
                <c:pt idx="422135">
                  <c:v>1385</c:v>
                </c:pt>
                <c:pt idx="422086">
                  <c:v>1386</c:v>
                </c:pt>
                <c:pt idx="422037">
                  <c:v>1387</c:v>
                </c:pt>
                <c:pt idx="421988">
                  <c:v>1388</c:v>
                </c:pt>
                <c:pt idx="421939">
                  <c:v>1389</c:v>
                </c:pt>
                <c:pt idx="421890">
                  <c:v>1390</c:v>
                </c:pt>
                <c:pt idx="421841">
                  <c:v>1391</c:v>
                </c:pt>
                <c:pt idx="421792">
                  <c:v>1392</c:v>
                </c:pt>
                <c:pt idx="421743">
                  <c:v>1393</c:v>
                </c:pt>
                <c:pt idx="421694">
                  <c:v>1394</c:v>
                </c:pt>
                <c:pt idx="421645">
                  <c:v>1395</c:v>
                </c:pt>
                <c:pt idx="421596">
                  <c:v>1396</c:v>
                </c:pt>
                <c:pt idx="421547">
                  <c:v>1397</c:v>
                </c:pt>
                <c:pt idx="421498">
                  <c:v>1398</c:v>
                </c:pt>
                <c:pt idx="421449">
                  <c:v>1399</c:v>
                </c:pt>
                <c:pt idx="421400">
                  <c:v>1400</c:v>
                </c:pt>
                <c:pt idx="421351">
                  <c:v>1401</c:v>
                </c:pt>
                <c:pt idx="421302">
                  <c:v>1402</c:v>
                </c:pt>
                <c:pt idx="421253">
                  <c:v>1403</c:v>
                </c:pt>
                <c:pt idx="421204">
                  <c:v>1404</c:v>
                </c:pt>
                <c:pt idx="421155">
                  <c:v>1405</c:v>
                </c:pt>
                <c:pt idx="421106">
                  <c:v>1406</c:v>
                </c:pt>
                <c:pt idx="421057">
                  <c:v>1407</c:v>
                </c:pt>
                <c:pt idx="421008">
                  <c:v>1408</c:v>
                </c:pt>
                <c:pt idx="420959">
                  <c:v>1409</c:v>
                </c:pt>
                <c:pt idx="420910">
                  <c:v>1410</c:v>
                </c:pt>
                <c:pt idx="420861">
                  <c:v>1411</c:v>
                </c:pt>
                <c:pt idx="420812">
                  <c:v>1412</c:v>
                </c:pt>
                <c:pt idx="420763">
                  <c:v>1413</c:v>
                </c:pt>
                <c:pt idx="420714">
                  <c:v>1414</c:v>
                </c:pt>
                <c:pt idx="420665">
                  <c:v>1415</c:v>
                </c:pt>
                <c:pt idx="420616">
                  <c:v>1416</c:v>
                </c:pt>
                <c:pt idx="420567">
                  <c:v>1417</c:v>
                </c:pt>
                <c:pt idx="420518">
                  <c:v>1418</c:v>
                </c:pt>
                <c:pt idx="420469">
                  <c:v>1419</c:v>
                </c:pt>
                <c:pt idx="420420">
                  <c:v>1420</c:v>
                </c:pt>
                <c:pt idx="420371">
                  <c:v>1421</c:v>
                </c:pt>
                <c:pt idx="420322">
                  <c:v>1422</c:v>
                </c:pt>
                <c:pt idx="420273">
                  <c:v>1423</c:v>
                </c:pt>
                <c:pt idx="420224">
                  <c:v>1424</c:v>
                </c:pt>
                <c:pt idx="420175">
                  <c:v>1425</c:v>
                </c:pt>
                <c:pt idx="420126">
                  <c:v>1426</c:v>
                </c:pt>
                <c:pt idx="420077">
                  <c:v>1427</c:v>
                </c:pt>
                <c:pt idx="420028">
                  <c:v>1428</c:v>
                </c:pt>
                <c:pt idx="419979">
                  <c:v>1429</c:v>
                </c:pt>
                <c:pt idx="419930">
                  <c:v>1430</c:v>
                </c:pt>
                <c:pt idx="419881">
                  <c:v>1431</c:v>
                </c:pt>
                <c:pt idx="419832">
                  <c:v>1432</c:v>
                </c:pt>
                <c:pt idx="419783">
                  <c:v>1433</c:v>
                </c:pt>
                <c:pt idx="419734">
                  <c:v>1434</c:v>
                </c:pt>
                <c:pt idx="419685">
                  <c:v>1435</c:v>
                </c:pt>
                <c:pt idx="419636">
                  <c:v>1436</c:v>
                </c:pt>
                <c:pt idx="419587">
                  <c:v>1437</c:v>
                </c:pt>
                <c:pt idx="419538">
                  <c:v>1438</c:v>
                </c:pt>
                <c:pt idx="419489">
                  <c:v>1439</c:v>
                </c:pt>
                <c:pt idx="419440">
                  <c:v>1440</c:v>
                </c:pt>
                <c:pt idx="419391">
                  <c:v>1441</c:v>
                </c:pt>
                <c:pt idx="419342">
                  <c:v>1442</c:v>
                </c:pt>
                <c:pt idx="419293">
                  <c:v>1443</c:v>
                </c:pt>
                <c:pt idx="419244">
                  <c:v>1444</c:v>
                </c:pt>
                <c:pt idx="419195">
                  <c:v>1445</c:v>
                </c:pt>
                <c:pt idx="419146">
                  <c:v>1446</c:v>
                </c:pt>
                <c:pt idx="419097">
                  <c:v>1447</c:v>
                </c:pt>
                <c:pt idx="419048">
                  <c:v>1448</c:v>
                </c:pt>
                <c:pt idx="418999">
                  <c:v>1449</c:v>
                </c:pt>
                <c:pt idx="418950">
                  <c:v>1450</c:v>
                </c:pt>
                <c:pt idx="418901">
                  <c:v>1451</c:v>
                </c:pt>
                <c:pt idx="418852">
                  <c:v>1452</c:v>
                </c:pt>
                <c:pt idx="418803">
                  <c:v>1453</c:v>
                </c:pt>
                <c:pt idx="418754">
                  <c:v>1454</c:v>
                </c:pt>
                <c:pt idx="418705">
                  <c:v>1455</c:v>
                </c:pt>
                <c:pt idx="418656">
                  <c:v>1456</c:v>
                </c:pt>
                <c:pt idx="418607">
                  <c:v>1457</c:v>
                </c:pt>
                <c:pt idx="418558">
                  <c:v>1458</c:v>
                </c:pt>
                <c:pt idx="418509">
                  <c:v>1459</c:v>
                </c:pt>
                <c:pt idx="418460">
                  <c:v>1460</c:v>
                </c:pt>
                <c:pt idx="418411">
                  <c:v>1461</c:v>
                </c:pt>
                <c:pt idx="418362">
                  <c:v>1462</c:v>
                </c:pt>
                <c:pt idx="418313">
                  <c:v>1463</c:v>
                </c:pt>
                <c:pt idx="418264">
                  <c:v>1464</c:v>
                </c:pt>
                <c:pt idx="418215">
                  <c:v>1465</c:v>
                </c:pt>
                <c:pt idx="418166">
                  <c:v>1466</c:v>
                </c:pt>
                <c:pt idx="418117">
                  <c:v>1467</c:v>
                </c:pt>
                <c:pt idx="418068">
                  <c:v>1468</c:v>
                </c:pt>
                <c:pt idx="418019">
                  <c:v>1469</c:v>
                </c:pt>
                <c:pt idx="417970">
                  <c:v>1470</c:v>
                </c:pt>
                <c:pt idx="417921">
                  <c:v>1471</c:v>
                </c:pt>
                <c:pt idx="417872">
                  <c:v>1472</c:v>
                </c:pt>
                <c:pt idx="417823">
                  <c:v>1473</c:v>
                </c:pt>
                <c:pt idx="417774">
                  <c:v>1474</c:v>
                </c:pt>
                <c:pt idx="417725">
                  <c:v>1475</c:v>
                </c:pt>
                <c:pt idx="417676">
                  <c:v>1476</c:v>
                </c:pt>
                <c:pt idx="417627">
                  <c:v>1477</c:v>
                </c:pt>
                <c:pt idx="417578">
                  <c:v>1478</c:v>
                </c:pt>
                <c:pt idx="417529">
                  <c:v>1479</c:v>
                </c:pt>
                <c:pt idx="417480">
                  <c:v>1480</c:v>
                </c:pt>
                <c:pt idx="417431">
                  <c:v>1481</c:v>
                </c:pt>
                <c:pt idx="417382">
                  <c:v>1482</c:v>
                </c:pt>
                <c:pt idx="417333">
                  <c:v>1483</c:v>
                </c:pt>
                <c:pt idx="417284">
                  <c:v>1484</c:v>
                </c:pt>
                <c:pt idx="417235">
                  <c:v>1485</c:v>
                </c:pt>
                <c:pt idx="417186">
                  <c:v>1486</c:v>
                </c:pt>
                <c:pt idx="417137">
                  <c:v>1487</c:v>
                </c:pt>
                <c:pt idx="417088">
                  <c:v>1488</c:v>
                </c:pt>
                <c:pt idx="417039">
                  <c:v>1489</c:v>
                </c:pt>
                <c:pt idx="416990">
                  <c:v>1490</c:v>
                </c:pt>
                <c:pt idx="416941">
                  <c:v>1491</c:v>
                </c:pt>
                <c:pt idx="416892">
                  <c:v>1492</c:v>
                </c:pt>
                <c:pt idx="416843">
                  <c:v>1493</c:v>
                </c:pt>
                <c:pt idx="416794">
                  <c:v>1494</c:v>
                </c:pt>
                <c:pt idx="416745">
                  <c:v>1495</c:v>
                </c:pt>
                <c:pt idx="416696">
                  <c:v>1496</c:v>
                </c:pt>
                <c:pt idx="416647">
                  <c:v>1497</c:v>
                </c:pt>
                <c:pt idx="416598">
                  <c:v>1498</c:v>
                </c:pt>
                <c:pt idx="416549">
                  <c:v>1499</c:v>
                </c:pt>
                <c:pt idx="416500">
                  <c:v>1500</c:v>
                </c:pt>
                <c:pt idx="416451">
                  <c:v>1501</c:v>
                </c:pt>
                <c:pt idx="416402">
                  <c:v>1502</c:v>
                </c:pt>
                <c:pt idx="416353">
                  <c:v>1503</c:v>
                </c:pt>
                <c:pt idx="416304">
                  <c:v>1504</c:v>
                </c:pt>
                <c:pt idx="416255">
                  <c:v>1505</c:v>
                </c:pt>
                <c:pt idx="416206">
                  <c:v>1506</c:v>
                </c:pt>
                <c:pt idx="416157">
                  <c:v>1507</c:v>
                </c:pt>
                <c:pt idx="416108">
                  <c:v>1508</c:v>
                </c:pt>
                <c:pt idx="416059">
                  <c:v>1509</c:v>
                </c:pt>
                <c:pt idx="416010">
                  <c:v>1510</c:v>
                </c:pt>
                <c:pt idx="415961">
                  <c:v>1511</c:v>
                </c:pt>
                <c:pt idx="415912">
                  <c:v>1512</c:v>
                </c:pt>
                <c:pt idx="415863">
                  <c:v>1513</c:v>
                </c:pt>
                <c:pt idx="415814">
                  <c:v>1514</c:v>
                </c:pt>
                <c:pt idx="415765">
                  <c:v>1515</c:v>
                </c:pt>
                <c:pt idx="415716">
                  <c:v>1516</c:v>
                </c:pt>
                <c:pt idx="415667">
                  <c:v>1517</c:v>
                </c:pt>
                <c:pt idx="415618">
                  <c:v>1518</c:v>
                </c:pt>
                <c:pt idx="415569">
                  <c:v>1519</c:v>
                </c:pt>
                <c:pt idx="415520">
                  <c:v>1520</c:v>
                </c:pt>
                <c:pt idx="415471">
                  <c:v>1521</c:v>
                </c:pt>
                <c:pt idx="415422">
                  <c:v>1522</c:v>
                </c:pt>
                <c:pt idx="415373">
                  <c:v>1523</c:v>
                </c:pt>
                <c:pt idx="415324">
                  <c:v>1524</c:v>
                </c:pt>
                <c:pt idx="415275">
                  <c:v>1525</c:v>
                </c:pt>
                <c:pt idx="415226">
                  <c:v>1526</c:v>
                </c:pt>
                <c:pt idx="415177">
                  <c:v>1527</c:v>
                </c:pt>
                <c:pt idx="415128">
                  <c:v>1528</c:v>
                </c:pt>
                <c:pt idx="415079">
                  <c:v>1529</c:v>
                </c:pt>
                <c:pt idx="415030">
                  <c:v>1530</c:v>
                </c:pt>
                <c:pt idx="414981">
                  <c:v>1531</c:v>
                </c:pt>
                <c:pt idx="414932">
                  <c:v>1532</c:v>
                </c:pt>
                <c:pt idx="414883">
                  <c:v>1533</c:v>
                </c:pt>
                <c:pt idx="414834">
                  <c:v>1534</c:v>
                </c:pt>
                <c:pt idx="414785">
                  <c:v>1535</c:v>
                </c:pt>
                <c:pt idx="414736">
                  <c:v>1536</c:v>
                </c:pt>
                <c:pt idx="414687">
                  <c:v>1537</c:v>
                </c:pt>
                <c:pt idx="414638">
                  <c:v>1538</c:v>
                </c:pt>
                <c:pt idx="414589">
                  <c:v>1539</c:v>
                </c:pt>
                <c:pt idx="414540">
                  <c:v>1540</c:v>
                </c:pt>
                <c:pt idx="414491">
                  <c:v>1541</c:v>
                </c:pt>
                <c:pt idx="414442">
                  <c:v>1542</c:v>
                </c:pt>
                <c:pt idx="414393">
                  <c:v>1543</c:v>
                </c:pt>
                <c:pt idx="414344">
                  <c:v>1544</c:v>
                </c:pt>
                <c:pt idx="414295">
                  <c:v>1545</c:v>
                </c:pt>
                <c:pt idx="414246">
                  <c:v>1546</c:v>
                </c:pt>
                <c:pt idx="414197">
                  <c:v>1547</c:v>
                </c:pt>
                <c:pt idx="414148">
                  <c:v>1548</c:v>
                </c:pt>
                <c:pt idx="414099">
                  <c:v>1549</c:v>
                </c:pt>
                <c:pt idx="414050">
                  <c:v>1550</c:v>
                </c:pt>
                <c:pt idx="414001">
                  <c:v>1551</c:v>
                </c:pt>
                <c:pt idx="413952">
                  <c:v>1552</c:v>
                </c:pt>
                <c:pt idx="413903">
                  <c:v>1553</c:v>
                </c:pt>
                <c:pt idx="413854">
                  <c:v>1554</c:v>
                </c:pt>
                <c:pt idx="413805">
                  <c:v>1555</c:v>
                </c:pt>
                <c:pt idx="413756">
                  <c:v>1556</c:v>
                </c:pt>
                <c:pt idx="413707">
                  <c:v>1557</c:v>
                </c:pt>
                <c:pt idx="413658">
                  <c:v>1558</c:v>
                </c:pt>
                <c:pt idx="413609">
                  <c:v>1559</c:v>
                </c:pt>
                <c:pt idx="413560">
                  <c:v>1560</c:v>
                </c:pt>
                <c:pt idx="413511">
                  <c:v>1561</c:v>
                </c:pt>
                <c:pt idx="413462">
                  <c:v>1562</c:v>
                </c:pt>
                <c:pt idx="413413">
                  <c:v>1563</c:v>
                </c:pt>
                <c:pt idx="413364">
                  <c:v>1564</c:v>
                </c:pt>
                <c:pt idx="413315">
                  <c:v>1565</c:v>
                </c:pt>
                <c:pt idx="413266">
                  <c:v>1566</c:v>
                </c:pt>
                <c:pt idx="413217">
                  <c:v>1567</c:v>
                </c:pt>
                <c:pt idx="413168">
                  <c:v>1568</c:v>
                </c:pt>
                <c:pt idx="413119">
                  <c:v>1569</c:v>
                </c:pt>
                <c:pt idx="413070">
                  <c:v>1570</c:v>
                </c:pt>
                <c:pt idx="413021">
                  <c:v>1571</c:v>
                </c:pt>
                <c:pt idx="412972">
                  <c:v>1572</c:v>
                </c:pt>
                <c:pt idx="412923">
                  <c:v>1573</c:v>
                </c:pt>
                <c:pt idx="412874">
                  <c:v>1574</c:v>
                </c:pt>
                <c:pt idx="412825">
                  <c:v>1575</c:v>
                </c:pt>
                <c:pt idx="412776">
                  <c:v>1576</c:v>
                </c:pt>
                <c:pt idx="412727">
                  <c:v>1577</c:v>
                </c:pt>
                <c:pt idx="412678">
                  <c:v>1578</c:v>
                </c:pt>
                <c:pt idx="412629">
                  <c:v>1579</c:v>
                </c:pt>
                <c:pt idx="412580">
                  <c:v>1580</c:v>
                </c:pt>
                <c:pt idx="412531">
                  <c:v>1581</c:v>
                </c:pt>
                <c:pt idx="412482">
                  <c:v>1582</c:v>
                </c:pt>
                <c:pt idx="412433">
                  <c:v>1583</c:v>
                </c:pt>
                <c:pt idx="412384">
                  <c:v>1584</c:v>
                </c:pt>
                <c:pt idx="412335">
                  <c:v>1585</c:v>
                </c:pt>
                <c:pt idx="412286">
                  <c:v>1586</c:v>
                </c:pt>
                <c:pt idx="412237">
                  <c:v>1587</c:v>
                </c:pt>
                <c:pt idx="412188">
                  <c:v>1588</c:v>
                </c:pt>
                <c:pt idx="412139">
                  <c:v>1589</c:v>
                </c:pt>
                <c:pt idx="412090">
                  <c:v>1590</c:v>
                </c:pt>
                <c:pt idx="412041">
                  <c:v>1591</c:v>
                </c:pt>
                <c:pt idx="411992">
                  <c:v>1592</c:v>
                </c:pt>
                <c:pt idx="411943">
                  <c:v>1593</c:v>
                </c:pt>
                <c:pt idx="411894">
                  <c:v>1594</c:v>
                </c:pt>
                <c:pt idx="411845">
                  <c:v>1595</c:v>
                </c:pt>
                <c:pt idx="411796">
                  <c:v>1596</c:v>
                </c:pt>
                <c:pt idx="411747">
                  <c:v>1597</c:v>
                </c:pt>
                <c:pt idx="411698">
                  <c:v>1598</c:v>
                </c:pt>
                <c:pt idx="411649">
                  <c:v>1599</c:v>
                </c:pt>
                <c:pt idx="411600">
                  <c:v>1600</c:v>
                </c:pt>
                <c:pt idx="411551">
                  <c:v>1601</c:v>
                </c:pt>
                <c:pt idx="411502">
                  <c:v>1602</c:v>
                </c:pt>
                <c:pt idx="411453">
                  <c:v>1603</c:v>
                </c:pt>
                <c:pt idx="411404">
                  <c:v>1604</c:v>
                </c:pt>
                <c:pt idx="411355">
                  <c:v>1605</c:v>
                </c:pt>
                <c:pt idx="411306">
                  <c:v>1606</c:v>
                </c:pt>
                <c:pt idx="411257">
                  <c:v>1607</c:v>
                </c:pt>
                <c:pt idx="411208">
                  <c:v>1608</c:v>
                </c:pt>
                <c:pt idx="411159">
                  <c:v>1609</c:v>
                </c:pt>
                <c:pt idx="411110">
                  <c:v>1610</c:v>
                </c:pt>
                <c:pt idx="411061">
                  <c:v>1611</c:v>
                </c:pt>
                <c:pt idx="411012">
                  <c:v>1612</c:v>
                </c:pt>
                <c:pt idx="410963">
                  <c:v>1613</c:v>
                </c:pt>
                <c:pt idx="410914">
                  <c:v>1614</c:v>
                </c:pt>
                <c:pt idx="410865">
                  <c:v>1615</c:v>
                </c:pt>
                <c:pt idx="410816">
                  <c:v>1616</c:v>
                </c:pt>
                <c:pt idx="410767">
                  <c:v>1617</c:v>
                </c:pt>
                <c:pt idx="410718">
                  <c:v>1618</c:v>
                </c:pt>
                <c:pt idx="410669">
                  <c:v>1619</c:v>
                </c:pt>
                <c:pt idx="410620">
                  <c:v>1620</c:v>
                </c:pt>
                <c:pt idx="410571">
                  <c:v>1621</c:v>
                </c:pt>
                <c:pt idx="410522">
                  <c:v>1622</c:v>
                </c:pt>
                <c:pt idx="410473">
                  <c:v>1623</c:v>
                </c:pt>
                <c:pt idx="410424">
                  <c:v>1624</c:v>
                </c:pt>
                <c:pt idx="410375">
                  <c:v>1625</c:v>
                </c:pt>
                <c:pt idx="410326">
                  <c:v>1626</c:v>
                </c:pt>
                <c:pt idx="410277">
                  <c:v>1627</c:v>
                </c:pt>
                <c:pt idx="410228">
                  <c:v>1628</c:v>
                </c:pt>
                <c:pt idx="410179">
                  <c:v>1629</c:v>
                </c:pt>
                <c:pt idx="410130">
                  <c:v>1630</c:v>
                </c:pt>
                <c:pt idx="410081">
                  <c:v>1631</c:v>
                </c:pt>
                <c:pt idx="410032">
                  <c:v>1632</c:v>
                </c:pt>
                <c:pt idx="409983">
                  <c:v>1633</c:v>
                </c:pt>
                <c:pt idx="409934">
                  <c:v>1634</c:v>
                </c:pt>
                <c:pt idx="409885">
                  <c:v>1635</c:v>
                </c:pt>
                <c:pt idx="409836">
                  <c:v>1636</c:v>
                </c:pt>
                <c:pt idx="409787">
                  <c:v>1637</c:v>
                </c:pt>
                <c:pt idx="409738">
                  <c:v>1638</c:v>
                </c:pt>
                <c:pt idx="409689">
                  <c:v>1639</c:v>
                </c:pt>
                <c:pt idx="409640">
                  <c:v>1640</c:v>
                </c:pt>
                <c:pt idx="409591">
                  <c:v>1641</c:v>
                </c:pt>
                <c:pt idx="409542">
                  <c:v>1642</c:v>
                </c:pt>
                <c:pt idx="409493">
                  <c:v>1643</c:v>
                </c:pt>
                <c:pt idx="409444">
                  <c:v>1644</c:v>
                </c:pt>
                <c:pt idx="409395">
                  <c:v>1645</c:v>
                </c:pt>
                <c:pt idx="409346">
                  <c:v>1646</c:v>
                </c:pt>
                <c:pt idx="409297">
                  <c:v>1647</c:v>
                </c:pt>
                <c:pt idx="409248">
                  <c:v>1648</c:v>
                </c:pt>
                <c:pt idx="409199">
                  <c:v>1649</c:v>
                </c:pt>
                <c:pt idx="409150">
                  <c:v>1650</c:v>
                </c:pt>
                <c:pt idx="409101">
                  <c:v>1651</c:v>
                </c:pt>
                <c:pt idx="409052">
                  <c:v>1652</c:v>
                </c:pt>
                <c:pt idx="409003">
                  <c:v>1653</c:v>
                </c:pt>
                <c:pt idx="408954">
                  <c:v>1654</c:v>
                </c:pt>
                <c:pt idx="408905">
                  <c:v>1655</c:v>
                </c:pt>
                <c:pt idx="408856">
                  <c:v>1656</c:v>
                </c:pt>
                <c:pt idx="408807">
                  <c:v>1657</c:v>
                </c:pt>
                <c:pt idx="408758">
                  <c:v>1658</c:v>
                </c:pt>
                <c:pt idx="408709">
                  <c:v>1659</c:v>
                </c:pt>
                <c:pt idx="408660">
                  <c:v>1660</c:v>
                </c:pt>
                <c:pt idx="408611">
                  <c:v>1661</c:v>
                </c:pt>
                <c:pt idx="408562">
                  <c:v>1662</c:v>
                </c:pt>
                <c:pt idx="408513">
                  <c:v>1663</c:v>
                </c:pt>
                <c:pt idx="408464">
                  <c:v>1664</c:v>
                </c:pt>
                <c:pt idx="408415">
                  <c:v>1665</c:v>
                </c:pt>
                <c:pt idx="408366">
                  <c:v>1666</c:v>
                </c:pt>
                <c:pt idx="408317">
                  <c:v>1667</c:v>
                </c:pt>
                <c:pt idx="408268">
                  <c:v>1668</c:v>
                </c:pt>
                <c:pt idx="408219">
                  <c:v>1669</c:v>
                </c:pt>
                <c:pt idx="408170">
                  <c:v>1670</c:v>
                </c:pt>
                <c:pt idx="408121">
                  <c:v>1671</c:v>
                </c:pt>
                <c:pt idx="408072">
                  <c:v>1672</c:v>
                </c:pt>
                <c:pt idx="408023">
                  <c:v>1673</c:v>
                </c:pt>
                <c:pt idx="407974">
                  <c:v>1674</c:v>
                </c:pt>
                <c:pt idx="407925">
                  <c:v>1675</c:v>
                </c:pt>
                <c:pt idx="407876">
                  <c:v>1676</c:v>
                </c:pt>
                <c:pt idx="407827">
                  <c:v>1677</c:v>
                </c:pt>
                <c:pt idx="407778">
                  <c:v>1678</c:v>
                </c:pt>
                <c:pt idx="407729">
                  <c:v>1679</c:v>
                </c:pt>
                <c:pt idx="407680">
                  <c:v>1680</c:v>
                </c:pt>
                <c:pt idx="407631">
                  <c:v>1681</c:v>
                </c:pt>
                <c:pt idx="407582">
                  <c:v>1682</c:v>
                </c:pt>
                <c:pt idx="407533">
                  <c:v>1683</c:v>
                </c:pt>
                <c:pt idx="407484">
                  <c:v>1684</c:v>
                </c:pt>
                <c:pt idx="407435">
                  <c:v>1685</c:v>
                </c:pt>
                <c:pt idx="407386">
                  <c:v>1686</c:v>
                </c:pt>
                <c:pt idx="407337">
                  <c:v>1687</c:v>
                </c:pt>
                <c:pt idx="407288">
                  <c:v>1688</c:v>
                </c:pt>
                <c:pt idx="407239">
                  <c:v>1689</c:v>
                </c:pt>
                <c:pt idx="407190">
                  <c:v>1690</c:v>
                </c:pt>
                <c:pt idx="407141">
                  <c:v>1691</c:v>
                </c:pt>
                <c:pt idx="407092">
                  <c:v>1692</c:v>
                </c:pt>
                <c:pt idx="407043">
                  <c:v>1693</c:v>
                </c:pt>
                <c:pt idx="406994">
                  <c:v>1694</c:v>
                </c:pt>
                <c:pt idx="406945">
                  <c:v>1695</c:v>
                </c:pt>
                <c:pt idx="406896">
                  <c:v>1696</c:v>
                </c:pt>
                <c:pt idx="406847">
                  <c:v>1697</c:v>
                </c:pt>
                <c:pt idx="406798">
                  <c:v>1698</c:v>
                </c:pt>
                <c:pt idx="406749">
                  <c:v>1699</c:v>
                </c:pt>
                <c:pt idx="406700">
                  <c:v>1700</c:v>
                </c:pt>
                <c:pt idx="406651">
                  <c:v>1701</c:v>
                </c:pt>
                <c:pt idx="406602">
                  <c:v>1702</c:v>
                </c:pt>
                <c:pt idx="406553">
                  <c:v>1703</c:v>
                </c:pt>
                <c:pt idx="406504">
                  <c:v>1704</c:v>
                </c:pt>
                <c:pt idx="406455">
                  <c:v>1705</c:v>
                </c:pt>
                <c:pt idx="406406">
                  <c:v>1706</c:v>
                </c:pt>
                <c:pt idx="406357">
                  <c:v>1707</c:v>
                </c:pt>
                <c:pt idx="406308">
                  <c:v>1708</c:v>
                </c:pt>
                <c:pt idx="406259">
                  <c:v>1709</c:v>
                </c:pt>
                <c:pt idx="406210">
                  <c:v>1710</c:v>
                </c:pt>
                <c:pt idx="406161">
                  <c:v>1711</c:v>
                </c:pt>
                <c:pt idx="406112">
                  <c:v>1712</c:v>
                </c:pt>
                <c:pt idx="406063">
                  <c:v>1713</c:v>
                </c:pt>
                <c:pt idx="406014">
                  <c:v>1714</c:v>
                </c:pt>
                <c:pt idx="405965">
                  <c:v>1715</c:v>
                </c:pt>
                <c:pt idx="405916">
                  <c:v>1716</c:v>
                </c:pt>
                <c:pt idx="405867">
                  <c:v>1717</c:v>
                </c:pt>
                <c:pt idx="405818">
                  <c:v>1718</c:v>
                </c:pt>
                <c:pt idx="405769">
                  <c:v>1719</c:v>
                </c:pt>
                <c:pt idx="405720">
                  <c:v>1720</c:v>
                </c:pt>
                <c:pt idx="405671">
                  <c:v>1721</c:v>
                </c:pt>
                <c:pt idx="405622">
                  <c:v>1722</c:v>
                </c:pt>
                <c:pt idx="405573">
                  <c:v>1723</c:v>
                </c:pt>
                <c:pt idx="405524">
                  <c:v>1724</c:v>
                </c:pt>
                <c:pt idx="405475">
                  <c:v>1725</c:v>
                </c:pt>
                <c:pt idx="405426">
                  <c:v>1726</c:v>
                </c:pt>
                <c:pt idx="405377">
                  <c:v>1727</c:v>
                </c:pt>
                <c:pt idx="405328">
                  <c:v>1728</c:v>
                </c:pt>
                <c:pt idx="405279">
                  <c:v>1729</c:v>
                </c:pt>
                <c:pt idx="405230">
                  <c:v>1730</c:v>
                </c:pt>
                <c:pt idx="405181">
                  <c:v>1731</c:v>
                </c:pt>
                <c:pt idx="405132">
                  <c:v>1732</c:v>
                </c:pt>
                <c:pt idx="405083">
                  <c:v>1733</c:v>
                </c:pt>
                <c:pt idx="405034">
                  <c:v>1734</c:v>
                </c:pt>
                <c:pt idx="404985">
                  <c:v>1735</c:v>
                </c:pt>
                <c:pt idx="404936">
                  <c:v>1736</c:v>
                </c:pt>
                <c:pt idx="404887">
                  <c:v>1737</c:v>
                </c:pt>
                <c:pt idx="404838">
                  <c:v>1738</c:v>
                </c:pt>
                <c:pt idx="404789">
                  <c:v>1739</c:v>
                </c:pt>
                <c:pt idx="404740">
                  <c:v>1740</c:v>
                </c:pt>
                <c:pt idx="404691">
                  <c:v>1741</c:v>
                </c:pt>
                <c:pt idx="404642">
                  <c:v>1742</c:v>
                </c:pt>
                <c:pt idx="404593">
                  <c:v>1743</c:v>
                </c:pt>
                <c:pt idx="404544">
                  <c:v>1744</c:v>
                </c:pt>
                <c:pt idx="404495">
                  <c:v>1745</c:v>
                </c:pt>
                <c:pt idx="404446">
                  <c:v>1746</c:v>
                </c:pt>
                <c:pt idx="404397">
                  <c:v>1747</c:v>
                </c:pt>
                <c:pt idx="404348">
                  <c:v>1748</c:v>
                </c:pt>
                <c:pt idx="404299">
                  <c:v>1749</c:v>
                </c:pt>
                <c:pt idx="404250">
                  <c:v>1750</c:v>
                </c:pt>
                <c:pt idx="404201">
                  <c:v>1751</c:v>
                </c:pt>
                <c:pt idx="404152">
                  <c:v>1752</c:v>
                </c:pt>
                <c:pt idx="404103">
                  <c:v>1753</c:v>
                </c:pt>
                <c:pt idx="404054">
                  <c:v>1754</c:v>
                </c:pt>
                <c:pt idx="404005">
                  <c:v>1755</c:v>
                </c:pt>
                <c:pt idx="403956">
                  <c:v>1756</c:v>
                </c:pt>
                <c:pt idx="403907">
                  <c:v>1757</c:v>
                </c:pt>
                <c:pt idx="403858">
                  <c:v>1758</c:v>
                </c:pt>
                <c:pt idx="403809">
                  <c:v>1759</c:v>
                </c:pt>
                <c:pt idx="403760">
                  <c:v>1760</c:v>
                </c:pt>
                <c:pt idx="403711">
                  <c:v>1761</c:v>
                </c:pt>
                <c:pt idx="403662">
                  <c:v>1762</c:v>
                </c:pt>
                <c:pt idx="403613">
                  <c:v>1763</c:v>
                </c:pt>
                <c:pt idx="403564">
                  <c:v>1764</c:v>
                </c:pt>
                <c:pt idx="403515">
                  <c:v>1765</c:v>
                </c:pt>
                <c:pt idx="403466">
                  <c:v>1766</c:v>
                </c:pt>
                <c:pt idx="403417">
                  <c:v>1767</c:v>
                </c:pt>
                <c:pt idx="403368">
                  <c:v>1768</c:v>
                </c:pt>
                <c:pt idx="403319">
                  <c:v>1769</c:v>
                </c:pt>
                <c:pt idx="403270">
                  <c:v>1770</c:v>
                </c:pt>
                <c:pt idx="403221">
                  <c:v>1771</c:v>
                </c:pt>
                <c:pt idx="403172">
                  <c:v>1772</c:v>
                </c:pt>
                <c:pt idx="403123">
                  <c:v>1773</c:v>
                </c:pt>
                <c:pt idx="403074">
                  <c:v>1774</c:v>
                </c:pt>
                <c:pt idx="403025">
                  <c:v>1775</c:v>
                </c:pt>
                <c:pt idx="402976">
                  <c:v>1776</c:v>
                </c:pt>
                <c:pt idx="402927">
                  <c:v>1777</c:v>
                </c:pt>
                <c:pt idx="402878">
                  <c:v>1778</c:v>
                </c:pt>
                <c:pt idx="402829">
                  <c:v>1779</c:v>
                </c:pt>
                <c:pt idx="402780">
                  <c:v>1780</c:v>
                </c:pt>
                <c:pt idx="402731">
                  <c:v>1781</c:v>
                </c:pt>
                <c:pt idx="402682">
                  <c:v>1782</c:v>
                </c:pt>
                <c:pt idx="402633">
                  <c:v>1783</c:v>
                </c:pt>
                <c:pt idx="402584">
                  <c:v>1784</c:v>
                </c:pt>
                <c:pt idx="402535">
                  <c:v>1785</c:v>
                </c:pt>
                <c:pt idx="402486">
                  <c:v>1786</c:v>
                </c:pt>
                <c:pt idx="402437">
                  <c:v>1787</c:v>
                </c:pt>
                <c:pt idx="402388">
                  <c:v>1788</c:v>
                </c:pt>
                <c:pt idx="402339">
                  <c:v>1789</c:v>
                </c:pt>
                <c:pt idx="402290">
                  <c:v>1790</c:v>
                </c:pt>
                <c:pt idx="402241">
                  <c:v>1791</c:v>
                </c:pt>
                <c:pt idx="402192">
                  <c:v>1792</c:v>
                </c:pt>
                <c:pt idx="402143">
                  <c:v>1793</c:v>
                </c:pt>
                <c:pt idx="402094">
                  <c:v>1794</c:v>
                </c:pt>
                <c:pt idx="402045">
                  <c:v>1795</c:v>
                </c:pt>
                <c:pt idx="401996">
                  <c:v>1796</c:v>
                </c:pt>
                <c:pt idx="401947">
                  <c:v>1797</c:v>
                </c:pt>
                <c:pt idx="401898">
                  <c:v>1798</c:v>
                </c:pt>
                <c:pt idx="401849">
                  <c:v>1799</c:v>
                </c:pt>
                <c:pt idx="401800">
                  <c:v>1800</c:v>
                </c:pt>
                <c:pt idx="401751">
                  <c:v>1801</c:v>
                </c:pt>
                <c:pt idx="401702">
                  <c:v>1802</c:v>
                </c:pt>
                <c:pt idx="401653">
                  <c:v>1803</c:v>
                </c:pt>
                <c:pt idx="401604">
                  <c:v>1804</c:v>
                </c:pt>
                <c:pt idx="401555">
                  <c:v>1805</c:v>
                </c:pt>
                <c:pt idx="401506">
                  <c:v>1806</c:v>
                </c:pt>
                <c:pt idx="401457">
                  <c:v>1807</c:v>
                </c:pt>
                <c:pt idx="401408">
                  <c:v>1808</c:v>
                </c:pt>
                <c:pt idx="401359">
                  <c:v>1809</c:v>
                </c:pt>
                <c:pt idx="401310">
                  <c:v>1810</c:v>
                </c:pt>
                <c:pt idx="401261">
                  <c:v>1811</c:v>
                </c:pt>
                <c:pt idx="401212">
                  <c:v>1812</c:v>
                </c:pt>
                <c:pt idx="401163">
                  <c:v>1813</c:v>
                </c:pt>
                <c:pt idx="401114">
                  <c:v>1814</c:v>
                </c:pt>
                <c:pt idx="401065">
                  <c:v>1815</c:v>
                </c:pt>
                <c:pt idx="401016">
                  <c:v>1816</c:v>
                </c:pt>
                <c:pt idx="400967">
                  <c:v>1817</c:v>
                </c:pt>
                <c:pt idx="400918">
                  <c:v>1818</c:v>
                </c:pt>
                <c:pt idx="400869">
                  <c:v>1819</c:v>
                </c:pt>
                <c:pt idx="400820">
                  <c:v>1820</c:v>
                </c:pt>
                <c:pt idx="400771">
                  <c:v>1821</c:v>
                </c:pt>
                <c:pt idx="400722">
                  <c:v>1822</c:v>
                </c:pt>
                <c:pt idx="400673">
                  <c:v>1823</c:v>
                </c:pt>
                <c:pt idx="400624">
                  <c:v>1824</c:v>
                </c:pt>
                <c:pt idx="400575">
                  <c:v>1825</c:v>
                </c:pt>
                <c:pt idx="400526">
                  <c:v>1826</c:v>
                </c:pt>
                <c:pt idx="400477">
                  <c:v>1827</c:v>
                </c:pt>
                <c:pt idx="400428">
                  <c:v>1828</c:v>
                </c:pt>
                <c:pt idx="400379">
                  <c:v>1829</c:v>
                </c:pt>
                <c:pt idx="400330">
                  <c:v>1830</c:v>
                </c:pt>
                <c:pt idx="400281">
                  <c:v>1831</c:v>
                </c:pt>
                <c:pt idx="400232">
                  <c:v>1832</c:v>
                </c:pt>
                <c:pt idx="400183">
                  <c:v>1833</c:v>
                </c:pt>
                <c:pt idx="400134">
                  <c:v>1834</c:v>
                </c:pt>
                <c:pt idx="400085">
                  <c:v>1835</c:v>
                </c:pt>
                <c:pt idx="400036">
                  <c:v>1836</c:v>
                </c:pt>
                <c:pt idx="399987">
                  <c:v>1837</c:v>
                </c:pt>
                <c:pt idx="399938">
                  <c:v>1838</c:v>
                </c:pt>
                <c:pt idx="399889">
                  <c:v>1839</c:v>
                </c:pt>
                <c:pt idx="399840">
                  <c:v>1840</c:v>
                </c:pt>
                <c:pt idx="399791">
                  <c:v>1841</c:v>
                </c:pt>
                <c:pt idx="399742">
                  <c:v>1842</c:v>
                </c:pt>
                <c:pt idx="399693">
                  <c:v>1843</c:v>
                </c:pt>
                <c:pt idx="399644">
                  <c:v>1844</c:v>
                </c:pt>
                <c:pt idx="399595">
                  <c:v>1845</c:v>
                </c:pt>
                <c:pt idx="399546">
                  <c:v>1846</c:v>
                </c:pt>
                <c:pt idx="399497">
                  <c:v>1847</c:v>
                </c:pt>
                <c:pt idx="399448">
                  <c:v>1848</c:v>
                </c:pt>
                <c:pt idx="399399">
                  <c:v>1849</c:v>
                </c:pt>
                <c:pt idx="399350">
                  <c:v>1850</c:v>
                </c:pt>
                <c:pt idx="399301">
                  <c:v>1851</c:v>
                </c:pt>
                <c:pt idx="399252">
                  <c:v>1852</c:v>
                </c:pt>
                <c:pt idx="399203">
                  <c:v>1853</c:v>
                </c:pt>
                <c:pt idx="399154">
                  <c:v>1854</c:v>
                </c:pt>
                <c:pt idx="399105">
                  <c:v>1855</c:v>
                </c:pt>
                <c:pt idx="399056">
                  <c:v>1856</c:v>
                </c:pt>
                <c:pt idx="399007">
                  <c:v>1857</c:v>
                </c:pt>
                <c:pt idx="398958">
                  <c:v>1858</c:v>
                </c:pt>
                <c:pt idx="398909">
                  <c:v>1859</c:v>
                </c:pt>
                <c:pt idx="398860">
                  <c:v>1860</c:v>
                </c:pt>
                <c:pt idx="398811">
                  <c:v>1861</c:v>
                </c:pt>
                <c:pt idx="398762">
                  <c:v>1862</c:v>
                </c:pt>
                <c:pt idx="398713">
                  <c:v>1863</c:v>
                </c:pt>
                <c:pt idx="398664">
                  <c:v>1864</c:v>
                </c:pt>
                <c:pt idx="398615">
                  <c:v>1865</c:v>
                </c:pt>
                <c:pt idx="398566">
                  <c:v>1866</c:v>
                </c:pt>
                <c:pt idx="398517">
                  <c:v>1867</c:v>
                </c:pt>
                <c:pt idx="398468">
                  <c:v>1868</c:v>
                </c:pt>
                <c:pt idx="398419">
                  <c:v>1869</c:v>
                </c:pt>
                <c:pt idx="398370">
                  <c:v>1870</c:v>
                </c:pt>
                <c:pt idx="398321">
                  <c:v>1871</c:v>
                </c:pt>
                <c:pt idx="398272">
                  <c:v>1872</c:v>
                </c:pt>
                <c:pt idx="398223">
                  <c:v>1873</c:v>
                </c:pt>
                <c:pt idx="398174">
                  <c:v>1874</c:v>
                </c:pt>
                <c:pt idx="398125">
                  <c:v>1875</c:v>
                </c:pt>
                <c:pt idx="398076">
                  <c:v>1876</c:v>
                </c:pt>
                <c:pt idx="398027">
                  <c:v>1877</c:v>
                </c:pt>
                <c:pt idx="397978">
                  <c:v>1878</c:v>
                </c:pt>
                <c:pt idx="397929">
                  <c:v>1879</c:v>
                </c:pt>
                <c:pt idx="397880">
                  <c:v>1880</c:v>
                </c:pt>
                <c:pt idx="397831">
                  <c:v>1881</c:v>
                </c:pt>
                <c:pt idx="397782">
                  <c:v>1882</c:v>
                </c:pt>
                <c:pt idx="397733">
                  <c:v>1883</c:v>
                </c:pt>
                <c:pt idx="397684">
                  <c:v>1884</c:v>
                </c:pt>
                <c:pt idx="397635">
                  <c:v>1885</c:v>
                </c:pt>
                <c:pt idx="397586">
                  <c:v>1886</c:v>
                </c:pt>
                <c:pt idx="397537">
                  <c:v>1887</c:v>
                </c:pt>
                <c:pt idx="397488">
                  <c:v>1888</c:v>
                </c:pt>
                <c:pt idx="397439">
                  <c:v>1889</c:v>
                </c:pt>
                <c:pt idx="397390">
                  <c:v>1890</c:v>
                </c:pt>
                <c:pt idx="397341">
                  <c:v>1891</c:v>
                </c:pt>
                <c:pt idx="397292">
                  <c:v>1892</c:v>
                </c:pt>
                <c:pt idx="397243">
                  <c:v>1893</c:v>
                </c:pt>
                <c:pt idx="397194">
                  <c:v>1894</c:v>
                </c:pt>
                <c:pt idx="397145">
                  <c:v>1895</c:v>
                </c:pt>
                <c:pt idx="397096">
                  <c:v>1896</c:v>
                </c:pt>
                <c:pt idx="397047">
                  <c:v>1897</c:v>
                </c:pt>
                <c:pt idx="396998">
                  <c:v>1898</c:v>
                </c:pt>
                <c:pt idx="396949">
                  <c:v>1899</c:v>
                </c:pt>
                <c:pt idx="396900">
                  <c:v>1900</c:v>
                </c:pt>
                <c:pt idx="396851">
                  <c:v>1901</c:v>
                </c:pt>
                <c:pt idx="396802">
                  <c:v>1902</c:v>
                </c:pt>
                <c:pt idx="396753">
                  <c:v>1903</c:v>
                </c:pt>
                <c:pt idx="396704">
                  <c:v>1904</c:v>
                </c:pt>
                <c:pt idx="396655">
                  <c:v>1905</c:v>
                </c:pt>
                <c:pt idx="396606">
                  <c:v>1906</c:v>
                </c:pt>
                <c:pt idx="396557">
                  <c:v>1907</c:v>
                </c:pt>
                <c:pt idx="396508">
                  <c:v>1908</c:v>
                </c:pt>
                <c:pt idx="396459">
                  <c:v>1909</c:v>
                </c:pt>
                <c:pt idx="396410">
                  <c:v>1910</c:v>
                </c:pt>
                <c:pt idx="396361">
                  <c:v>1911</c:v>
                </c:pt>
                <c:pt idx="396312">
                  <c:v>1912</c:v>
                </c:pt>
                <c:pt idx="396263">
                  <c:v>1913</c:v>
                </c:pt>
                <c:pt idx="396214">
                  <c:v>1914</c:v>
                </c:pt>
                <c:pt idx="396165">
                  <c:v>1915</c:v>
                </c:pt>
                <c:pt idx="396116">
                  <c:v>1916</c:v>
                </c:pt>
                <c:pt idx="396067">
                  <c:v>1917</c:v>
                </c:pt>
                <c:pt idx="396018">
                  <c:v>1918</c:v>
                </c:pt>
                <c:pt idx="395969">
                  <c:v>1919</c:v>
                </c:pt>
                <c:pt idx="395920">
                  <c:v>1920</c:v>
                </c:pt>
                <c:pt idx="395871">
                  <c:v>1921</c:v>
                </c:pt>
                <c:pt idx="395822">
                  <c:v>1922</c:v>
                </c:pt>
                <c:pt idx="395773">
                  <c:v>1923</c:v>
                </c:pt>
                <c:pt idx="395724">
                  <c:v>1924</c:v>
                </c:pt>
                <c:pt idx="395675">
                  <c:v>1925</c:v>
                </c:pt>
                <c:pt idx="395626">
                  <c:v>1926</c:v>
                </c:pt>
                <c:pt idx="395577">
                  <c:v>1927</c:v>
                </c:pt>
                <c:pt idx="395528">
                  <c:v>1928</c:v>
                </c:pt>
                <c:pt idx="395479">
                  <c:v>1929</c:v>
                </c:pt>
                <c:pt idx="395430">
                  <c:v>1930</c:v>
                </c:pt>
                <c:pt idx="395381">
                  <c:v>1931</c:v>
                </c:pt>
                <c:pt idx="395332">
                  <c:v>1932</c:v>
                </c:pt>
                <c:pt idx="395283">
                  <c:v>1933</c:v>
                </c:pt>
                <c:pt idx="395234">
                  <c:v>1934</c:v>
                </c:pt>
                <c:pt idx="395185">
                  <c:v>1935</c:v>
                </c:pt>
                <c:pt idx="395136">
                  <c:v>1936</c:v>
                </c:pt>
                <c:pt idx="395087">
                  <c:v>1937</c:v>
                </c:pt>
                <c:pt idx="395038">
                  <c:v>1938</c:v>
                </c:pt>
                <c:pt idx="394989">
                  <c:v>1939</c:v>
                </c:pt>
                <c:pt idx="394940">
                  <c:v>1940</c:v>
                </c:pt>
                <c:pt idx="394891">
                  <c:v>1941</c:v>
                </c:pt>
                <c:pt idx="394842">
                  <c:v>1942</c:v>
                </c:pt>
                <c:pt idx="394793">
                  <c:v>1943</c:v>
                </c:pt>
                <c:pt idx="394744">
                  <c:v>1944</c:v>
                </c:pt>
                <c:pt idx="394695">
                  <c:v>1945</c:v>
                </c:pt>
                <c:pt idx="394646">
                  <c:v>1946</c:v>
                </c:pt>
                <c:pt idx="394597">
                  <c:v>1947</c:v>
                </c:pt>
                <c:pt idx="394548">
                  <c:v>1948</c:v>
                </c:pt>
                <c:pt idx="394499">
                  <c:v>1949</c:v>
                </c:pt>
                <c:pt idx="394450">
                  <c:v>1950</c:v>
                </c:pt>
                <c:pt idx="394401">
                  <c:v>1951</c:v>
                </c:pt>
                <c:pt idx="394352">
                  <c:v>1952</c:v>
                </c:pt>
                <c:pt idx="394303">
                  <c:v>1953</c:v>
                </c:pt>
                <c:pt idx="394254">
                  <c:v>1954</c:v>
                </c:pt>
                <c:pt idx="394205">
                  <c:v>1955</c:v>
                </c:pt>
                <c:pt idx="394156">
                  <c:v>1956</c:v>
                </c:pt>
                <c:pt idx="394107">
                  <c:v>1957</c:v>
                </c:pt>
                <c:pt idx="394058">
                  <c:v>1958</c:v>
                </c:pt>
                <c:pt idx="394009">
                  <c:v>1959</c:v>
                </c:pt>
                <c:pt idx="393960">
                  <c:v>1960</c:v>
                </c:pt>
                <c:pt idx="393911">
                  <c:v>1961</c:v>
                </c:pt>
                <c:pt idx="393862">
                  <c:v>1962</c:v>
                </c:pt>
                <c:pt idx="393813">
                  <c:v>1963</c:v>
                </c:pt>
                <c:pt idx="393764">
                  <c:v>1964</c:v>
                </c:pt>
                <c:pt idx="393715">
                  <c:v>1965</c:v>
                </c:pt>
                <c:pt idx="393666">
                  <c:v>1966</c:v>
                </c:pt>
                <c:pt idx="393617">
                  <c:v>1967</c:v>
                </c:pt>
                <c:pt idx="393568">
                  <c:v>1968</c:v>
                </c:pt>
                <c:pt idx="393519">
                  <c:v>1969</c:v>
                </c:pt>
                <c:pt idx="393470">
                  <c:v>1970</c:v>
                </c:pt>
                <c:pt idx="393421">
                  <c:v>1971</c:v>
                </c:pt>
                <c:pt idx="393372">
                  <c:v>1972</c:v>
                </c:pt>
                <c:pt idx="393323">
                  <c:v>1973</c:v>
                </c:pt>
                <c:pt idx="393274">
                  <c:v>1974</c:v>
                </c:pt>
                <c:pt idx="393225">
                  <c:v>1975</c:v>
                </c:pt>
                <c:pt idx="393176">
                  <c:v>1976</c:v>
                </c:pt>
                <c:pt idx="393127">
                  <c:v>1977</c:v>
                </c:pt>
                <c:pt idx="393078">
                  <c:v>1978</c:v>
                </c:pt>
                <c:pt idx="393029">
                  <c:v>1979</c:v>
                </c:pt>
                <c:pt idx="392980">
                  <c:v>1980</c:v>
                </c:pt>
                <c:pt idx="392931">
                  <c:v>1981</c:v>
                </c:pt>
                <c:pt idx="392882">
                  <c:v>1982</c:v>
                </c:pt>
                <c:pt idx="392833">
                  <c:v>1983</c:v>
                </c:pt>
                <c:pt idx="392784">
                  <c:v>1984</c:v>
                </c:pt>
                <c:pt idx="392735">
                  <c:v>1985</c:v>
                </c:pt>
                <c:pt idx="392686">
                  <c:v>1986</c:v>
                </c:pt>
                <c:pt idx="392637">
                  <c:v>1987</c:v>
                </c:pt>
                <c:pt idx="392588">
                  <c:v>1988</c:v>
                </c:pt>
                <c:pt idx="392539">
                  <c:v>1989</c:v>
                </c:pt>
                <c:pt idx="392490">
                  <c:v>1990</c:v>
                </c:pt>
                <c:pt idx="392441">
                  <c:v>1991</c:v>
                </c:pt>
                <c:pt idx="392392">
                  <c:v>1992</c:v>
                </c:pt>
                <c:pt idx="392343">
                  <c:v>1993</c:v>
                </c:pt>
                <c:pt idx="392294">
                  <c:v>1994</c:v>
                </c:pt>
                <c:pt idx="392245">
                  <c:v>1995</c:v>
                </c:pt>
                <c:pt idx="392196">
                  <c:v>1996</c:v>
                </c:pt>
                <c:pt idx="392147">
                  <c:v>1997</c:v>
                </c:pt>
                <c:pt idx="392098">
                  <c:v>1998</c:v>
                </c:pt>
                <c:pt idx="392049">
                  <c:v>1999</c:v>
                </c:pt>
                <c:pt idx="392000">
                  <c:v>2000</c:v>
                </c:pt>
                <c:pt idx="391951">
                  <c:v>2001</c:v>
                </c:pt>
                <c:pt idx="391902">
                  <c:v>2002</c:v>
                </c:pt>
                <c:pt idx="391853">
                  <c:v>2003</c:v>
                </c:pt>
                <c:pt idx="391804">
                  <c:v>2004</c:v>
                </c:pt>
                <c:pt idx="391755">
                  <c:v>2005</c:v>
                </c:pt>
                <c:pt idx="391706">
                  <c:v>2006</c:v>
                </c:pt>
                <c:pt idx="391657">
                  <c:v>2007</c:v>
                </c:pt>
                <c:pt idx="391608">
                  <c:v>2008</c:v>
                </c:pt>
                <c:pt idx="391559">
                  <c:v>2009</c:v>
                </c:pt>
                <c:pt idx="391510">
                  <c:v>2010</c:v>
                </c:pt>
                <c:pt idx="391461">
                  <c:v>2011</c:v>
                </c:pt>
                <c:pt idx="391412">
                  <c:v>2012</c:v>
                </c:pt>
                <c:pt idx="391363">
                  <c:v>2013</c:v>
                </c:pt>
                <c:pt idx="391314">
                  <c:v>2014</c:v>
                </c:pt>
                <c:pt idx="391265">
                  <c:v>2015</c:v>
                </c:pt>
                <c:pt idx="391216">
                  <c:v>2016</c:v>
                </c:pt>
                <c:pt idx="391167">
                  <c:v>2017</c:v>
                </c:pt>
                <c:pt idx="391118">
                  <c:v>2018</c:v>
                </c:pt>
                <c:pt idx="391069">
                  <c:v>2019</c:v>
                </c:pt>
                <c:pt idx="391020">
                  <c:v>2020</c:v>
                </c:pt>
                <c:pt idx="390971">
                  <c:v>2021</c:v>
                </c:pt>
                <c:pt idx="390922">
                  <c:v>2022</c:v>
                </c:pt>
                <c:pt idx="390873">
                  <c:v>2023</c:v>
                </c:pt>
                <c:pt idx="390824">
                  <c:v>2024</c:v>
                </c:pt>
                <c:pt idx="390775">
                  <c:v>2025</c:v>
                </c:pt>
                <c:pt idx="390726">
                  <c:v>2026</c:v>
                </c:pt>
                <c:pt idx="390677">
                  <c:v>2027</c:v>
                </c:pt>
                <c:pt idx="390628">
                  <c:v>2028</c:v>
                </c:pt>
                <c:pt idx="390579">
                  <c:v>2029</c:v>
                </c:pt>
                <c:pt idx="390530">
                  <c:v>2030</c:v>
                </c:pt>
                <c:pt idx="390481">
                  <c:v>2031</c:v>
                </c:pt>
                <c:pt idx="390432">
                  <c:v>2032</c:v>
                </c:pt>
                <c:pt idx="390383">
                  <c:v>2033</c:v>
                </c:pt>
                <c:pt idx="390334">
                  <c:v>2034</c:v>
                </c:pt>
                <c:pt idx="390285">
                  <c:v>2035</c:v>
                </c:pt>
                <c:pt idx="390236">
                  <c:v>2036</c:v>
                </c:pt>
                <c:pt idx="390187">
                  <c:v>2037</c:v>
                </c:pt>
                <c:pt idx="390138">
                  <c:v>2038</c:v>
                </c:pt>
                <c:pt idx="390089">
                  <c:v>2039</c:v>
                </c:pt>
                <c:pt idx="390040">
                  <c:v>2040</c:v>
                </c:pt>
                <c:pt idx="389991">
                  <c:v>2041</c:v>
                </c:pt>
                <c:pt idx="389942">
                  <c:v>2042</c:v>
                </c:pt>
                <c:pt idx="389893">
                  <c:v>2043</c:v>
                </c:pt>
                <c:pt idx="389844">
                  <c:v>2044</c:v>
                </c:pt>
                <c:pt idx="389795">
                  <c:v>2045</c:v>
                </c:pt>
                <c:pt idx="389746">
                  <c:v>2046</c:v>
                </c:pt>
                <c:pt idx="389697">
                  <c:v>2047</c:v>
                </c:pt>
                <c:pt idx="389648">
                  <c:v>2048</c:v>
                </c:pt>
                <c:pt idx="389599">
                  <c:v>2049</c:v>
                </c:pt>
                <c:pt idx="389550">
                  <c:v>2050</c:v>
                </c:pt>
                <c:pt idx="389501">
                  <c:v>2051</c:v>
                </c:pt>
                <c:pt idx="389452">
                  <c:v>2052</c:v>
                </c:pt>
                <c:pt idx="389403">
                  <c:v>2053</c:v>
                </c:pt>
                <c:pt idx="389354">
                  <c:v>2054</c:v>
                </c:pt>
                <c:pt idx="389305">
                  <c:v>2055</c:v>
                </c:pt>
                <c:pt idx="389256">
                  <c:v>2056</c:v>
                </c:pt>
                <c:pt idx="389207">
                  <c:v>2057</c:v>
                </c:pt>
                <c:pt idx="389158">
                  <c:v>2058</c:v>
                </c:pt>
                <c:pt idx="389109">
                  <c:v>2059</c:v>
                </c:pt>
                <c:pt idx="389060">
                  <c:v>2060</c:v>
                </c:pt>
                <c:pt idx="389011">
                  <c:v>2061</c:v>
                </c:pt>
                <c:pt idx="388962">
                  <c:v>2062</c:v>
                </c:pt>
                <c:pt idx="388913">
                  <c:v>2063</c:v>
                </c:pt>
                <c:pt idx="388864">
                  <c:v>2064</c:v>
                </c:pt>
                <c:pt idx="388815">
                  <c:v>2065</c:v>
                </c:pt>
                <c:pt idx="388766">
                  <c:v>2066</c:v>
                </c:pt>
                <c:pt idx="388717">
                  <c:v>2067</c:v>
                </c:pt>
                <c:pt idx="388668">
                  <c:v>2068</c:v>
                </c:pt>
                <c:pt idx="388619">
                  <c:v>2069</c:v>
                </c:pt>
                <c:pt idx="388570">
                  <c:v>2070</c:v>
                </c:pt>
                <c:pt idx="388521">
                  <c:v>2071</c:v>
                </c:pt>
                <c:pt idx="388472">
                  <c:v>2072</c:v>
                </c:pt>
                <c:pt idx="388423">
                  <c:v>2073</c:v>
                </c:pt>
                <c:pt idx="388374">
                  <c:v>2074</c:v>
                </c:pt>
                <c:pt idx="388325">
                  <c:v>2075</c:v>
                </c:pt>
                <c:pt idx="388276">
                  <c:v>2076</c:v>
                </c:pt>
                <c:pt idx="388227">
                  <c:v>2077</c:v>
                </c:pt>
                <c:pt idx="388178">
                  <c:v>2078</c:v>
                </c:pt>
                <c:pt idx="388129">
                  <c:v>2079</c:v>
                </c:pt>
                <c:pt idx="388080">
                  <c:v>2080</c:v>
                </c:pt>
                <c:pt idx="388031">
                  <c:v>2081</c:v>
                </c:pt>
                <c:pt idx="387982">
                  <c:v>2082</c:v>
                </c:pt>
                <c:pt idx="387933">
                  <c:v>2083</c:v>
                </c:pt>
                <c:pt idx="387884">
                  <c:v>2084</c:v>
                </c:pt>
                <c:pt idx="387835">
                  <c:v>2085</c:v>
                </c:pt>
                <c:pt idx="387786">
                  <c:v>2086</c:v>
                </c:pt>
                <c:pt idx="387737">
                  <c:v>2087</c:v>
                </c:pt>
                <c:pt idx="387688">
                  <c:v>2088</c:v>
                </c:pt>
                <c:pt idx="387639">
                  <c:v>2089</c:v>
                </c:pt>
                <c:pt idx="387590">
                  <c:v>2090</c:v>
                </c:pt>
                <c:pt idx="387541">
                  <c:v>2091</c:v>
                </c:pt>
                <c:pt idx="387492">
                  <c:v>2092</c:v>
                </c:pt>
                <c:pt idx="387443">
                  <c:v>2093</c:v>
                </c:pt>
                <c:pt idx="387394">
                  <c:v>2094</c:v>
                </c:pt>
                <c:pt idx="387345">
                  <c:v>2095</c:v>
                </c:pt>
                <c:pt idx="387296">
                  <c:v>2096</c:v>
                </c:pt>
                <c:pt idx="387247">
                  <c:v>2097</c:v>
                </c:pt>
                <c:pt idx="387198">
                  <c:v>2098</c:v>
                </c:pt>
                <c:pt idx="387149">
                  <c:v>2099</c:v>
                </c:pt>
                <c:pt idx="387100">
                  <c:v>2100</c:v>
                </c:pt>
                <c:pt idx="387051">
                  <c:v>2101</c:v>
                </c:pt>
                <c:pt idx="387002">
                  <c:v>2102</c:v>
                </c:pt>
                <c:pt idx="386953">
                  <c:v>2103</c:v>
                </c:pt>
                <c:pt idx="386904">
                  <c:v>2104</c:v>
                </c:pt>
                <c:pt idx="386855">
                  <c:v>2105</c:v>
                </c:pt>
                <c:pt idx="386806">
                  <c:v>2106</c:v>
                </c:pt>
                <c:pt idx="386757">
                  <c:v>2107</c:v>
                </c:pt>
                <c:pt idx="386708">
                  <c:v>2108</c:v>
                </c:pt>
                <c:pt idx="386659">
                  <c:v>2109</c:v>
                </c:pt>
                <c:pt idx="386610">
                  <c:v>2110</c:v>
                </c:pt>
                <c:pt idx="386561">
                  <c:v>2111</c:v>
                </c:pt>
                <c:pt idx="386512">
                  <c:v>2112</c:v>
                </c:pt>
                <c:pt idx="386463">
                  <c:v>2113</c:v>
                </c:pt>
                <c:pt idx="386414">
                  <c:v>2114</c:v>
                </c:pt>
                <c:pt idx="386365">
                  <c:v>2115</c:v>
                </c:pt>
                <c:pt idx="386316">
                  <c:v>2116</c:v>
                </c:pt>
                <c:pt idx="386267">
                  <c:v>2117</c:v>
                </c:pt>
                <c:pt idx="386218">
                  <c:v>2118</c:v>
                </c:pt>
                <c:pt idx="386169">
                  <c:v>2119</c:v>
                </c:pt>
                <c:pt idx="386120">
                  <c:v>2120</c:v>
                </c:pt>
                <c:pt idx="386071">
                  <c:v>2121</c:v>
                </c:pt>
                <c:pt idx="386022">
                  <c:v>2122</c:v>
                </c:pt>
                <c:pt idx="385973">
                  <c:v>2123</c:v>
                </c:pt>
                <c:pt idx="385924">
                  <c:v>2124</c:v>
                </c:pt>
                <c:pt idx="385875">
                  <c:v>2125</c:v>
                </c:pt>
                <c:pt idx="385826">
                  <c:v>2126</c:v>
                </c:pt>
                <c:pt idx="385777">
                  <c:v>2127</c:v>
                </c:pt>
                <c:pt idx="385728">
                  <c:v>2128</c:v>
                </c:pt>
                <c:pt idx="385679">
                  <c:v>2129</c:v>
                </c:pt>
                <c:pt idx="385630">
                  <c:v>2130</c:v>
                </c:pt>
                <c:pt idx="385581">
                  <c:v>2131</c:v>
                </c:pt>
                <c:pt idx="385532">
                  <c:v>2132</c:v>
                </c:pt>
                <c:pt idx="385483">
                  <c:v>2133</c:v>
                </c:pt>
                <c:pt idx="385434">
                  <c:v>2134</c:v>
                </c:pt>
                <c:pt idx="385385">
                  <c:v>2135</c:v>
                </c:pt>
                <c:pt idx="385336">
                  <c:v>2136</c:v>
                </c:pt>
                <c:pt idx="385287">
                  <c:v>2137</c:v>
                </c:pt>
                <c:pt idx="385238">
                  <c:v>2138</c:v>
                </c:pt>
                <c:pt idx="385189">
                  <c:v>2139</c:v>
                </c:pt>
                <c:pt idx="385140">
                  <c:v>2140</c:v>
                </c:pt>
                <c:pt idx="385091">
                  <c:v>2141</c:v>
                </c:pt>
                <c:pt idx="385042">
                  <c:v>2142</c:v>
                </c:pt>
                <c:pt idx="384993">
                  <c:v>2143</c:v>
                </c:pt>
                <c:pt idx="384944">
                  <c:v>2144</c:v>
                </c:pt>
                <c:pt idx="384895">
                  <c:v>2145</c:v>
                </c:pt>
                <c:pt idx="384846">
                  <c:v>2146</c:v>
                </c:pt>
                <c:pt idx="384797">
                  <c:v>2147</c:v>
                </c:pt>
                <c:pt idx="384748">
                  <c:v>2148</c:v>
                </c:pt>
                <c:pt idx="384699">
                  <c:v>2149</c:v>
                </c:pt>
                <c:pt idx="384650">
                  <c:v>2150</c:v>
                </c:pt>
                <c:pt idx="384601">
                  <c:v>2151</c:v>
                </c:pt>
                <c:pt idx="384552">
                  <c:v>2152</c:v>
                </c:pt>
                <c:pt idx="384503">
                  <c:v>2153</c:v>
                </c:pt>
                <c:pt idx="384454">
                  <c:v>2154</c:v>
                </c:pt>
                <c:pt idx="384405">
                  <c:v>2155</c:v>
                </c:pt>
                <c:pt idx="384356">
                  <c:v>2156</c:v>
                </c:pt>
                <c:pt idx="384307">
                  <c:v>2157</c:v>
                </c:pt>
                <c:pt idx="384258">
                  <c:v>2158</c:v>
                </c:pt>
                <c:pt idx="384209">
                  <c:v>2159</c:v>
                </c:pt>
                <c:pt idx="384160">
                  <c:v>2160</c:v>
                </c:pt>
                <c:pt idx="384111">
                  <c:v>2161</c:v>
                </c:pt>
                <c:pt idx="384062">
                  <c:v>2162</c:v>
                </c:pt>
                <c:pt idx="384013">
                  <c:v>2163</c:v>
                </c:pt>
                <c:pt idx="383964">
                  <c:v>2164</c:v>
                </c:pt>
                <c:pt idx="383915">
                  <c:v>2165</c:v>
                </c:pt>
                <c:pt idx="383866">
                  <c:v>2166</c:v>
                </c:pt>
                <c:pt idx="383817">
                  <c:v>2167</c:v>
                </c:pt>
                <c:pt idx="383768">
                  <c:v>2168</c:v>
                </c:pt>
                <c:pt idx="383719">
                  <c:v>2169</c:v>
                </c:pt>
                <c:pt idx="383670">
                  <c:v>2170</c:v>
                </c:pt>
                <c:pt idx="383621">
                  <c:v>2171</c:v>
                </c:pt>
                <c:pt idx="383572">
                  <c:v>2172</c:v>
                </c:pt>
                <c:pt idx="383523">
                  <c:v>2173</c:v>
                </c:pt>
                <c:pt idx="383474">
                  <c:v>2174</c:v>
                </c:pt>
                <c:pt idx="383425">
                  <c:v>2175</c:v>
                </c:pt>
                <c:pt idx="383376">
                  <c:v>2176</c:v>
                </c:pt>
                <c:pt idx="383327">
                  <c:v>2177</c:v>
                </c:pt>
                <c:pt idx="383278">
                  <c:v>2178</c:v>
                </c:pt>
                <c:pt idx="383229">
                  <c:v>2179</c:v>
                </c:pt>
                <c:pt idx="383180">
                  <c:v>2180</c:v>
                </c:pt>
                <c:pt idx="383131">
                  <c:v>2181</c:v>
                </c:pt>
                <c:pt idx="383082">
                  <c:v>2182</c:v>
                </c:pt>
                <c:pt idx="383033">
                  <c:v>2183</c:v>
                </c:pt>
                <c:pt idx="382984">
                  <c:v>2184</c:v>
                </c:pt>
                <c:pt idx="382935">
                  <c:v>2185</c:v>
                </c:pt>
                <c:pt idx="382886">
                  <c:v>2186</c:v>
                </c:pt>
                <c:pt idx="382837">
                  <c:v>2187</c:v>
                </c:pt>
                <c:pt idx="382788">
                  <c:v>2188</c:v>
                </c:pt>
                <c:pt idx="382739">
                  <c:v>2189</c:v>
                </c:pt>
                <c:pt idx="382690">
                  <c:v>2190</c:v>
                </c:pt>
                <c:pt idx="382641">
                  <c:v>2191</c:v>
                </c:pt>
                <c:pt idx="382592">
                  <c:v>2192</c:v>
                </c:pt>
                <c:pt idx="382543">
                  <c:v>2193</c:v>
                </c:pt>
                <c:pt idx="382494">
                  <c:v>2194</c:v>
                </c:pt>
                <c:pt idx="382445">
                  <c:v>2195</c:v>
                </c:pt>
                <c:pt idx="382396">
                  <c:v>2196</c:v>
                </c:pt>
                <c:pt idx="382347">
                  <c:v>2197</c:v>
                </c:pt>
                <c:pt idx="382298">
                  <c:v>2198</c:v>
                </c:pt>
                <c:pt idx="382249">
                  <c:v>2199</c:v>
                </c:pt>
                <c:pt idx="382200">
                  <c:v>2200</c:v>
                </c:pt>
                <c:pt idx="382151">
                  <c:v>2201</c:v>
                </c:pt>
                <c:pt idx="382102">
                  <c:v>2202</c:v>
                </c:pt>
                <c:pt idx="382053">
                  <c:v>2203</c:v>
                </c:pt>
                <c:pt idx="382004">
                  <c:v>2204</c:v>
                </c:pt>
                <c:pt idx="381955">
                  <c:v>2205</c:v>
                </c:pt>
                <c:pt idx="381906">
                  <c:v>2206</c:v>
                </c:pt>
                <c:pt idx="381857">
                  <c:v>2207</c:v>
                </c:pt>
                <c:pt idx="381808">
                  <c:v>2208</c:v>
                </c:pt>
                <c:pt idx="381759">
                  <c:v>2209</c:v>
                </c:pt>
                <c:pt idx="381710">
                  <c:v>2210</c:v>
                </c:pt>
                <c:pt idx="381661">
                  <c:v>2211</c:v>
                </c:pt>
                <c:pt idx="381612">
                  <c:v>2212</c:v>
                </c:pt>
                <c:pt idx="381563">
                  <c:v>2213</c:v>
                </c:pt>
                <c:pt idx="381514">
                  <c:v>2214</c:v>
                </c:pt>
                <c:pt idx="381465">
                  <c:v>2215</c:v>
                </c:pt>
                <c:pt idx="381416">
                  <c:v>2216</c:v>
                </c:pt>
                <c:pt idx="381367">
                  <c:v>2217</c:v>
                </c:pt>
                <c:pt idx="381318">
                  <c:v>2218</c:v>
                </c:pt>
                <c:pt idx="381269">
                  <c:v>2219</c:v>
                </c:pt>
                <c:pt idx="381220">
                  <c:v>2220</c:v>
                </c:pt>
                <c:pt idx="381171">
                  <c:v>2221</c:v>
                </c:pt>
                <c:pt idx="381122">
                  <c:v>2222</c:v>
                </c:pt>
                <c:pt idx="381073">
                  <c:v>2223</c:v>
                </c:pt>
                <c:pt idx="381024">
                  <c:v>2224</c:v>
                </c:pt>
                <c:pt idx="380975">
                  <c:v>2225</c:v>
                </c:pt>
                <c:pt idx="380926">
                  <c:v>2226</c:v>
                </c:pt>
                <c:pt idx="380877">
                  <c:v>2227</c:v>
                </c:pt>
                <c:pt idx="380828">
                  <c:v>2228</c:v>
                </c:pt>
                <c:pt idx="380779">
                  <c:v>2229</c:v>
                </c:pt>
                <c:pt idx="380730">
                  <c:v>2230</c:v>
                </c:pt>
                <c:pt idx="380681">
                  <c:v>2231</c:v>
                </c:pt>
                <c:pt idx="380632">
                  <c:v>2232</c:v>
                </c:pt>
                <c:pt idx="380583">
                  <c:v>2233</c:v>
                </c:pt>
                <c:pt idx="380534">
                  <c:v>2234</c:v>
                </c:pt>
                <c:pt idx="380485">
                  <c:v>2235</c:v>
                </c:pt>
                <c:pt idx="380436">
                  <c:v>2236</c:v>
                </c:pt>
                <c:pt idx="380387">
                  <c:v>2237</c:v>
                </c:pt>
                <c:pt idx="380338">
                  <c:v>2238</c:v>
                </c:pt>
                <c:pt idx="380289">
                  <c:v>2239</c:v>
                </c:pt>
                <c:pt idx="380240">
                  <c:v>2240</c:v>
                </c:pt>
                <c:pt idx="380191">
                  <c:v>2241</c:v>
                </c:pt>
                <c:pt idx="380142">
                  <c:v>2242</c:v>
                </c:pt>
                <c:pt idx="380093">
                  <c:v>2243</c:v>
                </c:pt>
                <c:pt idx="380044">
                  <c:v>2244</c:v>
                </c:pt>
                <c:pt idx="379995">
                  <c:v>2245</c:v>
                </c:pt>
                <c:pt idx="379946">
                  <c:v>2246</c:v>
                </c:pt>
                <c:pt idx="379897">
                  <c:v>2247</c:v>
                </c:pt>
                <c:pt idx="379848">
                  <c:v>2248</c:v>
                </c:pt>
                <c:pt idx="379799">
                  <c:v>2249</c:v>
                </c:pt>
                <c:pt idx="379750">
                  <c:v>2250</c:v>
                </c:pt>
                <c:pt idx="379701">
                  <c:v>2251</c:v>
                </c:pt>
                <c:pt idx="379652">
                  <c:v>2252</c:v>
                </c:pt>
                <c:pt idx="379603">
                  <c:v>2253</c:v>
                </c:pt>
                <c:pt idx="379554">
                  <c:v>2254</c:v>
                </c:pt>
                <c:pt idx="379505">
                  <c:v>2255</c:v>
                </c:pt>
                <c:pt idx="379456">
                  <c:v>2256</c:v>
                </c:pt>
                <c:pt idx="379407">
                  <c:v>2257</c:v>
                </c:pt>
                <c:pt idx="379358">
                  <c:v>2258</c:v>
                </c:pt>
                <c:pt idx="379309">
                  <c:v>2259</c:v>
                </c:pt>
                <c:pt idx="379260">
                  <c:v>2260</c:v>
                </c:pt>
                <c:pt idx="379211">
                  <c:v>2261</c:v>
                </c:pt>
                <c:pt idx="379162">
                  <c:v>2262</c:v>
                </c:pt>
                <c:pt idx="379113">
                  <c:v>2263</c:v>
                </c:pt>
                <c:pt idx="379064">
                  <c:v>2264</c:v>
                </c:pt>
                <c:pt idx="379015">
                  <c:v>2265</c:v>
                </c:pt>
                <c:pt idx="378966">
                  <c:v>2266</c:v>
                </c:pt>
                <c:pt idx="378917">
                  <c:v>2267</c:v>
                </c:pt>
                <c:pt idx="378868">
                  <c:v>2268</c:v>
                </c:pt>
                <c:pt idx="378819">
                  <c:v>2269</c:v>
                </c:pt>
                <c:pt idx="378770">
                  <c:v>2270</c:v>
                </c:pt>
                <c:pt idx="378721">
                  <c:v>2271</c:v>
                </c:pt>
                <c:pt idx="378672">
                  <c:v>2272</c:v>
                </c:pt>
                <c:pt idx="378623">
                  <c:v>2273</c:v>
                </c:pt>
                <c:pt idx="378574">
                  <c:v>2274</c:v>
                </c:pt>
                <c:pt idx="378525">
                  <c:v>2275</c:v>
                </c:pt>
                <c:pt idx="378476">
                  <c:v>2276</c:v>
                </c:pt>
                <c:pt idx="378427">
                  <c:v>2277</c:v>
                </c:pt>
                <c:pt idx="378378">
                  <c:v>2278</c:v>
                </c:pt>
                <c:pt idx="378329">
                  <c:v>2279</c:v>
                </c:pt>
                <c:pt idx="378280">
                  <c:v>2280</c:v>
                </c:pt>
                <c:pt idx="378231">
                  <c:v>2281</c:v>
                </c:pt>
                <c:pt idx="378182">
                  <c:v>2282</c:v>
                </c:pt>
                <c:pt idx="378133">
                  <c:v>2283</c:v>
                </c:pt>
                <c:pt idx="378084">
                  <c:v>2284</c:v>
                </c:pt>
                <c:pt idx="378035">
                  <c:v>2285</c:v>
                </c:pt>
                <c:pt idx="377986">
                  <c:v>2286</c:v>
                </c:pt>
                <c:pt idx="377937">
                  <c:v>2287</c:v>
                </c:pt>
                <c:pt idx="377888">
                  <c:v>2288</c:v>
                </c:pt>
                <c:pt idx="377839">
                  <c:v>2289</c:v>
                </c:pt>
                <c:pt idx="377790">
                  <c:v>2290</c:v>
                </c:pt>
                <c:pt idx="377741">
                  <c:v>2291</c:v>
                </c:pt>
                <c:pt idx="377692">
                  <c:v>2292</c:v>
                </c:pt>
                <c:pt idx="377643">
                  <c:v>2293</c:v>
                </c:pt>
                <c:pt idx="377594">
                  <c:v>2294</c:v>
                </c:pt>
                <c:pt idx="377545">
                  <c:v>2295</c:v>
                </c:pt>
                <c:pt idx="377496">
                  <c:v>2296</c:v>
                </c:pt>
                <c:pt idx="377447">
                  <c:v>2297</c:v>
                </c:pt>
                <c:pt idx="377398">
                  <c:v>2298</c:v>
                </c:pt>
                <c:pt idx="377349">
                  <c:v>2299</c:v>
                </c:pt>
                <c:pt idx="377300">
                  <c:v>2300</c:v>
                </c:pt>
                <c:pt idx="377251">
                  <c:v>2301</c:v>
                </c:pt>
                <c:pt idx="377202">
                  <c:v>2302</c:v>
                </c:pt>
                <c:pt idx="377153">
                  <c:v>2303</c:v>
                </c:pt>
                <c:pt idx="377104">
                  <c:v>2304</c:v>
                </c:pt>
                <c:pt idx="377055">
                  <c:v>2305</c:v>
                </c:pt>
                <c:pt idx="377006">
                  <c:v>2306</c:v>
                </c:pt>
                <c:pt idx="376957">
                  <c:v>2307</c:v>
                </c:pt>
                <c:pt idx="376908">
                  <c:v>2308</c:v>
                </c:pt>
                <c:pt idx="376859">
                  <c:v>2309</c:v>
                </c:pt>
                <c:pt idx="376810">
                  <c:v>2310</c:v>
                </c:pt>
                <c:pt idx="376761">
                  <c:v>2311</c:v>
                </c:pt>
                <c:pt idx="376712">
                  <c:v>2312</c:v>
                </c:pt>
                <c:pt idx="376663">
                  <c:v>2313</c:v>
                </c:pt>
                <c:pt idx="376614">
                  <c:v>2314</c:v>
                </c:pt>
                <c:pt idx="376565">
                  <c:v>2315</c:v>
                </c:pt>
                <c:pt idx="376516">
                  <c:v>2316</c:v>
                </c:pt>
                <c:pt idx="376467">
                  <c:v>2317</c:v>
                </c:pt>
                <c:pt idx="376418">
                  <c:v>2318</c:v>
                </c:pt>
                <c:pt idx="376369">
                  <c:v>2319</c:v>
                </c:pt>
                <c:pt idx="376320">
                  <c:v>2320</c:v>
                </c:pt>
                <c:pt idx="376271">
                  <c:v>2321</c:v>
                </c:pt>
                <c:pt idx="376222">
                  <c:v>2322</c:v>
                </c:pt>
                <c:pt idx="376173">
                  <c:v>2323</c:v>
                </c:pt>
                <c:pt idx="376124">
                  <c:v>2324</c:v>
                </c:pt>
                <c:pt idx="376075">
                  <c:v>2325</c:v>
                </c:pt>
                <c:pt idx="376026">
                  <c:v>2326</c:v>
                </c:pt>
                <c:pt idx="375977">
                  <c:v>2327</c:v>
                </c:pt>
                <c:pt idx="375928">
                  <c:v>2328</c:v>
                </c:pt>
                <c:pt idx="375879">
                  <c:v>2329</c:v>
                </c:pt>
                <c:pt idx="375830">
                  <c:v>2330</c:v>
                </c:pt>
                <c:pt idx="375781">
                  <c:v>2331</c:v>
                </c:pt>
                <c:pt idx="375732">
                  <c:v>2332</c:v>
                </c:pt>
                <c:pt idx="375683">
                  <c:v>2333</c:v>
                </c:pt>
                <c:pt idx="375634">
                  <c:v>2334</c:v>
                </c:pt>
                <c:pt idx="375585">
                  <c:v>2335</c:v>
                </c:pt>
                <c:pt idx="375536">
                  <c:v>2336</c:v>
                </c:pt>
                <c:pt idx="375487">
                  <c:v>2337</c:v>
                </c:pt>
                <c:pt idx="375438">
                  <c:v>2338</c:v>
                </c:pt>
                <c:pt idx="375389">
                  <c:v>2339</c:v>
                </c:pt>
                <c:pt idx="375340">
                  <c:v>2340</c:v>
                </c:pt>
                <c:pt idx="375291">
                  <c:v>2341</c:v>
                </c:pt>
                <c:pt idx="375242">
                  <c:v>2342</c:v>
                </c:pt>
                <c:pt idx="375193">
                  <c:v>2343</c:v>
                </c:pt>
                <c:pt idx="375144">
                  <c:v>2344</c:v>
                </c:pt>
                <c:pt idx="375095">
                  <c:v>2345</c:v>
                </c:pt>
                <c:pt idx="375046">
                  <c:v>2346</c:v>
                </c:pt>
                <c:pt idx="374997">
                  <c:v>2347</c:v>
                </c:pt>
                <c:pt idx="374948">
                  <c:v>2348</c:v>
                </c:pt>
                <c:pt idx="374899">
                  <c:v>2349</c:v>
                </c:pt>
                <c:pt idx="374850">
                  <c:v>2350</c:v>
                </c:pt>
                <c:pt idx="374801">
                  <c:v>2351</c:v>
                </c:pt>
                <c:pt idx="374752">
                  <c:v>2352</c:v>
                </c:pt>
                <c:pt idx="374703">
                  <c:v>2353</c:v>
                </c:pt>
                <c:pt idx="374654">
                  <c:v>2354</c:v>
                </c:pt>
                <c:pt idx="374605">
                  <c:v>2355</c:v>
                </c:pt>
                <c:pt idx="374556">
                  <c:v>2356</c:v>
                </c:pt>
                <c:pt idx="374507">
                  <c:v>2357</c:v>
                </c:pt>
                <c:pt idx="374458">
                  <c:v>2358</c:v>
                </c:pt>
                <c:pt idx="374409">
                  <c:v>2359</c:v>
                </c:pt>
                <c:pt idx="374360">
                  <c:v>2360</c:v>
                </c:pt>
                <c:pt idx="374311">
                  <c:v>2361</c:v>
                </c:pt>
                <c:pt idx="374262">
                  <c:v>2362</c:v>
                </c:pt>
                <c:pt idx="374213">
                  <c:v>2363</c:v>
                </c:pt>
                <c:pt idx="374164">
                  <c:v>2364</c:v>
                </c:pt>
                <c:pt idx="374115">
                  <c:v>2365</c:v>
                </c:pt>
                <c:pt idx="374066">
                  <c:v>2366</c:v>
                </c:pt>
                <c:pt idx="374017">
                  <c:v>2367</c:v>
                </c:pt>
                <c:pt idx="373968">
                  <c:v>2368</c:v>
                </c:pt>
                <c:pt idx="373919">
                  <c:v>2369</c:v>
                </c:pt>
                <c:pt idx="373870">
                  <c:v>2370</c:v>
                </c:pt>
                <c:pt idx="373821">
                  <c:v>2371</c:v>
                </c:pt>
                <c:pt idx="373772">
                  <c:v>2372</c:v>
                </c:pt>
                <c:pt idx="373723">
                  <c:v>2373</c:v>
                </c:pt>
                <c:pt idx="373674">
                  <c:v>2374</c:v>
                </c:pt>
                <c:pt idx="373625">
                  <c:v>2375</c:v>
                </c:pt>
                <c:pt idx="373576">
                  <c:v>2376</c:v>
                </c:pt>
                <c:pt idx="373527">
                  <c:v>2377</c:v>
                </c:pt>
                <c:pt idx="373478">
                  <c:v>2378</c:v>
                </c:pt>
                <c:pt idx="373429">
                  <c:v>2379</c:v>
                </c:pt>
                <c:pt idx="373380">
                  <c:v>2380</c:v>
                </c:pt>
                <c:pt idx="373331">
                  <c:v>2381</c:v>
                </c:pt>
                <c:pt idx="373282">
                  <c:v>2382</c:v>
                </c:pt>
                <c:pt idx="373233">
                  <c:v>2383</c:v>
                </c:pt>
                <c:pt idx="373184">
                  <c:v>2384</c:v>
                </c:pt>
                <c:pt idx="373135">
                  <c:v>2385</c:v>
                </c:pt>
                <c:pt idx="373086">
                  <c:v>2386</c:v>
                </c:pt>
                <c:pt idx="373037">
                  <c:v>2387</c:v>
                </c:pt>
                <c:pt idx="372988">
                  <c:v>2388</c:v>
                </c:pt>
                <c:pt idx="372939">
                  <c:v>2389</c:v>
                </c:pt>
                <c:pt idx="372890">
                  <c:v>2390</c:v>
                </c:pt>
                <c:pt idx="372841">
                  <c:v>2391</c:v>
                </c:pt>
                <c:pt idx="372792">
                  <c:v>2392</c:v>
                </c:pt>
                <c:pt idx="372743">
                  <c:v>2393</c:v>
                </c:pt>
                <c:pt idx="372694">
                  <c:v>2394</c:v>
                </c:pt>
                <c:pt idx="372645">
                  <c:v>2395</c:v>
                </c:pt>
                <c:pt idx="372596">
                  <c:v>2396</c:v>
                </c:pt>
                <c:pt idx="372547">
                  <c:v>2397</c:v>
                </c:pt>
                <c:pt idx="372498">
                  <c:v>2398</c:v>
                </c:pt>
                <c:pt idx="372449">
                  <c:v>2399</c:v>
                </c:pt>
                <c:pt idx="372400">
                  <c:v>2400</c:v>
                </c:pt>
                <c:pt idx="372351">
                  <c:v>2401</c:v>
                </c:pt>
                <c:pt idx="372302">
                  <c:v>2402</c:v>
                </c:pt>
                <c:pt idx="372253">
                  <c:v>2403</c:v>
                </c:pt>
                <c:pt idx="372204">
                  <c:v>2404</c:v>
                </c:pt>
                <c:pt idx="372155">
                  <c:v>2405</c:v>
                </c:pt>
                <c:pt idx="372106">
                  <c:v>2406</c:v>
                </c:pt>
                <c:pt idx="372057">
                  <c:v>2407</c:v>
                </c:pt>
                <c:pt idx="372008">
                  <c:v>2408</c:v>
                </c:pt>
                <c:pt idx="371959">
                  <c:v>2409</c:v>
                </c:pt>
                <c:pt idx="371910">
                  <c:v>2410</c:v>
                </c:pt>
                <c:pt idx="371861">
                  <c:v>2411</c:v>
                </c:pt>
                <c:pt idx="371812">
                  <c:v>2412</c:v>
                </c:pt>
                <c:pt idx="371763">
                  <c:v>2413</c:v>
                </c:pt>
                <c:pt idx="371714">
                  <c:v>2414</c:v>
                </c:pt>
                <c:pt idx="371665">
                  <c:v>2415</c:v>
                </c:pt>
                <c:pt idx="371616">
                  <c:v>2416</c:v>
                </c:pt>
                <c:pt idx="371567">
                  <c:v>2417</c:v>
                </c:pt>
                <c:pt idx="371518">
                  <c:v>2418</c:v>
                </c:pt>
                <c:pt idx="371469">
                  <c:v>2419</c:v>
                </c:pt>
                <c:pt idx="371420">
                  <c:v>2420</c:v>
                </c:pt>
                <c:pt idx="371371">
                  <c:v>2421</c:v>
                </c:pt>
                <c:pt idx="371322">
                  <c:v>2422</c:v>
                </c:pt>
                <c:pt idx="371273">
                  <c:v>2423</c:v>
                </c:pt>
                <c:pt idx="371224">
                  <c:v>2424</c:v>
                </c:pt>
                <c:pt idx="371175">
                  <c:v>2425</c:v>
                </c:pt>
                <c:pt idx="371126">
                  <c:v>2426</c:v>
                </c:pt>
                <c:pt idx="371077">
                  <c:v>2427</c:v>
                </c:pt>
                <c:pt idx="371028">
                  <c:v>2428</c:v>
                </c:pt>
                <c:pt idx="370979">
                  <c:v>2429</c:v>
                </c:pt>
                <c:pt idx="370930">
                  <c:v>2430</c:v>
                </c:pt>
                <c:pt idx="370881">
                  <c:v>2431</c:v>
                </c:pt>
                <c:pt idx="370832">
                  <c:v>2432</c:v>
                </c:pt>
                <c:pt idx="370783">
                  <c:v>2433</c:v>
                </c:pt>
                <c:pt idx="370734">
                  <c:v>2434</c:v>
                </c:pt>
                <c:pt idx="370685">
                  <c:v>2435</c:v>
                </c:pt>
                <c:pt idx="370636">
                  <c:v>2436</c:v>
                </c:pt>
                <c:pt idx="370587">
                  <c:v>2437</c:v>
                </c:pt>
                <c:pt idx="370538">
                  <c:v>2438</c:v>
                </c:pt>
                <c:pt idx="370489">
                  <c:v>2439</c:v>
                </c:pt>
                <c:pt idx="370440">
                  <c:v>2440</c:v>
                </c:pt>
                <c:pt idx="370391">
                  <c:v>2441</c:v>
                </c:pt>
                <c:pt idx="370342">
                  <c:v>2442</c:v>
                </c:pt>
                <c:pt idx="370293">
                  <c:v>2443</c:v>
                </c:pt>
                <c:pt idx="370244">
                  <c:v>2444</c:v>
                </c:pt>
                <c:pt idx="370195">
                  <c:v>2445</c:v>
                </c:pt>
                <c:pt idx="370146">
                  <c:v>2446</c:v>
                </c:pt>
                <c:pt idx="370097">
                  <c:v>2447</c:v>
                </c:pt>
                <c:pt idx="370048">
                  <c:v>2448</c:v>
                </c:pt>
                <c:pt idx="369999">
                  <c:v>2449</c:v>
                </c:pt>
                <c:pt idx="369950">
                  <c:v>2450</c:v>
                </c:pt>
                <c:pt idx="369901">
                  <c:v>2451</c:v>
                </c:pt>
                <c:pt idx="369852">
                  <c:v>2452</c:v>
                </c:pt>
                <c:pt idx="369803">
                  <c:v>2453</c:v>
                </c:pt>
                <c:pt idx="369754">
                  <c:v>2454</c:v>
                </c:pt>
                <c:pt idx="369705">
                  <c:v>2455</c:v>
                </c:pt>
                <c:pt idx="369656">
                  <c:v>2456</c:v>
                </c:pt>
                <c:pt idx="369607">
                  <c:v>2457</c:v>
                </c:pt>
                <c:pt idx="369558">
                  <c:v>2458</c:v>
                </c:pt>
                <c:pt idx="369509">
                  <c:v>2459</c:v>
                </c:pt>
                <c:pt idx="369460">
                  <c:v>2460</c:v>
                </c:pt>
                <c:pt idx="369411">
                  <c:v>2461</c:v>
                </c:pt>
                <c:pt idx="369362">
                  <c:v>2462</c:v>
                </c:pt>
                <c:pt idx="369313">
                  <c:v>2463</c:v>
                </c:pt>
                <c:pt idx="369264">
                  <c:v>2464</c:v>
                </c:pt>
                <c:pt idx="369215">
                  <c:v>2465</c:v>
                </c:pt>
                <c:pt idx="369166">
                  <c:v>2466</c:v>
                </c:pt>
                <c:pt idx="369117">
                  <c:v>2467</c:v>
                </c:pt>
                <c:pt idx="369068">
                  <c:v>2468</c:v>
                </c:pt>
                <c:pt idx="369019">
                  <c:v>2469</c:v>
                </c:pt>
                <c:pt idx="368970">
                  <c:v>2470</c:v>
                </c:pt>
                <c:pt idx="368921">
                  <c:v>2471</c:v>
                </c:pt>
                <c:pt idx="368872">
                  <c:v>2472</c:v>
                </c:pt>
                <c:pt idx="368823">
                  <c:v>2473</c:v>
                </c:pt>
                <c:pt idx="368774">
                  <c:v>2474</c:v>
                </c:pt>
                <c:pt idx="368725">
                  <c:v>2475</c:v>
                </c:pt>
                <c:pt idx="368676">
                  <c:v>2476</c:v>
                </c:pt>
                <c:pt idx="368627">
                  <c:v>2477</c:v>
                </c:pt>
                <c:pt idx="368578">
                  <c:v>2478</c:v>
                </c:pt>
                <c:pt idx="368529">
                  <c:v>2479</c:v>
                </c:pt>
                <c:pt idx="368480">
                  <c:v>2480</c:v>
                </c:pt>
                <c:pt idx="368431">
                  <c:v>2481</c:v>
                </c:pt>
                <c:pt idx="368382">
                  <c:v>2482</c:v>
                </c:pt>
                <c:pt idx="368333">
                  <c:v>2483</c:v>
                </c:pt>
                <c:pt idx="368284">
                  <c:v>2484</c:v>
                </c:pt>
                <c:pt idx="368235">
                  <c:v>2485</c:v>
                </c:pt>
                <c:pt idx="368186">
                  <c:v>2486</c:v>
                </c:pt>
                <c:pt idx="368137">
                  <c:v>2487</c:v>
                </c:pt>
                <c:pt idx="368088">
                  <c:v>2488</c:v>
                </c:pt>
                <c:pt idx="368039">
                  <c:v>2489</c:v>
                </c:pt>
                <c:pt idx="367990">
                  <c:v>2490</c:v>
                </c:pt>
                <c:pt idx="367941">
                  <c:v>2491</c:v>
                </c:pt>
                <c:pt idx="367892">
                  <c:v>2492</c:v>
                </c:pt>
                <c:pt idx="367843">
                  <c:v>2493</c:v>
                </c:pt>
                <c:pt idx="367794">
                  <c:v>2494</c:v>
                </c:pt>
                <c:pt idx="367745">
                  <c:v>2495</c:v>
                </c:pt>
                <c:pt idx="367696">
                  <c:v>2496</c:v>
                </c:pt>
                <c:pt idx="367647">
                  <c:v>2497</c:v>
                </c:pt>
                <c:pt idx="367598">
                  <c:v>2498</c:v>
                </c:pt>
                <c:pt idx="367549">
                  <c:v>2499</c:v>
                </c:pt>
                <c:pt idx="367500">
                  <c:v>2500</c:v>
                </c:pt>
                <c:pt idx="367451">
                  <c:v>2501</c:v>
                </c:pt>
                <c:pt idx="367402">
                  <c:v>2502</c:v>
                </c:pt>
                <c:pt idx="367353">
                  <c:v>2503</c:v>
                </c:pt>
                <c:pt idx="367304">
                  <c:v>2504</c:v>
                </c:pt>
                <c:pt idx="367255">
                  <c:v>2505</c:v>
                </c:pt>
                <c:pt idx="367206">
                  <c:v>2506</c:v>
                </c:pt>
                <c:pt idx="367157">
                  <c:v>2507</c:v>
                </c:pt>
                <c:pt idx="367108">
                  <c:v>2508</c:v>
                </c:pt>
                <c:pt idx="367059">
                  <c:v>2509</c:v>
                </c:pt>
                <c:pt idx="367010">
                  <c:v>2510</c:v>
                </c:pt>
                <c:pt idx="366961">
                  <c:v>2511</c:v>
                </c:pt>
                <c:pt idx="366912">
                  <c:v>2512</c:v>
                </c:pt>
                <c:pt idx="366863">
                  <c:v>2513</c:v>
                </c:pt>
                <c:pt idx="366814">
                  <c:v>2514</c:v>
                </c:pt>
                <c:pt idx="366765">
                  <c:v>2515</c:v>
                </c:pt>
                <c:pt idx="366716">
                  <c:v>2516</c:v>
                </c:pt>
                <c:pt idx="366667">
                  <c:v>2517</c:v>
                </c:pt>
                <c:pt idx="366618">
                  <c:v>2518</c:v>
                </c:pt>
                <c:pt idx="366569">
                  <c:v>2519</c:v>
                </c:pt>
                <c:pt idx="366520">
                  <c:v>2520</c:v>
                </c:pt>
                <c:pt idx="366471">
                  <c:v>2521</c:v>
                </c:pt>
                <c:pt idx="366422">
                  <c:v>2522</c:v>
                </c:pt>
                <c:pt idx="366373">
                  <c:v>2523</c:v>
                </c:pt>
                <c:pt idx="366324">
                  <c:v>2524</c:v>
                </c:pt>
                <c:pt idx="366275">
                  <c:v>2525</c:v>
                </c:pt>
                <c:pt idx="366226">
                  <c:v>2526</c:v>
                </c:pt>
                <c:pt idx="366177">
                  <c:v>2527</c:v>
                </c:pt>
                <c:pt idx="366128">
                  <c:v>2528</c:v>
                </c:pt>
                <c:pt idx="366079">
                  <c:v>2529</c:v>
                </c:pt>
                <c:pt idx="366030">
                  <c:v>2530</c:v>
                </c:pt>
                <c:pt idx="365981">
                  <c:v>2531</c:v>
                </c:pt>
                <c:pt idx="365932">
                  <c:v>2532</c:v>
                </c:pt>
                <c:pt idx="365883">
                  <c:v>2533</c:v>
                </c:pt>
                <c:pt idx="365834">
                  <c:v>2534</c:v>
                </c:pt>
                <c:pt idx="365785">
                  <c:v>2535</c:v>
                </c:pt>
                <c:pt idx="365736">
                  <c:v>2536</c:v>
                </c:pt>
                <c:pt idx="365687">
                  <c:v>2537</c:v>
                </c:pt>
                <c:pt idx="365638">
                  <c:v>2538</c:v>
                </c:pt>
                <c:pt idx="365589">
                  <c:v>2539</c:v>
                </c:pt>
                <c:pt idx="365540">
                  <c:v>2540</c:v>
                </c:pt>
                <c:pt idx="365491">
                  <c:v>2541</c:v>
                </c:pt>
                <c:pt idx="365442">
                  <c:v>2542</c:v>
                </c:pt>
                <c:pt idx="365393">
                  <c:v>2543</c:v>
                </c:pt>
                <c:pt idx="365344">
                  <c:v>2544</c:v>
                </c:pt>
                <c:pt idx="365295">
                  <c:v>2545</c:v>
                </c:pt>
                <c:pt idx="365246">
                  <c:v>2546</c:v>
                </c:pt>
                <c:pt idx="365197">
                  <c:v>2547</c:v>
                </c:pt>
                <c:pt idx="365148">
                  <c:v>2548</c:v>
                </c:pt>
                <c:pt idx="365099">
                  <c:v>2549</c:v>
                </c:pt>
                <c:pt idx="365050">
                  <c:v>2550</c:v>
                </c:pt>
                <c:pt idx="365001">
                  <c:v>2551</c:v>
                </c:pt>
                <c:pt idx="364952">
                  <c:v>2552</c:v>
                </c:pt>
                <c:pt idx="364903">
                  <c:v>2553</c:v>
                </c:pt>
                <c:pt idx="364854">
                  <c:v>2554</c:v>
                </c:pt>
                <c:pt idx="364805">
                  <c:v>2555</c:v>
                </c:pt>
                <c:pt idx="364756">
                  <c:v>2556</c:v>
                </c:pt>
                <c:pt idx="364707">
                  <c:v>2557</c:v>
                </c:pt>
                <c:pt idx="364658">
                  <c:v>2558</c:v>
                </c:pt>
                <c:pt idx="364609">
                  <c:v>2559</c:v>
                </c:pt>
                <c:pt idx="364560">
                  <c:v>2560</c:v>
                </c:pt>
                <c:pt idx="364511">
                  <c:v>2561</c:v>
                </c:pt>
                <c:pt idx="364462">
                  <c:v>2562</c:v>
                </c:pt>
                <c:pt idx="364413">
                  <c:v>2563</c:v>
                </c:pt>
                <c:pt idx="364364">
                  <c:v>2564</c:v>
                </c:pt>
                <c:pt idx="364315">
                  <c:v>2565</c:v>
                </c:pt>
                <c:pt idx="364266">
                  <c:v>2566</c:v>
                </c:pt>
                <c:pt idx="364217">
                  <c:v>2567</c:v>
                </c:pt>
                <c:pt idx="364168">
                  <c:v>2568</c:v>
                </c:pt>
                <c:pt idx="364119">
                  <c:v>2569</c:v>
                </c:pt>
                <c:pt idx="364070">
                  <c:v>2570</c:v>
                </c:pt>
                <c:pt idx="364021">
                  <c:v>2571</c:v>
                </c:pt>
                <c:pt idx="363972">
                  <c:v>2572</c:v>
                </c:pt>
                <c:pt idx="363923">
                  <c:v>2573</c:v>
                </c:pt>
                <c:pt idx="363874">
                  <c:v>2574</c:v>
                </c:pt>
                <c:pt idx="363825">
                  <c:v>2575</c:v>
                </c:pt>
                <c:pt idx="363776">
                  <c:v>2576</c:v>
                </c:pt>
                <c:pt idx="363727">
                  <c:v>2577</c:v>
                </c:pt>
                <c:pt idx="363678">
                  <c:v>2578</c:v>
                </c:pt>
                <c:pt idx="363629">
                  <c:v>2579</c:v>
                </c:pt>
                <c:pt idx="363580">
                  <c:v>2580</c:v>
                </c:pt>
                <c:pt idx="363531">
                  <c:v>2581</c:v>
                </c:pt>
                <c:pt idx="363482">
                  <c:v>2582</c:v>
                </c:pt>
                <c:pt idx="363433">
                  <c:v>2583</c:v>
                </c:pt>
                <c:pt idx="363384">
                  <c:v>2584</c:v>
                </c:pt>
                <c:pt idx="363335">
                  <c:v>2585</c:v>
                </c:pt>
                <c:pt idx="363286">
                  <c:v>2586</c:v>
                </c:pt>
                <c:pt idx="363237">
                  <c:v>2587</c:v>
                </c:pt>
                <c:pt idx="363188">
                  <c:v>2588</c:v>
                </c:pt>
                <c:pt idx="363139">
                  <c:v>2589</c:v>
                </c:pt>
                <c:pt idx="363090">
                  <c:v>2590</c:v>
                </c:pt>
                <c:pt idx="363041">
                  <c:v>2591</c:v>
                </c:pt>
                <c:pt idx="362992">
                  <c:v>2592</c:v>
                </c:pt>
                <c:pt idx="362943">
                  <c:v>2593</c:v>
                </c:pt>
                <c:pt idx="362894">
                  <c:v>2594</c:v>
                </c:pt>
                <c:pt idx="362845">
                  <c:v>2595</c:v>
                </c:pt>
                <c:pt idx="362796">
                  <c:v>2596</c:v>
                </c:pt>
                <c:pt idx="362747">
                  <c:v>2597</c:v>
                </c:pt>
                <c:pt idx="362698">
                  <c:v>2598</c:v>
                </c:pt>
                <c:pt idx="362649">
                  <c:v>2599</c:v>
                </c:pt>
                <c:pt idx="362600">
                  <c:v>2600</c:v>
                </c:pt>
                <c:pt idx="362551">
                  <c:v>2601</c:v>
                </c:pt>
                <c:pt idx="362502">
                  <c:v>2602</c:v>
                </c:pt>
                <c:pt idx="362453">
                  <c:v>2603</c:v>
                </c:pt>
                <c:pt idx="362404">
                  <c:v>2604</c:v>
                </c:pt>
                <c:pt idx="362355">
                  <c:v>2605</c:v>
                </c:pt>
                <c:pt idx="362306">
                  <c:v>2606</c:v>
                </c:pt>
                <c:pt idx="362257">
                  <c:v>2607</c:v>
                </c:pt>
                <c:pt idx="362208">
                  <c:v>2608</c:v>
                </c:pt>
                <c:pt idx="362159">
                  <c:v>2609</c:v>
                </c:pt>
                <c:pt idx="362110">
                  <c:v>2610</c:v>
                </c:pt>
                <c:pt idx="362061">
                  <c:v>2611</c:v>
                </c:pt>
                <c:pt idx="362012">
                  <c:v>2612</c:v>
                </c:pt>
                <c:pt idx="361963">
                  <c:v>2613</c:v>
                </c:pt>
                <c:pt idx="361914">
                  <c:v>2614</c:v>
                </c:pt>
                <c:pt idx="361865">
                  <c:v>2615</c:v>
                </c:pt>
                <c:pt idx="361816">
                  <c:v>2616</c:v>
                </c:pt>
                <c:pt idx="361767">
                  <c:v>2617</c:v>
                </c:pt>
                <c:pt idx="361718">
                  <c:v>2618</c:v>
                </c:pt>
                <c:pt idx="361669">
                  <c:v>2619</c:v>
                </c:pt>
                <c:pt idx="361620">
                  <c:v>2620</c:v>
                </c:pt>
                <c:pt idx="361571">
                  <c:v>2621</c:v>
                </c:pt>
                <c:pt idx="361522">
                  <c:v>2622</c:v>
                </c:pt>
                <c:pt idx="361473">
                  <c:v>2623</c:v>
                </c:pt>
                <c:pt idx="361424">
                  <c:v>2624</c:v>
                </c:pt>
                <c:pt idx="361375">
                  <c:v>2625</c:v>
                </c:pt>
                <c:pt idx="361326">
                  <c:v>2626</c:v>
                </c:pt>
                <c:pt idx="361277">
                  <c:v>2627</c:v>
                </c:pt>
                <c:pt idx="361228">
                  <c:v>2628</c:v>
                </c:pt>
                <c:pt idx="361179">
                  <c:v>2629</c:v>
                </c:pt>
                <c:pt idx="361130">
                  <c:v>2630</c:v>
                </c:pt>
                <c:pt idx="361081">
                  <c:v>2631</c:v>
                </c:pt>
                <c:pt idx="361032">
                  <c:v>2632</c:v>
                </c:pt>
                <c:pt idx="360983">
                  <c:v>2633</c:v>
                </c:pt>
                <c:pt idx="360934">
                  <c:v>2634</c:v>
                </c:pt>
                <c:pt idx="360885">
                  <c:v>2635</c:v>
                </c:pt>
                <c:pt idx="360836">
                  <c:v>2636</c:v>
                </c:pt>
                <c:pt idx="360787">
                  <c:v>2637</c:v>
                </c:pt>
                <c:pt idx="360738">
                  <c:v>2638</c:v>
                </c:pt>
                <c:pt idx="360689">
                  <c:v>2639</c:v>
                </c:pt>
                <c:pt idx="360640">
                  <c:v>2640</c:v>
                </c:pt>
                <c:pt idx="360591">
                  <c:v>2641</c:v>
                </c:pt>
                <c:pt idx="360542">
                  <c:v>2642</c:v>
                </c:pt>
                <c:pt idx="360493">
                  <c:v>2643</c:v>
                </c:pt>
                <c:pt idx="360444">
                  <c:v>2644</c:v>
                </c:pt>
                <c:pt idx="360395">
                  <c:v>2645</c:v>
                </c:pt>
                <c:pt idx="360346">
                  <c:v>2646</c:v>
                </c:pt>
                <c:pt idx="360297">
                  <c:v>2647</c:v>
                </c:pt>
                <c:pt idx="360248">
                  <c:v>2648</c:v>
                </c:pt>
                <c:pt idx="360199">
                  <c:v>2649</c:v>
                </c:pt>
                <c:pt idx="360150">
                  <c:v>2650</c:v>
                </c:pt>
                <c:pt idx="360101">
                  <c:v>2651</c:v>
                </c:pt>
                <c:pt idx="360052">
                  <c:v>2652</c:v>
                </c:pt>
                <c:pt idx="360003">
                  <c:v>2653</c:v>
                </c:pt>
                <c:pt idx="359954">
                  <c:v>2654</c:v>
                </c:pt>
                <c:pt idx="359905">
                  <c:v>2655</c:v>
                </c:pt>
                <c:pt idx="359856">
                  <c:v>2656</c:v>
                </c:pt>
                <c:pt idx="359807">
                  <c:v>2657</c:v>
                </c:pt>
                <c:pt idx="359758">
                  <c:v>2658</c:v>
                </c:pt>
                <c:pt idx="359709">
                  <c:v>2659</c:v>
                </c:pt>
                <c:pt idx="359660">
                  <c:v>2660</c:v>
                </c:pt>
                <c:pt idx="359611">
                  <c:v>2661</c:v>
                </c:pt>
                <c:pt idx="359562">
                  <c:v>2662</c:v>
                </c:pt>
                <c:pt idx="359513">
                  <c:v>2663</c:v>
                </c:pt>
                <c:pt idx="359464">
                  <c:v>2664</c:v>
                </c:pt>
                <c:pt idx="359415">
                  <c:v>2665</c:v>
                </c:pt>
                <c:pt idx="359366">
                  <c:v>2666</c:v>
                </c:pt>
                <c:pt idx="359317">
                  <c:v>2667</c:v>
                </c:pt>
                <c:pt idx="359268">
                  <c:v>2668</c:v>
                </c:pt>
                <c:pt idx="359219">
                  <c:v>2669</c:v>
                </c:pt>
                <c:pt idx="359170">
                  <c:v>2670</c:v>
                </c:pt>
                <c:pt idx="359121">
                  <c:v>2671</c:v>
                </c:pt>
                <c:pt idx="359072">
                  <c:v>2672</c:v>
                </c:pt>
                <c:pt idx="359023">
                  <c:v>2673</c:v>
                </c:pt>
                <c:pt idx="358974">
                  <c:v>2674</c:v>
                </c:pt>
                <c:pt idx="358925">
                  <c:v>2675</c:v>
                </c:pt>
                <c:pt idx="358876">
                  <c:v>2676</c:v>
                </c:pt>
                <c:pt idx="358827">
                  <c:v>2677</c:v>
                </c:pt>
                <c:pt idx="358778">
                  <c:v>2678</c:v>
                </c:pt>
                <c:pt idx="358729">
                  <c:v>2679</c:v>
                </c:pt>
                <c:pt idx="358680">
                  <c:v>2680</c:v>
                </c:pt>
                <c:pt idx="358631">
                  <c:v>2681</c:v>
                </c:pt>
                <c:pt idx="358582">
                  <c:v>2682</c:v>
                </c:pt>
                <c:pt idx="358533">
                  <c:v>2683</c:v>
                </c:pt>
                <c:pt idx="358484">
                  <c:v>2684</c:v>
                </c:pt>
                <c:pt idx="358435">
                  <c:v>2685</c:v>
                </c:pt>
                <c:pt idx="358386">
                  <c:v>2686</c:v>
                </c:pt>
                <c:pt idx="358337">
                  <c:v>2687</c:v>
                </c:pt>
                <c:pt idx="358288">
                  <c:v>2688</c:v>
                </c:pt>
                <c:pt idx="358239">
                  <c:v>2689</c:v>
                </c:pt>
                <c:pt idx="358190">
                  <c:v>2690</c:v>
                </c:pt>
                <c:pt idx="358141">
                  <c:v>2691</c:v>
                </c:pt>
                <c:pt idx="358092">
                  <c:v>2692</c:v>
                </c:pt>
                <c:pt idx="358043">
                  <c:v>2693</c:v>
                </c:pt>
                <c:pt idx="357994">
                  <c:v>2694</c:v>
                </c:pt>
                <c:pt idx="357945">
                  <c:v>2695</c:v>
                </c:pt>
                <c:pt idx="357896">
                  <c:v>2696</c:v>
                </c:pt>
                <c:pt idx="357847">
                  <c:v>2697</c:v>
                </c:pt>
                <c:pt idx="357798">
                  <c:v>2698</c:v>
                </c:pt>
                <c:pt idx="357749">
                  <c:v>2699</c:v>
                </c:pt>
                <c:pt idx="357700">
                  <c:v>2700</c:v>
                </c:pt>
                <c:pt idx="357651">
                  <c:v>2701</c:v>
                </c:pt>
                <c:pt idx="357602">
                  <c:v>2702</c:v>
                </c:pt>
                <c:pt idx="357553">
                  <c:v>2703</c:v>
                </c:pt>
                <c:pt idx="357504">
                  <c:v>2704</c:v>
                </c:pt>
                <c:pt idx="357455">
                  <c:v>2705</c:v>
                </c:pt>
                <c:pt idx="357406">
                  <c:v>2706</c:v>
                </c:pt>
                <c:pt idx="357357">
                  <c:v>2707</c:v>
                </c:pt>
                <c:pt idx="357308">
                  <c:v>2708</c:v>
                </c:pt>
                <c:pt idx="357259">
                  <c:v>2709</c:v>
                </c:pt>
                <c:pt idx="357210">
                  <c:v>2710</c:v>
                </c:pt>
                <c:pt idx="357161">
                  <c:v>2711</c:v>
                </c:pt>
                <c:pt idx="357112">
                  <c:v>2712</c:v>
                </c:pt>
                <c:pt idx="357063">
                  <c:v>2713</c:v>
                </c:pt>
                <c:pt idx="357014">
                  <c:v>2714</c:v>
                </c:pt>
                <c:pt idx="356965">
                  <c:v>2715</c:v>
                </c:pt>
                <c:pt idx="356916">
                  <c:v>2716</c:v>
                </c:pt>
                <c:pt idx="356867">
                  <c:v>2717</c:v>
                </c:pt>
                <c:pt idx="356818">
                  <c:v>2718</c:v>
                </c:pt>
                <c:pt idx="356769">
                  <c:v>2719</c:v>
                </c:pt>
                <c:pt idx="356720">
                  <c:v>2720</c:v>
                </c:pt>
                <c:pt idx="356671">
                  <c:v>2721</c:v>
                </c:pt>
                <c:pt idx="356622">
                  <c:v>2722</c:v>
                </c:pt>
                <c:pt idx="356573">
                  <c:v>2723</c:v>
                </c:pt>
                <c:pt idx="356524">
                  <c:v>2724</c:v>
                </c:pt>
                <c:pt idx="356475">
                  <c:v>2725</c:v>
                </c:pt>
                <c:pt idx="356426">
                  <c:v>2726</c:v>
                </c:pt>
                <c:pt idx="356377">
                  <c:v>2727</c:v>
                </c:pt>
                <c:pt idx="356328">
                  <c:v>2728</c:v>
                </c:pt>
                <c:pt idx="356279">
                  <c:v>2729</c:v>
                </c:pt>
                <c:pt idx="356230">
                  <c:v>2730</c:v>
                </c:pt>
                <c:pt idx="356181">
                  <c:v>2731</c:v>
                </c:pt>
                <c:pt idx="356132">
                  <c:v>2732</c:v>
                </c:pt>
                <c:pt idx="356083">
                  <c:v>2733</c:v>
                </c:pt>
                <c:pt idx="356034">
                  <c:v>2734</c:v>
                </c:pt>
                <c:pt idx="355985">
                  <c:v>2735</c:v>
                </c:pt>
                <c:pt idx="355936">
                  <c:v>2736</c:v>
                </c:pt>
                <c:pt idx="355887">
                  <c:v>2737</c:v>
                </c:pt>
                <c:pt idx="355838">
                  <c:v>2738</c:v>
                </c:pt>
                <c:pt idx="355789">
                  <c:v>2739</c:v>
                </c:pt>
                <c:pt idx="355740">
                  <c:v>2740</c:v>
                </c:pt>
                <c:pt idx="355691">
                  <c:v>2741</c:v>
                </c:pt>
                <c:pt idx="355642">
                  <c:v>2742</c:v>
                </c:pt>
                <c:pt idx="355593">
                  <c:v>2743</c:v>
                </c:pt>
                <c:pt idx="355544">
                  <c:v>2744</c:v>
                </c:pt>
                <c:pt idx="355495">
                  <c:v>2745</c:v>
                </c:pt>
                <c:pt idx="355446">
                  <c:v>2746</c:v>
                </c:pt>
                <c:pt idx="355397">
                  <c:v>2747</c:v>
                </c:pt>
                <c:pt idx="355348">
                  <c:v>2748</c:v>
                </c:pt>
                <c:pt idx="355299">
                  <c:v>2749</c:v>
                </c:pt>
                <c:pt idx="355250">
                  <c:v>2750</c:v>
                </c:pt>
                <c:pt idx="355201">
                  <c:v>2751</c:v>
                </c:pt>
                <c:pt idx="355152">
                  <c:v>2752</c:v>
                </c:pt>
                <c:pt idx="355103">
                  <c:v>2753</c:v>
                </c:pt>
                <c:pt idx="355054">
                  <c:v>2754</c:v>
                </c:pt>
                <c:pt idx="355005">
                  <c:v>2755</c:v>
                </c:pt>
                <c:pt idx="354956">
                  <c:v>2756</c:v>
                </c:pt>
                <c:pt idx="354907">
                  <c:v>2757</c:v>
                </c:pt>
                <c:pt idx="354858">
                  <c:v>2758</c:v>
                </c:pt>
                <c:pt idx="354809">
                  <c:v>2759</c:v>
                </c:pt>
                <c:pt idx="354760">
                  <c:v>2760</c:v>
                </c:pt>
                <c:pt idx="354711">
                  <c:v>2761</c:v>
                </c:pt>
                <c:pt idx="354662">
                  <c:v>2762</c:v>
                </c:pt>
                <c:pt idx="354613">
                  <c:v>2763</c:v>
                </c:pt>
                <c:pt idx="354564">
                  <c:v>2764</c:v>
                </c:pt>
                <c:pt idx="354515">
                  <c:v>2765</c:v>
                </c:pt>
                <c:pt idx="354466">
                  <c:v>2766</c:v>
                </c:pt>
                <c:pt idx="354417">
                  <c:v>2767</c:v>
                </c:pt>
                <c:pt idx="354368">
                  <c:v>2768</c:v>
                </c:pt>
                <c:pt idx="354319">
                  <c:v>2769</c:v>
                </c:pt>
                <c:pt idx="354270">
                  <c:v>2770</c:v>
                </c:pt>
                <c:pt idx="354221">
                  <c:v>2771</c:v>
                </c:pt>
                <c:pt idx="354172">
                  <c:v>2772</c:v>
                </c:pt>
                <c:pt idx="354123">
                  <c:v>2773</c:v>
                </c:pt>
                <c:pt idx="354074">
                  <c:v>2774</c:v>
                </c:pt>
                <c:pt idx="354025">
                  <c:v>2775</c:v>
                </c:pt>
                <c:pt idx="353976">
                  <c:v>2776</c:v>
                </c:pt>
                <c:pt idx="353927">
                  <c:v>2777</c:v>
                </c:pt>
                <c:pt idx="353878">
                  <c:v>2778</c:v>
                </c:pt>
                <c:pt idx="353829">
                  <c:v>2779</c:v>
                </c:pt>
                <c:pt idx="353780">
                  <c:v>2780</c:v>
                </c:pt>
                <c:pt idx="353731">
                  <c:v>2781</c:v>
                </c:pt>
                <c:pt idx="353682">
                  <c:v>2782</c:v>
                </c:pt>
                <c:pt idx="353633">
                  <c:v>2783</c:v>
                </c:pt>
                <c:pt idx="353584">
                  <c:v>2784</c:v>
                </c:pt>
                <c:pt idx="353535">
                  <c:v>2785</c:v>
                </c:pt>
                <c:pt idx="353486">
                  <c:v>2786</c:v>
                </c:pt>
                <c:pt idx="353437">
                  <c:v>2787</c:v>
                </c:pt>
                <c:pt idx="353388">
                  <c:v>2788</c:v>
                </c:pt>
                <c:pt idx="353339">
                  <c:v>2789</c:v>
                </c:pt>
                <c:pt idx="353290">
                  <c:v>2790</c:v>
                </c:pt>
                <c:pt idx="353241">
                  <c:v>2791</c:v>
                </c:pt>
                <c:pt idx="353192">
                  <c:v>2792</c:v>
                </c:pt>
                <c:pt idx="353143">
                  <c:v>2793</c:v>
                </c:pt>
                <c:pt idx="353094">
                  <c:v>2794</c:v>
                </c:pt>
                <c:pt idx="353045">
                  <c:v>2795</c:v>
                </c:pt>
                <c:pt idx="352996">
                  <c:v>2796</c:v>
                </c:pt>
                <c:pt idx="352947">
                  <c:v>2797</c:v>
                </c:pt>
                <c:pt idx="352898">
                  <c:v>2798</c:v>
                </c:pt>
                <c:pt idx="352849">
                  <c:v>2799</c:v>
                </c:pt>
                <c:pt idx="352800">
                  <c:v>2800</c:v>
                </c:pt>
                <c:pt idx="352751">
                  <c:v>2801</c:v>
                </c:pt>
                <c:pt idx="352702">
                  <c:v>2802</c:v>
                </c:pt>
                <c:pt idx="352653">
                  <c:v>2803</c:v>
                </c:pt>
                <c:pt idx="352604">
                  <c:v>2804</c:v>
                </c:pt>
                <c:pt idx="352555">
                  <c:v>2805</c:v>
                </c:pt>
                <c:pt idx="352506">
                  <c:v>2806</c:v>
                </c:pt>
                <c:pt idx="352457">
                  <c:v>2807</c:v>
                </c:pt>
                <c:pt idx="352408">
                  <c:v>2808</c:v>
                </c:pt>
                <c:pt idx="352359">
                  <c:v>2809</c:v>
                </c:pt>
                <c:pt idx="352310">
                  <c:v>2810</c:v>
                </c:pt>
                <c:pt idx="352261">
                  <c:v>2811</c:v>
                </c:pt>
                <c:pt idx="352212">
                  <c:v>2812</c:v>
                </c:pt>
                <c:pt idx="352163">
                  <c:v>2813</c:v>
                </c:pt>
                <c:pt idx="352114">
                  <c:v>2814</c:v>
                </c:pt>
                <c:pt idx="352065">
                  <c:v>2815</c:v>
                </c:pt>
                <c:pt idx="352016">
                  <c:v>2816</c:v>
                </c:pt>
                <c:pt idx="351967">
                  <c:v>2817</c:v>
                </c:pt>
                <c:pt idx="351918">
                  <c:v>2818</c:v>
                </c:pt>
                <c:pt idx="351869">
                  <c:v>2819</c:v>
                </c:pt>
                <c:pt idx="351820">
                  <c:v>2820</c:v>
                </c:pt>
                <c:pt idx="351771">
                  <c:v>2821</c:v>
                </c:pt>
                <c:pt idx="351722">
                  <c:v>2822</c:v>
                </c:pt>
                <c:pt idx="351673">
                  <c:v>2823</c:v>
                </c:pt>
                <c:pt idx="351624">
                  <c:v>2824</c:v>
                </c:pt>
                <c:pt idx="351575">
                  <c:v>2825</c:v>
                </c:pt>
                <c:pt idx="351526">
                  <c:v>2826</c:v>
                </c:pt>
                <c:pt idx="351477">
                  <c:v>2827</c:v>
                </c:pt>
                <c:pt idx="351428">
                  <c:v>2828</c:v>
                </c:pt>
                <c:pt idx="351379">
                  <c:v>2829</c:v>
                </c:pt>
                <c:pt idx="351330">
                  <c:v>2830</c:v>
                </c:pt>
                <c:pt idx="351281">
                  <c:v>2831</c:v>
                </c:pt>
                <c:pt idx="351232">
                  <c:v>2832</c:v>
                </c:pt>
                <c:pt idx="351183">
                  <c:v>2833</c:v>
                </c:pt>
                <c:pt idx="351134">
                  <c:v>2834</c:v>
                </c:pt>
                <c:pt idx="351085">
                  <c:v>2835</c:v>
                </c:pt>
                <c:pt idx="351036">
                  <c:v>2836</c:v>
                </c:pt>
                <c:pt idx="350987">
                  <c:v>2837</c:v>
                </c:pt>
                <c:pt idx="350938">
                  <c:v>2838</c:v>
                </c:pt>
                <c:pt idx="350889">
                  <c:v>2839</c:v>
                </c:pt>
                <c:pt idx="350840">
                  <c:v>2840</c:v>
                </c:pt>
                <c:pt idx="350791">
                  <c:v>2841</c:v>
                </c:pt>
                <c:pt idx="350742">
                  <c:v>2842</c:v>
                </c:pt>
                <c:pt idx="350693">
                  <c:v>2843</c:v>
                </c:pt>
                <c:pt idx="350644">
                  <c:v>2844</c:v>
                </c:pt>
                <c:pt idx="350595">
                  <c:v>2845</c:v>
                </c:pt>
                <c:pt idx="350546">
                  <c:v>2846</c:v>
                </c:pt>
                <c:pt idx="350497">
                  <c:v>2847</c:v>
                </c:pt>
                <c:pt idx="350448">
                  <c:v>2848</c:v>
                </c:pt>
                <c:pt idx="350399">
                  <c:v>2849</c:v>
                </c:pt>
                <c:pt idx="350350">
                  <c:v>2850</c:v>
                </c:pt>
                <c:pt idx="350301">
                  <c:v>2851</c:v>
                </c:pt>
                <c:pt idx="350252">
                  <c:v>2852</c:v>
                </c:pt>
                <c:pt idx="350203">
                  <c:v>2853</c:v>
                </c:pt>
                <c:pt idx="350154">
                  <c:v>2854</c:v>
                </c:pt>
                <c:pt idx="350105">
                  <c:v>2855</c:v>
                </c:pt>
                <c:pt idx="350056">
                  <c:v>2856</c:v>
                </c:pt>
                <c:pt idx="350007">
                  <c:v>2857</c:v>
                </c:pt>
                <c:pt idx="349958">
                  <c:v>2858</c:v>
                </c:pt>
                <c:pt idx="349909">
                  <c:v>2859</c:v>
                </c:pt>
                <c:pt idx="349860">
                  <c:v>2860</c:v>
                </c:pt>
                <c:pt idx="349811">
                  <c:v>2861</c:v>
                </c:pt>
                <c:pt idx="349762">
                  <c:v>2862</c:v>
                </c:pt>
                <c:pt idx="349713">
                  <c:v>2863</c:v>
                </c:pt>
                <c:pt idx="349664">
                  <c:v>2864</c:v>
                </c:pt>
                <c:pt idx="349615">
                  <c:v>2865</c:v>
                </c:pt>
                <c:pt idx="349566">
                  <c:v>2866</c:v>
                </c:pt>
                <c:pt idx="349517">
                  <c:v>2867</c:v>
                </c:pt>
                <c:pt idx="349468">
                  <c:v>2868</c:v>
                </c:pt>
                <c:pt idx="349419">
                  <c:v>2869</c:v>
                </c:pt>
                <c:pt idx="349370">
                  <c:v>2870</c:v>
                </c:pt>
                <c:pt idx="349321">
                  <c:v>2871</c:v>
                </c:pt>
                <c:pt idx="349272">
                  <c:v>2872</c:v>
                </c:pt>
                <c:pt idx="349223">
                  <c:v>2873</c:v>
                </c:pt>
                <c:pt idx="349174">
                  <c:v>2874</c:v>
                </c:pt>
                <c:pt idx="349125">
                  <c:v>2875</c:v>
                </c:pt>
                <c:pt idx="349076">
                  <c:v>2876</c:v>
                </c:pt>
                <c:pt idx="349027">
                  <c:v>2877</c:v>
                </c:pt>
                <c:pt idx="348978">
                  <c:v>2878</c:v>
                </c:pt>
                <c:pt idx="348929">
                  <c:v>2879</c:v>
                </c:pt>
                <c:pt idx="348880">
                  <c:v>2880</c:v>
                </c:pt>
                <c:pt idx="348831">
                  <c:v>2881</c:v>
                </c:pt>
                <c:pt idx="348782">
                  <c:v>2882</c:v>
                </c:pt>
                <c:pt idx="348733">
                  <c:v>2883</c:v>
                </c:pt>
                <c:pt idx="348684">
                  <c:v>2884</c:v>
                </c:pt>
                <c:pt idx="348635">
                  <c:v>2885</c:v>
                </c:pt>
                <c:pt idx="348586">
                  <c:v>2886</c:v>
                </c:pt>
                <c:pt idx="348537">
                  <c:v>2887</c:v>
                </c:pt>
                <c:pt idx="348488">
                  <c:v>2888</c:v>
                </c:pt>
                <c:pt idx="348439">
                  <c:v>2889</c:v>
                </c:pt>
                <c:pt idx="348390">
                  <c:v>2890</c:v>
                </c:pt>
                <c:pt idx="348341">
                  <c:v>2891</c:v>
                </c:pt>
                <c:pt idx="348292">
                  <c:v>2892</c:v>
                </c:pt>
                <c:pt idx="348243">
                  <c:v>2893</c:v>
                </c:pt>
                <c:pt idx="348194">
                  <c:v>2894</c:v>
                </c:pt>
                <c:pt idx="348145">
                  <c:v>2895</c:v>
                </c:pt>
                <c:pt idx="348096">
                  <c:v>2896</c:v>
                </c:pt>
                <c:pt idx="348047">
                  <c:v>2897</c:v>
                </c:pt>
                <c:pt idx="347998">
                  <c:v>2898</c:v>
                </c:pt>
                <c:pt idx="347949">
                  <c:v>2899</c:v>
                </c:pt>
                <c:pt idx="347900">
                  <c:v>2900</c:v>
                </c:pt>
                <c:pt idx="347851">
                  <c:v>2901</c:v>
                </c:pt>
                <c:pt idx="347802">
                  <c:v>2902</c:v>
                </c:pt>
                <c:pt idx="347753">
                  <c:v>2903</c:v>
                </c:pt>
                <c:pt idx="347704">
                  <c:v>2904</c:v>
                </c:pt>
                <c:pt idx="347655">
                  <c:v>2905</c:v>
                </c:pt>
                <c:pt idx="347606">
                  <c:v>2906</c:v>
                </c:pt>
                <c:pt idx="347557">
                  <c:v>2907</c:v>
                </c:pt>
                <c:pt idx="347508">
                  <c:v>2908</c:v>
                </c:pt>
                <c:pt idx="347459">
                  <c:v>2909</c:v>
                </c:pt>
                <c:pt idx="347410">
                  <c:v>2910</c:v>
                </c:pt>
                <c:pt idx="347361">
                  <c:v>2911</c:v>
                </c:pt>
                <c:pt idx="347312">
                  <c:v>2912</c:v>
                </c:pt>
                <c:pt idx="347263">
                  <c:v>2913</c:v>
                </c:pt>
                <c:pt idx="347214">
                  <c:v>2914</c:v>
                </c:pt>
                <c:pt idx="347165">
                  <c:v>2915</c:v>
                </c:pt>
                <c:pt idx="347116">
                  <c:v>2916</c:v>
                </c:pt>
                <c:pt idx="347067">
                  <c:v>2917</c:v>
                </c:pt>
                <c:pt idx="347018">
                  <c:v>2918</c:v>
                </c:pt>
                <c:pt idx="346969">
                  <c:v>2919</c:v>
                </c:pt>
                <c:pt idx="346920">
                  <c:v>2920</c:v>
                </c:pt>
                <c:pt idx="346871">
                  <c:v>2921</c:v>
                </c:pt>
                <c:pt idx="346822">
                  <c:v>2922</c:v>
                </c:pt>
                <c:pt idx="346773">
                  <c:v>2923</c:v>
                </c:pt>
                <c:pt idx="346724">
                  <c:v>2924</c:v>
                </c:pt>
                <c:pt idx="346675">
                  <c:v>2925</c:v>
                </c:pt>
                <c:pt idx="346626">
                  <c:v>2926</c:v>
                </c:pt>
                <c:pt idx="346577">
                  <c:v>2927</c:v>
                </c:pt>
                <c:pt idx="346528">
                  <c:v>2928</c:v>
                </c:pt>
                <c:pt idx="346479">
                  <c:v>2929</c:v>
                </c:pt>
                <c:pt idx="346430">
                  <c:v>2930</c:v>
                </c:pt>
                <c:pt idx="346381">
                  <c:v>2931</c:v>
                </c:pt>
                <c:pt idx="346332">
                  <c:v>2932</c:v>
                </c:pt>
                <c:pt idx="346283">
                  <c:v>2933</c:v>
                </c:pt>
                <c:pt idx="346234">
                  <c:v>2934</c:v>
                </c:pt>
                <c:pt idx="346185">
                  <c:v>2935</c:v>
                </c:pt>
                <c:pt idx="346136">
                  <c:v>2936</c:v>
                </c:pt>
                <c:pt idx="346087">
                  <c:v>2937</c:v>
                </c:pt>
                <c:pt idx="346038">
                  <c:v>2938</c:v>
                </c:pt>
                <c:pt idx="345989">
                  <c:v>2939</c:v>
                </c:pt>
                <c:pt idx="345940">
                  <c:v>2940</c:v>
                </c:pt>
                <c:pt idx="345891">
                  <c:v>2941</c:v>
                </c:pt>
                <c:pt idx="345842">
                  <c:v>2942</c:v>
                </c:pt>
                <c:pt idx="345793">
                  <c:v>2943</c:v>
                </c:pt>
                <c:pt idx="345744">
                  <c:v>2944</c:v>
                </c:pt>
                <c:pt idx="345695">
                  <c:v>2945</c:v>
                </c:pt>
                <c:pt idx="345646">
                  <c:v>2946</c:v>
                </c:pt>
                <c:pt idx="345597">
                  <c:v>2947</c:v>
                </c:pt>
                <c:pt idx="345548">
                  <c:v>2948</c:v>
                </c:pt>
                <c:pt idx="345499">
                  <c:v>2949</c:v>
                </c:pt>
                <c:pt idx="345450">
                  <c:v>2950</c:v>
                </c:pt>
                <c:pt idx="345401">
                  <c:v>2951</c:v>
                </c:pt>
                <c:pt idx="345352">
                  <c:v>2952</c:v>
                </c:pt>
                <c:pt idx="345303">
                  <c:v>2953</c:v>
                </c:pt>
                <c:pt idx="345254">
                  <c:v>2954</c:v>
                </c:pt>
                <c:pt idx="345205">
                  <c:v>2955</c:v>
                </c:pt>
                <c:pt idx="345156">
                  <c:v>2956</c:v>
                </c:pt>
                <c:pt idx="345107">
                  <c:v>2957</c:v>
                </c:pt>
                <c:pt idx="345058">
                  <c:v>2958</c:v>
                </c:pt>
                <c:pt idx="345009">
                  <c:v>2959</c:v>
                </c:pt>
                <c:pt idx="344960">
                  <c:v>2960</c:v>
                </c:pt>
                <c:pt idx="344911">
                  <c:v>2961</c:v>
                </c:pt>
                <c:pt idx="344862">
                  <c:v>2962</c:v>
                </c:pt>
                <c:pt idx="344813">
                  <c:v>2963</c:v>
                </c:pt>
                <c:pt idx="344764">
                  <c:v>2964</c:v>
                </c:pt>
                <c:pt idx="344715">
                  <c:v>2965</c:v>
                </c:pt>
                <c:pt idx="344666">
                  <c:v>2966</c:v>
                </c:pt>
                <c:pt idx="344617">
                  <c:v>2967</c:v>
                </c:pt>
                <c:pt idx="344568">
                  <c:v>2968</c:v>
                </c:pt>
                <c:pt idx="344519">
                  <c:v>2969</c:v>
                </c:pt>
                <c:pt idx="344470">
                  <c:v>2970</c:v>
                </c:pt>
                <c:pt idx="344421">
                  <c:v>2971</c:v>
                </c:pt>
                <c:pt idx="344372">
                  <c:v>2972</c:v>
                </c:pt>
                <c:pt idx="344323">
                  <c:v>2973</c:v>
                </c:pt>
                <c:pt idx="344274">
                  <c:v>2974</c:v>
                </c:pt>
                <c:pt idx="344225">
                  <c:v>2975</c:v>
                </c:pt>
                <c:pt idx="344176">
                  <c:v>2976</c:v>
                </c:pt>
                <c:pt idx="344127">
                  <c:v>2977</c:v>
                </c:pt>
                <c:pt idx="344078">
                  <c:v>2978</c:v>
                </c:pt>
                <c:pt idx="344029">
                  <c:v>2979</c:v>
                </c:pt>
                <c:pt idx="343980">
                  <c:v>2980</c:v>
                </c:pt>
                <c:pt idx="343931">
                  <c:v>2981</c:v>
                </c:pt>
                <c:pt idx="343882">
                  <c:v>2982</c:v>
                </c:pt>
                <c:pt idx="343833">
                  <c:v>2983</c:v>
                </c:pt>
                <c:pt idx="343784">
                  <c:v>2984</c:v>
                </c:pt>
                <c:pt idx="343735">
                  <c:v>2985</c:v>
                </c:pt>
                <c:pt idx="343686">
                  <c:v>2986</c:v>
                </c:pt>
                <c:pt idx="343637">
                  <c:v>2987</c:v>
                </c:pt>
                <c:pt idx="343588">
                  <c:v>2988</c:v>
                </c:pt>
                <c:pt idx="343539">
                  <c:v>2989</c:v>
                </c:pt>
                <c:pt idx="343490">
                  <c:v>2990</c:v>
                </c:pt>
                <c:pt idx="343441">
                  <c:v>2991</c:v>
                </c:pt>
                <c:pt idx="343392">
                  <c:v>2992</c:v>
                </c:pt>
                <c:pt idx="343343">
                  <c:v>2993</c:v>
                </c:pt>
                <c:pt idx="343294">
                  <c:v>2994</c:v>
                </c:pt>
                <c:pt idx="343245">
                  <c:v>2995</c:v>
                </c:pt>
                <c:pt idx="343196">
                  <c:v>2996</c:v>
                </c:pt>
                <c:pt idx="343147">
                  <c:v>2997</c:v>
                </c:pt>
                <c:pt idx="343098">
                  <c:v>2998</c:v>
                </c:pt>
                <c:pt idx="343049">
                  <c:v>2999</c:v>
                </c:pt>
                <c:pt idx="343000">
                  <c:v>3000</c:v>
                </c:pt>
                <c:pt idx="342951">
                  <c:v>3001</c:v>
                </c:pt>
                <c:pt idx="342902">
                  <c:v>3002</c:v>
                </c:pt>
                <c:pt idx="342853">
                  <c:v>3003</c:v>
                </c:pt>
                <c:pt idx="342804">
                  <c:v>3004</c:v>
                </c:pt>
                <c:pt idx="342755">
                  <c:v>3005</c:v>
                </c:pt>
                <c:pt idx="342706">
                  <c:v>3006</c:v>
                </c:pt>
                <c:pt idx="342657">
                  <c:v>3007</c:v>
                </c:pt>
                <c:pt idx="342608">
                  <c:v>3008</c:v>
                </c:pt>
                <c:pt idx="342559">
                  <c:v>3009</c:v>
                </c:pt>
                <c:pt idx="342510">
                  <c:v>3010</c:v>
                </c:pt>
                <c:pt idx="342461">
                  <c:v>3011</c:v>
                </c:pt>
                <c:pt idx="342412">
                  <c:v>3012</c:v>
                </c:pt>
                <c:pt idx="342363">
                  <c:v>3013</c:v>
                </c:pt>
                <c:pt idx="342314">
                  <c:v>3014</c:v>
                </c:pt>
                <c:pt idx="342265">
                  <c:v>3015</c:v>
                </c:pt>
                <c:pt idx="342216">
                  <c:v>3016</c:v>
                </c:pt>
                <c:pt idx="342167">
                  <c:v>3017</c:v>
                </c:pt>
                <c:pt idx="342118">
                  <c:v>3018</c:v>
                </c:pt>
                <c:pt idx="342069">
                  <c:v>3019</c:v>
                </c:pt>
                <c:pt idx="342020">
                  <c:v>3020</c:v>
                </c:pt>
                <c:pt idx="341971">
                  <c:v>3021</c:v>
                </c:pt>
                <c:pt idx="341922">
                  <c:v>3022</c:v>
                </c:pt>
                <c:pt idx="341873">
                  <c:v>3023</c:v>
                </c:pt>
                <c:pt idx="341824">
                  <c:v>3024</c:v>
                </c:pt>
                <c:pt idx="341775">
                  <c:v>3025</c:v>
                </c:pt>
                <c:pt idx="341726">
                  <c:v>3026</c:v>
                </c:pt>
                <c:pt idx="341677">
                  <c:v>3027</c:v>
                </c:pt>
                <c:pt idx="341628">
                  <c:v>3028</c:v>
                </c:pt>
                <c:pt idx="341579">
                  <c:v>3029</c:v>
                </c:pt>
                <c:pt idx="341530">
                  <c:v>3030</c:v>
                </c:pt>
                <c:pt idx="341481">
                  <c:v>3031</c:v>
                </c:pt>
                <c:pt idx="341432">
                  <c:v>3032</c:v>
                </c:pt>
                <c:pt idx="341383">
                  <c:v>3033</c:v>
                </c:pt>
                <c:pt idx="341334">
                  <c:v>3034</c:v>
                </c:pt>
                <c:pt idx="341285">
                  <c:v>3035</c:v>
                </c:pt>
                <c:pt idx="341236">
                  <c:v>3036</c:v>
                </c:pt>
                <c:pt idx="341187">
                  <c:v>3037</c:v>
                </c:pt>
                <c:pt idx="341138">
                  <c:v>3038</c:v>
                </c:pt>
                <c:pt idx="341089">
                  <c:v>3039</c:v>
                </c:pt>
                <c:pt idx="341040">
                  <c:v>3040</c:v>
                </c:pt>
                <c:pt idx="340991">
                  <c:v>3041</c:v>
                </c:pt>
                <c:pt idx="340942">
                  <c:v>3042</c:v>
                </c:pt>
                <c:pt idx="340893">
                  <c:v>3043</c:v>
                </c:pt>
                <c:pt idx="340844">
                  <c:v>3044</c:v>
                </c:pt>
                <c:pt idx="340795">
                  <c:v>3045</c:v>
                </c:pt>
                <c:pt idx="340746">
                  <c:v>3046</c:v>
                </c:pt>
                <c:pt idx="340697">
                  <c:v>3047</c:v>
                </c:pt>
                <c:pt idx="340648">
                  <c:v>3048</c:v>
                </c:pt>
                <c:pt idx="340599">
                  <c:v>3049</c:v>
                </c:pt>
                <c:pt idx="340550">
                  <c:v>3050</c:v>
                </c:pt>
                <c:pt idx="340501">
                  <c:v>3051</c:v>
                </c:pt>
                <c:pt idx="340452">
                  <c:v>3052</c:v>
                </c:pt>
                <c:pt idx="340403">
                  <c:v>3053</c:v>
                </c:pt>
                <c:pt idx="340354">
                  <c:v>3054</c:v>
                </c:pt>
                <c:pt idx="340305">
                  <c:v>3055</c:v>
                </c:pt>
                <c:pt idx="340256">
                  <c:v>3056</c:v>
                </c:pt>
                <c:pt idx="340207">
                  <c:v>3057</c:v>
                </c:pt>
                <c:pt idx="340158">
                  <c:v>3058</c:v>
                </c:pt>
                <c:pt idx="340109">
                  <c:v>3059</c:v>
                </c:pt>
                <c:pt idx="340060">
                  <c:v>3060</c:v>
                </c:pt>
                <c:pt idx="340011">
                  <c:v>3061</c:v>
                </c:pt>
                <c:pt idx="339962">
                  <c:v>3062</c:v>
                </c:pt>
                <c:pt idx="339913">
                  <c:v>3063</c:v>
                </c:pt>
                <c:pt idx="339864">
                  <c:v>3064</c:v>
                </c:pt>
                <c:pt idx="339815">
                  <c:v>3065</c:v>
                </c:pt>
                <c:pt idx="339766">
                  <c:v>3066</c:v>
                </c:pt>
                <c:pt idx="339717">
                  <c:v>3067</c:v>
                </c:pt>
                <c:pt idx="339668">
                  <c:v>3068</c:v>
                </c:pt>
                <c:pt idx="339619">
                  <c:v>3069</c:v>
                </c:pt>
                <c:pt idx="339570">
                  <c:v>3070</c:v>
                </c:pt>
                <c:pt idx="339521">
                  <c:v>3071</c:v>
                </c:pt>
                <c:pt idx="339472">
                  <c:v>3072</c:v>
                </c:pt>
                <c:pt idx="339423">
                  <c:v>3073</c:v>
                </c:pt>
                <c:pt idx="339374">
                  <c:v>3074</c:v>
                </c:pt>
                <c:pt idx="339325">
                  <c:v>3075</c:v>
                </c:pt>
                <c:pt idx="339276">
                  <c:v>3076</c:v>
                </c:pt>
                <c:pt idx="339227">
                  <c:v>3077</c:v>
                </c:pt>
                <c:pt idx="339178">
                  <c:v>3078</c:v>
                </c:pt>
                <c:pt idx="339129">
                  <c:v>3079</c:v>
                </c:pt>
                <c:pt idx="339080">
                  <c:v>3080</c:v>
                </c:pt>
                <c:pt idx="339031">
                  <c:v>3081</c:v>
                </c:pt>
                <c:pt idx="338982">
                  <c:v>3082</c:v>
                </c:pt>
                <c:pt idx="338933">
                  <c:v>3083</c:v>
                </c:pt>
                <c:pt idx="338884">
                  <c:v>3084</c:v>
                </c:pt>
                <c:pt idx="338835">
                  <c:v>3085</c:v>
                </c:pt>
                <c:pt idx="338786">
                  <c:v>3086</c:v>
                </c:pt>
                <c:pt idx="338737">
                  <c:v>3087</c:v>
                </c:pt>
                <c:pt idx="338688">
                  <c:v>3088</c:v>
                </c:pt>
                <c:pt idx="338639">
                  <c:v>3089</c:v>
                </c:pt>
                <c:pt idx="338590">
                  <c:v>3090</c:v>
                </c:pt>
                <c:pt idx="338541">
                  <c:v>3091</c:v>
                </c:pt>
                <c:pt idx="338492">
                  <c:v>3092</c:v>
                </c:pt>
                <c:pt idx="338443">
                  <c:v>3093</c:v>
                </c:pt>
                <c:pt idx="338394">
                  <c:v>3094</c:v>
                </c:pt>
                <c:pt idx="338345">
                  <c:v>3095</c:v>
                </c:pt>
                <c:pt idx="338296">
                  <c:v>3096</c:v>
                </c:pt>
                <c:pt idx="338247">
                  <c:v>3097</c:v>
                </c:pt>
                <c:pt idx="338198">
                  <c:v>3098</c:v>
                </c:pt>
                <c:pt idx="338149">
                  <c:v>3099</c:v>
                </c:pt>
                <c:pt idx="338100">
                  <c:v>3100</c:v>
                </c:pt>
                <c:pt idx="338051">
                  <c:v>3101</c:v>
                </c:pt>
                <c:pt idx="338002">
                  <c:v>3102</c:v>
                </c:pt>
                <c:pt idx="337953">
                  <c:v>3103</c:v>
                </c:pt>
                <c:pt idx="337904">
                  <c:v>3104</c:v>
                </c:pt>
                <c:pt idx="337855">
                  <c:v>3105</c:v>
                </c:pt>
                <c:pt idx="337806">
                  <c:v>3106</c:v>
                </c:pt>
                <c:pt idx="337757">
                  <c:v>3107</c:v>
                </c:pt>
                <c:pt idx="337708">
                  <c:v>3108</c:v>
                </c:pt>
                <c:pt idx="337659">
                  <c:v>3109</c:v>
                </c:pt>
                <c:pt idx="337610">
                  <c:v>3110</c:v>
                </c:pt>
                <c:pt idx="337561">
                  <c:v>3111</c:v>
                </c:pt>
                <c:pt idx="337512">
                  <c:v>3112</c:v>
                </c:pt>
                <c:pt idx="337463">
                  <c:v>3113</c:v>
                </c:pt>
                <c:pt idx="337414">
                  <c:v>3114</c:v>
                </c:pt>
                <c:pt idx="337365">
                  <c:v>3115</c:v>
                </c:pt>
                <c:pt idx="337316">
                  <c:v>3116</c:v>
                </c:pt>
                <c:pt idx="337267">
                  <c:v>3117</c:v>
                </c:pt>
                <c:pt idx="337218">
                  <c:v>3118</c:v>
                </c:pt>
                <c:pt idx="337169">
                  <c:v>3119</c:v>
                </c:pt>
                <c:pt idx="337120">
                  <c:v>3120</c:v>
                </c:pt>
                <c:pt idx="337071">
                  <c:v>3121</c:v>
                </c:pt>
                <c:pt idx="337022">
                  <c:v>3122</c:v>
                </c:pt>
                <c:pt idx="336973">
                  <c:v>3123</c:v>
                </c:pt>
                <c:pt idx="336924">
                  <c:v>3124</c:v>
                </c:pt>
                <c:pt idx="336875">
                  <c:v>3125</c:v>
                </c:pt>
                <c:pt idx="336826">
                  <c:v>3126</c:v>
                </c:pt>
                <c:pt idx="336777">
                  <c:v>3127</c:v>
                </c:pt>
                <c:pt idx="336728">
                  <c:v>3128</c:v>
                </c:pt>
                <c:pt idx="336679">
                  <c:v>3129</c:v>
                </c:pt>
                <c:pt idx="336630">
                  <c:v>3130</c:v>
                </c:pt>
                <c:pt idx="336581">
                  <c:v>3131</c:v>
                </c:pt>
                <c:pt idx="336532">
                  <c:v>3132</c:v>
                </c:pt>
                <c:pt idx="336483">
                  <c:v>3133</c:v>
                </c:pt>
                <c:pt idx="336434">
                  <c:v>3134</c:v>
                </c:pt>
                <c:pt idx="336385">
                  <c:v>3135</c:v>
                </c:pt>
                <c:pt idx="336336">
                  <c:v>3136</c:v>
                </c:pt>
                <c:pt idx="336287">
                  <c:v>3137</c:v>
                </c:pt>
                <c:pt idx="336238">
                  <c:v>3138</c:v>
                </c:pt>
                <c:pt idx="336189">
                  <c:v>3139</c:v>
                </c:pt>
                <c:pt idx="336140">
                  <c:v>3140</c:v>
                </c:pt>
                <c:pt idx="336091">
                  <c:v>3141</c:v>
                </c:pt>
                <c:pt idx="336042">
                  <c:v>3142</c:v>
                </c:pt>
                <c:pt idx="335993">
                  <c:v>3143</c:v>
                </c:pt>
                <c:pt idx="335944">
                  <c:v>3144</c:v>
                </c:pt>
                <c:pt idx="335895">
                  <c:v>3145</c:v>
                </c:pt>
                <c:pt idx="335846">
                  <c:v>3146</c:v>
                </c:pt>
                <c:pt idx="335797">
                  <c:v>3147</c:v>
                </c:pt>
                <c:pt idx="335748">
                  <c:v>3148</c:v>
                </c:pt>
                <c:pt idx="335699">
                  <c:v>3149</c:v>
                </c:pt>
                <c:pt idx="335650">
                  <c:v>3150</c:v>
                </c:pt>
                <c:pt idx="335601">
                  <c:v>3151</c:v>
                </c:pt>
                <c:pt idx="335552">
                  <c:v>3152</c:v>
                </c:pt>
                <c:pt idx="335503">
                  <c:v>3153</c:v>
                </c:pt>
                <c:pt idx="335454">
                  <c:v>3154</c:v>
                </c:pt>
                <c:pt idx="335405">
                  <c:v>3155</c:v>
                </c:pt>
                <c:pt idx="335356">
                  <c:v>3156</c:v>
                </c:pt>
                <c:pt idx="335307">
                  <c:v>3157</c:v>
                </c:pt>
                <c:pt idx="335258">
                  <c:v>3158</c:v>
                </c:pt>
                <c:pt idx="335209">
                  <c:v>3159</c:v>
                </c:pt>
                <c:pt idx="335160">
                  <c:v>3160</c:v>
                </c:pt>
                <c:pt idx="335111">
                  <c:v>3161</c:v>
                </c:pt>
                <c:pt idx="335062">
                  <c:v>3162</c:v>
                </c:pt>
                <c:pt idx="335013">
                  <c:v>3163</c:v>
                </c:pt>
                <c:pt idx="334964">
                  <c:v>3164</c:v>
                </c:pt>
                <c:pt idx="334915">
                  <c:v>3165</c:v>
                </c:pt>
                <c:pt idx="334866">
                  <c:v>3166</c:v>
                </c:pt>
                <c:pt idx="334817">
                  <c:v>3167</c:v>
                </c:pt>
                <c:pt idx="334768">
                  <c:v>3168</c:v>
                </c:pt>
                <c:pt idx="334719">
                  <c:v>3169</c:v>
                </c:pt>
                <c:pt idx="334670">
                  <c:v>3170</c:v>
                </c:pt>
                <c:pt idx="334621">
                  <c:v>3171</c:v>
                </c:pt>
                <c:pt idx="334572">
                  <c:v>3172</c:v>
                </c:pt>
                <c:pt idx="334523">
                  <c:v>3173</c:v>
                </c:pt>
                <c:pt idx="334474">
                  <c:v>3174</c:v>
                </c:pt>
                <c:pt idx="334425">
                  <c:v>3175</c:v>
                </c:pt>
                <c:pt idx="334376">
                  <c:v>3176</c:v>
                </c:pt>
                <c:pt idx="334327">
                  <c:v>3177</c:v>
                </c:pt>
                <c:pt idx="334278">
                  <c:v>3178</c:v>
                </c:pt>
                <c:pt idx="334229">
                  <c:v>3179</c:v>
                </c:pt>
                <c:pt idx="334180">
                  <c:v>3180</c:v>
                </c:pt>
                <c:pt idx="334131">
                  <c:v>3181</c:v>
                </c:pt>
                <c:pt idx="334082">
                  <c:v>3182</c:v>
                </c:pt>
                <c:pt idx="334033">
                  <c:v>3183</c:v>
                </c:pt>
                <c:pt idx="333984">
                  <c:v>3184</c:v>
                </c:pt>
                <c:pt idx="333935">
                  <c:v>3185</c:v>
                </c:pt>
                <c:pt idx="333886">
                  <c:v>3186</c:v>
                </c:pt>
                <c:pt idx="333837">
                  <c:v>3187</c:v>
                </c:pt>
                <c:pt idx="333788">
                  <c:v>3188</c:v>
                </c:pt>
                <c:pt idx="333739">
                  <c:v>3189</c:v>
                </c:pt>
                <c:pt idx="333690">
                  <c:v>3190</c:v>
                </c:pt>
                <c:pt idx="333641">
                  <c:v>3191</c:v>
                </c:pt>
                <c:pt idx="333592">
                  <c:v>3192</c:v>
                </c:pt>
                <c:pt idx="333543">
                  <c:v>3193</c:v>
                </c:pt>
                <c:pt idx="333494">
                  <c:v>3194</c:v>
                </c:pt>
                <c:pt idx="333445">
                  <c:v>3195</c:v>
                </c:pt>
                <c:pt idx="333396">
                  <c:v>3196</c:v>
                </c:pt>
                <c:pt idx="333347">
                  <c:v>3197</c:v>
                </c:pt>
                <c:pt idx="333298">
                  <c:v>3198</c:v>
                </c:pt>
                <c:pt idx="333249">
                  <c:v>3199</c:v>
                </c:pt>
                <c:pt idx="333200">
                  <c:v>3200</c:v>
                </c:pt>
                <c:pt idx="333151">
                  <c:v>3201</c:v>
                </c:pt>
                <c:pt idx="333102">
                  <c:v>3202</c:v>
                </c:pt>
                <c:pt idx="333053">
                  <c:v>3203</c:v>
                </c:pt>
                <c:pt idx="333004">
                  <c:v>3204</c:v>
                </c:pt>
                <c:pt idx="332955">
                  <c:v>3205</c:v>
                </c:pt>
                <c:pt idx="332906">
                  <c:v>3206</c:v>
                </c:pt>
                <c:pt idx="332857">
                  <c:v>3207</c:v>
                </c:pt>
                <c:pt idx="332808">
                  <c:v>3208</c:v>
                </c:pt>
                <c:pt idx="332759">
                  <c:v>3209</c:v>
                </c:pt>
                <c:pt idx="332710">
                  <c:v>3210</c:v>
                </c:pt>
                <c:pt idx="332661">
                  <c:v>3211</c:v>
                </c:pt>
                <c:pt idx="332612">
                  <c:v>3212</c:v>
                </c:pt>
                <c:pt idx="332563">
                  <c:v>3213</c:v>
                </c:pt>
                <c:pt idx="332514">
                  <c:v>3214</c:v>
                </c:pt>
                <c:pt idx="332465">
                  <c:v>3215</c:v>
                </c:pt>
                <c:pt idx="332416">
                  <c:v>3216</c:v>
                </c:pt>
                <c:pt idx="332367">
                  <c:v>3217</c:v>
                </c:pt>
                <c:pt idx="332318">
                  <c:v>3218</c:v>
                </c:pt>
                <c:pt idx="332269">
                  <c:v>3219</c:v>
                </c:pt>
                <c:pt idx="332220">
                  <c:v>3220</c:v>
                </c:pt>
                <c:pt idx="332171">
                  <c:v>3221</c:v>
                </c:pt>
                <c:pt idx="332122">
                  <c:v>3222</c:v>
                </c:pt>
                <c:pt idx="332073">
                  <c:v>3223</c:v>
                </c:pt>
                <c:pt idx="332024">
                  <c:v>3224</c:v>
                </c:pt>
                <c:pt idx="331975">
                  <c:v>3225</c:v>
                </c:pt>
                <c:pt idx="331926">
                  <c:v>3226</c:v>
                </c:pt>
                <c:pt idx="331877">
                  <c:v>3227</c:v>
                </c:pt>
                <c:pt idx="331828">
                  <c:v>3228</c:v>
                </c:pt>
                <c:pt idx="331779">
                  <c:v>3229</c:v>
                </c:pt>
                <c:pt idx="331730">
                  <c:v>3230</c:v>
                </c:pt>
                <c:pt idx="331681">
                  <c:v>3231</c:v>
                </c:pt>
                <c:pt idx="331632">
                  <c:v>3232</c:v>
                </c:pt>
                <c:pt idx="331583">
                  <c:v>3233</c:v>
                </c:pt>
                <c:pt idx="331534">
                  <c:v>3234</c:v>
                </c:pt>
                <c:pt idx="331485">
                  <c:v>3235</c:v>
                </c:pt>
                <c:pt idx="331436">
                  <c:v>3236</c:v>
                </c:pt>
                <c:pt idx="331387">
                  <c:v>3237</c:v>
                </c:pt>
                <c:pt idx="331338">
                  <c:v>3238</c:v>
                </c:pt>
                <c:pt idx="331289">
                  <c:v>3239</c:v>
                </c:pt>
                <c:pt idx="331240">
                  <c:v>3240</c:v>
                </c:pt>
                <c:pt idx="331191">
                  <c:v>3241</c:v>
                </c:pt>
                <c:pt idx="331142">
                  <c:v>3242</c:v>
                </c:pt>
                <c:pt idx="331093">
                  <c:v>3243</c:v>
                </c:pt>
                <c:pt idx="331044">
                  <c:v>3244</c:v>
                </c:pt>
                <c:pt idx="330995">
                  <c:v>3245</c:v>
                </c:pt>
                <c:pt idx="330946">
                  <c:v>3246</c:v>
                </c:pt>
                <c:pt idx="330897">
                  <c:v>3247</c:v>
                </c:pt>
                <c:pt idx="330848">
                  <c:v>3248</c:v>
                </c:pt>
                <c:pt idx="330799">
                  <c:v>3249</c:v>
                </c:pt>
                <c:pt idx="330750">
                  <c:v>3250</c:v>
                </c:pt>
                <c:pt idx="330701">
                  <c:v>3251</c:v>
                </c:pt>
                <c:pt idx="330652">
                  <c:v>3252</c:v>
                </c:pt>
                <c:pt idx="330603">
                  <c:v>3253</c:v>
                </c:pt>
                <c:pt idx="330554">
                  <c:v>3254</c:v>
                </c:pt>
                <c:pt idx="330505">
                  <c:v>3255</c:v>
                </c:pt>
                <c:pt idx="330456">
                  <c:v>3256</c:v>
                </c:pt>
                <c:pt idx="330407">
                  <c:v>3257</c:v>
                </c:pt>
                <c:pt idx="330358">
                  <c:v>3258</c:v>
                </c:pt>
                <c:pt idx="330309">
                  <c:v>3259</c:v>
                </c:pt>
                <c:pt idx="330260">
                  <c:v>3260</c:v>
                </c:pt>
                <c:pt idx="330211">
                  <c:v>3261</c:v>
                </c:pt>
                <c:pt idx="330162">
                  <c:v>3262</c:v>
                </c:pt>
                <c:pt idx="330113">
                  <c:v>3263</c:v>
                </c:pt>
                <c:pt idx="330064">
                  <c:v>3264</c:v>
                </c:pt>
                <c:pt idx="330015">
                  <c:v>3265</c:v>
                </c:pt>
                <c:pt idx="329966">
                  <c:v>3266</c:v>
                </c:pt>
                <c:pt idx="329917">
                  <c:v>3267</c:v>
                </c:pt>
                <c:pt idx="329868">
                  <c:v>3268</c:v>
                </c:pt>
                <c:pt idx="329819">
                  <c:v>3269</c:v>
                </c:pt>
                <c:pt idx="329770">
                  <c:v>3270</c:v>
                </c:pt>
                <c:pt idx="329721">
                  <c:v>3271</c:v>
                </c:pt>
                <c:pt idx="329672">
                  <c:v>3272</c:v>
                </c:pt>
                <c:pt idx="329623">
                  <c:v>3273</c:v>
                </c:pt>
                <c:pt idx="329574">
                  <c:v>3274</c:v>
                </c:pt>
                <c:pt idx="329525">
                  <c:v>3275</c:v>
                </c:pt>
                <c:pt idx="329476">
                  <c:v>3276</c:v>
                </c:pt>
                <c:pt idx="329427">
                  <c:v>3277</c:v>
                </c:pt>
                <c:pt idx="329378">
                  <c:v>3278</c:v>
                </c:pt>
                <c:pt idx="329329">
                  <c:v>3279</c:v>
                </c:pt>
                <c:pt idx="329280">
                  <c:v>3280</c:v>
                </c:pt>
                <c:pt idx="329231">
                  <c:v>3281</c:v>
                </c:pt>
                <c:pt idx="329182">
                  <c:v>3282</c:v>
                </c:pt>
                <c:pt idx="329133">
                  <c:v>3283</c:v>
                </c:pt>
                <c:pt idx="329084">
                  <c:v>3284</c:v>
                </c:pt>
                <c:pt idx="329035">
                  <c:v>3285</c:v>
                </c:pt>
                <c:pt idx="328986">
                  <c:v>3286</c:v>
                </c:pt>
                <c:pt idx="328937">
                  <c:v>3287</c:v>
                </c:pt>
                <c:pt idx="328888">
                  <c:v>3288</c:v>
                </c:pt>
                <c:pt idx="328839">
                  <c:v>3289</c:v>
                </c:pt>
                <c:pt idx="328790">
                  <c:v>3290</c:v>
                </c:pt>
                <c:pt idx="328741">
                  <c:v>3291</c:v>
                </c:pt>
                <c:pt idx="328692">
                  <c:v>3292</c:v>
                </c:pt>
                <c:pt idx="328643">
                  <c:v>3293</c:v>
                </c:pt>
                <c:pt idx="328594">
                  <c:v>3294</c:v>
                </c:pt>
                <c:pt idx="328545">
                  <c:v>3295</c:v>
                </c:pt>
                <c:pt idx="328496">
                  <c:v>3296</c:v>
                </c:pt>
                <c:pt idx="328447">
                  <c:v>3297</c:v>
                </c:pt>
                <c:pt idx="328398">
                  <c:v>3298</c:v>
                </c:pt>
                <c:pt idx="328349">
                  <c:v>3299</c:v>
                </c:pt>
                <c:pt idx="328300">
                  <c:v>3300</c:v>
                </c:pt>
                <c:pt idx="328251">
                  <c:v>3301</c:v>
                </c:pt>
                <c:pt idx="328202">
                  <c:v>3302</c:v>
                </c:pt>
                <c:pt idx="328153">
                  <c:v>3303</c:v>
                </c:pt>
                <c:pt idx="328104">
                  <c:v>3304</c:v>
                </c:pt>
                <c:pt idx="328055">
                  <c:v>3305</c:v>
                </c:pt>
                <c:pt idx="328006">
                  <c:v>3306</c:v>
                </c:pt>
                <c:pt idx="327957">
                  <c:v>3307</c:v>
                </c:pt>
                <c:pt idx="327908">
                  <c:v>3308</c:v>
                </c:pt>
                <c:pt idx="327859">
                  <c:v>3309</c:v>
                </c:pt>
                <c:pt idx="327810">
                  <c:v>3310</c:v>
                </c:pt>
                <c:pt idx="327761">
                  <c:v>3311</c:v>
                </c:pt>
                <c:pt idx="327712">
                  <c:v>3312</c:v>
                </c:pt>
                <c:pt idx="327663">
                  <c:v>3313</c:v>
                </c:pt>
                <c:pt idx="327614">
                  <c:v>3314</c:v>
                </c:pt>
                <c:pt idx="327565">
                  <c:v>3315</c:v>
                </c:pt>
                <c:pt idx="327516">
                  <c:v>3316</c:v>
                </c:pt>
                <c:pt idx="327467">
                  <c:v>3317</c:v>
                </c:pt>
                <c:pt idx="327418">
                  <c:v>3318</c:v>
                </c:pt>
                <c:pt idx="327369">
                  <c:v>3319</c:v>
                </c:pt>
                <c:pt idx="327320">
                  <c:v>3320</c:v>
                </c:pt>
                <c:pt idx="327271">
                  <c:v>3321</c:v>
                </c:pt>
                <c:pt idx="327222">
                  <c:v>3322</c:v>
                </c:pt>
                <c:pt idx="327173">
                  <c:v>3323</c:v>
                </c:pt>
                <c:pt idx="327124">
                  <c:v>3324</c:v>
                </c:pt>
                <c:pt idx="327075">
                  <c:v>3325</c:v>
                </c:pt>
                <c:pt idx="327026">
                  <c:v>3326</c:v>
                </c:pt>
                <c:pt idx="326977">
                  <c:v>3327</c:v>
                </c:pt>
                <c:pt idx="326928">
                  <c:v>3328</c:v>
                </c:pt>
                <c:pt idx="326879">
                  <c:v>3329</c:v>
                </c:pt>
                <c:pt idx="326830">
                  <c:v>3330</c:v>
                </c:pt>
                <c:pt idx="326781">
                  <c:v>3331</c:v>
                </c:pt>
                <c:pt idx="326732">
                  <c:v>3332</c:v>
                </c:pt>
                <c:pt idx="326683">
                  <c:v>3333</c:v>
                </c:pt>
                <c:pt idx="326634">
                  <c:v>3334</c:v>
                </c:pt>
                <c:pt idx="326585">
                  <c:v>3335</c:v>
                </c:pt>
                <c:pt idx="326536">
                  <c:v>3336</c:v>
                </c:pt>
                <c:pt idx="326487">
                  <c:v>3337</c:v>
                </c:pt>
                <c:pt idx="326438">
                  <c:v>3338</c:v>
                </c:pt>
                <c:pt idx="326389">
                  <c:v>3339</c:v>
                </c:pt>
                <c:pt idx="326340">
                  <c:v>3340</c:v>
                </c:pt>
                <c:pt idx="326291">
                  <c:v>3341</c:v>
                </c:pt>
                <c:pt idx="326242">
                  <c:v>3342</c:v>
                </c:pt>
                <c:pt idx="326193">
                  <c:v>3343</c:v>
                </c:pt>
                <c:pt idx="326144">
                  <c:v>3344</c:v>
                </c:pt>
                <c:pt idx="326095">
                  <c:v>3345</c:v>
                </c:pt>
                <c:pt idx="326046">
                  <c:v>3346</c:v>
                </c:pt>
                <c:pt idx="325997">
                  <c:v>3347</c:v>
                </c:pt>
                <c:pt idx="325948">
                  <c:v>3348</c:v>
                </c:pt>
                <c:pt idx="325899">
                  <c:v>3349</c:v>
                </c:pt>
                <c:pt idx="325850">
                  <c:v>3350</c:v>
                </c:pt>
                <c:pt idx="325801">
                  <c:v>3351</c:v>
                </c:pt>
                <c:pt idx="325752">
                  <c:v>3352</c:v>
                </c:pt>
                <c:pt idx="325703">
                  <c:v>3353</c:v>
                </c:pt>
                <c:pt idx="325654">
                  <c:v>3354</c:v>
                </c:pt>
                <c:pt idx="325605">
                  <c:v>3355</c:v>
                </c:pt>
                <c:pt idx="325556">
                  <c:v>3356</c:v>
                </c:pt>
                <c:pt idx="325507">
                  <c:v>3357</c:v>
                </c:pt>
                <c:pt idx="325458">
                  <c:v>3358</c:v>
                </c:pt>
                <c:pt idx="325409">
                  <c:v>3359</c:v>
                </c:pt>
                <c:pt idx="325360">
                  <c:v>3360</c:v>
                </c:pt>
                <c:pt idx="325311">
                  <c:v>3361</c:v>
                </c:pt>
                <c:pt idx="325262">
                  <c:v>3362</c:v>
                </c:pt>
                <c:pt idx="325213">
                  <c:v>3363</c:v>
                </c:pt>
                <c:pt idx="325164">
                  <c:v>3364</c:v>
                </c:pt>
                <c:pt idx="325115">
                  <c:v>3365</c:v>
                </c:pt>
                <c:pt idx="325066">
                  <c:v>3366</c:v>
                </c:pt>
                <c:pt idx="325017">
                  <c:v>3367</c:v>
                </c:pt>
                <c:pt idx="324968">
                  <c:v>3368</c:v>
                </c:pt>
                <c:pt idx="324919">
                  <c:v>3369</c:v>
                </c:pt>
                <c:pt idx="324870">
                  <c:v>3370</c:v>
                </c:pt>
                <c:pt idx="324821">
                  <c:v>3371</c:v>
                </c:pt>
                <c:pt idx="324772">
                  <c:v>3372</c:v>
                </c:pt>
                <c:pt idx="324723">
                  <c:v>3373</c:v>
                </c:pt>
                <c:pt idx="324674">
                  <c:v>3374</c:v>
                </c:pt>
                <c:pt idx="324625">
                  <c:v>3375</c:v>
                </c:pt>
                <c:pt idx="324576">
                  <c:v>3376</c:v>
                </c:pt>
                <c:pt idx="324527">
                  <c:v>3377</c:v>
                </c:pt>
                <c:pt idx="324478">
                  <c:v>3378</c:v>
                </c:pt>
                <c:pt idx="324429">
                  <c:v>3379</c:v>
                </c:pt>
                <c:pt idx="324380">
                  <c:v>3380</c:v>
                </c:pt>
                <c:pt idx="324331">
                  <c:v>3381</c:v>
                </c:pt>
                <c:pt idx="324282">
                  <c:v>3382</c:v>
                </c:pt>
                <c:pt idx="324233">
                  <c:v>3383</c:v>
                </c:pt>
                <c:pt idx="324184">
                  <c:v>3384</c:v>
                </c:pt>
                <c:pt idx="324135">
                  <c:v>3385</c:v>
                </c:pt>
                <c:pt idx="324086">
                  <c:v>3386</c:v>
                </c:pt>
                <c:pt idx="324037">
                  <c:v>3387</c:v>
                </c:pt>
                <c:pt idx="323988">
                  <c:v>3388</c:v>
                </c:pt>
                <c:pt idx="323939">
                  <c:v>3389</c:v>
                </c:pt>
                <c:pt idx="323890">
                  <c:v>3390</c:v>
                </c:pt>
                <c:pt idx="323841">
                  <c:v>3391</c:v>
                </c:pt>
                <c:pt idx="323792">
                  <c:v>3392</c:v>
                </c:pt>
                <c:pt idx="323743">
                  <c:v>3393</c:v>
                </c:pt>
                <c:pt idx="323694">
                  <c:v>3394</c:v>
                </c:pt>
                <c:pt idx="323645">
                  <c:v>3395</c:v>
                </c:pt>
                <c:pt idx="323596">
                  <c:v>3396</c:v>
                </c:pt>
                <c:pt idx="323547">
                  <c:v>3397</c:v>
                </c:pt>
                <c:pt idx="323498">
                  <c:v>3398</c:v>
                </c:pt>
                <c:pt idx="323449">
                  <c:v>3399</c:v>
                </c:pt>
                <c:pt idx="323400">
                  <c:v>3400</c:v>
                </c:pt>
                <c:pt idx="323351">
                  <c:v>3401</c:v>
                </c:pt>
                <c:pt idx="323302">
                  <c:v>3402</c:v>
                </c:pt>
                <c:pt idx="323253">
                  <c:v>3403</c:v>
                </c:pt>
                <c:pt idx="323204">
                  <c:v>3404</c:v>
                </c:pt>
                <c:pt idx="323155">
                  <c:v>3405</c:v>
                </c:pt>
                <c:pt idx="323106">
                  <c:v>3406</c:v>
                </c:pt>
                <c:pt idx="323057">
                  <c:v>3407</c:v>
                </c:pt>
                <c:pt idx="323008">
                  <c:v>3408</c:v>
                </c:pt>
                <c:pt idx="322959">
                  <c:v>3409</c:v>
                </c:pt>
                <c:pt idx="322910">
                  <c:v>3410</c:v>
                </c:pt>
                <c:pt idx="322861">
                  <c:v>3411</c:v>
                </c:pt>
                <c:pt idx="322812">
                  <c:v>3412</c:v>
                </c:pt>
                <c:pt idx="322763">
                  <c:v>3413</c:v>
                </c:pt>
                <c:pt idx="322714">
                  <c:v>3414</c:v>
                </c:pt>
                <c:pt idx="322665">
                  <c:v>3415</c:v>
                </c:pt>
                <c:pt idx="322616">
                  <c:v>3416</c:v>
                </c:pt>
                <c:pt idx="322567">
                  <c:v>3417</c:v>
                </c:pt>
                <c:pt idx="322518">
                  <c:v>3418</c:v>
                </c:pt>
                <c:pt idx="322469">
                  <c:v>3419</c:v>
                </c:pt>
                <c:pt idx="322420">
                  <c:v>3420</c:v>
                </c:pt>
                <c:pt idx="322371">
                  <c:v>3421</c:v>
                </c:pt>
                <c:pt idx="322322">
                  <c:v>3422</c:v>
                </c:pt>
                <c:pt idx="322273">
                  <c:v>3423</c:v>
                </c:pt>
                <c:pt idx="322224">
                  <c:v>3424</c:v>
                </c:pt>
                <c:pt idx="322175">
                  <c:v>3425</c:v>
                </c:pt>
                <c:pt idx="322126">
                  <c:v>3426</c:v>
                </c:pt>
                <c:pt idx="322077">
                  <c:v>3427</c:v>
                </c:pt>
                <c:pt idx="322028">
                  <c:v>3428</c:v>
                </c:pt>
                <c:pt idx="321979">
                  <c:v>3429</c:v>
                </c:pt>
                <c:pt idx="321930">
                  <c:v>3430</c:v>
                </c:pt>
                <c:pt idx="321881">
                  <c:v>3431</c:v>
                </c:pt>
                <c:pt idx="321832">
                  <c:v>3432</c:v>
                </c:pt>
                <c:pt idx="321783">
                  <c:v>3433</c:v>
                </c:pt>
                <c:pt idx="321734">
                  <c:v>3434</c:v>
                </c:pt>
                <c:pt idx="321685">
                  <c:v>3435</c:v>
                </c:pt>
                <c:pt idx="321636">
                  <c:v>3436</c:v>
                </c:pt>
                <c:pt idx="321587">
                  <c:v>3437</c:v>
                </c:pt>
                <c:pt idx="321538">
                  <c:v>3438</c:v>
                </c:pt>
                <c:pt idx="321489">
                  <c:v>3439</c:v>
                </c:pt>
                <c:pt idx="321440">
                  <c:v>3440</c:v>
                </c:pt>
                <c:pt idx="321391">
                  <c:v>3441</c:v>
                </c:pt>
                <c:pt idx="321342">
                  <c:v>3442</c:v>
                </c:pt>
                <c:pt idx="321293">
                  <c:v>3443</c:v>
                </c:pt>
                <c:pt idx="321244">
                  <c:v>3444</c:v>
                </c:pt>
                <c:pt idx="321195">
                  <c:v>3445</c:v>
                </c:pt>
                <c:pt idx="321146">
                  <c:v>3446</c:v>
                </c:pt>
                <c:pt idx="321097">
                  <c:v>3447</c:v>
                </c:pt>
                <c:pt idx="321048">
                  <c:v>3448</c:v>
                </c:pt>
                <c:pt idx="320999">
                  <c:v>3449</c:v>
                </c:pt>
                <c:pt idx="320950">
                  <c:v>3450</c:v>
                </c:pt>
                <c:pt idx="320901">
                  <c:v>3451</c:v>
                </c:pt>
                <c:pt idx="320852">
                  <c:v>3452</c:v>
                </c:pt>
                <c:pt idx="320803">
                  <c:v>3453</c:v>
                </c:pt>
                <c:pt idx="320754">
                  <c:v>3454</c:v>
                </c:pt>
                <c:pt idx="320705">
                  <c:v>3455</c:v>
                </c:pt>
                <c:pt idx="320656">
                  <c:v>3456</c:v>
                </c:pt>
                <c:pt idx="320607">
                  <c:v>3457</c:v>
                </c:pt>
                <c:pt idx="320558">
                  <c:v>3458</c:v>
                </c:pt>
                <c:pt idx="320509">
                  <c:v>3459</c:v>
                </c:pt>
                <c:pt idx="320460">
                  <c:v>3460</c:v>
                </c:pt>
                <c:pt idx="320411">
                  <c:v>3461</c:v>
                </c:pt>
                <c:pt idx="320362">
                  <c:v>3462</c:v>
                </c:pt>
                <c:pt idx="320313">
                  <c:v>3463</c:v>
                </c:pt>
                <c:pt idx="320264">
                  <c:v>3464</c:v>
                </c:pt>
                <c:pt idx="320215">
                  <c:v>3465</c:v>
                </c:pt>
                <c:pt idx="320166">
                  <c:v>3466</c:v>
                </c:pt>
                <c:pt idx="320117">
                  <c:v>3467</c:v>
                </c:pt>
                <c:pt idx="320068">
                  <c:v>3468</c:v>
                </c:pt>
                <c:pt idx="320019">
                  <c:v>3469</c:v>
                </c:pt>
                <c:pt idx="319970">
                  <c:v>3470</c:v>
                </c:pt>
                <c:pt idx="319921">
                  <c:v>3471</c:v>
                </c:pt>
                <c:pt idx="319872">
                  <c:v>3472</c:v>
                </c:pt>
                <c:pt idx="319823">
                  <c:v>3473</c:v>
                </c:pt>
                <c:pt idx="319774">
                  <c:v>3474</c:v>
                </c:pt>
                <c:pt idx="319725">
                  <c:v>3475</c:v>
                </c:pt>
                <c:pt idx="319676">
                  <c:v>3476</c:v>
                </c:pt>
                <c:pt idx="319627">
                  <c:v>3477</c:v>
                </c:pt>
                <c:pt idx="319578">
                  <c:v>3478</c:v>
                </c:pt>
                <c:pt idx="319529">
                  <c:v>3479</c:v>
                </c:pt>
                <c:pt idx="319480">
                  <c:v>3480</c:v>
                </c:pt>
                <c:pt idx="319431">
                  <c:v>3481</c:v>
                </c:pt>
                <c:pt idx="319382">
                  <c:v>3482</c:v>
                </c:pt>
                <c:pt idx="319333">
                  <c:v>3483</c:v>
                </c:pt>
                <c:pt idx="319284">
                  <c:v>3484</c:v>
                </c:pt>
                <c:pt idx="319235">
                  <c:v>3485</c:v>
                </c:pt>
                <c:pt idx="319186">
                  <c:v>3486</c:v>
                </c:pt>
                <c:pt idx="319137">
                  <c:v>3487</c:v>
                </c:pt>
                <c:pt idx="319088">
                  <c:v>3488</c:v>
                </c:pt>
                <c:pt idx="319039">
                  <c:v>3489</c:v>
                </c:pt>
                <c:pt idx="318990">
                  <c:v>3490</c:v>
                </c:pt>
                <c:pt idx="318941">
                  <c:v>3491</c:v>
                </c:pt>
                <c:pt idx="318892">
                  <c:v>3492</c:v>
                </c:pt>
                <c:pt idx="318843">
                  <c:v>3493</c:v>
                </c:pt>
                <c:pt idx="318794">
                  <c:v>3494</c:v>
                </c:pt>
                <c:pt idx="318745">
                  <c:v>3495</c:v>
                </c:pt>
                <c:pt idx="318696">
                  <c:v>3496</c:v>
                </c:pt>
                <c:pt idx="318647">
                  <c:v>3497</c:v>
                </c:pt>
                <c:pt idx="318598">
                  <c:v>3498</c:v>
                </c:pt>
                <c:pt idx="318549">
                  <c:v>3499</c:v>
                </c:pt>
                <c:pt idx="318500">
                  <c:v>3500</c:v>
                </c:pt>
                <c:pt idx="318451">
                  <c:v>3501</c:v>
                </c:pt>
                <c:pt idx="318402">
                  <c:v>3502</c:v>
                </c:pt>
                <c:pt idx="318353">
                  <c:v>3503</c:v>
                </c:pt>
                <c:pt idx="318304">
                  <c:v>3504</c:v>
                </c:pt>
                <c:pt idx="318255">
                  <c:v>3505</c:v>
                </c:pt>
                <c:pt idx="318206">
                  <c:v>3506</c:v>
                </c:pt>
                <c:pt idx="318157">
                  <c:v>3507</c:v>
                </c:pt>
                <c:pt idx="318108">
                  <c:v>3508</c:v>
                </c:pt>
                <c:pt idx="318059">
                  <c:v>3509</c:v>
                </c:pt>
                <c:pt idx="318010">
                  <c:v>3510</c:v>
                </c:pt>
                <c:pt idx="317961">
                  <c:v>3511</c:v>
                </c:pt>
                <c:pt idx="317912">
                  <c:v>3512</c:v>
                </c:pt>
                <c:pt idx="317863">
                  <c:v>3513</c:v>
                </c:pt>
                <c:pt idx="317814">
                  <c:v>3514</c:v>
                </c:pt>
                <c:pt idx="317765">
                  <c:v>3515</c:v>
                </c:pt>
                <c:pt idx="317716">
                  <c:v>3516</c:v>
                </c:pt>
                <c:pt idx="317667">
                  <c:v>3517</c:v>
                </c:pt>
                <c:pt idx="317618">
                  <c:v>3518</c:v>
                </c:pt>
                <c:pt idx="317569">
                  <c:v>3519</c:v>
                </c:pt>
                <c:pt idx="317520">
                  <c:v>3520</c:v>
                </c:pt>
                <c:pt idx="317471">
                  <c:v>3521</c:v>
                </c:pt>
                <c:pt idx="317422">
                  <c:v>3522</c:v>
                </c:pt>
                <c:pt idx="317373">
                  <c:v>3523</c:v>
                </c:pt>
                <c:pt idx="317324">
                  <c:v>3524</c:v>
                </c:pt>
                <c:pt idx="317275">
                  <c:v>3525</c:v>
                </c:pt>
                <c:pt idx="317226">
                  <c:v>3526</c:v>
                </c:pt>
                <c:pt idx="317177">
                  <c:v>3527</c:v>
                </c:pt>
                <c:pt idx="317128">
                  <c:v>3528</c:v>
                </c:pt>
                <c:pt idx="317079">
                  <c:v>3529</c:v>
                </c:pt>
                <c:pt idx="317030">
                  <c:v>3530</c:v>
                </c:pt>
                <c:pt idx="316981">
                  <c:v>3531</c:v>
                </c:pt>
                <c:pt idx="316932">
                  <c:v>3532</c:v>
                </c:pt>
                <c:pt idx="316883">
                  <c:v>3533</c:v>
                </c:pt>
                <c:pt idx="316834">
                  <c:v>3534</c:v>
                </c:pt>
                <c:pt idx="316785">
                  <c:v>3535</c:v>
                </c:pt>
                <c:pt idx="316736">
                  <c:v>3536</c:v>
                </c:pt>
                <c:pt idx="316687">
                  <c:v>3537</c:v>
                </c:pt>
                <c:pt idx="316638">
                  <c:v>3538</c:v>
                </c:pt>
                <c:pt idx="316589">
                  <c:v>3539</c:v>
                </c:pt>
                <c:pt idx="316540">
                  <c:v>3540</c:v>
                </c:pt>
                <c:pt idx="316491">
                  <c:v>3541</c:v>
                </c:pt>
                <c:pt idx="316442">
                  <c:v>3542</c:v>
                </c:pt>
                <c:pt idx="316393">
                  <c:v>3543</c:v>
                </c:pt>
                <c:pt idx="316344">
                  <c:v>3544</c:v>
                </c:pt>
                <c:pt idx="316295">
                  <c:v>3545</c:v>
                </c:pt>
                <c:pt idx="316246">
                  <c:v>3546</c:v>
                </c:pt>
                <c:pt idx="316197">
                  <c:v>3547</c:v>
                </c:pt>
                <c:pt idx="316148">
                  <c:v>3548</c:v>
                </c:pt>
                <c:pt idx="316099">
                  <c:v>3549</c:v>
                </c:pt>
                <c:pt idx="316050">
                  <c:v>3550</c:v>
                </c:pt>
                <c:pt idx="316001">
                  <c:v>3551</c:v>
                </c:pt>
                <c:pt idx="315952">
                  <c:v>3552</c:v>
                </c:pt>
                <c:pt idx="315903">
                  <c:v>3553</c:v>
                </c:pt>
                <c:pt idx="315854">
                  <c:v>3554</c:v>
                </c:pt>
                <c:pt idx="315805">
                  <c:v>3555</c:v>
                </c:pt>
                <c:pt idx="315756">
                  <c:v>3556</c:v>
                </c:pt>
                <c:pt idx="315707">
                  <c:v>3557</c:v>
                </c:pt>
                <c:pt idx="315658">
                  <c:v>3558</c:v>
                </c:pt>
                <c:pt idx="315609">
                  <c:v>3559</c:v>
                </c:pt>
                <c:pt idx="315560">
                  <c:v>3560</c:v>
                </c:pt>
                <c:pt idx="315511">
                  <c:v>3561</c:v>
                </c:pt>
                <c:pt idx="315462">
                  <c:v>3562</c:v>
                </c:pt>
                <c:pt idx="315413">
                  <c:v>3563</c:v>
                </c:pt>
                <c:pt idx="315364">
                  <c:v>3564</c:v>
                </c:pt>
                <c:pt idx="315315">
                  <c:v>3565</c:v>
                </c:pt>
                <c:pt idx="315266">
                  <c:v>3566</c:v>
                </c:pt>
                <c:pt idx="315217">
                  <c:v>3567</c:v>
                </c:pt>
                <c:pt idx="315168">
                  <c:v>3568</c:v>
                </c:pt>
                <c:pt idx="315119">
                  <c:v>3569</c:v>
                </c:pt>
                <c:pt idx="315070">
                  <c:v>3570</c:v>
                </c:pt>
                <c:pt idx="315021">
                  <c:v>3571</c:v>
                </c:pt>
                <c:pt idx="314972">
                  <c:v>3572</c:v>
                </c:pt>
                <c:pt idx="314923">
                  <c:v>3573</c:v>
                </c:pt>
                <c:pt idx="314874">
                  <c:v>3574</c:v>
                </c:pt>
                <c:pt idx="314825">
                  <c:v>3575</c:v>
                </c:pt>
                <c:pt idx="314776">
                  <c:v>3576</c:v>
                </c:pt>
                <c:pt idx="314727">
                  <c:v>3577</c:v>
                </c:pt>
                <c:pt idx="314678">
                  <c:v>3578</c:v>
                </c:pt>
                <c:pt idx="314629">
                  <c:v>3579</c:v>
                </c:pt>
                <c:pt idx="314580">
                  <c:v>3580</c:v>
                </c:pt>
                <c:pt idx="314531">
                  <c:v>3581</c:v>
                </c:pt>
                <c:pt idx="314482">
                  <c:v>3582</c:v>
                </c:pt>
                <c:pt idx="314433">
                  <c:v>3583</c:v>
                </c:pt>
                <c:pt idx="314384">
                  <c:v>3584</c:v>
                </c:pt>
                <c:pt idx="314335">
                  <c:v>3585</c:v>
                </c:pt>
                <c:pt idx="314286">
                  <c:v>3586</c:v>
                </c:pt>
                <c:pt idx="314237">
                  <c:v>3587</c:v>
                </c:pt>
                <c:pt idx="314188">
                  <c:v>3588</c:v>
                </c:pt>
                <c:pt idx="314139">
                  <c:v>3589</c:v>
                </c:pt>
                <c:pt idx="314090">
                  <c:v>3590</c:v>
                </c:pt>
                <c:pt idx="314041">
                  <c:v>3591</c:v>
                </c:pt>
                <c:pt idx="313992">
                  <c:v>3592</c:v>
                </c:pt>
                <c:pt idx="313943">
                  <c:v>3593</c:v>
                </c:pt>
                <c:pt idx="313894">
                  <c:v>3594</c:v>
                </c:pt>
                <c:pt idx="313845">
                  <c:v>3595</c:v>
                </c:pt>
                <c:pt idx="313796">
                  <c:v>3596</c:v>
                </c:pt>
                <c:pt idx="313747">
                  <c:v>3597</c:v>
                </c:pt>
                <c:pt idx="313698">
                  <c:v>3598</c:v>
                </c:pt>
                <c:pt idx="313649">
                  <c:v>3599</c:v>
                </c:pt>
                <c:pt idx="313600">
                  <c:v>3600</c:v>
                </c:pt>
                <c:pt idx="313551">
                  <c:v>3601</c:v>
                </c:pt>
                <c:pt idx="313502">
                  <c:v>3602</c:v>
                </c:pt>
                <c:pt idx="313453">
                  <c:v>3603</c:v>
                </c:pt>
                <c:pt idx="313404">
                  <c:v>3604</c:v>
                </c:pt>
                <c:pt idx="313355">
                  <c:v>3605</c:v>
                </c:pt>
                <c:pt idx="313306">
                  <c:v>3606</c:v>
                </c:pt>
                <c:pt idx="313257">
                  <c:v>3607</c:v>
                </c:pt>
                <c:pt idx="313208">
                  <c:v>3608</c:v>
                </c:pt>
                <c:pt idx="313159">
                  <c:v>3609</c:v>
                </c:pt>
                <c:pt idx="313110">
                  <c:v>3610</c:v>
                </c:pt>
                <c:pt idx="313061">
                  <c:v>3611</c:v>
                </c:pt>
                <c:pt idx="313012">
                  <c:v>3612</c:v>
                </c:pt>
                <c:pt idx="312963">
                  <c:v>3613</c:v>
                </c:pt>
                <c:pt idx="312914">
                  <c:v>3614</c:v>
                </c:pt>
                <c:pt idx="312865">
                  <c:v>3615</c:v>
                </c:pt>
                <c:pt idx="312816">
                  <c:v>3616</c:v>
                </c:pt>
                <c:pt idx="312767">
                  <c:v>3617</c:v>
                </c:pt>
                <c:pt idx="312718">
                  <c:v>3618</c:v>
                </c:pt>
                <c:pt idx="312669">
                  <c:v>3619</c:v>
                </c:pt>
                <c:pt idx="312620">
                  <c:v>3620</c:v>
                </c:pt>
                <c:pt idx="312571">
                  <c:v>3621</c:v>
                </c:pt>
                <c:pt idx="312522">
                  <c:v>3622</c:v>
                </c:pt>
                <c:pt idx="312473">
                  <c:v>3623</c:v>
                </c:pt>
                <c:pt idx="312424">
                  <c:v>3624</c:v>
                </c:pt>
                <c:pt idx="312375">
                  <c:v>3625</c:v>
                </c:pt>
                <c:pt idx="312326">
                  <c:v>3626</c:v>
                </c:pt>
                <c:pt idx="312277">
                  <c:v>3627</c:v>
                </c:pt>
                <c:pt idx="312228">
                  <c:v>3628</c:v>
                </c:pt>
                <c:pt idx="312179">
                  <c:v>3629</c:v>
                </c:pt>
                <c:pt idx="312130">
                  <c:v>3630</c:v>
                </c:pt>
                <c:pt idx="312081">
                  <c:v>3631</c:v>
                </c:pt>
                <c:pt idx="312032">
                  <c:v>3632</c:v>
                </c:pt>
                <c:pt idx="311983">
                  <c:v>3633</c:v>
                </c:pt>
                <c:pt idx="311934">
                  <c:v>3634</c:v>
                </c:pt>
                <c:pt idx="311885">
                  <c:v>3635</c:v>
                </c:pt>
                <c:pt idx="311836">
                  <c:v>3636</c:v>
                </c:pt>
                <c:pt idx="311787">
                  <c:v>3637</c:v>
                </c:pt>
                <c:pt idx="311738">
                  <c:v>3638</c:v>
                </c:pt>
                <c:pt idx="311689">
                  <c:v>3639</c:v>
                </c:pt>
                <c:pt idx="311640">
                  <c:v>3640</c:v>
                </c:pt>
                <c:pt idx="311591">
                  <c:v>3641</c:v>
                </c:pt>
                <c:pt idx="311542">
                  <c:v>3642</c:v>
                </c:pt>
                <c:pt idx="311493">
                  <c:v>3643</c:v>
                </c:pt>
                <c:pt idx="311444">
                  <c:v>3644</c:v>
                </c:pt>
                <c:pt idx="311395">
                  <c:v>3645</c:v>
                </c:pt>
                <c:pt idx="311346">
                  <c:v>3646</c:v>
                </c:pt>
                <c:pt idx="311297">
                  <c:v>3647</c:v>
                </c:pt>
                <c:pt idx="311248">
                  <c:v>3648</c:v>
                </c:pt>
                <c:pt idx="311199">
                  <c:v>3649</c:v>
                </c:pt>
                <c:pt idx="311150">
                  <c:v>3650</c:v>
                </c:pt>
                <c:pt idx="311101">
                  <c:v>3651</c:v>
                </c:pt>
                <c:pt idx="311052">
                  <c:v>3652</c:v>
                </c:pt>
                <c:pt idx="311003">
                  <c:v>3653</c:v>
                </c:pt>
                <c:pt idx="310954">
                  <c:v>3654</c:v>
                </c:pt>
                <c:pt idx="310905">
                  <c:v>3655</c:v>
                </c:pt>
                <c:pt idx="310856">
                  <c:v>3656</c:v>
                </c:pt>
                <c:pt idx="310807">
                  <c:v>3657</c:v>
                </c:pt>
                <c:pt idx="310758">
                  <c:v>3658</c:v>
                </c:pt>
                <c:pt idx="310709">
                  <c:v>3659</c:v>
                </c:pt>
                <c:pt idx="310660">
                  <c:v>3660</c:v>
                </c:pt>
                <c:pt idx="310611">
                  <c:v>3661</c:v>
                </c:pt>
                <c:pt idx="310562">
                  <c:v>3662</c:v>
                </c:pt>
                <c:pt idx="310513">
                  <c:v>3663</c:v>
                </c:pt>
                <c:pt idx="310464">
                  <c:v>3664</c:v>
                </c:pt>
                <c:pt idx="310415">
                  <c:v>3665</c:v>
                </c:pt>
                <c:pt idx="310366">
                  <c:v>3666</c:v>
                </c:pt>
                <c:pt idx="310317">
                  <c:v>3667</c:v>
                </c:pt>
                <c:pt idx="310268">
                  <c:v>3668</c:v>
                </c:pt>
                <c:pt idx="310219">
                  <c:v>3669</c:v>
                </c:pt>
                <c:pt idx="310170">
                  <c:v>3670</c:v>
                </c:pt>
                <c:pt idx="310121">
                  <c:v>3671</c:v>
                </c:pt>
                <c:pt idx="310072">
                  <c:v>3672</c:v>
                </c:pt>
                <c:pt idx="310023">
                  <c:v>3673</c:v>
                </c:pt>
                <c:pt idx="309974">
                  <c:v>3674</c:v>
                </c:pt>
                <c:pt idx="309925">
                  <c:v>3675</c:v>
                </c:pt>
                <c:pt idx="309876">
                  <c:v>3676</c:v>
                </c:pt>
                <c:pt idx="309827">
                  <c:v>3677</c:v>
                </c:pt>
                <c:pt idx="309778">
                  <c:v>3678</c:v>
                </c:pt>
                <c:pt idx="309729">
                  <c:v>3679</c:v>
                </c:pt>
                <c:pt idx="309680">
                  <c:v>3680</c:v>
                </c:pt>
                <c:pt idx="309631">
                  <c:v>3681</c:v>
                </c:pt>
                <c:pt idx="309582">
                  <c:v>3682</c:v>
                </c:pt>
                <c:pt idx="309533">
                  <c:v>3683</c:v>
                </c:pt>
                <c:pt idx="309484">
                  <c:v>3684</c:v>
                </c:pt>
                <c:pt idx="309435">
                  <c:v>3685</c:v>
                </c:pt>
                <c:pt idx="309386">
                  <c:v>3686</c:v>
                </c:pt>
                <c:pt idx="309337">
                  <c:v>3687</c:v>
                </c:pt>
                <c:pt idx="309288">
                  <c:v>3688</c:v>
                </c:pt>
                <c:pt idx="309239">
                  <c:v>3689</c:v>
                </c:pt>
                <c:pt idx="309190">
                  <c:v>3690</c:v>
                </c:pt>
                <c:pt idx="309141">
                  <c:v>3691</c:v>
                </c:pt>
                <c:pt idx="309092">
                  <c:v>3692</c:v>
                </c:pt>
                <c:pt idx="309043">
                  <c:v>3693</c:v>
                </c:pt>
                <c:pt idx="308994">
                  <c:v>3694</c:v>
                </c:pt>
                <c:pt idx="308945">
                  <c:v>3695</c:v>
                </c:pt>
                <c:pt idx="308896">
                  <c:v>3696</c:v>
                </c:pt>
                <c:pt idx="308847">
                  <c:v>3697</c:v>
                </c:pt>
                <c:pt idx="308798">
                  <c:v>3698</c:v>
                </c:pt>
                <c:pt idx="308749">
                  <c:v>3699</c:v>
                </c:pt>
                <c:pt idx="308700">
                  <c:v>3700</c:v>
                </c:pt>
                <c:pt idx="308651">
                  <c:v>3701</c:v>
                </c:pt>
                <c:pt idx="308602">
                  <c:v>3702</c:v>
                </c:pt>
                <c:pt idx="308553">
                  <c:v>3703</c:v>
                </c:pt>
                <c:pt idx="308504">
                  <c:v>3704</c:v>
                </c:pt>
                <c:pt idx="308455">
                  <c:v>3705</c:v>
                </c:pt>
                <c:pt idx="308406">
                  <c:v>3706</c:v>
                </c:pt>
                <c:pt idx="308357">
                  <c:v>3707</c:v>
                </c:pt>
                <c:pt idx="308308">
                  <c:v>3708</c:v>
                </c:pt>
                <c:pt idx="308259">
                  <c:v>3709</c:v>
                </c:pt>
                <c:pt idx="308210">
                  <c:v>3710</c:v>
                </c:pt>
                <c:pt idx="308161">
                  <c:v>3711</c:v>
                </c:pt>
                <c:pt idx="308112">
                  <c:v>3712</c:v>
                </c:pt>
                <c:pt idx="308063">
                  <c:v>3713</c:v>
                </c:pt>
                <c:pt idx="308014">
                  <c:v>3714</c:v>
                </c:pt>
                <c:pt idx="307965">
                  <c:v>3715</c:v>
                </c:pt>
                <c:pt idx="307916">
                  <c:v>3716</c:v>
                </c:pt>
                <c:pt idx="307867">
                  <c:v>3717</c:v>
                </c:pt>
                <c:pt idx="307818">
                  <c:v>3718</c:v>
                </c:pt>
                <c:pt idx="307769">
                  <c:v>3719</c:v>
                </c:pt>
                <c:pt idx="307720">
                  <c:v>3720</c:v>
                </c:pt>
                <c:pt idx="307671">
                  <c:v>3721</c:v>
                </c:pt>
                <c:pt idx="307622">
                  <c:v>3722</c:v>
                </c:pt>
                <c:pt idx="307573">
                  <c:v>3723</c:v>
                </c:pt>
                <c:pt idx="307524">
                  <c:v>3724</c:v>
                </c:pt>
                <c:pt idx="307475">
                  <c:v>3725</c:v>
                </c:pt>
                <c:pt idx="307426">
                  <c:v>3726</c:v>
                </c:pt>
                <c:pt idx="307377">
                  <c:v>3727</c:v>
                </c:pt>
                <c:pt idx="307328">
                  <c:v>3728</c:v>
                </c:pt>
                <c:pt idx="307279">
                  <c:v>3729</c:v>
                </c:pt>
                <c:pt idx="307230">
                  <c:v>3730</c:v>
                </c:pt>
                <c:pt idx="307181">
                  <c:v>3731</c:v>
                </c:pt>
                <c:pt idx="307132">
                  <c:v>3732</c:v>
                </c:pt>
                <c:pt idx="307083">
                  <c:v>3733</c:v>
                </c:pt>
                <c:pt idx="307034">
                  <c:v>3734</c:v>
                </c:pt>
                <c:pt idx="306985">
                  <c:v>3735</c:v>
                </c:pt>
                <c:pt idx="306936">
                  <c:v>3736</c:v>
                </c:pt>
                <c:pt idx="306887">
                  <c:v>3737</c:v>
                </c:pt>
                <c:pt idx="306838">
                  <c:v>3738</c:v>
                </c:pt>
                <c:pt idx="306789">
                  <c:v>3739</c:v>
                </c:pt>
                <c:pt idx="306740">
                  <c:v>3740</c:v>
                </c:pt>
                <c:pt idx="306691">
                  <c:v>3741</c:v>
                </c:pt>
                <c:pt idx="306642">
                  <c:v>3742</c:v>
                </c:pt>
                <c:pt idx="306593">
                  <c:v>3743</c:v>
                </c:pt>
                <c:pt idx="306544">
                  <c:v>3744</c:v>
                </c:pt>
                <c:pt idx="306495">
                  <c:v>3745</c:v>
                </c:pt>
                <c:pt idx="306446">
                  <c:v>3746</c:v>
                </c:pt>
                <c:pt idx="306397">
                  <c:v>3747</c:v>
                </c:pt>
                <c:pt idx="306348">
                  <c:v>3748</c:v>
                </c:pt>
                <c:pt idx="306299">
                  <c:v>3749</c:v>
                </c:pt>
                <c:pt idx="306250">
                  <c:v>3750</c:v>
                </c:pt>
                <c:pt idx="306201">
                  <c:v>3751</c:v>
                </c:pt>
                <c:pt idx="306152">
                  <c:v>3752</c:v>
                </c:pt>
                <c:pt idx="306103">
                  <c:v>3753</c:v>
                </c:pt>
                <c:pt idx="306054">
                  <c:v>3754</c:v>
                </c:pt>
                <c:pt idx="306005">
                  <c:v>3755</c:v>
                </c:pt>
                <c:pt idx="305956">
                  <c:v>3756</c:v>
                </c:pt>
                <c:pt idx="305907">
                  <c:v>3757</c:v>
                </c:pt>
                <c:pt idx="305858">
                  <c:v>3758</c:v>
                </c:pt>
                <c:pt idx="305809">
                  <c:v>3759</c:v>
                </c:pt>
                <c:pt idx="305760">
                  <c:v>3760</c:v>
                </c:pt>
                <c:pt idx="305711">
                  <c:v>3761</c:v>
                </c:pt>
                <c:pt idx="305662">
                  <c:v>3762</c:v>
                </c:pt>
                <c:pt idx="305613">
                  <c:v>3763</c:v>
                </c:pt>
                <c:pt idx="305564">
                  <c:v>3764</c:v>
                </c:pt>
                <c:pt idx="305515">
                  <c:v>3765</c:v>
                </c:pt>
                <c:pt idx="305466">
                  <c:v>3766</c:v>
                </c:pt>
                <c:pt idx="305417">
                  <c:v>3767</c:v>
                </c:pt>
                <c:pt idx="305368">
                  <c:v>3768</c:v>
                </c:pt>
                <c:pt idx="305319">
                  <c:v>3769</c:v>
                </c:pt>
                <c:pt idx="305270">
                  <c:v>3770</c:v>
                </c:pt>
                <c:pt idx="305221">
                  <c:v>3771</c:v>
                </c:pt>
                <c:pt idx="305172">
                  <c:v>3772</c:v>
                </c:pt>
                <c:pt idx="305123">
                  <c:v>3773</c:v>
                </c:pt>
                <c:pt idx="305074">
                  <c:v>3774</c:v>
                </c:pt>
                <c:pt idx="305025">
                  <c:v>3775</c:v>
                </c:pt>
                <c:pt idx="304976">
                  <c:v>3776</c:v>
                </c:pt>
                <c:pt idx="304927">
                  <c:v>3777</c:v>
                </c:pt>
                <c:pt idx="304878">
                  <c:v>3778</c:v>
                </c:pt>
                <c:pt idx="304829">
                  <c:v>3779</c:v>
                </c:pt>
                <c:pt idx="304780">
                  <c:v>3780</c:v>
                </c:pt>
                <c:pt idx="304731">
                  <c:v>3781</c:v>
                </c:pt>
                <c:pt idx="304682">
                  <c:v>3782</c:v>
                </c:pt>
                <c:pt idx="304633">
                  <c:v>3783</c:v>
                </c:pt>
                <c:pt idx="304584">
                  <c:v>3784</c:v>
                </c:pt>
                <c:pt idx="304535">
                  <c:v>3785</c:v>
                </c:pt>
                <c:pt idx="304486">
                  <c:v>3786</c:v>
                </c:pt>
                <c:pt idx="304437">
                  <c:v>3787</c:v>
                </c:pt>
                <c:pt idx="304388">
                  <c:v>3788</c:v>
                </c:pt>
                <c:pt idx="304339">
                  <c:v>3789</c:v>
                </c:pt>
                <c:pt idx="304290">
                  <c:v>3790</c:v>
                </c:pt>
                <c:pt idx="304241">
                  <c:v>3791</c:v>
                </c:pt>
                <c:pt idx="304192">
                  <c:v>3792</c:v>
                </c:pt>
                <c:pt idx="304143">
                  <c:v>3793</c:v>
                </c:pt>
                <c:pt idx="304094">
                  <c:v>3794</c:v>
                </c:pt>
                <c:pt idx="304045">
                  <c:v>3795</c:v>
                </c:pt>
                <c:pt idx="303996">
                  <c:v>3796</c:v>
                </c:pt>
                <c:pt idx="303947">
                  <c:v>3797</c:v>
                </c:pt>
                <c:pt idx="303898">
                  <c:v>3798</c:v>
                </c:pt>
                <c:pt idx="303849">
                  <c:v>3799</c:v>
                </c:pt>
                <c:pt idx="303800">
                  <c:v>3800</c:v>
                </c:pt>
                <c:pt idx="303751">
                  <c:v>3801</c:v>
                </c:pt>
                <c:pt idx="303702">
                  <c:v>3802</c:v>
                </c:pt>
                <c:pt idx="303653">
                  <c:v>3803</c:v>
                </c:pt>
                <c:pt idx="303604">
                  <c:v>3804</c:v>
                </c:pt>
                <c:pt idx="303555">
                  <c:v>3805</c:v>
                </c:pt>
                <c:pt idx="303506">
                  <c:v>3806</c:v>
                </c:pt>
                <c:pt idx="303457">
                  <c:v>3807</c:v>
                </c:pt>
                <c:pt idx="303408">
                  <c:v>3808</c:v>
                </c:pt>
                <c:pt idx="303359">
                  <c:v>3809</c:v>
                </c:pt>
                <c:pt idx="303310">
                  <c:v>3810</c:v>
                </c:pt>
                <c:pt idx="303261">
                  <c:v>3811</c:v>
                </c:pt>
                <c:pt idx="303212">
                  <c:v>3812</c:v>
                </c:pt>
                <c:pt idx="303163">
                  <c:v>3813</c:v>
                </c:pt>
                <c:pt idx="303114">
                  <c:v>3814</c:v>
                </c:pt>
                <c:pt idx="303065">
                  <c:v>3815</c:v>
                </c:pt>
                <c:pt idx="303016">
                  <c:v>3816</c:v>
                </c:pt>
                <c:pt idx="302967">
                  <c:v>3817</c:v>
                </c:pt>
                <c:pt idx="302918">
                  <c:v>3818</c:v>
                </c:pt>
                <c:pt idx="302869">
                  <c:v>3819</c:v>
                </c:pt>
                <c:pt idx="302820">
                  <c:v>3820</c:v>
                </c:pt>
                <c:pt idx="302771">
                  <c:v>3821</c:v>
                </c:pt>
                <c:pt idx="302722">
                  <c:v>3822</c:v>
                </c:pt>
                <c:pt idx="302673">
                  <c:v>3823</c:v>
                </c:pt>
                <c:pt idx="302624">
                  <c:v>3824</c:v>
                </c:pt>
                <c:pt idx="302575">
                  <c:v>3825</c:v>
                </c:pt>
                <c:pt idx="302526">
                  <c:v>3826</c:v>
                </c:pt>
                <c:pt idx="302477">
                  <c:v>3827</c:v>
                </c:pt>
                <c:pt idx="302428">
                  <c:v>3828</c:v>
                </c:pt>
                <c:pt idx="302379">
                  <c:v>3829</c:v>
                </c:pt>
                <c:pt idx="302330">
                  <c:v>3830</c:v>
                </c:pt>
                <c:pt idx="302281">
                  <c:v>3831</c:v>
                </c:pt>
                <c:pt idx="302232">
                  <c:v>3832</c:v>
                </c:pt>
                <c:pt idx="302183">
                  <c:v>3833</c:v>
                </c:pt>
                <c:pt idx="302134">
                  <c:v>3834</c:v>
                </c:pt>
                <c:pt idx="302085">
                  <c:v>3835</c:v>
                </c:pt>
                <c:pt idx="302036">
                  <c:v>3836</c:v>
                </c:pt>
                <c:pt idx="301987">
                  <c:v>3837</c:v>
                </c:pt>
                <c:pt idx="301938">
                  <c:v>3838</c:v>
                </c:pt>
                <c:pt idx="301889">
                  <c:v>3839</c:v>
                </c:pt>
                <c:pt idx="301840">
                  <c:v>3840</c:v>
                </c:pt>
                <c:pt idx="301791">
                  <c:v>3841</c:v>
                </c:pt>
                <c:pt idx="301742">
                  <c:v>3842</c:v>
                </c:pt>
                <c:pt idx="301693">
                  <c:v>3843</c:v>
                </c:pt>
                <c:pt idx="301644">
                  <c:v>3844</c:v>
                </c:pt>
                <c:pt idx="301595">
                  <c:v>3845</c:v>
                </c:pt>
                <c:pt idx="301546">
                  <c:v>3846</c:v>
                </c:pt>
                <c:pt idx="301497">
                  <c:v>3847</c:v>
                </c:pt>
                <c:pt idx="301448">
                  <c:v>3848</c:v>
                </c:pt>
                <c:pt idx="301399">
                  <c:v>3849</c:v>
                </c:pt>
                <c:pt idx="301350">
                  <c:v>3850</c:v>
                </c:pt>
                <c:pt idx="301301">
                  <c:v>3851</c:v>
                </c:pt>
                <c:pt idx="301252">
                  <c:v>3852</c:v>
                </c:pt>
                <c:pt idx="301203">
                  <c:v>3853</c:v>
                </c:pt>
                <c:pt idx="301154">
                  <c:v>3854</c:v>
                </c:pt>
                <c:pt idx="301105">
                  <c:v>3855</c:v>
                </c:pt>
                <c:pt idx="301056">
                  <c:v>3856</c:v>
                </c:pt>
                <c:pt idx="301007">
                  <c:v>3857</c:v>
                </c:pt>
                <c:pt idx="300958">
                  <c:v>3858</c:v>
                </c:pt>
                <c:pt idx="300909">
                  <c:v>3859</c:v>
                </c:pt>
                <c:pt idx="300860">
                  <c:v>3860</c:v>
                </c:pt>
                <c:pt idx="300811">
                  <c:v>3861</c:v>
                </c:pt>
                <c:pt idx="300762">
                  <c:v>3862</c:v>
                </c:pt>
                <c:pt idx="300713">
                  <c:v>3863</c:v>
                </c:pt>
                <c:pt idx="300664">
                  <c:v>3864</c:v>
                </c:pt>
                <c:pt idx="300615">
                  <c:v>3865</c:v>
                </c:pt>
                <c:pt idx="300566">
                  <c:v>3866</c:v>
                </c:pt>
                <c:pt idx="300517">
                  <c:v>3867</c:v>
                </c:pt>
                <c:pt idx="300468">
                  <c:v>3868</c:v>
                </c:pt>
                <c:pt idx="300419">
                  <c:v>3869</c:v>
                </c:pt>
                <c:pt idx="300370">
                  <c:v>3870</c:v>
                </c:pt>
                <c:pt idx="300321">
                  <c:v>3871</c:v>
                </c:pt>
                <c:pt idx="300272">
                  <c:v>3872</c:v>
                </c:pt>
                <c:pt idx="300223">
                  <c:v>3873</c:v>
                </c:pt>
                <c:pt idx="300174">
                  <c:v>3874</c:v>
                </c:pt>
                <c:pt idx="300125">
                  <c:v>3875</c:v>
                </c:pt>
                <c:pt idx="300076">
                  <c:v>3876</c:v>
                </c:pt>
                <c:pt idx="300027">
                  <c:v>3877</c:v>
                </c:pt>
                <c:pt idx="299978">
                  <c:v>3878</c:v>
                </c:pt>
                <c:pt idx="299929">
                  <c:v>3879</c:v>
                </c:pt>
                <c:pt idx="299880">
                  <c:v>3880</c:v>
                </c:pt>
                <c:pt idx="299831">
                  <c:v>3881</c:v>
                </c:pt>
                <c:pt idx="299782">
                  <c:v>3882</c:v>
                </c:pt>
                <c:pt idx="299733">
                  <c:v>3883</c:v>
                </c:pt>
                <c:pt idx="299684">
                  <c:v>3884</c:v>
                </c:pt>
                <c:pt idx="299635">
                  <c:v>3885</c:v>
                </c:pt>
                <c:pt idx="299586">
                  <c:v>3886</c:v>
                </c:pt>
                <c:pt idx="299537">
                  <c:v>3887</c:v>
                </c:pt>
                <c:pt idx="299488">
                  <c:v>3888</c:v>
                </c:pt>
                <c:pt idx="299439">
                  <c:v>3889</c:v>
                </c:pt>
                <c:pt idx="299390">
                  <c:v>3890</c:v>
                </c:pt>
                <c:pt idx="299341">
                  <c:v>3891</c:v>
                </c:pt>
                <c:pt idx="299292">
                  <c:v>3892</c:v>
                </c:pt>
                <c:pt idx="299243">
                  <c:v>3893</c:v>
                </c:pt>
                <c:pt idx="299194">
                  <c:v>3894</c:v>
                </c:pt>
                <c:pt idx="299145">
                  <c:v>3895</c:v>
                </c:pt>
                <c:pt idx="299096">
                  <c:v>3896</c:v>
                </c:pt>
                <c:pt idx="299047">
                  <c:v>3897</c:v>
                </c:pt>
                <c:pt idx="298998">
                  <c:v>3898</c:v>
                </c:pt>
                <c:pt idx="298949">
                  <c:v>3899</c:v>
                </c:pt>
                <c:pt idx="298900">
                  <c:v>3900</c:v>
                </c:pt>
                <c:pt idx="298851">
                  <c:v>3901</c:v>
                </c:pt>
                <c:pt idx="298802">
                  <c:v>3902</c:v>
                </c:pt>
                <c:pt idx="298753">
                  <c:v>3903</c:v>
                </c:pt>
                <c:pt idx="298704">
                  <c:v>3904</c:v>
                </c:pt>
                <c:pt idx="298655">
                  <c:v>3905</c:v>
                </c:pt>
                <c:pt idx="298606">
                  <c:v>3906</c:v>
                </c:pt>
                <c:pt idx="298557">
                  <c:v>3907</c:v>
                </c:pt>
                <c:pt idx="298508">
                  <c:v>3908</c:v>
                </c:pt>
                <c:pt idx="298459">
                  <c:v>3909</c:v>
                </c:pt>
                <c:pt idx="298410">
                  <c:v>3910</c:v>
                </c:pt>
                <c:pt idx="298361">
                  <c:v>3911</c:v>
                </c:pt>
                <c:pt idx="298312">
                  <c:v>3912</c:v>
                </c:pt>
                <c:pt idx="298263">
                  <c:v>3913</c:v>
                </c:pt>
                <c:pt idx="298214">
                  <c:v>3914</c:v>
                </c:pt>
                <c:pt idx="298165">
                  <c:v>3915</c:v>
                </c:pt>
                <c:pt idx="298116">
                  <c:v>3916</c:v>
                </c:pt>
                <c:pt idx="298067">
                  <c:v>3917</c:v>
                </c:pt>
                <c:pt idx="298018">
                  <c:v>3918</c:v>
                </c:pt>
                <c:pt idx="297969">
                  <c:v>3919</c:v>
                </c:pt>
                <c:pt idx="297920">
                  <c:v>3920</c:v>
                </c:pt>
                <c:pt idx="297871">
                  <c:v>3921</c:v>
                </c:pt>
                <c:pt idx="297822">
                  <c:v>3922</c:v>
                </c:pt>
                <c:pt idx="297773">
                  <c:v>3923</c:v>
                </c:pt>
                <c:pt idx="297724">
                  <c:v>3924</c:v>
                </c:pt>
                <c:pt idx="297675">
                  <c:v>3925</c:v>
                </c:pt>
                <c:pt idx="297626">
                  <c:v>3926</c:v>
                </c:pt>
                <c:pt idx="297577">
                  <c:v>3927</c:v>
                </c:pt>
                <c:pt idx="297528">
                  <c:v>3928</c:v>
                </c:pt>
                <c:pt idx="297479">
                  <c:v>3929</c:v>
                </c:pt>
                <c:pt idx="297430">
                  <c:v>3930</c:v>
                </c:pt>
                <c:pt idx="297381">
                  <c:v>3931</c:v>
                </c:pt>
                <c:pt idx="297332">
                  <c:v>3932</c:v>
                </c:pt>
                <c:pt idx="297283">
                  <c:v>3933</c:v>
                </c:pt>
                <c:pt idx="297234">
                  <c:v>3934</c:v>
                </c:pt>
                <c:pt idx="297185">
                  <c:v>3935</c:v>
                </c:pt>
                <c:pt idx="297136">
                  <c:v>3936</c:v>
                </c:pt>
                <c:pt idx="297087">
                  <c:v>3937</c:v>
                </c:pt>
                <c:pt idx="297038">
                  <c:v>3938</c:v>
                </c:pt>
                <c:pt idx="296989">
                  <c:v>3939</c:v>
                </c:pt>
                <c:pt idx="296940">
                  <c:v>3940</c:v>
                </c:pt>
                <c:pt idx="296891">
                  <c:v>3941</c:v>
                </c:pt>
                <c:pt idx="296842">
                  <c:v>3942</c:v>
                </c:pt>
                <c:pt idx="296793">
                  <c:v>3943</c:v>
                </c:pt>
                <c:pt idx="296744">
                  <c:v>3944</c:v>
                </c:pt>
                <c:pt idx="296695">
                  <c:v>3945</c:v>
                </c:pt>
                <c:pt idx="296646">
                  <c:v>3946</c:v>
                </c:pt>
                <c:pt idx="296597">
                  <c:v>3947</c:v>
                </c:pt>
                <c:pt idx="296548">
                  <c:v>3948</c:v>
                </c:pt>
                <c:pt idx="296499">
                  <c:v>3949</c:v>
                </c:pt>
                <c:pt idx="296450">
                  <c:v>3950</c:v>
                </c:pt>
                <c:pt idx="296401">
                  <c:v>3951</c:v>
                </c:pt>
                <c:pt idx="296352">
                  <c:v>3952</c:v>
                </c:pt>
                <c:pt idx="296303">
                  <c:v>3953</c:v>
                </c:pt>
                <c:pt idx="296254">
                  <c:v>3954</c:v>
                </c:pt>
                <c:pt idx="296205">
                  <c:v>3955</c:v>
                </c:pt>
                <c:pt idx="296156">
                  <c:v>3956</c:v>
                </c:pt>
                <c:pt idx="296107">
                  <c:v>3957</c:v>
                </c:pt>
                <c:pt idx="296058">
                  <c:v>3958</c:v>
                </c:pt>
                <c:pt idx="296009">
                  <c:v>3959</c:v>
                </c:pt>
                <c:pt idx="295960">
                  <c:v>3960</c:v>
                </c:pt>
                <c:pt idx="295911">
                  <c:v>3961</c:v>
                </c:pt>
                <c:pt idx="295862">
                  <c:v>3962</c:v>
                </c:pt>
                <c:pt idx="295813">
                  <c:v>3963</c:v>
                </c:pt>
                <c:pt idx="295764">
                  <c:v>3964</c:v>
                </c:pt>
                <c:pt idx="295715">
                  <c:v>3965</c:v>
                </c:pt>
                <c:pt idx="295666">
                  <c:v>3966</c:v>
                </c:pt>
                <c:pt idx="295617">
                  <c:v>3967</c:v>
                </c:pt>
                <c:pt idx="295568">
                  <c:v>3968</c:v>
                </c:pt>
                <c:pt idx="295519">
                  <c:v>3969</c:v>
                </c:pt>
                <c:pt idx="295470">
                  <c:v>3970</c:v>
                </c:pt>
                <c:pt idx="295421">
                  <c:v>3971</c:v>
                </c:pt>
                <c:pt idx="295372">
                  <c:v>3972</c:v>
                </c:pt>
                <c:pt idx="295323">
                  <c:v>3973</c:v>
                </c:pt>
                <c:pt idx="295274">
                  <c:v>3974</c:v>
                </c:pt>
                <c:pt idx="295225">
                  <c:v>3975</c:v>
                </c:pt>
                <c:pt idx="295176">
                  <c:v>3976</c:v>
                </c:pt>
                <c:pt idx="295127">
                  <c:v>3977</c:v>
                </c:pt>
                <c:pt idx="295078">
                  <c:v>3978</c:v>
                </c:pt>
                <c:pt idx="295029">
                  <c:v>3979</c:v>
                </c:pt>
                <c:pt idx="294980">
                  <c:v>3980</c:v>
                </c:pt>
                <c:pt idx="294931">
                  <c:v>3981</c:v>
                </c:pt>
                <c:pt idx="294882">
                  <c:v>3982</c:v>
                </c:pt>
                <c:pt idx="294833">
                  <c:v>3983</c:v>
                </c:pt>
                <c:pt idx="294784">
                  <c:v>3984</c:v>
                </c:pt>
                <c:pt idx="294735">
                  <c:v>3985</c:v>
                </c:pt>
                <c:pt idx="294686">
                  <c:v>3986</c:v>
                </c:pt>
                <c:pt idx="294637">
                  <c:v>3987</c:v>
                </c:pt>
                <c:pt idx="294588">
                  <c:v>3988</c:v>
                </c:pt>
                <c:pt idx="294539">
                  <c:v>3989</c:v>
                </c:pt>
                <c:pt idx="294490">
                  <c:v>3990</c:v>
                </c:pt>
                <c:pt idx="294441">
                  <c:v>3991</c:v>
                </c:pt>
                <c:pt idx="294392">
                  <c:v>3992</c:v>
                </c:pt>
                <c:pt idx="294343">
                  <c:v>3993</c:v>
                </c:pt>
                <c:pt idx="294294">
                  <c:v>3994</c:v>
                </c:pt>
                <c:pt idx="294245">
                  <c:v>3995</c:v>
                </c:pt>
                <c:pt idx="294196">
                  <c:v>3996</c:v>
                </c:pt>
                <c:pt idx="294147">
                  <c:v>3997</c:v>
                </c:pt>
                <c:pt idx="294098">
                  <c:v>3998</c:v>
                </c:pt>
                <c:pt idx="294049">
                  <c:v>3999</c:v>
                </c:pt>
                <c:pt idx="294000">
                  <c:v>4000</c:v>
                </c:pt>
                <c:pt idx="293951">
                  <c:v>4001</c:v>
                </c:pt>
                <c:pt idx="293902">
                  <c:v>4002</c:v>
                </c:pt>
                <c:pt idx="293853">
                  <c:v>4003</c:v>
                </c:pt>
                <c:pt idx="293804">
                  <c:v>4004</c:v>
                </c:pt>
                <c:pt idx="293755">
                  <c:v>4005</c:v>
                </c:pt>
                <c:pt idx="293706">
                  <c:v>4006</c:v>
                </c:pt>
                <c:pt idx="293657">
                  <c:v>4007</c:v>
                </c:pt>
                <c:pt idx="293608">
                  <c:v>4008</c:v>
                </c:pt>
                <c:pt idx="293559">
                  <c:v>4009</c:v>
                </c:pt>
                <c:pt idx="293510">
                  <c:v>4010</c:v>
                </c:pt>
                <c:pt idx="293461">
                  <c:v>4011</c:v>
                </c:pt>
                <c:pt idx="293412">
                  <c:v>4012</c:v>
                </c:pt>
                <c:pt idx="293363">
                  <c:v>4013</c:v>
                </c:pt>
                <c:pt idx="293314">
                  <c:v>4014</c:v>
                </c:pt>
                <c:pt idx="293265">
                  <c:v>4015</c:v>
                </c:pt>
                <c:pt idx="293216">
                  <c:v>4016</c:v>
                </c:pt>
                <c:pt idx="293167">
                  <c:v>4017</c:v>
                </c:pt>
                <c:pt idx="293118">
                  <c:v>4018</c:v>
                </c:pt>
                <c:pt idx="293069">
                  <c:v>4019</c:v>
                </c:pt>
                <c:pt idx="293020">
                  <c:v>4020</c:v>
                </c:pt>
                <c:pt idx="292971">
                  <c:v>4021</c:v>
                </c:pt>
                <c:pt idx="292922">
                  <c:v>4022</c:v>
                </c:pt>
                <c:pt idx="292873">
                  <c:v>4023</c:v>
                </c:pt>
                <c:pt idx="292824">
                  <c:v>4024</c:v>
                </c:pt>
                <c:pt idx="292775">
                  <c:v>4025</c:v>
                </c:pt>
                <c:pt idx="292726">
                  <c:v>4026</c:v>
                </c:pt>
                <c:pt idx="292677">
                  <c:v>4027</c:v>
                </c:pt>
                <c:pt idx="292628">
                  <c:v>4028</c:v>
                </c:pt>
                <c:pt idx="292579">
                  <c:v>4029</c:v>
                </c:pt>
                <c:pt idx="292530">
                  <c:v>4030</c:v>
                </c:pt>
                <c:pt idx="292481">
                  <c:v>4031</c:v>
                </c:pt>
                <c:pt idx="292432">
                  <c:v>4032</c:v>
                </c:pt>
                <c:pt idx="292383">
                  <c:v>4033</c:v>
                </c:pt>
                <c:pt idx="292334">
                  <c:v>4034</c:v>
                </c:pt>
                <c:pt idx="292285">
                  <c:v>4035</c:v>
                </c:pt>
                <c:pt idx="292236">
                  <c:v>4036</c:v>
                </c:pt>
                <c:pt idx="292187">
                  <c:v>4037</c:v>
                </c:pt>
                <c:pt idx="292138">
                  <c:v>4038</c:v>
                </c:pt>
                <c:pt idx="292089">
                  <c:v>4039</c:v>
                </c:pt>
                <c:pt idx="292040">
                  <c:v>4040</c:v>
                </c:pt>
                <c:pt idx="291991">
                  <c:v>4041</c:v>
                </c:pt>
                <c:pt idx="291942">
                  <c:v>4042</c:v>
                </c:pt>
                <c:pt idx="291893">
                  <c:v>4043</c:v>
                </c:pt>
                <c:pt idx="291844">
                  <c:v>4044</c:v>
                </c:pt>
                <c:pt idx="291795">
                  <c:v>4045</c:v>
                </c:pt>
                <c:pt idx="291746">
                  <c:v>4046</c:v>
                </c:pt>
                <c:pt idx="291697">
                  <c:v>4047</c:v>
                </c:pt>
                <c:pt idx="291648">
                  <c:v>4048</c:v>
                </c:pt>
                <c:pt idx="291599">
                  <c:v>4049</c:v>
                </c:pt>
                <c:pt idx="291550">
                  <c:v>4050</c:v>
                </c:pt>
                <c:pt idx="291501">
                  <c:v>4051</c:v>
                </c:pt>
                <c:pt idx="291452">
                  <c:v>4052</c:v>
                </c:pt>
                <c:pt idx="291403">
                  <c:v>4053</c:v>
                </c:pt>
                <c:pt idx="291354">
                  <c:v>4054</c:v>
                </c:pt>
                <c:pt idx="291305">
                  <c:v>4055</c:v>
                </c:pt>
                <c:pt idx="291256">
                  <c:v>4056</c:v>
                </c:pt>
                <c:pt idx="291207">
                  <c:v>4057</c:v>
                </c:pt>
                <c:pt idx="291158">
                  <c:v>4058</c:v>
                </c:pt>
                <c:pt idx="291109">
                  <c:v>4059</c:v>
                </c:pt>
                <c:pt idx="291060">
                  <c:v>4060</c:v>
                </c:pt>
                <c:pt idx="291011">
                  <c:v>4061</c:v>
                </c:pt>
                <c:pt idx="290962">
                  <c:v>4062</c:v>
                </c:pt>
                <c:pt idx="290913">
                  <c:v>4063</c:v>
                </c:pt>
                <c:pt idx="290864">
                  <c:v>4064</c:v>
                </c:pt>
                <c:pt idx="290815">
                  <c:v>4065</c:v>
                </c:pt>
                <c:pt idx="290766">
                  <c:v>4066</c:v>
                </c:pt>
                <c:pt idx="290717">
                  <c:v>4067</c:v>
                </c:pt>
                <c:pt idx="290668">
                  <c:v>4068</c:v>
                </c:pt>
                <c:pt idx="290619">
                  <c:v>4069</c:v>
                </c:pt>
                <c:pt idx="290570">
                  <c:v>4070</c:v>
                </c:pt>
                <c:pt idx="290521">
                  <c:v>4071</c:v>
                </c:pt>
                <c:pt idx="290472">
                  <c:v>4072</c:v>
                </c:pt>
                <c:pt idx="290423">
                  <c:v>4073</c:v>
                </c:pt>
                <c:pt idx="290374">
                  <c:v>4074</c:v>
                </c:pt>
                <c:pt idx="290325">
                  <c:v>4075</c:v>
                </c:pt>
                <c:pt idx="290276">
                  <c:v>4076</c:v>
                </c:pt>
                <c:pt idx="290227">
                  <c:v>4077</c:v>
                </c:pt>
                <c:pt idx="290178">
                  <c:v>4078</c:v>
                </c:pt>
                <c:pt idx="290129">
                  <c:v>4079</c:v>
                </c:pt>
                <c:pt idx="290080">
                  <c:v>4080</c:v>
                </c:pt>
                <c:pt idx="290031">
                  <c:v>4081</c:v>
                </c:pt>
                <c:pt idx="289982">
                  <c:v>4082</c:v>
                </c:pt>
                <c:pt idx="289933">
                  <c:v>4083</c:v>
                </c:pt>
                <c:pt idx="289884">
                  <c:v>4084</c:v>
                </c:pt>
                <c:pt idx="289835">
                  <c:v>4085</c:v>
                </c:pt>
                <c:pt idx="289786">
                  <c:v>4086</c:v>
                </c:pt>
                <c:pt idx="289737">
                  <c:v>4087</c:v>
                </c:pt>
                <c:pt idx="289688">
                  <c:v>4088</c:v>
                </c:pt>
                <c:pt idx="289639">
                  <c:v>4089</c:v>
                </c:pt>
                <c:pt idx="289590">
                  <c:v>4090</c:v>
                </c:pt>
                <c:pt idx="289541">
                  <c:v>4091</c:v>
                </c:pt>
                <c:pt idx="289492">
                  <c:v>4092</c:v>
                </c:pt>
                <c:pt idx="289443">
                  <c:v>4093</c:v>
                </c:pt>
                <c:pt idx="289394">
                  <c:v>4094</c:v>
                </c:pt>
                <c:pt idx="289345">
                  <c:v>4095</c:v>
                </c:pt>
                <c:pt idx="289296">
                  <c:v>4096</c:v>
                </c:pt>
                <c:pt idx="289247">
                  <c:v>4097</c:v>
                </c:pt>
                <c:pt idx="289198">
                  <c:v>4098</c:v>
                </c:pt>
                <c:pt idx="289149">
                  <c:v>4099</c:v>
                </c:pt>
                <c:pt idx="289100">
                  <c:v>4100</c:v>
                </c:pt>
                <c:pt idx="289051">
                  <c:v>4101</c:v>
                </c:pt>
                <c:pt idx="289002">
                  <c:v>4102</c:v>
                </c:pt>
                <c:pt idx="288953">
                  <c:v>4103</c:v>
                </c:pt>
                <c:pt idx="288904">
                  <c:v>4104</c:v>
                </c:pt>
                <c:pt idx="288855">
                  <c:v>4105</c:v>
                </c:pt>
                <c:pt idx="288806">
                  <c:v>4106</c:v>
                </c:pt>
                <c:pt idx="288757">
                  <c:v>4107</c:v>
                </c:pt>
                <c:pt idx="288708">
                  <c:v>4108</c:v>
                </c:pt>
                <c:pt idx="288659">
                  <c:v>4109</c:v>
                </c:pt>
                <c:pt idx="288610">
                  <c:v>4110</c:v>
                </c:pt>
                <c:pt idx="288561">
                  <c:v>4111</c:v>
                </c:pt>
                <c:pt idx="288512">
                  <c:v>4112</c:v>
                </c:pt>
                <c:pt idx="288463">
                  <c:v>4113</c:v>
                </c:pt>
                <c:pt idx="288414">
                  <c:v>4114</c:v>
                </c:pt>
                <c:pt idx="288365">
                  <c:v>4115</c:v>
                </c:pt>
                <c:pt idx="288316">
                  <c:v>4116</c:v>
                </c:pt>
                <c:pt idx="288267">
                  <c:v>4117</c:v>
                </c:pt>
                <c:pt idx="288218">
                  <c:v>4118</c:v>
                </c:pt>
                <c:pt idx="288169">
                  <c:v>4119</c:v>
                </c:pt>
                <c:pt idx="288120">
                  <c:v>4120</c:v>
                </c:pt>
                <c:pt idx="288071">
                  <c:v>4121</c:v>
                </c:pt>
                <c:pt idx="288022">
                  <c:v>4122</c:v>
                </c:pt>
                <c:pt idx="287973">
                  <c:v>4123</c:v>
                </c:pt>
                <c:pt idx="287924">
                  <c:v>4124</c:v>
                </c:pt>
                <c:pt idx="287875">
                  <c:v>4125</c:v>
                </c:pt>
                <c:pt idx="287826">
                  <c:v>4126</c:v>
                </c:pt>
                <c:pt idx="287777">
                  <c:v>4127</c:v>
                </c:pt>
                <c:pt idx="287728">
                  <c:v>4128</c:v>
                </c:pt>
                <c:pt idx="287679">
                  <c:v>4129</c:v>
                </c:pt>
                <c:pt idx="287630">
                  <c:v>4130</c:v>
                </c:pt>
                <c:pt idx="287581">
                  <c:v>4131</c:v>
                </c:pt>
                <c:pt idx="287532">
                  <c:v>4132</c:v>
                </c:pt>
                <c:pt idx="287483">
                  <c:v>4133</c:v>
                </c:pt>
                <c:pt idx="287434">
                  <c:v>4134</c:v>
                </c:pt>
                <c:pt idx="287385">
                  <c:v>4135</c:v>
                </c:pt>
                <c:pt idx="287336">
                  <c:v>4136</c:v>
                </c:pt>
                <c:pt idx="287287">
                  <c:v>4137</c:v>
                </c:pt>
                <c:pt idx="287238">
                  <c:v>4138</c:v>
                </c:pt>
                <c:pt idx="287189">
                  <c:v>4139</c:v>
                </c:pt>
                <c:pt idx="287140">
                  <c:v>4140</c:v>
                </c:pt>
                <c:pt idx="287091">
                  <c:v>4141</c:v>
                </c:pt>
                <c:pt idx="287042">
                  <c:v>4142</c:v>
                </c:pt>
                <c:pt idx="286993">
                  <c:v>4143</c:v>
                </c:pt>
                <c:pt idx="286944">
                  <c:v>4144</c:v>
                </c:pt>
                <c:pt idx="286895">
                  <c:v>4145</c:v>
                </c:pt>
                <c:pt idx="286846">
                  <c:v>4146</c:v>
                </c:pt>
                <c:pt idx="286797">
                  <c:v>4147</c:v>
                </c:pt>
                <c:pt idx="286748">
                  <c:v>4148</c:v>
                </c:pt>
                <c:pt idx="286699">
                  <c:v>4149</c:v>
                </c:pt>
                <c:pt idx="286650">
                  <c:v>4150</c:v>
                </c:pt>
                <c:pt idx="286601">
                  <c:v>4151</c:v>
                </c:pt>
                <c:pt idx="286552">
                  <c:v>4152</c:v>
                </c:pt>
                <c:pt idx="286503">
                  <c:v>4153</c:v>
                </c:pt>
                <c:pt idx="286454">
                  <c:v>4154</c:v>
                </c:pt>
                <c:pt idx="286405">
                  <c:v>4155</c:v>
                </c:pt>
                <c:pt idx="286356">
                  <c:v>4156</c:v>
                </c:pt>
                <c:pt idx="286307">
                  <c:v>4157</c:v>
                </c:pt>
                <c:pt idx="286258">
                  <c:v>4158</c:v>
                </c:pt>
                <c:pt idx="286209">
                  <c:v>4159</c:v>
                </c:pt>
                <c:pt idx="286160">
                  <c:v>4160</c:v>
                </c:pt>
                <c:pt idx="286111">
                  <c:v>4161</c:v>
                </c:pt>
                <c:pt idx="286062">
                  <c:v>4162</c:v>
                </c:pt>
                <c:pt idx="286013">
                  <c:v>4163</c:v>
                </c:pt>
                <c:pt idx="285964">
                  <c:v>4164</c:v>
                </c:pt>
                <c:pt idx="285915">
                  <c:v>4165</c:v>
                </c:pt>
                <c:pt idx="285866">
                  <c:v>4166</c:v>
                </c:pt>
                <c:pt idx="285817">
                  <c:v>4167</c:v>
                </c:pt>
                <c:pt idx="285768">
                  <c:v>4168</c:v>
                </c:pt>
                <c:pt idx="285719">
                  <c:v>4169</c:v>
                </c:pt>
                <c:pt idx="285670">
                  <c:v>4170</c:v>
                </c:pt>
                <c:pt idx="285621">
                  <c:v>4171</c:v>
                </c:pt>
                <c:pt idx="285572">
                  <c:v>4172</c:v>
                </c:pt>
                <c:pt idx="285523">
                  <c:v>4173</c:v>
                </c:pt>
                <c:pt idx="285474">
                  <c:v>4174</c:v>
                </c:pt>
                <c:pt idx="285425">
                  <c:v>4175</c:v>
                </c:pt>
                <c:pt idx="285376">
                  <c:v>4176</c:v>
                </c:pt>
                <c:pt idx="285327">
                  <c:v>4177</c:v>
                </c:pt>
                <c:pt idx="285278">
                  <c:v>4178</c:v>
                </c:pt>
                <c:pt idx="285229">
                  <c:v>4179</c:v>
                </c:pt>
                <c:pt idx="285180">
                  <c:v>4180</c:v>
                </c:pt>
                <c:pt idx="285131">
                  <c:v>4181</c:v>
                </c:pt>
                <c:pt idx="285082">
                  <c:v>4182</c:v>
                </c:pt>
                <c:pt idx="285033">
                  <c:v>4183</c:v>
                </c:pt>
                <c:pt idx="284984">
                  <c:v>4184</c:v>
                </c:pt>
                <c:pt idx="284935">
                  <c:v>4185</c:v>
                </c:pt>
                <c:pt idx="284886">
                  <c:v>4186</c:v>
                </c:pt>
                <c:pt idx="284837">
                  <c:v>4187</c:v>
                </c:pt>
                <c:pt idx="284788">
                  <c:v>4188</c:v>
                </c:pt>
                <c:pt idx="284739">
                  <c:v>4189</c:v>
                </c:pt>
                <c:pt idx="284690">
                  <c:v>4190</c:v>
                </c:pt>
                <c:pt idx="284641">
                  <c:v>4191</c:v>
                </c:pt>
                <c:pt idx="284592">
                  <c:v>4192</c:v>
                </c:pt>
                <c:pt idx="284543">
                  <c:v>4193</c:v>
                </c:pt>
                <c:pt idx="284494">
                  <c:v>4194</c:v>
                </c:pt>
                <c:pt idx="284445">
                  <c:v>4195</c:v>
                </c:pt>
                <c:pt idx="284396">
                  <c:v>4196</c:v>
                </c:pt>
                <c:pt idx="284347">
                  <c:v>4197</c:v>
                </c:pt>
                <c:pt idx="284298">
                  <c:v>4198</c:v>
                </c:pt>
                <c:pt idx="284249">
                  <c:v>4199</c:v>
                </c:pt>
                <c:pt idx="284200">
                  <c:v>4200</c:v>
                </c:pt>
                <c:pt idx="284151">
                  <c:v>4201</c:v>
                </c:pt>
                <c:pt idx="284102">
                  <c:v>4202</c:v>
                </c:pt>
                <c:pt idx="284053">
                  <c:v>4203</c:v>
                </c:pt>
                <c:pt idx="284004">
                  <c:v>4204</c:v>
                </c:pt>
                <c:pt idx="283955">
                  <c:v>4205</c:v>
                </c:pt>
                <c:pt idx="283906">
                  <c:v>4206</c:v>
                </c:pt>
                <c:pt idx="283857">
                  <c:v>4207</c:v>
                </c:pt>
                <c:pt idx="283808">
                  <c:v>4208</c:v>
                </c:pt>
                <c:pt idx="283759">
                  <c:v>4209</c:v>
                </c:pt>
                <c:pt idx="283710">
                  <c:v>4210</c:v>
                </c:pt>
                <c:pt idx="283661">
                  <c:v>4211</c:v>
                </c:pt>
                <c:pt idx="283612">
                  <c:v>4212</c:v>
                </c:pt>
                <c:pt idx="283563">
                  <c:v>4213</c:v>
                </c:pt>
                <c:pt idx="283514">
                  <c:v>4214</c:v>
                </c:pt>
                <c:pt idx="283465">
                  <c:v>4215</c:v>
                </c:pt>
                <c:pt idx="283416">
                  <c:v>4216</c:v>
                </c:pt>
                <c:pt idx="283367">
                  <c:v>4217</c:v>
                </c:pt>
                <c:pt idx="283318">
                  <c:v>4218</c:v>
                </c:pt>
                <c:pt idx="283269">
                  <c:v>4219</c:v>
                </c:pt>
                <c:pt idx="283220">
                  <c:v>4220</c:v>
                </c:pt>
                <c:pt idx="283171">
                  <c:v>4221</c:v>
                </c:pt>
                <c:pt idx="283122">
                  <c:v>4222</c:v>
                </c:pt>
                <c:pt idx="283073">
                  <c:v>4223</c:v>
                </c:pt>
                <c:pt idx="283024">
                  <c:v>4224</c:v>
                </c:pt>
                <c:pt idx="282975">
                  <c:v>4225</c:v>
                </c:pt>
                <c:pt idx="282926">
                  <c:v>4226</c:v>
                </c:pt>
                <c:pt idx="282877">
                  <c:v>4227</c:v>
                </c:pt>
                <c:pt idx="282828">
                  <c:v>4228</c:v>
                </c:pt>
                <c:pt idx="282779">
                  <c:v>4229</c:v>
                </c:pt>
                <c:pt idx="282730">
                  <c:v>4230</c:v>
                </c:pt>
                <c:pt idx="282681">
                  <c:v>4231</c:v>
                </c:pt>
                <c:pt idx="282632">
                  <c:v>4232</c:v>
                </c:pt>
                <c:pt idx="282583">
                  <c:v>4233</c:v>
                </c:pt>
                <c:pt idx="282534">
                  <c:v>4234</c:v>
                </c:pt>
                <c:pt idx="282485">
                  <c:v>4235</c:v>
                </c:pt>
                <c:pt idx="282436">
                  <c:v>4236</c:v>
                </c:pt>
                <c:pt idx="282387">
                  <c:v>4237</c:v>
                </c:pt>
                <c:pt idx="282338">
                  <c:v>4238</c:v>
                </c:pt>
                <c:pt idx="282289">
                  <c:v>4239</c:v>
                </c:pt>
                <c:pt idx="282240">
                  <c:v>4240</c:v>
                </c:pt>
                <c:pt idx="282191">
                  <c:v>4241</c:v>
                </c:pt>
                <c:pt idx="282142">
                  <c:v>4242</c:v>
                </c:pt>
                <c:pt idx="282093">
                  <c:v>4243</c:v>
                </c:pt>
                <c:pt idx="282044">
                  <c:v>4244</c:v>
                </c:pt>
                <c:pt idx="281995">
                  <c:v>4245</c:v>
                </c:pt>
                <c:pt idx="281946">
                  <c:v>4246</c:v>
                </c:pt>
                <c:pt idx="281897">
                  <c:v>4247</c:v>
                </c:pt>
                <c:pt idx="281848">
                  <c:v>4248</c:v>
                </c:pt>
                <c:pt idx="281799">
                  <c:v>4249</c:v>
                </c:pt>
                <c:pt idx="281750">
                  <c:v>4250</c:v>
                </c:pt>
                <c:pt idx="281701">
                  <c:v>4251</c:v>
                </c:pt>
                <c:pt idx="281652">
                  <c:v>4252</c:v>
                </c:pt>
                <c:pt idx="281603">
                  <c:v>4253</c:v>
                </c:pt>
                <c:pt idx="281554">
                  <c:v>4254</c:v>
                </c:pt>
                <c:pt idx="281505">
                  <c:v>4255</c:v>
                </c:pt>
                <c:pt idx="281456">
                  <c:v>4256</c:v>
                </c:pt>
                <c:pt idx="281407">
                  <c:v>4257</c:v>
                </c:pt>
                <c:pt idx="281358">
                  <c:v>4258</c:v>
                </c:pt>
                <c:pt idx="281309">
                  <c:v>4259</c:v>
                </c:pt>
                <c:pt idx="281260">
                  <c:v>4260</c:v>
                </c:pt>
                <c:pt idx="281211">
                  <c:v>4261</c:v>
                </c:pt>
                <c:pt idx="281162">
                  <c:v>4262</c:v>
                </c:pt>
                <c:pt idx="281113">
                  <c:v>4263</c:v>
                </c:pt>
                <c:pt idx="281064">
                  <c:v>4264</c:v>
                </c:pt>
                <c:pt idx="281015">
                  <c:v>4265</c:v>
                </c:pt>
                <c:pt idx="280966">
                  <c:v>4266</c:v>
                </c:pt>
                <c:pt idx="280917">
                  <c:v>4267</c:v>
                </c:pt>
                <c:pt idx="280868">
                  <c:v>4268</c:v>
                </c:pt>
                <c:pt idx="280819">
                  <c:v>4269</c:v>
                </c:pt>
                <c:pt idx="280770">
                  <c:v>4270</c:v>
                </c:pt>
                <c:pt idx="280721">
                  <c:v>4271</c:v>
                </c:pt>
                <c:pt idx="280672">
                  <c:v>4272</c:v>
                </c:pt>
                <c:pt idx="280623">
                  <c:v>4273</c:v>
                </c:pt>
                <c:pt idx="280574">
                  <c:v>4274</c:v>
                </c:pt>
                <c:pt idx="280525">
                  <c:v>4275</c:v>
                </c:pt>
                <c:pt idx="280476">
                  <c:v>4276</c:v>
                </c:pt>
                <c:pt idx="280427">
                  <c:v>4277</c:v>
                </c:pt>
                <c:pt idx="280378">
                  <c:v>4278</c:v>
                </c:pt>
                <c:pt idx="280329">
                  <c:v>4279</c:v>
                </c:pt>
                <c:pt idx="280280">
                  <c:v>4280</c:v>
                </c:pt>
                <c:pt idx="280231">
                  <c:v>4281</c:v>
                </c:pt>
                <c:pt idx="280182">
                  <c:v>4282</c:v>
                </c:pt>
                <c:pt idx="280133">
                  <c:v>4283</c:v>
                </c:pt>
                <c:pt idx="280084">
                  <c:v>4284</c:v>
                </c:pt>
                <c:pt idx="280035">
                  <c:v>4285</c:v>
                </c:pt>
                <c:pt idx="279986">
                  <c:v>4286</c:v>
                </c:pt>
                <c:pt idx="279937">
                  <c:v>4287</c:v>
                </c:pt>
                <c:pt idx="279888">
                  <c:v>4288</c:v>
                </c:pt>
                <c:pt idx="279839">
                  <c:v>4289</c:v>
                </c:pt>
                <c:pt idx="279790">
                  <c:v>4290</c:v>
                </c:pt>
                <c:pt idx="279741">
                  <c:v>4291</c:v>
                </c:pt>
                <c:pt idx="279692">
                  <c:v>4292</c:v>
                </c:pt>
                <c:pt idx="279643">
                  <c:v>4293</c:v>
                </c:pt>
                <c:pt idx="279594">
                  <c:v>4294</c:v>
                </c:pt>
                <c:pt idx="279545">
                  <c:v>4295</c:v>
                </c:pt>
                <c:pt idx="279496">
                  <c:v>4296</c:v>
                </c:pt>
                <c:pt idx="279447">
                  <c:v>4297</c:v>
                </c:pt>
                <c:pt idx="279398">
                  <c:v>4298</c:v>
                </c:pt>
                <c:pt idx="279349">
                  <c:v>4299</c:v>
                </c:pt>
                <c:pt idx="279300">
                  <c:v>4300</c:v>
                </c:pt>
                <c:pt idx="279251">
                  <c:v>4301</c:v>
                </c:pt>
                <c:pt idx="279202">
                  <c:v>4302</c:v>
                </c:pt>
                <c:pt idx="279153">
                  <c:v>4303</c:v>
                </c:pt>
                <c:pt idx="279104">
                  <c:v>4304</c:v>
                </c:pt>
                <c:pt idx="279055">
                  <c:v>4305</c:v>
                </c:pt>
                <c:pt idx="279006">
                  <c:v>4306</c:v>
                </c:pt>
                <c:pt idx="278957">
                  <c:v>4307</c:v>
                </c:pt>
                <c:pt idx="278908">
                  <c:v>4308</c:v>
                </c:pt>
                <c:pt idx="278859">
                  <c:v>4309</c:v>
                </c:pt>
                <c:pt idx="278810">
                  <c:v>4310</c:v>
                </c:pt>
                <c:pt idx="278761">
                  <c:v>4311</c:v>
                </c:pt>
                <c:pt idx="278712">
                  <c:v>4312</c:v>
                </c:pt>
                <c:pt idx="278663">
                  <c:v>4313</c:v>
                </c:pt>
                <c:pt idx="278614">
                  <c:v>4314</c:v>
                </c:pt>
                <c:pt idx="278565">
                  <c:v>4315</c:v>
                </c:pt>
                <c:pt idx="278516">
                  <c:v>4316</c:v>
                </c:pt>
                <c:pt idx="278467">
                  <c:v>4317</c:v>
                </c:pt>
                <c:pt idx="278418">
                  <c:v>4318</c:v>
                </c:pt>
                <c:pt idx="278369">
                  <c:v>4319</c:v>
                </c:pt>
                <c:pt idx="278320">
                  <c:v>4320</c:v>
                </c:pt>
                <c:pt idx="278271">
                  <c:v>4321</c:v>
                </c:pt>
                <c:pt idx="278222">
                  <c:v>4322</c:v>
                </c:pt>
                <c:pt idx="278173">
                  <c:v>4323</c:v>
                </c:pt>
                <c:pt idx="278124">
                  <c:v>4324</c:v>
                </c:pt>
                <c:pt idx="278075">
                  <c:v>4325</c:v>
                </c:pt>
                <c:pt idx="278026">
                  <c:v>4326</c:v>
                </c:pt>
                <c:pt idx="277977">
                  <c:v>4327</c:v>
                </c:pt>
                <c:pt idx="277928">
                  <c:v>4328</c:v>
                </c:pt>
                <c:pt idx="277879">
                  <c:v>4329</c:v>
                </c:pt>
                <c:pt idx="277830">
                  <c:v>4330</c:v>
                </c:pt>
                <c:pt idx="277781">
                  <c:v>4331</c:v>
                </c:pt>
                <c:pt idx="277732">
                  <c:v>4332</c:v>
                </c:pt>
                <c:pt idx="277683">
                  <c:v>4333</c:v>
                </c:pt>
                <c:pt idx="277634">
                  <c:v>4334</c:v>
                </c:pt>
                <c:pt idx="277585">
                  <c:v>4335</c:v>
                </c:pt>
                <c:pt idx="277536">
                  <c:v>4336</c:v>
                </c:pt>
                <c:pt idx="277487">
                  <c:v>4337</c:v>
                </c:pt>
                <c:pt idx="277438">
                  <c:v>4338</c:v>
                </c:pt>
                <c:pt idx="277389">
                  <c:v>4339</c:v>
                </c:pt>
                <c:pt idx="277340">
                  <c:v>4340</c:v>
                </c:pt>
                <c:pt idx="277291">
                  <c:v>4341</c:v>
                </c:pt>
                <c:pt idx="277242">
                  <c:v>4342</c:v>
                </c:pt>
                <c:pt idx="277193">
                  <c:v>4343</c:v>
                </c:pt>
                <c:pt idx="277144">
                  <c:v>4344</c:v>
                </c:pt>
                <c:pt idx="277095">
                  <c:v>4345</c:v>
                </c:pt>
                <c:pt idx="277046">
                  <c:v>4346</c:v>
                </c:pt>
                <c:pt idx="276997">
                  <c:v>4347</c:v>
                </c:pt>
                <c:pt idx="276948">
                  <c:v>4348</c:v>
                </c:pt>
                <c:pt idx="276899">
                  <c:v>4349</c:v>
                </c:pt>
                <c:pt idx="276850">
                  <c:v>4350</c:v>
                </c:pt>
                <c:pt idx="276801">
                  <c:v>4351</c:v>
                </c:pt>
                <c:pt idx="276752">
                  <c:v>4352</c:v>
                </c:pt>
                <c:pt idx="276703">
                  <c:v>4353</c:v>
                </c:pt>
                <c:pt idx="276654">
                  <c:v>4354</c:v>
                </c:pt>
                <c:pt idx="276605">
                  <c:v>4355</c:v>
                </c:pt>
                <c:pt idx="276556">
                  <c:v>4356</c:v>
                </c:pt>
                <c:pt idx="276507">
                  <c:v>4357</c:v>
                </c:pt>
                <c:pt idx="276458">
                  <c:v>4358</c:v>
                </c:pt>
                <c:pt idx="276409">
                  <c:v>4359</c:v>
                </c:pt>
                <c:pt idx="276360">
                  <c:v>4360</c:v>
                </c:pt>
                <c:pt idx="276311">
                  <c:v>4361</c:v>
                </c:pt>
                <c:pt idx="276262">
                  <c:v>4362</c:v>
                </c:pt>
                <c:pt idx="276213">
                  <c:v>4363</c:v>
                </c:pt>
                <c:pt idx="276164">
                  <c:v>4364</c:v>
                </c:pt>
                <c:pt idx="276115">
                  <c:v>4365</c:v>
                </c:pt>
                <c:pt idx="276066">
                  <c:v>4366</c:v>
                </c:pt>
                <c:pt idx="276017">
                  <c:v>4367</c:v>
                </c:pt>
                <c:pt idx="275968">
                  <c:v>4368</c:v>
                </c:pt>
                <c:pt idx="275919">
                  <c:v>4369</c:v>
                </c:pt>
                <c:pt idx="275870">
                  <c:v>4370</c:v>
                </c:pt>
                <c:pt idx="275821">
                  <c:v>4371</c:v>
                </c:pt>
                <c:pt idx="275772">
                  <c:v>4372</c:v>
                </c:pt>
                <c:pt idx="275723">
                  <c:v>4373</c:v>
                </c:pt>
                <c:pt idx="275674">
                  <c:v>4374</c:v>
                </c:pt>
                <c:pt idx="275625">
                  <c:v>4375</c:v>
                </c:pt>
                <c:pt idx="275576">
                  <c:v>4376</c:v>
                </c:pt>
                <c:pt idx="275527">
                  <c:v>4377</c:v>
                </c:pt>
                <c:pt idx="275478">
                  <c:v>4378</c:v>
                </c:pt>
                <c:pt idx="275429">
                  <c:v>4379</c:v>
                </c:pt>
                <c:pt idx="275380">
                  <c:v>4380</c:v>
                </c:pt>
                <c:pt idx="275331">
                  <c:v>4381</c:v>
                </c:pt>
                <c:pt idx="275282">
                  <c:v>4382</c:v>
                </c:pt>
                <c:pt idx="275233">
                  <c:v>4383</c:v>
                </c:pt>
                <c:pt idx="275184">
                  <c:v>4384</c:v>
                </c:pt>
                <c:pt idx="275135">
                  <c:v>4385</c:v>
                </c:pt>
                <c:pt idx="275086">
                  <c:v>4386</c:v>
                </c:pt>
                <c:pt idx="275037">
                  <c:v>4387</c:v>
                </c:pt>
                <c:pt idx="274988">
                  <c:v>4388</c:v>
                </c:pt>
                <c:pt idx="274939">
                  <c:v>4389</c:v>
                </c:pt>
                <c:pt idx="274890">
                  <c:v>4390</c:v>
                </c:pt>
                <c:pt idx="274841">
                  <c:v>4391</c:v>
                </c:pt>
                <c:pt idx="274792">
                  <c:v>4392</c:v>
                </c:pt>
                <c:pt idx="274743">
                  <c:v>4393</c:v>
                </c:pt>
                <c:pt idx="274694">
                  <c:v>4394</c:v>
                </c:pt>
                <c:pt idx="274645">
                  <c:v>4395</c:v>
                </c:pt>
                <c:pt idx="274596">
                  <c:v>4396</c:v>
                </c:pt>
                <c:pt idx="274547">
                  <c:v>4397</c:v>
                </c:pt>
                <c:pt idx="274498">
                  <c:v>4398</c:v>
                </c:pt>
                <c:pt idx="274449">
                  <c:v>4399</c:v>
                </c:pt>
                <c:pt idx="274400">
                  <c:v>4400</c:v>
                </c:pt>
                <c:pt idx="274351">
                  <c:v>4401</c:v>
                </c:pt>
                <c:pt idx="274302">
                  <c:v>4402</c:v>
                </c:pt>
                <c:pt idx="274253">
                  <c:v>4403</c:v>
                </c:pt>
                <c:pt idx="274204">
                  <c:v>4404</c:v>
                </c:pt>
                <c:pt idx="274155">
                  <c:v>4405</c:v>
                </c:pt>
                <c:pt idx="274106">
                  <c:v>4406</c:v>
                </c:pt>
                <c:pt idx="274057">
                  <c:v>4407</c:v>
                </c:pt>
                <c:pt idx="274008">
                  <c:v>4408</c:v>
                </c:pt>
                <c:pt idx="273959">
                  <c:v>4409</c:v>
                </c:pt>
                <c:pt idx="273910">
                  <c:v>4410</c:v>
                </c:pt>
                <c:pt idx="273861">
                  <c:v>4411</c:v>
                </c:pt>
                <c:pt idx="273812">
                  <c:v>4412</c:v>
                </c:pt>
                <c:pt idx="273763">
                  <c:v>4413</c:v>
                </c:pt>
                <c:pt idx="273714">
                  <c:v>4414</c:v>
                </c:pt>
                <c:pt idx="273665">
                  <c:v>4415</c:v>
                </c:pt>
                <c:pt idx="273616">
                  <c:v>4416</c:v>
                </c:pt>
                <c:pt idx="273567">
                  <c:v>4417</c:v>
                </c:pt>
                <c:pt idx="273518">
                  <c:v>4418</c:v>
                </c:pt>
                <c:pt idx="273469">
                  <c:v>4419</c:v>
                </c:pt>
                <c:pt idx="273420">
                  <c:v>4420</c:v>
                </c:pt>
                <c:pt idx="273371">
                  <c:v>4421</c:v>
                </c:pt>
                <c:pt idx="273322">
                  <c:v>4422</c:v>
                </c:pt>
                <c:pt idx="273273">
                  <c:v>4423</c:v>
                </c:pt>
                <c:pt idx="273224">
                  <c:v>4424</c:v>
                </c:pt>
                <c:pt idx="273175">
                  <c:v>4425</c:v>
                </c:pt>
                <c:pt idx="273126">
                  <c:v>4426</c:v>
                </c:pt>
                <c:pt idx="273077">
                  <c:v>4427</c:v>
                </c:pt>
                <c:pt idx="273028">
                  <c:v>4428</c:v>
                </c:pt>
                <c:pt idx="272979">
                  <c:v>4429</c:v>
                </c:pt>
                <c:pt idx="272930">
                  <c:v>4430</c:v>
                </c:pt>
                <c:pt idx="272881">
                  <c:v>4431</c:v>
                </c:pt>
                <c:pt idx="272832">
                  <c:v>4432</c:v>
                </c:pt>
                <c:pt idx="272783">
                  <c:v>4433</c:v>
                </c:pt>
                <c:pt idx="272734">
                  <c:v>4434</c:v>
                </c:pt>
                <c:pt idx="272685">
                  <c:v>4435</c:v>
                </c:pt>
                <c:pt idx="272636">
                  <c:v>4436</c:v>
                </c:pt>
                <c:pt idx="272587">
                  <c:v>4437</c:v>
                </c:pt>
                <c:pt idx="272538">
                  <c:v>4438</c:v>
                </c:pt>
                <c:pt idx="272489">
                  <c:v>4439</c:v>
                </c:pt>
                <c:pt idx="272440">
                  <c:v>4440</c:v>
                </c:pt>
                <c:pt idx="272391">
                  <c:v>4441</c:v>
                </c:pt>
                <c:pt idx="272342">
                  <c:v>4442</c:v>
                </c:pt>
                <c:pt idx="272293">
                  <c:v>4443</c:v>
                </c:pt>
                <c:pt idx="272244">
                  <c:v>4444</c:v>
                </c:pt>
                <c:pt idx="272195">
                  <c:v>4445</c:v>
                </c:pt>
                <c:pt idx="272146">
                  <c:v>4446</c:v>
                </c:pt>
                <c:pt idx="272097">
                  <c:v>4447</c:v>
                </c:pt>
                <c:pt idx="272048">
                  <c:v>4448</c:v>
                </c:pt>
                <c:pt idx="271999">
                  <c:v>4449</c:v>
                </c:pt>
                <c:pt idx="271950">
                  <c:v>4450</c:v>
                </c:pt>
                <c:pt idx="271901">
                  <c:v>4451</c:v>
                </c:pt>
                <c:pt idx="271852">
                  <c:v>4452</c:v>
                </c:pt>
                <c:pt idx="271803">
                  <c:v>4453</c:v>
                </c:pt>
                <c:pt idx="271754">
                  <c:v>4454</c:v>
                </c:pt>
                <c:pt idx="271705">
                  <c:v>4455</c:v>
                </c:pt>
                <c:pt idx="271656">
                  <c:v>4456</c:v>
                </c:pt>
                <c:pt idx="271607">
                  <c:v>4457</c:v>
                </c:pt>
                <c:pt idx="271558">
                  <c:v>4458</c:v>
                </c:pt>
                <c:pt idx="271509">
                  <c:v>4459</c:v>
                </c:pt>
                <c:pt idx="271460">
                  <c:v>4460</c:v>
                </c:pt>
                <c:pt idx="271411">
                  <c:v>4461</c:v>
                </c:pt>
                <c:pt idx="271362">
                  <c:v>4462</c:v>
                </c:pt>
                <c:pt idx="271313">
                  <c:v>4463</c:v>
                </c:pt>
                <c:pt idx="271264">
                  <c:v>4464</c:v>
                </c:pt>
                <c:pt idx="271215">
                  <c:v>4465</c:v>
                </c:pt>
                <c:pt idx="271166">
                  <c:v>4466</c:v>
                </c:pt>
                <c:pt idx="271117">
                  <c:v>4467</c:v>
                </c:pt>
                <c:pt idx="271068">
                  <c:v>4468</c:v>
                </c:pt>
                <c:pt idx="271019">
                  <c:v>4469</c:v>
                </c:pt>
                <c:pt idx="270970">
                  <c:v>4470</c:v>
                </c:pt>
                <c:pt idx="270921">
                  <c:v>4471</c:v>
                </c:pt>
                <c:pt idx="270872">
                  <c:v>4472</c:v>
                </c:pt>
                <c:pt idx="270823">
                  <c:v>4473</c:v>
                </c:pt>
                <c:pt idx="270774">
                  <c:v>4474</c:v>
                </c:pt>
                <c:pt idx="270725">
                  <c:v>4475</c:v>
                </c:pt>
                <c:pt idx="270676">
                  <c:v>4476</c:v>
                </c:pt>
                <c:pt idx="270627">
                  <c:v>4477</c:v>
                </c:pt>
                <c:pt idx="270578">
                  <c:v>4478</c:v>
                </c:pt>
                <c:pt idx="270529">
                  <c:v>4479</c:v>
                </c:pt>
                <c:pt idx="270480">
                  <c:v>4480</c:v>
                </c:pt>
                <c:pt idx="270431">
                  <c:v>4481</c:v>
                </c:pt>
                <c:pt idx="270382">
                  <c:v>4482</c:v>
                </c:pt>
                <c:pt idx="270333">
                  <c:v>4483</c:v>
                </c:pt>
                <c:pt idx="270284">
                  <c:v>4484</c:v>
                </c:pt>
                <c:pt idx="270235">
                  <c:v>4485</c:v>
                </c:pt>
                <c:pt idx="270186">
                  <c:v>4486</c:v>
                </c:pt>
                <c:pt idx="270137">
                  <c:v>4487</c:v>
                </c:pt>
                <c:pt idx="270088">
                  <c:v>4488</c:v>
                </c:pt>
                <c:pt idx="270039">
                  <c:v>4489</c:v>
                </c:pt>
                <c:pt idx="269990">
                  <c:v>4490</c:v>
                </c:pt>
                <c:pt idx="269941">
                  <c:v>4491</c:v>
                </c:pt>
                <c:pt idx="269892">
                  <c:v>4492</c:v>
                </c:pt>
                <c:pt idx="269843">
                  <c:v>4493</c:v>
                </c:pt>
                <c:pt idx="269794">
                  <c:v>4494</c:v>
                </c:pt>
                <c:pt idx="269745">
                  <c:v>4495</c:v>
                </c:pt>
                <c:pt idx="269696">
                  <c:v>4496</c:v>
                </c:pt>
                <c:pt idx="269647">
                  <c:v>4497</c:v>
                </c:pt>
                <c:pt idx="269598">
                  <c:v>4498</c:v>
                </c:pt>
                <c:pt idx="269549">
                  <c:v>4499</c:v>
                </c:pt>
                <c:pt idx="269500">
                  <c:v>4500</c:v>
                </c:pt>
                <c:pt idx="269451">
                  <c:v>4501</c:v>
                </c:pt>
                <c:pt idx="269402">
                  <c:v>4502</c:v>
                </c:pt>
                <c:pt idx="269353">
                  <c:v>4503</c:v>
                </c:pt>
                <c:pt idx="269304">
                  <c:v>4504</c:v>
                </c:pt>
                <c:pt idx="269255">
                  <c:v>4505</c:v>
                </c:pt>
                <c:pt idx="269206">
                  <c:v>4506</c:v>
                </c:pt>
                <c:pt idx="269157">
                  <c:v>4507</c:v>
                </c:pt>
                <c:pt idx="269108">
                  <c:v>4508</c:v>
                </c:pt>
                <c:pt idx="269059">
                  <c:v>4509</c:v>
                </c:pt>
                <c:pt idx="269010">
                  <c:v>4510</c:v>
                </c:pt>
                <c:pt idx="268961">
                  <c:v>4511</c:v>
                </c:pt>
                <c:pt idx="268912">
                  <c:v>4512</c:v>
                </c:pt>
                <c:pt idx="268863">
                  <c:v>4513</c:v>
                </c:pt>
                <c:pt idx="268814">
                  <c:v>4514</c:v>
                </c:pt>
                <c:pt idx="268765">
                  <c:v>4515</c:v>
                </c:pt>
                <c:pt idx="268716">
                  <c:v>4516</c:v>
                </c:pt>
                <c:pt idx="268667">
                  <c:v>4517</c:v>
                </c:pt>
                <c:pt idx="268618">
                  <c:v>4518</c:v>
                </c:pt>
                <c:pt idx="268569">
                  <c:v>4519</c:v>
                </c:pt>
                <c:pt idx="268520">
                  <c:v>4520</c:v>
                </c:pt>
                <c:pt idx="268471">
                  <c:v>4521</c:v>
                </c:pt>
                <c:pt idx="268422">
                  <c:v>4522</c:v>
                </c:pt>
                <c:pt idx="268373">
                  <c:v>4523</c:v>
                </c:pt>
                <c:pt idx="268324">
                  <c:v>4524</c:v>
                </c:pt>
                <c:pt idx="268275">
                  <c:v>4525</c:v>
                </c:pt>
                <c:pt idx="268226">
                  <c:v>4526</c:v>
                </c:pt>
                <c:pt idx="268177">
                  <c:v>4527</c:v>
                </c:pt>
                <c:pt idx="268128">
                  <c:v>4528</c:v>
                </c:pt>
                <c:pt idx="268079">
                  <c:v>4529</c:v>
                </c:pt>
                <c:pt idx="268030">
                  <c:v>4530</c:v>
                </c:pt>
                <c:pt idx="267981">
                  <c:v>4531</c:v>
                </c:pt>
                <c:pt idx="267932">
                  <c:v>4532</c:v>
                </c:pt>
                <c:pt idx="267883">
                  <c:v>4533</c:v>
                </c:pt>
                <c:pt idx="267834">
                  <c:v>4534</c:v>
                </c:pt>
                <c:pt idx="267785">
                  <c:v>4535</c:v>
                </c:pt>
                <c:pt idx="267736">
                  <c:v>4536</c:v>
                </c:pt>
                <c:pt idx="267687">
                  <c:v>4537</c:v>
                </c:pt>
                <c:pt idx="267638">
                  <c:v>4538</c:v>
                </c:pt>
                <c:pt idx="267589">
                  <c:v>4539</c:v>
                </c:pt>
                <c:pt idx="267540">
                  <c:v>4540</c:v>
                </c:pt>
                <c:pt idx="267491">
                  <c:v>4541</c:v>
                </c:pt>
                <c:pt idx="267442">
                  <c:v>4542</c:v>
                </c:pt>
                <c:pt idx="267393">
                  <c:v>4543</c:v>
                </c:pt>
                <c:pt idx="267344">
                  <c:v>4544</c:v>
                </c:pt>
                <c:pt idx="267295">
                  <c:v>4545</c:v>
                </c:pt>
                <c:pt idx="267246">
                  <c:v>4546</c:v>
                </c:pt>
                <c:pt idx="267197">
                  <c:v>4547</c:v>
                </c:pt>
                <c:pt idx="267148">
                  <c:v>4548</c:v>
                </c:pt>
                <c:pt idx="267099">
                  <c:v>4549</c:v>
                </c:pt>
                <c:pt idx="267050">
                  <c:v>4550</c:v>
                </c:pt>
                <c:pt idx="267001">
                  <c:v>4551</c:v>
                </c:pt>
                <c:pt idx="266952">
                  <c:v>4552</c:v>
                </c:pt>
                <c:pt idx="266903">
                  <c:v>4553</c:v>
                </c:pt>
                <c:pt idx="266854">
                  <c:v>4554</c:v>
                </c:pt>
                <c:pt idx="266805">
                  <c:v>4555</c:v>
                </c:pt>
                <c:pt idx="266756">
                  <c:v>4556</c:v>
                </c:pt>
                <c:pt idx="266707">
                  <c:v>4557</c:v>
                </c:pt>
                <c:pt idx="266658">
                  <c:v>4558</c:v>
                </c:pt>
                <c:pt idx="266609">
                  <c:v>4559</c:v>
                </c:pt>
                <c:pt idx="266560">
                  <c:v>4560</c:v>
                </c:pt>
                <c:pt idx="266511">
                  <c:v>4561</c:v>
                </c:pt>
                <c:pt idx="266462">
                  <c:v>4562</c:v>
                </c:pt>
                <c:pt idx="266413">
                  <c:v>4563</c:v>
                </c:pt>
                <c:pt idx="266364">
                  <c:v>4564</c:v>
                </c:pt>
                <c:pt idx="266315">
                  <c:v>4565</c:v>
                </c:pt>
                <c:pt idx="266266">
                  <c:v>4566</c:v>
                </c:pt>
                <c:pt idx="266217">
                  <c:v>4567</c:v>
                </c:pt>
                <c:pt idx="266168">
                  <c:v>4568</c:v>
                </c:pt>
                <c:pt idx="266119">
                  <c:v>4569</c:v>
                </c:pt>
                <c:pt idx="266070">
                  <c:v>4570</c:v>
                </c:pt>
                <c:pt idx="266021">
                  <c:v>4571</c:v>
                </c:pt>
                <c:pt idx="265972">
                  <c:v>4572</c:v>
                </c:pt>
                <c:pt idx="265923">
                  <c:v>4573</c:v>
                </c:pt>
                <c:pt idx="265874">
                  <c:v>4574</c:v>
                </c:pt>
                <c:pt idx="265825">
                  <c:v>4575</c:v>
                </c:pt>
                <c:pt idx="265776">
                  <c:v>4576</c:v>
                </c:pt>
                <c:pt idx="265727">
                  <c:v>4577</c:v>
                </c:pt>
                <c:pt idx="265678">
                  <c:v>4578</c:v>
                </c:pt>
                <c:pt idx="265629">
                  <c:v>4579</c:v>
                </c:pt>
                <c:pt idx="265580">
                  <c:v>4580</c:v>
                </c:pt>
                <c:pt idx="265531">
                  <c:v>4581</c:v>
                </c:pt>
                <c:pt idx="265482">
                  <c:v>4582</c:v>
                </c:pt>
                <c:pt idx="265433">
                  <c:v>4583</c:v>
                </c:pt>
                <c:pt idx="265384">
                  <c:v>4584</c:v>
                </c:pt>
                <c:pt idx="265335">
                  <c:v>4585</c:v>
                </c:pt>
                <c:pt idx="265286">
                  <c:v>4586</c:v>
                </c:pt>
                <c:pt idx="265237">
                  <c:v>4587</c:v>
                </c:pt>
                <c:pt idx="265188">
                  <c:v>4588</c:v>
                </c:pt>
                <c:pt idx="265139">
                  <c:v>4589</c:v>
                </c:pt>
                <c:pt idx="265090">
                  <c:v>4590</c:v>
                </c:pt>
                <c:pt idx="265041">
                  <c:v>4591</c:v>
                </c:pt>
                <c:pt idx="264992">
                  <c:v>4592</c:v>
                </c:pt>
                <c:pt idx="264943">
                  <c:v>4593</c:v>
                </c:pt>
                <c:pt idx="264894">
                  <c:v>4594</c:v>
                </c:pt>
                <c:pt idx="264845">
                  <c:v>4595</c:v>
                </c:pt>
                <c:pt idx="264796">
                  <c:v>4596</c:v>
                </c:pt>
                <c:pt idx="264747">
                  <c:v>4597</c:v>
                </c:pt>
                <c:pt idx="264698">
                  <c:v>4598</c:v>
                </c:pt>
                <c:pt idx="264649">
                  <c:v>4599</c:v>
                </c:pt>
                <c:pt idx="264600">
                  <c:v>4600</c:v>
                </c:pt>
                <c:pt idx="264551">
                  <c:v>4601</c:v>
                </c:pt>
                <c:pt idx="264502">
                  <c:v>4602</c:v>
                </c:pt>
                <c:pt idx="264453">
                  <c:v>4603</c:v>
                </c:pt>
                <c:pt idx="264404">
                  <c:v>4604</c:v>
                </c:pt>
                <c:pt idx="264355">
                  <c:v>4605</c:v>
                </c:pt>
                <c:pt idx="264306">
                  <c:v>4606</c:v>
                </c:pt>
                <c:pt idx="264257">
                  <c:v>4607</c:v>
                </c:pt>
                <c:pt idx="264208">
                  <c:v>4608</c:v>
                </c:pt>
                <c:pt idx="264159">
                  <c:v>4609</c:v>
                </c:pt>
                <c:pt idx="264110">
                  <c:v>4610</c:v>
                </c:pt>
                <c:pt idx="264061">
                  <c:v>4611</c:v>
                </c:pt>
                <c:pt idx="264012">
                  <c:v>4612</c:v>
                </c:pt>
                <c:pt idx="263963">
                  <c:v>4613</c:v>
                </c:pt>
                <c:pt idx="263914">
                  <c:v>4614</c:v>
                </c:pt>
                <c:pt idx="263865">
                  <c:v>4615</c:v>
                </c:pt>
                <c:pt idx="263816">
                  <c:v>4616</c:v>
                </c:pt>
                <c:pt idx="263767">
                  <c:v>4617</c:v>
                </c:pt>
                <c:pt idx="263718">
                  <c:v>4618</c:v>
                </c:pt>
                <c:pt idx="263669">
                  <c:v>4619</c:v>
                </c:pt>
                <c:pt idx="263620">
                  <c:v>4620</c:v>
                </c:pt>
                <c:pt idx="263571">
                  <c:v>4621</c:v>
                </c:pt>
                <c:pt idx="263522">
                  <c:v>4622</c:v>
                </c:pt>
                <c:pt idx="263473">
                  <c:v>4623</c:v>
                </c:pt>
                <c:pt idx="263424">
                  <c:v>4624</c:v>
                </c:pt>
                <c:pt idx="263375">
                  <c:v>4625</c:v>
                </c:pt>
                <c:pt idx="263326">
                  <c:v>4626</c:v>
                </c:pt>
                <c:pt idx="263277">
                  <c:v>4627</c:v>
                </c:pt>
                <c:pt idx="263228">
                  <c:v>4628</c:v>
                </c:pt>
                <c:pt idx="263179">
                  <c:v>4629</c:v>
                </c:pt>
                <c:pt idx="263130">
                  <c:v>4630</c:v>
                </c:pt>
                <c:pt idx="263081">
                  <c:v>4631</c:v>
                </c:pt>
                <c:pt idx="263032">
                  <c:v>4632</c:v>
                </c:pt>
                <c:pt idx="262983">
                  <c:v>4633</c:v>
                </c:pt>
                <c:pt idx="262934">
                  <c:v>4634</c:v>
                </c:pt>
                <c:pt idx="262885">
                  <c:v>4635</c:v>
                </c:pt>
                <c:pt idx="262836">
                  <c:v>4636</c:v>
                </c:pt>
                <c:pt idx="262787">
                  <c:v>4637</c:v>
                </c:pt>
                <c:pt idx="262738">
                  <c:v>4638</c:v>
                </c:pt>
                <c:pt idx="262689">
                  <c:v>4639</c:v>
                </c:pt>
                <c:pt idx="262640">
                  <c:v>4640</c:v>
                </c:pt>
                <c:pt idx="262591">
                  <c:v>4641</c:v>
                </c:pt>
                <c:pt idx="262542">
                  <c:v>4642</c:v>
                </c:pt>
                <c:pt idx="262493">
                  <c:v>4643</c:v>
                </c:pt>
                <c:pt idx="262444">
                  <c:v>4644</c:v>
                </c:pt>
                <c:pt idx="262395">
                  <c:v>4645</c:v>
                </c:pt>
                <c:pt idx="262346">
                  <c:v>4646</c:v>
                </c:pt>
                <c:pt idx="262297">
                  <c:v>4647</c:v>
                </c:pt>
                <c:pt idx="262248">
                  <c:v>4648</c:v>
                </c:pt>
                <c:pt idx="262199">
                  <c:v>4649</c:v>
                </c:pt>
                <c:pt idx="262150">
                  <c:v>4650</c:v>
                </c:pt>
                <c:pt idx="262101">
                  <c:v>4651</c:v>
                </c:pt>
                <c:pt idx="262052">
                  <c:v>4652</c:v>
                </c:pt>
                <c:pt idx="262003">
                  <c:v>4653</c:v>
                </c:pt>
                <c:pt idx="261954">
                  <c:v>4654</c:v>
                </c:pt>
                <c:pt idx="261905">
                  <c:v>4655</c:v>
                </c:pt>
                <c:pt idx="261856">
                  <c:v>4656</c:v>
                </c:pt>
                <c:pt idx="261807">
                  <c:v>4657</c:v>
                </c:pt>
                <c:pt idx="261758">
                  <c:v>4658</c:v>
                </c:pt>
                <c:pt idx="261709">
                  <c:v>4659</c:v>
                </c:pt>
                <c:pt idx="261660">
                  <c:v>4660</c:v>
                </c:pt>
                <c:pt idx="261611">
                  <c:v>4661</c:v>
                </c:pt>
                <c:pt idx="261562">
                  <c:v>4662</c:v>
                </c:pt>
                <c:pt idx="261513">
                  <c:v>4663</c:v>
                </c:pt>
                <c:pt idx="261464">
                  <c:v>4664</c:v>
                </c:pt>
                <c:pt idx="261415">
                  <c:v>4665</c:v>
                </c:pt>
                <c:pt idx="261366">
                  <c:v>4666</c:v>
                </c:pt>
                <c:pt idx="261317">
                  <c:v>4667</c:v>
                </c:pt>
                <c:pt idx="261268">
                  <c:v>4668</c:v>
                </c:pt>
                <c:pt idx="261219">
                  <c:v>4669</c:v>
                </c:pt>
                <c:pt idx="261170">
                  <c:v>4670</c:v>
                </c:pt>
                <c:pt idx="261121">
                  <c:v>4671</c:v>
                </c:pt>
                <c:pt idx="261072">
                  <c:v>4672</c:v>
                </c:pt>
                <c:pt idx="261023">
                  <c:v>4673</c:v>
                </c:pt>
                <c:pt idx="260974">
                  <c:v>4674</c:v>
                </c:pt>
                <c:pt idx="260925">
                  <c:v>4675</c:v>
                </c:pt>
                <c:pt idx="260876">
                  <c:v>4676</c:v>
                </c:pt>
                <c:pt idx="260827">
                  <c:v>4677</c:v>
                </c:pt>
                <c:pt idx="260778">
                  <c:v>4678</c:v>
                </c:pt>
                <c:pt idx="260729">
                  <c:v>4679</c:v>
                </c:pt>
                <c:pt idx="260680">
                  <c:v>4680</c:v>
                </c:pt>
                <c:pt idx="260631">
                  <c:v>4681</c:v>
                </c:pt>
                <c:pt idx="260582">
                  <c:v>4682</c:v>
                </c:pt>
                <c:pt idx="260533">
                  <c:v>4683</c:v>
                </c:pt>
                <c:pt idx="260484">
                  <c:v>4684</c:v>
                </c:pt>
                <c:pt idx="260435">
                  <c:v>4685</c:v>
                </c:pt>
                <c:pt idx="260386">
                  <c:v>4686</c:v>
                </c:pt>
                <c:pt idx="260337">
                  <c:v>4687</c:v>
                </c:pt>
                <c:pt idx="260288">
                  <c:v>4688</c:v>
                </c:pt>
                <c:pt idx="260239">
                  <c:v>4689</c:v>
                </c:pt>
                <c:pt idx="260190">
                  <c:v>4690</c:v>
                </c:pt>
                <c:pt idx="260141">
                  <c:v>4691</c:v>
                </c:pt>
                <c:pt idx="260092">
                  <c:v>4692</c:v>
                </c:pt>
                <c:pt idx="260043">
                  <c:v>4693</c:v>
                </c:pt>
                <c:pt idx="259994">
                  <c:v>4694</c:v>
                </c:pt>
                <c:pt idx="259945">
                  <c:v>4695</c:v>
                </c:pt>
                <c:pt idx="259896">
                  <c:v>4696</c:v>
                </c:pt>
                <c:pt idx="259847">
                  <c:v>4697</c:v>
                </c:pt>
                <c:pt idx="259798">
                  <c:v>4698</c:v>
                </c:pt>
                <c:pt idx="259749">
                  <c:v>4699</c:v>
                </c:pt>
                <c:pt idx="259700">
                  <c:v>4700</c:v>
                </c:pt>
                <c:pt idx="259651">
                  <c:v>4701</c:v>
                </c:pt>
                <c:pt idx="259602">
                  <c:v>4702</c:v>
                </c:pt>
                <c:pt idx="259553">
                  <c:v>4703</c:v>
                </c:pt>
                <c:pt idx="259504">
                  <c:v>4704</c:v>
                </c:pt>
                <c:pt idx="259455">
                  <c:v>4705</c:v>
                </c:pt>
                <c:pt idx="259406">
                  <c:v>4706</c:v>
                </c:pt>
                <c:pt idx="259357">
                  <c:v>4707</c:v>
                </c:pt>
                <c:pt idx="259308">
                  <c:v>4708</c:v>
                </c:pt>
                <c:pt idx="259259">
                  <c:v>4709</c:v>
                </c:pt>
                <c:pt idx="259210">
                  <c:v>4710</c:v>
                </c:pt>
                <c:pt idx="259161">
                  <c:v>4711</c:v>
                </c:pt>
                <c:pt idx="259112">
                  <c:v>4712</c:v>
                </c:pt>
                <c:pt idx="259063">
                  <c:v>4713</c:v>
                </c:pt>
                <c:pt idx="259014">
                  <c:v>4714</c:v>
                </c:pt>
                <c:pt idx="258965">
                  <c:v>4715</c:v>
                </c:pt>
                <c:pt idx="258916">
                  <c:v>4716</c:v>
                </c:pt>
                <c:pt idx="258867">
                  <c:v>4717</c:v>
                </c:pt>
                <c:pt idx="258818">
                  <c:v>4718</c:v>
                </c:pt>
                <c:pt idx="258769">
                  <c:v>4719</c:v>
                </c:pt>
                <c:pt idx="258720">
                  <c:v>4720</c:v>
                </c:pt>
                <c:pt idx="258671">
                  <c:v>4721</c:v>
                </c:pt>
                <c:pt idx="258622">
                  <c:v>4722</c:v>
                </c:pt>
                <c:pt idx="258573">
                  <c:v>4723</c:v>
                </c:pt>
                <c:pt idx="258524">
                  <c:v>4724</c:v>
                </c:pt>
                <c:pt idx="258475">
                  <c:v>4725</c:v>
                </c:pt>
                <c:pt idx="258426">
                  <c:v>4726</c:v>
                </c:pt>
                <c:pt idx="258377">
                  <c:v>4727</c:v>
                </c:pt>
                <c:pt idx="258328">
                  <c:v>4728</c:v>
                </c:pt>
                <c:pt idx="258279">
                  <c:v>4729</c:v>
                </c:pt>
                <c:pt idx="258230">
                  <c:v>4730</c:v>
                </c:pt>
                <c:pt idx="258181">
                  <c:v>4731</c:v>
                </c:pt>
                <c:pt idx="258132">
                  <c:v>4732</c:v>
                </c:pt>
                <c:pt idx="258083">
                  <c:v>4733</c:v>
                </c:pt>
                <c:pt idx="258034">
                  <c:v>4734</c:v>
                </c:pt>
                <c:pt idx="257985">
                  <c:v>4735</c:v>
                </c:pt>
                <c:pt idx="257936">
                  <c:v>4736</c:v>
                </c:pt>
                <c:pt idx="257887">
                  <c:v>4737</c:v>
                </c:pt>
                <c:pt idx="257838">
                  <c:v>4738</c:v>
                </c:pt>
                <c:pt idx="257789">
                  <c:v>4739</c:v>
                </c:pt>
                <c:pt idx="257740">
                  <c:v>4740</c:v>
                </c:pt>
                <c:pt idx="257691">
                  <c:v>4741</c:v>
                </c:pt>
                <c:pt idx="257642">
                  <c:v>4742</c:v>
                </c:pt>
                <c:pt idx="257593">
                  <c:v>4743</c:v>
                </c:pt>
                <c:pt idx="257544">
                  <c:v>4744</c:v>
                </c:pt>
                <c:pt idx="257495">
                  <c:v>4745</c:v>
                </c:pt>
                <c:pt idx="257446">
                  <c:v>4746</c:v>
                </c:pt>
                <c:pt idx="257397">
                  <c:v>4747</c:v>
                </c:pt>
                <c:pt idx="257348">
                  <c:v>4748</c:v>
                </c:pt>
                <c:pt idx="257299">
                  <c:v>4749</c:v>
                </c:pt>
                <c:pt idx="257250">
                  <c:v>4750</c:v>
                </c:pt>
                <c:pt idx="257201">
                  <c:v>4751</c:v>
                </c:pt>
                <c:pt idx="257152">
                  <c:v>4752</c:v>
                </c:pt>
                <c:pt idx="257103">
                  <c:v>4753</c:v>
                </c:pt>
                <c:pt idx="257054">
                  <c:v>4754</c:v>
                </c:pt>
                <c:pt idx="257005">
                  <c:v>4755</c:v>
                </c:pt>
                <c:pt idx="256956">
                  <c:v>4756</c:v>
                </c:pt>
                <c:pt idx="256907">
                  <c:v>4757</c:v>
                </c:pt>
                <c:pt idx="256858">
                  <c:v>4758</c:v>
                </c:pt>
                <c:pt idx="256809">
                  <c:v>4759</c:v>
                </c:pt>
                <c:pt idx="256760">
                  <c:v>4760</c:v>
                </c:pt>
                <c:pt idx="256711">
                  <c:v>4761</c:v>
                </c:pt>
                <c:pt idx="256662">
                  <c:v>4762</c:v>
                </c:pt>
                <c:pt idx="256613">
                  <c:v>4763</c:v>
                </c:pt>
                <c:pt idx="256564">
                  <c:v>4764</c:v>
                </c:pt>
                <c:pt idx="256515">
                  <c:v>4765</c:v>
                </c:pt>
                <c:pt idx="256466">
                  <c:v>4766</c:v>
                </c:pt>
                <c:pt idx="256417">
                  <c:v>4767</c:v>
                </c:pt>
                <c:pt idx="256368">
                  <c:v>4768</c:v>
                </c:pt>
                <c:pt idx="256319">
                  <c:v>4769</c:v>
                </c:pt>
                <c:pt idx="256270">
                  <c:v>4770</c:v>
                </c:pt>
                <c:pt idx="256221">
                  <c:v>4771</c:v>
                </c:pt>
                <c:pt idx="256172">
                  <c:v>4772</c:v>
                </c:pt>
                <c:pt idx="256123">
                  <c:v>4773</c:v>
                </c:pt>
                <c:pt idx="256074">
                  <c:v>4774</c:v>
                </c:pt>
                <c:pt idx="256025">
                  <c:v>4775</c:v>
                </c:pt>
                <c:pt idx="255976">
                  <c:v>4776</c:v>
                </c:pt>
                <c:pt idx="255927">
                  <c:v>4777</c:v>
                </c:pt>
                <c:pt idx="255878">
                  <c:v>4778</c:v>
                </c:pt>
                <c:pt idx="255829">
                  <c:v>4779</c:v>
                </c:pt>
                <c:pt idx="255780">
                  <c:v>4780</c:v>
                </c:pt>
                <c:pt idx="255731">
                  <c:v>4781</c:v>
                </c:pt>
                <c:pt idx="255682">
                  <c:v>4782</c:v>
                </c:pt>
                <c:pt idx="255633">
                  <c:v>4783</c:v>
                </c:pt>
                <c:pt idx="255584">
                  <c:v>4784</c:v>
                </c:pt>
                <c:pt idx="255535">
                  <c:v>4785</c:v>
                </c:pt>
                <c:pt idx="255486">
                  <c:v>4786</c:v>
                </c:pt>
                <c:pt idx="255437">
                  <c:v>4787</c:v>
                </c:pt>
                <c:pt idx="255388">
                  <c:v>4788</c:v>
                </c:pt>
                <c:pt idx="255339">
                  <c:v>4789</c:v>
                </c:pt>
                <c:pt idx="255290">
                  <c:v>4790</c:v>
                </c:pt>
                <c:pt idx="255241">
                  <c:v>4791</c:v>
                </c:pt>
                <c:pt idx="255192">
                  <c:v>4792</c:v>
                </c:pt>
                <c:pt idx="255143">
                  <c:v>4793</c:v>
                </c:pt>
                <c:pt idx="255094">
                  <c:v>4794</c:v>
                </c:pt>
                <c:pt idx="255045">
                  <c:v>4795</c:v>
                </c:pt>
                <c:pt idx="254996">
                  <c:v>4796</c:v>
                </c:pt>
                <c:pt idx="254947">
                  <c:v>4797</c:v>
                </c:pt>
                <c:pt idx="254898">
                  <c:v>4798</c:v>
                </c:pt>
                <c:pt idx="254849">
                  <c:v>4799</c:v>
                </c:pt>
                <c:pt idx="254800">
                  <c:v>4800</c:v>
                </c:pt>
                <c:pt idx="254751">
                  <c:v>4801</c:v>
                </c:pt>
                <c:pt idx="254702">
                  <c:v>4802</c:v>
                </c:pt>
                <c:pt idx="254653">
                  <c:v>4803</c:v>
                </c:pt>
                <c:pt idx="254604">
                  <c:v>4804</c:v>
                </c:pt>
                <c:pt idx="254555">
                  <c:v>4805</c:v>
                </c:pt>
                <c:pt idx="254506">
                  <c:v>4806</c:v>
                </c:pt>
                <c:pt idx="254457">
                  <c:v>4807</c:v>
                </c:pt>
                <c:pt idx="254408">
                  <c:v>4808</c:v>
                </c:pt>
                <c:pt idx="254359">
                  <c:v>4809</c:v>
                </c:pt>
                <c:pt idx="254310">
                  <c:v>4810</c:v>
                </c:pt>
                <c:pt idx="254261">
                  <c:v>4811</c:v>
                </c:pt>
                <c:pt idx="254212">
                  <c:v>4812</c:v>
                </c:pt>
                <c:pt idx="254163">
                  <c:v>4813</c:v>
                </c:pt>
                <c:pt idx="254114">
                  <c:v>4814</c:v>
                </c:pt>
                <c:pt idx="254065">
                  <c:v>4815</c:v>
                </c:pt>
                <c:pt idx="254016">
                  <c:v>4816</c:v>
                </c:pt>
                <c:pt idx="253967">
                  <c:v>4817</c:v>
                </c:pt>
                <c:pt idx="253918">
                  <c:v>4818</c:v>
                </c:pt>
                <c:pt idx="253869">
                  <c:v>4819</c:v>
                </c:pt>
                <c:pt idx="253820">
                  <c:v>4820</c:v>
                </c:pt>
                <c:pt idx="253771">
                  <c:v>4821</c:v>
                </c:pt>
                <c:pt idx="253722">
                  <c:v>4822</c:v>
                </c:pt>
                <c:pt idx="253673">
                  <c:v>4823</c:v>
                </c:pt>
                <c:pt idx="253624">
                  <c:v>4824</c:v>
                </c:pt>
                <c:pt idx="253575">
                  <c:v>4825</c:v>
                </c:pt>
                <c:pt idx="253526">
                  <c:v>4826</c:v>
                </c:pt>
                <c:pt idx="253477">
                  <c:v>4827</c:v>
                </c:pt>
                <c:pt idx="253428">
                  <c:v>4828</c:v>
                </c:pt>
                <c:pt idx="253379">
                  <c:v>4829</c:v>
                </c:pt>
                <c:pt idx="253330">
                  <c:v>4830</c:v>
                </c:pt>
                <c:pt idx="253281">
                  <c:v>4831</c:v>
                </c:pt>
                <c:pt idx="253232">
                  <c:v>4832</c:v>
                </c:pt>
                <c:pt idx="253183">
                  <c:v>4833</c:v>
                </c:pt>
                <c:pt idx="253134">
                  <c:v>4834</c:v>
                </c:pt>
                <c:pt idx="253085">
                  <c:v>4835</c:v>
                </c:pt>
                <c:pt idx="253036">
                  <c:v>4836</c:v>
                </c:pt>
                <c:pt idx="252987">
                  <c:v>4837</c:v>
                </c:pt>
                <c:pt idx="252938">
                  <c:v>4838</c:v>
                </c:pt>
                <c:pt idx="252889">
                  <c:v>4839</c:v>
                </c:pt>
                <c:pt idx="252840">
                  <c:v>4840</c:v>
                </c:pt>
                <c:pt idx="252791">
                  <c:v>4841</c:v>
                </c:pt>
                <c:pt idx="252742">
                  <c:v>4842</c:v>
                </c:pt>
                <c:pt idx="252693">
                  <c:v>4843</c:v>
                </c:pt>
                <c:pt idx="252644">
                  <c:v>4844</c:v>
                </c:pt>
                <c:pt idx="252595">
                  <c:v>4845</c:v>
                </c:pt>
                <c:pt idx="252546">
                  <c:v>4846</c:v>
                </c:pt>
                <c:pt idx="252497">
                  <c:v>4847</c:v>
                </c:pt>
                <c:pt idx="252448">
                  <c:v>4848</c:v>
                </c:pt>
                <c:pt idx="252399">
                  <c:v>4849</c:v>
                </c:pt>
                <c:pt idx="252350">
                  <c:v>4850</c:v>
                </c:pt>
                <c:pt idx="252301">
                  <c:v>4851</c:v>
                </c:pt>
                <c:pt idx="252252">
                  <c:v>4852</c:v>
                </c:pt>
                <c:pt idx="252203">
                  <c:v>4853</c:v>
                </c:pt>
                <c:pt idx="252154">
                  <c:v>4854</c:v>
                </c:pt>
                <c:pt idx="252105">
                  <c:v>4855</c:v>
                </c:pt>
                <c:pt idx="252056">
                  <c:v>4856</c:v>
                </c:pt>
                <c:pt idx="252007">
                  <c:v>4857</c:v>
                </c:pt>
                <c:pt idx="251958">
                  <c:v>4858</c:v>
                </c:pt>
                <c:pt idx="251909">
                  <c:v>4859</c:v>
                </c:pt>
                <c:pt idx="251860">
                  <c:v>4860</c:v>
                </c:pt>
                <c:pt idx="251811">
                  <c:v>4861</c:v>
                </c:pt>
                <c:pt idx="251762">
                  <c:v>4862</c:v>
                </c:pt>
                <c:pt idx="251713">
                  <c:v>4863</c:v>
                </c:pt>
                <c:pt idx="251664">
                  <c:v>4864</c:v>
                </c:pt>
                <c:pt idx="251615">
                  <c:v>4865</c:v>
                </c:pt>
                <c:pt idx="251566">
                  <c:v>4866</c:v>
                </c:pt>
                <c:pt idx="251517">
                  <c:v>4867</c:v>
                </c:pt>
                <c:pt idx="251468">
                  <c:v>4868</c:v>
                </c:pt>
                <c:pt idx="251419">
                  <c:v>4869</c:v>
                </c:pt>
                <c:pt idx="251370">
                  <c:v>4870</c:v>
                </c:pt>
                <c:pt idx="251321">
                  <c:v>4871</c:v>
                </c:pt>
                <c:pt idx="251272">
                  <c:v>4872</c:v>
                </c:pt>
                <c:pt idx="251223">
                  <c:v>4873</c:v>
                </c:pt>
                <c:pt idx="251174">
                  <c:v>4874</c:v>
                </c:pt>
                <c:pt idx="251125">
                  <c:v>4875</c:v>
                </c:pt>
                <c:pt idx="251076">
                  <c:v>4876</c:v>
                </c:pt>
                <c:pt idx="251027">
                  <c:v>4877</c:v>
                </c:pt>
                <c:pt idx="250978">
                  <c:v>4878</c:v>
                </c:pt>
                <c:pt idx="250929">
                  <c:v>4879</c:v>
                </c:pt>
                <c:pt idx="250880">
                  <c:v>4880</c:v>
                </c:pt>
                <c:pt idx="250831">
                  <c:v>4881</c:v>
                </c:pt>
                <c:pt idx="250782">
                  <c:v>4882</c:v>
                </c:pt>
                <c:pt idx="250733">
                  <c:v>4883</c:v>
                </c:pt>
                <c:pt idx="250684">
                  <c:v>4884</c:v>
                </c:pt>
                <c:pt idx="250635">
                  <c:v>4885</c:v>
                </c:pt>
                <c:pt idx="250586">
                  <c:v>4886</c:v>
                </c:pt>
                <c:pt idx="250537">
                  <c:v>4887</c:v>
                </c:pt>
                <c:pt idx="250488">
                  <c:v>4888</c:v>
                </c:pt>
                <c:pt idx="250439">
                  <c:v>4889</c:v>
                </c:pt>
                <c:pt idx="250390">
                  <c:v>4890</c:v>
                </c:pt>
                <c:pt idx="250341">
                  <c:v>4891</c:v>
                </c:pt>
                <c:pt idx="250292">
                  <c:v>4892</c:v>
                </c:pt>
                <c:pt idx="250243">
                  <c:v>4893</c:v>
                </c:pt>
                <c:pt idx="250194">
                  <c:v>4894</c:v>
                </c:pt>
                <c:pt idx="250145">
                  <c:v>4895</c:v>
                </c:pt>
                <c:pt idx="250096">
                  <c:v>4896</c:v>
                </c:pt>
                <c:pt idx="250047">
                  <c:v>4897</c:v>
                </c:pt>
                <c:pt idx="249998">
                  <c:v>4898</c:v>
                </c:pt>
                <c:pt idx="249949">
                  <c:v>4899</c:v>
                </c:pt>
                <c:pt idx="249900">
                  <c:v>4900</c:v>
                </c:pt>
                <c:pt idx="249851">
                  <c:v>4901</c:v>
                </c:pt>
                <c:pt idx="249802">
                  <c:v>4902</c:v>
                </c:pt>
                <c:pt idx="249753">
                  <c:v>4903</c:v>
                </c:pt>
                <c:pt idx="249704">
                  <c:v>4904</c:v>
                </c:pt>
                <c:pt idx="249655">
                  <c:v>4905</c:v>
                </c:pt>
                <c:pt idx="249606">
                  <c:v>4906</c:v>
                </c:pt>
                <c:pt idx="249557">
                  <c:v>4907</c:v>
                </c:pt>
                <c:pt idx="249508">
                  <c:v>4908</c:v>
                </c:pt>
                <c:pt idx="249459">
                  <c:v>4909</c:v>
                </c:pt>
                <c:pt idx="249410">
                  <c:v>4910</c:v>
                </c:pt>
                <c:pt idx="249361">
                  <c:v>4911</c:v>
                </c:pt>
                <c:pt idx="249312">
                  <c:v>4912</c:v>
                </c:pt>
                <c:pt idx="249263">
                  <c:v>4913</c:v>
                </c:pt>
                <c:pt idx="249214">
                  <c:v>4914</c:v>
                </c:pt>
                <c:pt idx="249165">
                  <c:v>4915</c:v>
                </c:pt>
                <c:pt idx="249116">
                  <c:v>4916</c:v>
                </c:pt>
                <c:pt idx="249067">
                  <c:v>4917</c:v>
                </c:pt>
                <c:pt idx="249018">
                  <c:v>4918</c:v>
                </c:pt>
                <c:pt idx="248969">
                  <c:v>4919</c:v>
                </c:pt>
                <c:pt idx="248920">
                  <c:v>4920</c:v>
                </c:pt>
                <c:pt idx="248871">
                  <c:v>4921</c:v>
                </c:pt>
                <c:pt idx="248822">
                  <c:v>4922</c:v>
                </c:pt>
                <c:pt idx="248773">
                  <c:v>4923</c:v>
                </c:pt>
                <c:pt idx="248724">
                  <c:v>4924</c:v>
                </c:pt>
                <c:pt idx="248675">
                  <c:v>4925</c:v>
                </c:pt>
                <c:pt idx="248626">
                  <c:v>4926</c:v>
                </c:pt>
                <c:pt idx="248577">
                  <c:v>4927</c:v>
                </c:pt>
                <c:pt idx="248528">
                  <c:v>4928</c:v>
                </c:pt>
                <c:pt idx="248479">
                  <c:v>4929</c:v>
                </c:pt>
                <c:pt idx="248430">
                  <c:v>4930</c:v>
                </c:pt>
                <c:pt idx="248381">
                  <c:v>4931</c:v>
                </c:pt>
                <c:pt idx="248332">
                  <c:v>4932</c:v>
                </c:pt>
                <c:pt idx="248283">
                  <c:v>4933</c:v>
                </c:pt>
                <c:pt idx="248234">
                  <c:v>4934</c:v>
                </c:pt>
                <c:pt idx="248185">
                  <c:v>4935</c:v>
                </c:pt>
                <c:pt idx="248136">
                  <c:v>4936</c:v>
                </c:pt>
                <c:pt idx="248087">
                  <c:v>4937</c:v>
                </c:pt>
                <c:pt idx="248038">
                  <c:v>4938</c:v>
                </c:pt>
                <c:pt idx="247989">
                  <c:v>4939</c:v>
                </c:pt>
                <c:pt idx="247940">
                  <c:v>4940</c:v>
                </c:pt>
                <c:pt idx="247891">
                  <c:v>4941</c:v>
                </c:pt>
                <c:pt idx="247842">
                  <c:v>4942</c:v>
                </c:pt>
                <c:pt idx="247793">
                  <c:v>4943</c:v>
                </c:pt>
                <c:pt idx="247744">
                  <c:v>4944</c:v>
                </c:pt>
                <c:pt idx="247695">
                  <c:v>4945</c:v>
                </c:pt>
                <c:pt idx="247646">
                  <c:v>4946</c:v>
                </c:pt>
                <c:pt idx="247597">
                  <c:v>4947</c:v>
                </c:pt>
                <c:pt idx="247548">
                  <c:v>4948</c:v>
                </c:pt>
                <c:pt idx="247499">
                  <c:v>4949</c:v>
                </c:pt>
                <c:pt idx="247450">
                  <c:v>4950</c:v>
                </c:pt>
                <c:pt idx="247401">
                  <c:v>4951</c:v>
                </c:pt>
                <c:pt idx="247352">
                  <c:v>4952</c:v>
                </c:pt>
                <c:pt idx="247303">
                  <c:v>4953</c:v>
                </c:pt>
                <c:pt idx="247254">
                  <c:v>4954</c:v>
                </c:pt>
                <c:pt idx="247205">
                  <c:v>4955</c:v>
                </c:pt>
                <c:pt idx="247156">
                  <c:v>4956</c:v>
                </c:pt>
                <c:pt idx="247107">
                  <c:v>4957</c:v>
                </c:pt>
                <c:pt idx="247058">
                  <c:v>4958</c:v>
                </c:pt>
                <c:pt idx="247009">
                  <c:v>4959</c:v>
                </c:pt>
                <c:pt idx="246960">
                  <c:v>4960</c:v>
                </c:pt>
                <c:pt idx="246911">
                  <c:v>4961</c:v>
                </c:pt>
                <c:pt idx="246862">
                  <c:v>4962</c:v>
                </c:pt>
                <c:pt idx="246813">
                  <c:v>4963</c:v>
                </c:pt>
                <c:pt idx="246764">
                  <c:v>4964</c:v>
                </c:pt>
                <c:pt idx="246715">
                  <c:v>4965</c:v>
                </c:pt>
                <c:pt idx="246666">
                  <c:v>4966</c:v>
                </c:pt>
                <c:pt idx="246617">
                  <c:v>4967</c:v>
                </c:pt>
                <c:pt idx="246568">
                  <c:v>4968</c:v>
                </c:pt>
                <c:pt idx="246519">
                  <c:v>4969</c:v>
                </c:pt>
                <c:pt idx="246470">
                  <c:v>4970</c:v>
                </c:pt>
                <c:pt idx="246421">
                  <c:v>4971</c:v>
                </c:pt>
                <c:pt idx="246372">
                  <c:v>4972</c:v>
                </c:pt>
                <c:pt idx="246323">
                  <c:v>4973</c:v>
                </c:pt>
                <c:pt idx="246274">
                  <c:v>4974</c:v>
                </c:pt>
                <c:pt idx="246225">
                  <c:v>4975</c:v>
                </c:pt>
                <c:pt idx="246176">
                  <c:v>4976</c:v>
                </c:pt>
                <c:pt idx="246127">
                  <c:v>4977</c:v>
                </c:pt>
                <c:pt idx="246078">
                  <c:v>4978</c:v>
                </c:pt>
                <c:pt idx="246029">
                  <c:v>4979</c:v>
                </c:pt>
                <c:pt idx="245980">
                  <c:v>4980</c:v>
                </c:pt>
                <c:pt idx="245931">
                  <c:v>4981</c:v>
                </c:pt>
                <c:pt idx="245882">
                  <c:v>4982</c:v>
                </c:pt>
                <c:pt idx="245833">
                  <c:v>4983</c:v>
                </c:pt>
                <c:pt idx="245784">
                  <c:v>4984</c:v>
                </c:pt>
                <c:pt idx="245735">
                  <c:v>4985</c:v>
                </c:pt>
                <c:pt idx="245686">
                  <c:v>4986</c:v>
                </c:pt>
                <c:pt idx="245637">
                  <c:v>4987</c:v>
                </c:pt>
                <c:pt idx="245588">
                  <c:v>4988</c:v>
                </c:pt>
                <c:pt idx="245539">
                  <c:v>4989</c:v>
                </c:pt>
                <c:pt idx="245490">
                  <c:v>4990</c:v>
                </c:pt>
                <c:pt idx="245441">
                  <c:v>4991</c:v>
                </c:pt>
                <c:pt idx="245392">
                  <c:v>4992</c:v>
                </c:pt>
                <c:pt idx="245343">
                  <c:v>4993</c:v>
                </c:pt>
                <c:pt idx="245294">
                  <c:v>4994</c:v>
                </c:pt>
                <c:pt idx="245245">
                  <c:v>4995</c:v>
                </c:pt>
                <c:pt idx="245196">
                  <c:v>4996</c:v>
                </c:pt>
                <c:pt idx="245147">
                  <c:v>4997</c:v>
                </c:pt>
                <c:pt idx="245098">
                  <c:v>4998</c:v>
                </c:pt>
                <c:pt idx="245049">
                  <c:v>4999</c:v>
                </c:pt>
                <c:pt idx="245000">
                  <c:v>5000</c:v>
                </c:pt>
                <c:pt idx="244951">
                  <c:v>5001</c:v>
                </c:pt>
                <c:pt idx="244902">
                  <c:v>5002</c:v>
                </c:pt>
                <c:pt idx="244853">
                  <c:v>5003</c:v>
                </c:pt>
                <c:pt idx="244804">
                  <c:v>5004</c:v>
                </c:pt>
                <c:pt idx="244755">
                  <c:v>5005</c:v>
                </c:pt>
                <c:pt idx="244706">
                  <c:v>5006</c:v>
                </c:pt>
                <c:pt idx="244657">
                  <c:v>5007</c:v>
                </c:pt>
                <c:pt idx="244608">
                  <c:v>5008</c:v>
                </c:pt>
                <c:pt idx="244559">
                  <c:v>5009</c:v>
                </c:pt>
                <c:pt idx="244510">
                  <c:v>5010</c:v>
                </c:pt>
                <c:pt idx="244461">
                  <c:v>5011</c:v>
                </c:pt>
                <c:pt idx="244412">
                  <c:v>5012</c:v>
                </c:pt>
                <c:pt idx="244363">
                  <c:v>5013</c:v>
                </c:pt>
                <c:pt idx="244314">
                  <c:v>5014</c:v>
                </c:pt>
                <c:pt idx="244265">
                  <c:v>5015</c:v>
                </c:pt>
                <c:pt idx="244216">
                  <c:v>5016</c:v>
                </c:pt>
                <c:pt idx="244167">
                  <c:v>5017</c:v>
                </c:pt>
                <c:pt idx="244118">
                  <c:v>5018</c:v>
                </c:pt>
                <c:pt idx="244069">
                  <c:v>5019</c:v>
                </c:pt>
                <c:pt idx="244020">
                  <c:v>5020</c:v>
                </c:pt>
                <c:pt idx="243971">
                  <c:v>5021</c:v>
                </c:pt>
                <c:pt idx="243922">
                  <c:v>5022</c:v>
                </c:pt>
                <c:pt idx="243873">
                  <c:v>5023</c:v>
                </c:pt>
                <c:pt idx="243824">
                  <c:v>5024</c:v>
                </c:pt>
                <c:pt idx="243775">
                  <c:v>5025</c:v>
                </c:pt>
                <c:pt idx="243726">
                  <c:v>5026</c:v>
                </c:pt>
                <c:pt idx="243677">
                  <c:v>5027</c:v>
                </c:pt>
                <c:pt idx="243628">
                  <c:v>5028</c:v>
                </c:pt>
                <c:pt idx="243579">
                  <c:v>5029</c:v>
                </c:pt>
                <c:pt idx="243530">
                  <c:v>5030</c:v>
                </c:pt>
                <c:pt idx="243481">
                  <c:v>5031</c:v>
                </c:pt>
                <c:pt idx="243432">
                  <c:v>5032</c:v>
                </c:pt>
                <c:pt idx="243383">
                  <c:v>5033</c:v>
                </c:pt>
                <c:pt idx="243334">
                  <c:v>5034</c:v>
                </c:pt>
                <c:pt idx="243285">
                  <c:v>5035</c:v>
                </c:pt>
                <c:pt idx="243236">
                  <c:v>5036</c:v>
                </c:pt>
                <c:pt idx="243187">
                  <c:v>5037</c:v>
                </c:pt>
                <c:pt idx="243138">
                  <c:v>5038</c:v>
                </c:pt>
                <c:pt idx="243089">
                  <c:v>5039</c:v>
                </c:pt>
                <c:pt idx="243040">
                  <c:v>5040</c:v>
                </c:pt>
                <c:pt idx="242991">
                  <c:v>5041</c:v>
                </c:pt>
                <c:pt idx="242942">
                  <c:v>5042</c:v>
                </c:pt>
                <c:pt idx="242893">
                  <c:v>5043</c:v>
                </c:pt>
                <c:pt idx="242844">
                  <c:v>5044</c:v>
                </c:pt>
                <c:pt idx="242795">
                  <c:v>5045</c:v>
                </c:pt>
                <c:pt idx="242746">
                  <c:v>5046</c:v>
                </c:pt>
                <c:pt idx="242697">
                  <c:v>5047</c:v>
                </c:pt>
                <c:pt idx="242648">
                  <c:v>5048</c:v>
                </c:pt>
                <c:pt idx="242599">
                  <c:v>5049</c:v>
                </c:pt>
                <c:pt idx="242550">
                  <c:v>5050</c:v>
                </c:pt>
                <c:pt idx="242501">
                  <c:v>5051</c:v>
                </c:pt>
                <c:pt idx="242452">
                  <c:v>5052</c:v>
                </c:pt>
                <c:pt idx="242403">
                  <c:v>5053</c:v>
                </c:pt>
                <c:pt idx="242354">
                  <c:v>5054</c:v>
                </c:pt>
                <c:pt idx="242305">
                  <c:v>5055</c:v>
                </c:pt>
                <c:pt idx="242256">
                  <c:v>5056</c:v>
                </c:pt>
                <c:pt idx="242207">
                  <c:v>5057</c:v>
                </c:pt>
                <c:pt idx="242158">
                  <c:v>5058</c:v>
                </c:pt>
                <c:pt idx="242109">
                  <c:v>5059</c:v>
                </c:pt>
                <c:pt idx="242060">
                  <c:v>5060</c:v>
                </c:pt>
                <c:pt idx="242011">
                  <c:v>5061</c:v>
                </c:pt>
                <c:pt idx="241962">
                  <c:v>5062</c:v>
                </c:pt>
                <c:pt idx="241913">
                  <c:v>5063</c:v>
                </c:pt>
                <c:pt idx="241864">
                  <c:v>5064</c:v>
                </c:pt>
                <c:pt idx="241815">
                  <c:v>5065</c:v>
                </c:pt>
                <c:pt idx="241766">
                  <c:v>5066</c:v>
                </c:pt>
                <c:pt idx="241717">
                  <c:v>5067</c:v>
                </c:pt>
                <c:pt idx="241668">
                  <c:v>5068</c:v>
                </c:pt>
                <c:pt idx="241619">
                  <c:v>5069</c:v>
                </c:pt>
                <c:pt idx="241570">
                  <c:v>5070</c:v>
                </c:pt>
                <c:pt idx="241521">
                  <c:v>5071</c:v>
                </c:pt>
                <c:pt idx="241472">
                  <c:v>5072</c:v>
                </c:pt>
                <c:pt idx="241423">
                  <c:v>5073</c:v>
                </c:pt>
                <c:pt idx="241374">
                  <c:v>5074</c:v>
                </c:pt>
                <c:pt idx="241325">
                  <c:v>5075</c:v>
                </c:pt>
                <c:pt idx="241276">
                  <c:v>5076</c:v>
                </c:pt>
                <c:pt idx="241227">
                  <c:v>5077</c:v>
                </c:pt>
                <c:pt idx="241178">
                  <c:v>5078</c:v>
                </c:pt>
                <c:pt idx="241129">
                  <c:v>5079</c:v>
                </c:pt>
                <c:pt idx="241080">
                  <c:v>5080</c:v>
                </c:pt>
                <c:pt idx="241031">
                  <c:v>5081</c:v>
                </c:pt>
                <c:pt idx="240982">
                  <c:v>5082</c:v>
                </c:pt>
                <c:pt idx="240933">
                  <c:v>5083</c:v>
                </c:pt>
                <c:pt idx="240884">
                  <c:v>5084</c:v>
                </c:pt>
                <c:pt idx="240835">
                  <c:v>5085</c:v>
                </c:pt>
                <c:pt idx="240786">
                  <c:v>5086</c:v>
                </c:pt>
                <c:pt idx="240737">
                  <c:v>5087</c:v>
                </c:pt>
                <c:pt idx="240688">
                  <c:v>5088</c:v>
                </c:pt>
                <c:pt idx="240639">
                  <c:v>5089</c:v>
                </c:pt>
                <c:pt idx="240590">
                  <c:v>5090</c:v>
                </c:pt>
                <c:pt idx="240541">
                  <c:v>5091</c:v>
                </c:pt>
                <c:pt idx="240492">
                  <c:v>5092</c:v>
                </c:pt>
                <c:pt idx="240443">
                  <c:v>5093</c:v>
                </c:pt>
                <c:pt idx="240394">
                  <c:v>5094</c:v>
                </c:pt>
                <c:pt idx="240345">
                  <c:v>5095</c:v>
                </c:pt>
                <c:pt idx="240296">
                  <c:v>5096</c:v>
                </c:pt>
                <c:pt idx="240247">
                  <c:v>5097</c:v>
                </c:pt>
                <c:pt idx="240198">
                  <c:v>5098</c:v>
                </c:pt>
                <c:pt idx="240149">
                  <c:v>5099</c:v>
                </c:pt>
                <c:pt idx="240100">
                  <c:v>5100</c:v>
                </c:pt>
                <c:pt idx="240051">
                  <c:v>5101</c:v>
                </c:pt>
                <c:pt idx="240002">
                  <c:v>5102</c:v>
                </c:pt>
                <c:pt idx="239953">
                  <c:v>5103</c:v>
                </c:pt>
                <c:pt idx="239904">
                  <c:v>5104</c:v>
                </c:pt>
                <c:pt idx="239855">
                  <c:v>5105</c:v>
                </c:pt>
                <c:pt idx="239806">
                  <c:v>5106</c:v>
                </c:pt>
                <c:pt idx="239757">
                  <c:v>5107</c:v>
                </c:pt>
                <c:pt idx="239708">
                  <c:v>5108</c:v>
                </c:pt>
                <c:pt idx="239659">
                  <c:v>5109</c:v>
                </c:pt>
                <c:pt idx="239610">
                  <c:v>5110</c:v>
                </c:pt>
                <c:pt idx="239561">
                  <c:v>5111</c:v>
                </c:pt>
                <c:pt idx="239512">
                  <c:v>5112</c:v>
                </c:pt>
                <c:pt idx="239463">
                  <c:v>5113</c:v>
                </c:pt>
                <c:pt idx="239414">
                  <c:v>5114</c:v>
                </c:pt>
                <c:pt idx="239365">
                  <c:v>5115</c:v>
                </c:pt>
                <c:pt idx="239316">
                  <c:v>5116</c:v>
                </c:pt>
                <c:pt idx="239267">
                  <c:v>5117</c:v>
                </c:pt>
                <c:pt idx="239218">
                  <c:v>5118</c:v>
                </c:pt>
                <c:pt idx="239169">
                  <c:v>5119</c:v>
                </c:pt>
                <c:pt idx="239120">
                  <c:v>5120</c:v>
                </c:pt>
                <c:pt idx="239071">
                  <c:v>5121</c:v>
                </c:pt>
                <c:pt idx="239022">
                  <c:v>5122</c:v>
                </c:pt>
                <c:pt idx="238973">
                  <c:v>5123</c:v>
                </c:pt>
                <c:pt idx="238924">
                  <c:v>5124</c:v>
                </c:pt>
                <c:pt idx="238875">
                  <c:v>5125</c:v>
                </c:pt>
                <c:pt idx="238826">
                  <c:v>5126</c:v>
                </c:pt>
                <c:pt idx="238777">
                  <c:v>5127</c:v>
                </c:pt>
                <c:pt idx="238728">
                  <c:v>5128</c:v>
                </c:pt>
                <c:pt idx="238679">
                  <c:v>5129</c:v>
                </c:pt>
                <c:pt idx="238630">
                  <c:v>5130</c:v>
                </c:pt>
                <c:pt idx="238581">
                  <c:v>5131</c:v>
                </c:pt>
                <c:pt idx="238532">
                  <c:v>5132</c:v>
                </c:pt>
                <c:pt idx="238483">
                  <c:v>5133</c:v>
                </c:pt>
                <c:pt idx="238434">
                  <c:v>5134</c:v>
                </c:pt>
                <c:pt idx="238385">
                  <c:v>5135</c:v>
                </c:pt>
                <c:pt idx="238336">
                  <c:v>5136</c:v>
                </c:pt>
                <c:pt idx="238287">
                  <c:v>5137</c:v>
                </c:pt>
                <c:pt idx="238238">
                  <c:v>5138</c:v>
                </c:pt>
                <c:pt idx="238189">
                  <c:v>5139</c:v>
                </c:pt>
                <c:pt idx="238140">
                  <c:v>5140</c:v>
                </c:pt>
                <c:pt idx="238091">
                  <c:v>5141</c:v>
                </c:pt>
                <c:pt idx="238042">
                  <c:v>5142</c:v>
                </c:pt>
                <c:pt idx="237993">
                  <c:v>5143</c:v>
                </c:pt>
                <c:pt idx="237944">
                  <c:v>5144</c:v>
                </c:pt>
                <c:pt idx="237895">
                  <c:v>5145</c:v>
                </c:pt>
                <c:pt idx="237846">
                  <c:v>5146</c:v>
                </c:pt>
                <c:pt idx="237797">
                  <c:v>5147</c:v>
                </c:pt>
                <c:pt idx="237748">
                  <c:v>5148</c:v>
                </c:pt>
                <c:pt idx="237699">
                  <c:v>5149</c:v>
                </c:pt>
                <c:pt idx="237650">
                  <c:v>5150</c:v>
                </c:pt>
                <c:pt idx="237601">
                  <c:v>5151</c:v>
                </c:pt>
                <c:pt idx="237552">
                  <c:v>5152</c:v>
                </c:pt>
                <c:pt idx="237503">
                  <c:v>5153</c:v>
                </c:pt>
                <c:pt idx="237454">
                  <c:v>5154</c:v>
                </c:pt>
                <c:pt idx="237405">
                  <c:v>5155</c:v>
                </c:pt>
                <c:pt idx="237356">
                  <c:v>5156</c:v>
                </c:pt>
                <c:pt idx="237307">
                  <c:v>5157</c:v>
                </c:pt>
                <c:pt idx="237258">
                  <c:v>5158</c:v>
                </c:pt>
                <c:pt idx="237209">
                  <c:v>5159</c:v>
                </c:pt>
                <c:pt idx="237160">
                  <c:v>5160</c:v>
                </c:pt>
                <c:pt idx="237111">
                  <c:v>5161</c:v>
                </c:pt>
                <c:pt idx="237062">
                  <c:v>5162</c:v>
                </c:pt>
                <c:pt idx="237013">
                  <c:v>5163</c:v>
                </c:pt>
                <c:pt idx="236964">
                  <c:v>5164</c:v>
                </c:pt>
                <c:pt idx="236915">
                  <c:v>5165</c:v>
                </c:pt>
                <c:pt idx="236866">
                  <c:v>5166</c:v>
                </c:pt>
                <c:pt idx="236817">
                  <c:v>5167</c:v>
                </c:pt>
                <c:pt idx="236768">
                  <c:v>5168</c:v>
                </c:pt>
                <c:pt idx="236719">
                  <c:v>5169</c:v>
                </c:pt>
                <c:pt idx="236670">
                  <c:v>5170</c:v>
                </c:pt>
                <c:pt idx="236621">
                  <c:v>5171</c:v>
                </c:pt>
                <c:pt idx="236572">
                  <c:v>5172</c:v>
                </c:pt>
                <c:pt idx="236523">
                  <c:v>5173</c:v>
                </c:pt>
                <c:pt idx="236474">
                  <c:v>5174</c:v>
                </c:pt>
                <c:pt idx="236425">
                  <c:v>5175</c:v>
                </c:pt>
                <c:pt idx="236376">
                  <c:v>5176</c:v>
                </c:pt>
                <c:pt idx="236327">
                  <c:v>5177</c:v>
                </c:pt>
                <c:pt idx="236278">
                  <c:v>5178</c:v>
                </c:pt>
                <c:pt idx="236229">
                  <c:v>5179</c:v>
                </c:pt>
                <c:pt idx="236180">
                  <c:v>5180</c:v>
                </c:pt>
                <c:pt idx="236131">
                  <c:v>5181</c:v>
                </c:pt>
                <c:pt idx="236082">
                  <c:v>5182</c:v>
                </c:pt>
                <c:pt idx="236033">
                  <c:v>5183</c:v>
                </c:pt>
                <c:pt idx="235984">
                  <c:v>5184</c:v>
                </c:pt>
                <c:pt idx="235935">
                  <c:v>5185</c:v>
                </c:pt>
                <c:pt idx="235886">
                  <c:v>5186</c:v>
                </c:pt>
                <c:pt idx="235837">
                  <c:v>5187</c:v>
                </c:pt>
                <c:pt idx="235788">
                  <c:v>5188</c:v>
                </c:pt>
                <c:pt idx="235739">
                  <c:v>5189</c:v>
                </c:pt>
                <c:pt idx="235690">
                  <c:v>5190</c:v>
                </c:pt>
                <c:pt idx="235641">
                  <c:v>5191</c:v>
                </c:pt>
                <c:pt idx="235592">
                  <c:v>5192</c:v>
                </c:pt>
                <c:pt idx="235543">
                  <c:v>5193</c:v>
                </c:pt>
                <c:pt idx="235494">
                  <c:v>5194</c:v>
                </c:pt>
                <c:pt idx="235445">
                  <c:v>5195</c:v>
                </c:pt>
                <c:pt idx="235396">
                  <c:v>5196</c:v>
                </c:pt>
                <c:pt idx="235347">
                  <c:v>5197</c:v>
                </c:pt>
                <c:pt idx="235298">
                  <c:v>5198</c:v>
                </c:pt>
                <c:pt idx="235249">
                  <c:v>5199</c:v>
                </c:pt>
                <c:pt idx="235200">
                  <c:v>5200</c:v>
                </c:pt>
                <c:pt idx="235151">
                  <c:v>5201</c:v>
                </c:pt>
                <c:pt idx="235102">
                  <c:v>5202</c:v>
                </c:pt>
                <c:pt idx="235053">
                  <c:v>5203</c:v>
                </c:pt>
                <c:pt idx="235004">
                  <c:v>5204</c:v>
                </c:pt>
                <c:pt idx="234955">
                  <c:v>5205</c:v>
                </c:pt>
                <c:pt idx="234906">
                  <c:v>5206</c:v>
                </c:pt>
                <c:pt idx="234857">
                  <c:v>5207</c:v>
                </c:pt>
                <c:pt idx="234808">
                  <c:v>5208</c:v>
                </c:pt>
                <c:pt idx="234759">
                  <c:v>5209</c:v>
                </c:pt>
                <c:pt idx="234710">
                  <c:v>5210</c:v>
                </c:pt>
                <c:pt idx="234661">
                  <c:v>5211</c:v>
                </c:pt>
                <c:pt idx="234612">
                  <c:v>5212</c:v>
                </c:pt>
                <c:pt idx="234563">
                  <c:v>5213</c:v>
                </c:pt>
                <c:pt idx="234514">
                  <c:v>5214</c:v>
                </c:pt>
                <c:pt idx="234465">
                  <c:v>5215</c:v>
                </c:pt>
                <c:pt idx="234416">
                  <c:v>5216</c:v>
                </c:pt>
                <c:pt idx="234367">
                  <c:v>5217</c:v>
                </c:pt>
                <c:pt idx="234318">
                  <c:v>5218</c:v>
                </c:pt>
                <c:pt idx="234269">
                  <c:v>5219</c:v>
                </c:pt>
                <c:pt idx="234220">
                  <c:v>5220</c:v>
                </c:pt>
                <c:pt idx="234171">
                  <c:v>5221</c:v>
                </c:pt>
                <c:pt idx="234122">
                  <c:v>5222</c:v>
                </c:pt>
                <c:pt idx="234073">
                  <c:v>5223</c:v>
                </c:pt>
                <c:pt idx="234024">
                  <c:v>5224</c:v>
                </c:pt>
                <c:pt idx="233975">
                  <c:v>5225</c:v>
                </c:pt>
                <c:pt idx="233926">
                  <c:v>5226</c:v>
                </c:pt>
                <c:pt idx="233877">
                  <c:v>5227</c:v>
                </c:pt>
                <c:pt idx="233828">
                  <c:v>5228</c:v>
                </c:pt>
                <c:pt idx="233779">
                  <c:v>5229</c:v>
                </c:pt>
                <c:pt idx="233730">
                  <c:v>5230</c:v>
                </c:pt>
                <c:pt idx="233681">
                  <c:v>5231</c:v>
                </c:pt>
                <c:pt idx="233632">
                  <c:v>5232</c:v>
                </c:pt>
                <c:pt idx="233583">
                  <c:v>5233</c:v>
                </c:pt>
                <c:pt idx="233534">
                  <c:v>5234</c:v>
                </c:pt>
                <c:pt idx="233485">
                  <c:v>5235</c:v>
                </c:pt>
                <c:pt idx="233436">
                  <c:v>5236</c:v>
                </c:pt>
                <c:pt idx="233387">
                  <c:v>5237</c:v>
                </c:pt>
                <c:pt idx="233338">
                  <c:v>5238</c:v>
                </c:pt>
                <c:pt idx="233289">
                  <c:v>5239</c:v>
                </c:pt>
                <c:pt idx="233240">
                  <c:v>5240</c:v>
                </c:pt>
                <c:pt idx="233191">
                  <c:v>5241</c:v>
                </c:pt>
                <c:pt idx="233142">
                  <c:v>5242</c:v>
                </c:pt>
                <c:pt idx="233093">
                  <c:v>5243</c:v>
                </c:pt>
                <c:pt idx="233044">
                  <c:v>5244</c:v>
                </c:pt>
                <c:pt idx="232995">
                  <c:v>5245</c:v>
                </c:pt>
                <c:pt idx="232946">
                  <c:v>5246</c:v>
                </c:pt>
                <c:pt idx="232897">
                  <c:v>5247</c:v>
                </c:pt>
                <c:pt idx="232848">
                  <c:v>5248</c:v>
                </c:pt>
                <c:pt idx="232799">
                  <c:v>5249</c:v>
                </c:pt>
                <c:pt idx="232750">
                  <c:v>5250</c:v>
                </c:pt>
                <c:pt idx="232701">
                  <c:v>5251</c:v>
                </c:pt>
                <c:pt idx="232652">
                  <c:v>5252</c:v>
                </c:pt>
                <c:pt idx="232603">
                  <c:v>5253</c:v>
                </c:pt>
                <c:pt idx="232554">
                  <c:v>5254</c:v>
                </c:pt>
                <c:pt idx="232505">
                  <c:v>5255</c:v>
                </c:pt>
                <c:pt idx="232456">
                  <c:v>5256</c:v>
                </c:pt>
                <c:pt idx="232407">
                  <c:v>5257</c:v>
                </c:pt>
                <c:pt idx="232358">
                  <c:v>5258</c:v>
                </c:pt>
                <c:pt idx="232309">
                  <c:v>5259</c:v>
                </c:pt>
                <c:pt idx="232260">
                  <c:v>5260</c:v>
                </c:pt>
                <c:pt idx="232211">
                  <c:v>5261</c:v>
                </c:pt>
                <c:pt idx="232162">
                  <c:v>5262</c:v>
                </c:pt>
                <c:pt idx="232113">
                  <c:v>5263</c:v>
                </c:pt>
                <c:pt idx="232064">
                  <c:v>5264</c:v>
                </c:pt>
                <c:pt idx="232015">
                  <c:v>5265</c:v>
                </c:pt>
                <c:pt idx="231966">
                  <c:v>5266</c:v>
                </c:pt>
                <c:pt idx="231917">
                  <c:v>5267</c:v>
                </c:pt>
                <c:pt idx="231868">
                  <c:v>5268</c:v>
                </c:pt>
                <c:pt idx="231819">
                  <c:v>5269</c:v>
                </c:pt>
                <c:pt idx="231770">
                  <c:v>5270</c:v>
                </c:pt>
                <c:pt idx="231721">
                  <c:v>5271</c:v>
                </c:pt>
                <c:pt idx="231672">
                  <c:v>5272</c:v>
                </c:pt>
                <c:pt idx="231623">
                  <c:v>5273</c:v>
                </c:pt>
                <c:pt idx="231574">
                  <c:v>5274</c:v>
                </c:pt>
                <c:pt idx="231525">
                  <c:v>5275</c:v>
                </c:pt>
                <c:pt idx="231476">
                  <c:v>5276</c:v>
                </c:pt>
                <c:pt idx="231427">
                  <c:v>5277</c:v>
                </c:pt>
                <c:pt idx="231378">
                  <c:v>5278</c:v>
                </c:pt>
                <c:pt idx="231329">
                  <c:v>5279</c:v>
                </c:pt>
                <c:pt idx="231280">
                  <c:v>5280</c:v>
                </c:pt>
                <c:pt idx="231231">
                  <c:v>5281</c:v>
                </c:pt>
                <c:pt idx="231182">
                  <c:v>5282</c:v>
                </c:pt>
                <c:pt idx="231133">
                  <c:v>5283</c:v>
                </c:pt>
                <c:pt idx="231084">
                  <c:v>5284</c:v>
                </c:pt>
                <c:pt idx="231035">
                  <c:v>5285</c:v>
                </c:pt>
                <c:pt idx="230986">
                  <c:v>5286</c:v>
                </c:pt>
                <c:pt idx="230937">
                  <c:v>5287</c:v>
                </c:pt>
                <c:pt idx="230888">
                  <c:v>5288</c:v>
                </c:pt>
                <c:pt idx="230839">
                  <c:v>5289</c:v>
                </c:pt>
                <c:pt idx="230790">
                  <c:v>5290</c:v>
                </c:pt>
                <c:pt idx="230741">
                  <c:v>5291</c:v>
                </c:pt>
                <c:pt idx="230692">
                  <c:v>5292</c:v>
                </c:pt>
                <c:pt idx="230643">
                  <c:v>5293</c:v>
                </c:pt>
                <c:pt idx="230594">
                  <c:v>5294</c:v>
                </c:pt>
                <c:pt idx="230545">
                  <c:v>5295</c:v>
                </c:pt>
                <c:pt idx="230496">
                  <c:v>5296</c:v>
                </c:pt>
                <c:pt idx="230447">
                  <c:v>5297</c:v>
                </c:pt>
                <c:pt idx="230398">
                  <c:v>5298</c:v>
                </c:pt>
                <c:pt idx="230349">
                  <c:v>5299</c:v>
                </c:pt>
                <c:pt idx="230300">
                  <c:v>5300</c:v>
                </c:pt>
                <c:pt idx="230251">
                  <c:v>5301</c:v>
                </c:pt>
                <c:pt idx="230202">
                  <c:v>5302</c:v>
                </c:pt>
                <c:pt idx="230153">
                  <c:v>5303</c:v>
                </c:pt>
                <c:pt idx="230104">
                  <c:v>5304</c:v>
                </c:pt>
                <c:pt idx="230055">
                  <c:v>5305</c:v>
                </c:pt>
                <c:pt idx="230006">
                  <c:v>5306</c:v>
                </c:pt>
                <c:pt idx="229957">
                  <c:v>5307</c:v>
                </c:pt>
                <c:pt idx="229908">
                  <c:v>5308</c:v>
                </c:pt>
                <c:pt idx="229859">
                  <c:v>5309</c:v>
                </c:pt>
                <c:pt idx="229810">
                  <c:v>5310</c:v>
                </c:pt>
                <c:pt idx="229761">
                  <c:v>5311</c:v>
                </c:pt>
                <c:pt idx="229712">
                  <c:v>5312</c:v>
                </c:pt>
                <c:pt idx="229663">
                  <c:v>5313</c:v>
                </c:pt>
                <c:pt idx="229614">
                  <c:v>5314</c:v>
                </c:pt>
                <c:pt idx="229565">
                  <c:v>5315</c:v>
                </c:pt>
                <c:pt idx="229516">
                  <c:v>5316</c:v>
                </c:pt>
                <c:pt idx="229467">
                  <c:v>5317</c:v>
                </c:pt>
                <c:pt idx="229418">
                  <c:v>5318</c:v>
                </c:pt>
                <c:pt idx="229369">
                  <c:v>5319</c:v>
                </c:pt>
                <c:pt idx="229320">
                  <c:v>5320</c:v>
                </c:pt>
                <c:pt idx="229271">
                  <c:v>5321</c:v>
                </c:pt>
                <c:pt idx="229222">
                  <c:v>5322</c:v>
                </c:pt>
                <c:pt idx="229173">
                  <c:v>5323</c:v>
                </c:pt>
                <c:pt idx="229124">
                  <c:v>5324</c:v>
                </c:pt>
                <c:pt idx="229075">
                  <c:v>5325</c:v>
                </c:pt>
                <c:pt idx="229026">
                  <c:v>5326</c:v>
                </c:pt>
                <c:pt idx="228977">
                  <c:v>5327</c:v>
                </c:pt>
                <c:pt idx="228928">
                  <c:v>5328</c:v>
                </c:pt>
                <c:pt idx="228879">
                  <c:v>5329</c:v>
                </c:pt>
                <c:pt idx="228830">
                  <c:v>5330</c:v>
                </c:pt>
                <c:pt idx="228781">
                  <c:v>5331</c:v>
                </c:pt>
                <c:pt idx="228732">
                  <c:v>5332</c:v>
                </c:pt>
                <c:pt idx="228683">
                  <c:v>5333</c:v>
                </c:pt>
                <c:pt idx="228634">
                  <c:v>5334</c:v>
                </c:pt>
                <c:pt idx="228585">
                  <c:v>5335</c:v>
                </c:pt>
                <c:pt idx="228536">
                  <c:v>5336</c:v>
                </c:pt>
                <c:pt idx="228487">
                  <c:v>5337</c:v>
                </c:pt>
                <c:pt idx="228438">
                  <c:v>5338</c:v>
                </c:pt>
                <c:pt idx="228389">
                  <c:v>5339</c:v>
                </c:pt>
                <c:pt idx="228340">
                  <c:v>5340</c:v>
                </c:pt>
                <c:pt idx="228291">
                  <c:v>5341</c:v>
                </c:pt>
                <c:pt idx="228242">
                  <c:v>5342</c:v>
                </c:pt>
                <c:pt idx="228193">
                  <c:v>5343</c:v>
                </c:pt>
                <c:pt idx="228144">
                  <c:v>5344</c:v>
                </c:pt>
                <c:pt idx="228095">
                  <c:v>5345</c:v>
                </c:pt>
                <c:pt idx="228046">
                  <c:v>5346</c:v>
                </c:pt>
                <c:pt idx="227997">
                  <c:v>5347</c:v>
                </c:pt>
                <c:pt idx="227948">
                  <c:v>5348</c:v>
                </c:pt>
                <c:pt idx="227899">
                  <c:v>5349</c:v>
                </c:pt>
                <c:pt idx="227850">
                  <c:v>5350</c:v>
                </c:pt>
                <c:pt idx="227801">
                  <c:v>5351</c:v>
                </c:pt>
                <c:pt idx="227752">
                  <c:v>5352</c:v>
                </c:pt>
                <c:pt idx="227703">
                  <c:v>5353</c:v>
                </c:pt>
                <c:pt idx="227654">
                  <c:v>5354</c:v>
                </c:pt>
                <c:pt idx="227605">
                  <c:v>5355</c:v>
                </c:pt>
                <c:pt idx="227556">
                  <c:v>5356</c:v>
                </c:pt>
                <c:pt idx="227507">
                  <c:v>5357</c:v>
                </c:pt>
                <c:pt idx="227458">
                  <c:v>5358</c:v>
                </c:pt>
                <c:pt idx="227409">
                  <c:v>5359</c:v>
                </c:pt>
                <c:pt idx="227360">
                  <c:v>5360</c:v>
                </c:pt>
                <c:pt idx="227311">
                  <c:v>5361</c:v>
                </c:pt>
                <c:pt idx="227262">
                  <c:v>5362</c:v>
                </c:pt>
                <c:pt idx="227213">
                  <c:v>5363</c:v>
                </c:pt>
                <c:pt idx="227164">
                  <c:v>5364</c:v>
                </c:pt>
                <c:pt idx="227115">
                  <c:v>5365</c:v>
                </c:pt>
                <c:pt idx="227066">
                  <c:v>5366</c:v>
                </c:pt>
                <c:pt idx="227017">
                  <c:v>5367</c:v>
                </c:pt>
                <c:pt idx="226968">
                  <c:v>5368</c:v>
                </c:pt>
                <c:pt idx="226919">
                  <c:v>5369</c:v>
                </c:pt>
                <c:pt idx="226870">
                  <c:v>5370</c:v>
                </c:pt>
                <c:pt idx="226821">
                  <c:v>5371</c:v>
                </c:pt>
                <c:pt idx="226772">
                  <c:v>5372</c:v>
                </c:pt>
                <c:pt idx="226723">
                  <c:v>5373</c:v>
                </c:pt>
                <c:pt idx="226674">
                  <c:v>5374</c:v>
                </c:pt>
                <c:pt idx="226625">
                  <c:v>5375</c:v>
                </c:pt>
                <c:pt idx="226576">
                  <c:v>5376</c:v>
                </c:pt>
                <c:pt idx="226527">
                  <c:v>5377</c:v>
                </c:pt>
                <c:pt idx="226478">
                  <c:v>5378</c:v>
                </c:pt>
                <c:pt idx="226429">
                  <c:v>5379</c:v>
                </c:pt>
                <c:pt idx="226380">
                  <c:v>5380</c:v>
                </c:pt>
                <c:pt idx="226331">
                  <c:v>5381</c:v>
                </c:pt>
                <c:pt idx="226282">
                  <c:v>5382</c:v>
                </c:pt>
                <c:pt idx="226233">
                  <c:v>5383</c:v>
                </c:pt>
                <c:pt idx="226184">
                  <c:v>5384</c:v>
                </c:pt>
                <c:pt idx="226135">
                  <c:v>5385</c:v>
                </c:pt>
                <c:pt idx="226086">
                  <c:v>5386</c:v>
                </c:pt>
                <c:pt idx="226037">
                  <c:v>5387</c:v>
                </c:pt>
                <c:pt idx="225988">
                  <c:v>5388</c:v>
                </c:pt>
                <c:pt idx="225939">
                  <c:v>5389</c:v>
                </c:pt>
                <c:pt idx="225890">
                  <c:v>5390</c:v>
                </c:pt>
                <c:pt idx="225841">
                  <c:v>5391</c:v>
                </c:pt>
                <c:pt idx="225792">
                  <c:v>5392</c:v>
                </c:pt>
                <c:pt idx="225743">
                  <c:v>5393</c:v>
                </c:pt>
                <c:pt idx="225694">
                  <c:v>5394</c:v>
                </c:pt>
                <c:pt idx="225645">
                  <c:v>5395</c:v>
                </c:pt>
                <c:pt idx="225596">
                  <c:v>5396</c:v>
                </c:pt>
                <c:pt idx="225547">
                  <c:v>5397</c:v>
                </c:pt>
                <c:pt idx="225498">
                  <c:v>5398</c:v>
                </c:pt>
                <c:pt idx="225449">
                  <c:v>5399</c:v>
                </c:pt>
                <c:pt idx="225400">
                  <c:v>5400</c:v>
                </c:pt>
                <c:pt idx="225351">
                  <c:v>5401</c:v>
                </c:pt>
                <c:pt idx="225302">
                  <c:v>5402</c:v>
                </c:pt>
                <c:pt idx="225253">
                  <c:v>5403</c:v>
                </c:pt>
                <c:pt idx="225204">
                  <c:v>5404</c:v>
                </c:pt>
                <c:pt idx="225155">
                  <c:v>5405</c:v>
                </c:pt>
                <c:pt idx="225106">
                  <c:v>5406</c:v>
                </c:pt>
                <c:pt idx="225057">
                  <c:v>5407</c:v>
                </c:pt>
                <c:pt idx="225008">
                  <c:v>5408</c:v>
                </c:pt>
                <c:pt idx="224959">
                  <c:v>5409</c:v>
                </c:pt>
                <c:pt idx="224910">
                  <c:v>5410</c:v>
                </c:pt>
                <c:pt idx="224861">
                  <c:v>5411</c:v>
                </c:pt>
                <c:pt idx="224812">
                  <c:v>5412</c:v>
                </c:pt>
                <c:pt idx="224763">
                  <c:v>5413</c:v>
                </c:pt>
                <c:pt idx="224714">
                  <c:v>5414</c:v>
                </c:pt>
                <c:pt idx="224665">
                  <c:v>5415</c:v>
                </c:pt>
                <c:pt idx="224616">
                  <c:v>5416</c:v>
                </c:pt>
                <c:pt idx="224567">
                  <c:v>5417</c:v>
                </c:pt>
                <c:pt idx="224518">
                  <c:v>5418</c:v>
                </c:pt>
                <c:pt idx="224469">
                  <c:v>5419</c:v>
                </c:pt>
                <c:pt idx="224420">
                  <c:v>5420</c:v>
                </c:pt>
                <c:pt idx="224371">
                  <c:v>5421</c:v>
                </c:pt>
                <c:pt idx="224322">
                  <c:v>5422</c:v>
                </c:pt>
                <c:pt idx="224273">
                  <c:v>5423</c:v>
                </c:pt>
                <c:pt idx="224224">
                  <c:v>5424</c:v>
                </c:pt>
                <c:pt idx="224175">
                  <c:v>5425</c:v>
                </c:pt>
                <c:pt idx="224126">
                  <c:v>5426</c:v>
                </c:pt>
                <c:pt idx="224077">
                  <c:v>5427</c:v>
                </c:pt>
                <c:pt idx="224028">
                  <c:v>5428</c:v>
                </c:pt>
                <c:pt idx="223979">
                  <c:v>5429</c:v>
                </c:pt>
                <c:pt idx="223930">
                  <c:v>5430</c:v>
                </c:pt>
                <c:pt idx="223881">
                  <c:v>5431</c:v>
                </c:pt>
                <c:pt idx="223832">
                  <c:v>5432</c:v>
                </c:pt>
                <c:pt idx="223783">
                  <c:v>5433</c:v>
                </c:pt>
                <c:pt idx="223734">
                  <c:v>5434</c:v>
                </c:pt>
                <c:pt idx="223685">
                  <c:v>5435</c:v>
                </c:pt>
                <c:pt idx="223636">
                  <c:v>5436</c:v>
                </c:pt>
                <c:pt idx="223587">
                  <c:v>5437</c:v>
                </c:pt>
                <c:pt idx="223538">
                  <c:v>5438</c:v>
                </c:pt>
                <c:pt idx="223489">
                  <c:v>5439</c:v>
                </c:pt>
                <c:pt idx="223440">
                  <c:v>5440</c:v>
                </c:pt>
                <c:pt idx="223391">
                  <c:v>5441</c:v>
                </c:pt>
                <c:pt idx="223342">
                  <c:v>5442</c:v>
                </c:pt>
                <c:pt idx="223293">
                  <c:v>5443</c:v>
                </c:pt>
                <c:pt idx="223244">
                  <c:v>5444</c:v>
                </c:pt>
                <c:pt idx="223195">
                  <c:v>5445</c:v>
                </c:pt>
                <c:pt idx="223146">
                  <c:v>5446</c:v>
                </c:pt>
                <c:pt idx="223097">
                  <c:v>5447</c:v>
                </c:pt>
                <c:pt idx="223048">
                  <c:v>5448</c:v>
                </c:pt>
                <c:pt idx="222999">
                  <c:v>5449</c:v>
                </c:pt>
                <c:pt idx="222950">
                  <c:v>5450</c:v>
                </c:pt>
                <c:pt idx="222901">
                  <c:v>5451</c:v>
                </c:pt>
                <c:pt idx="222852">
                  <c:v>5452</c:v>
                </c:pt>
                <c:pt idx="222803">
                  <c:v>5453</c:v>
                </c:pt>
                <c:pt idx="222754">
                  <c:v>5454</c:v>
                </c:pt>
                <c:pt idx="222705">
                  <c:v>5455</c:v>
                </c:pt>
                <c:pt idx="222656">
                  <c:v>5456</c:v>
                </c:pt>
                <c:pt idx="222607">
                  <c:v>5457</c:v>
                </c:pt>
                <c:pt idx="222558">
                  <c:v>5458</c:v>
                </c:pt>
                <c:pt idx="222509">
                  <c:v>5459</c:v>
                </c:pt>
                <c:pt idx="222460">
                  <c:v>5460</c:v>
                </c:pt>
                <c:pt idx="222411">
                  <c:v>5461</c:v>
                </c:pt>
                <c:pt idx="222362">
                  <c:v>5462</c:v>
                </c:pt>
                <c:pt idx="222313">
                  <c:v>5463</c:v>
                </c:pt>
                <c:pt idx="222264">
                  <c:v>5464</c:v>
                </c:pt>
                <c:pt idx="222215">
                  <c:v>5465</c:v>
                </c:pt>
                <c:pt idx="222166">
                  <c:v>5466</c:v>
                </c:pt>
                <c:pt idx="222117">
                  <c:v>5467</c:v>
                </c:pt>
                <c:pt idx="222068">
                  <c:v>5468</c:v>
                </c:pt>
                <c:pt idx="222019">
                  <c:v>5469</c:v>
                </c:pt>
                <c:pt idx="221970">
                  <c:v>5470</c:v>
                </c:pt>
                <c:pt idx="221921">
                  <c:v>5471</c:v>
                </c:pt>
                <c:pt idx="221872">
                  <c:v>5472</c:v>
                </c:pt>
                <c:pt idx="221823">
                  <c:v>5473</c:v>
                </c:pt>
                <c:pt idx="221774">
                  <c:v>5474</c:v>
                </c:pt>
                <c:pt idx="221725">
                  <c:v>5475</c:v>
                </c:pt>
                <c:pt idx="221676">
                  <c:v>5476</c:v>
                </c:pt>
                <c:pt idx="221627">
                  <c:v>5477</c:v>
                </c:pt>
                <c:pt idx="221578">
                  <c:v>5478</c:v>
                </c:pt>
                <c:pt idx="221529">
                  <c:v>5479</c:v>
                </c:pt>
                <c:pt idx="221480">
                  <c:v>5480</c:v>
                </c:pt>
                <c:pt idx="221431">
                  <c:v>5481</c:v>
                </c:pt>
                <c:pt idx="221382">
                  <c:v>5482</c:v>
                </c:pt>
                <c:pt idx="221333">
                  <c:v>5483</c:v>
                </c:pt>
                <c:pt idx="221284">
                  <c:v>5484</c:v>
                </c:pt>
                <c:pt idx="221235">
                  <c:v>5485</c:v>
                </c:pt>
                <c:pt idx="221186">
                  <c:v>5486</c:v>
                </c:pt>
                <c:pt idx="221137">
                  <c:v>5487</c:v>
                </c:pt>
                <c:pt idx="221088">
                  <c:v>5488</c:v>
                </c:pt>
                <c:pt idx="221039">
                  <c:v>5489</c:v>
                </c:pt>
                <c:pt idx="220990">
                  <c:v>5490</c:v>
                </c:pt>
                <c:pt idx="220941">
                  <c:v>5491</c:v>
                </c:pt>
                <c:pt idx="220892">
                  <c:v>5492</c:v>
                </c:pt>
                <c:pt idx="220843">
                  <c:v>5493</c:v>
                </c:pt>
                <c:pt idx="220794">
                  <c:v>5494</c:v>
                </c:pt>
                <c:pt idx="220745">
                  <c:v>5495</c:v>
                </c:pt>
                <c:pt idx="220696">
                  <c:v>5496</c:v>
                </c:pt>
                <c:pt idx="220647">
                  <c:v>5497</c:v>
                </c:pt>
                <c:pt idx="220598">
                  <c:v>5498</c:v>
                </c:pt>
                <c:pt idx="220549">
                  <c:v>5499</c:v>
                </c:pt>
                <c:pt idx="220500">
                  <c:v>5500</c:v>
                </c:pt>
                <c:pt idx="220451">
                  <c:v>5501</c:v>
                </c:pt>
                <c:pt idx="220402">
                  <c:v>5502</c:v>
                </c:pt>
                <c:pt idx="220353">
                  <c:v>5503</c:v>
                </c:pt>
                <c:pt idx="220304">
                  <c:v>5504</c:v>
                </c:pt>
                <c:pt idx="220255">
                  <c:v>5505</c:v>
                </c:pt>
                <c:pt idx="220206">
                  <c:v>5506</c:v>
                </c:pt>
                <c:pt idx="220157">
                  <c:v>5507</c:v>
                </c:pt>
                <c:pt idx="220108">
                  <c:v>5508</c:v>
                </c:pt>
                <c:pt idx="220059">
                  <c:v>5509</c:v>
                </c:pt>
                <c:pt idx="220010">
                  <c:v>5510</c:v>
                </c:pt>
                <c:pt idx="219961">
                  <c:v>5511</c:v>
                </c:pt>
                <c:pt idx="219912">
                  <c:v>5512</c:v>
                </c:pt>
                <c:pt idx="219863">
                  <c:v>5513</c:v>
                </c:pt>
                <c:pt idx="219814">
                  <c:v>5514</c:v>
                </c:pt>
                <c:pt idx="219765">
                  <c:v>5515</c:v>
                </c:pt>
                <c:pt idx="219716">
                  <c:v>5516</c:v>
                </c:pt>
                <c:pt idx="219667">
                  <c:v>5517</c:v>
                </c:pt>
                <c:pt idx="219618">
                  <c:v>5518</c:v>
                </c:pt>
                <c:pt idx="219569">
                  <c:v>5519</c:v>
                </c:pt>
                <c:pt idx="219520">
                  <c:v>5520</c:v>
                </c:pt>
                <c:pt idx="219471">
                  <c:v>5521</c:v>
                </c:pt>
                <c:pt idx="219422">
                  <c:v>5522</c:v>
                </c:pt>
                <c:pt idx="219373">
                  <c:v>5523</c:v>
                </c:pt>
                <c:pt idx="219324">
                  <c:v>5524</c:v>
                </c:pt>
                <c:pt idx="219275">
                  <c:v>5525</c:v>
                </c:pt>
                <c:pt idx="219226">
                  <c:v>5526</c:v>
                </c:pt>
                <c:pt idx="219177">
                  <c:v>5527</c:v>
                </c:pt>
                <c:pt idx="219128">
                  <c:v>5528</c:v>
                </c:pt>
                <c:pt idx="219079">
                  <c:v>5529</c:v>
                </c:pt>
                <c:pt idx="219030">
                  <c:v>5530</c:v>
                </c:pt>
                <c:pt idx="218981">
                  <c:v>5531</c:v>
                </c:pt>
                <c:pt idx="218932">
                  <c:v>5532</c:v>
                </c:pt>
                <c:pt idx="218883">
                  <c:v>5533</c:v>
                </c:pt>
                <c:pt idx="218834">
                  <c:v>5534</c:v>
                </c:pt>
                <c:pt idx="218785">
                  <c:v>5535</c:v>
                </c:pt>
                <c:pt idx="218736">
                  <c:v>5536</c:v>
                </c:pt>
                <c:pt idx="218687">
                  <c:v>5537</c:v>
                </c:pt>
                <c:pt idx="218638">
                  <c:v>5538</c:v>
                </c:pt>
                <c:pt idx="218589">
                  <c:v>5539</c:v>
                </c:pt>
                <c:pt idx="218540">
                  <c:v>5540</c:v>
                </c:pt>
                <c:pt idx="218491">
                  <c:v>5541</c:v>
                </c:pt>
                <c:pt idx="218442">
                  <c:v>5542</c:v>
                </c:pt>
                <c:pt idx="218393">
                  <c:v>5543</c:v>
                </c:pt>
                <c:pt idx="218344">
                  <c:v>5544</c:v>
                </c:pt>
                <c:pt idx="218295">
                  <c:v>5545</c:v>
                </c:pt>
                <c:pt idx="218246">
                  <c:v>5546</c:v>
                </c:pt>
                <c:pt idx="218197">
                  <c:v>5547</c:v>
                </c:pt>
                <c:pt idx="218148">
                  <c:v>5548</c:v>
                </c:pt>
                <c:pt idx="218099">
                  <c:v>5549</c:v>
                </c:pt>
                <c:pt idx="218050">
                  <c:v>5550</c:v>
                </c:pt>
                <c:pt idx="218001">
                  <c:v>5551</c:v>
                </c:pt>
                <c:pt idx="217952">
                  <c:v>5552</c:v>
                </c:pt>
                <c:pt idx="217903">
                  <c:v>5553</c:v>
                </c:pt>
                <c:pt idx="217854">
                  <c:v>5554</c:v>
                </c:pt>
                <c:pt idx="217805">
                  <c:v>5555</c:v>
                </c:pt>
                <c:pt idx="217756">
                  <c:v>5556</c:v>
                </c:pt>
                <c:pt idx="217707">
                  <c:v>5557</c:v>
                </c:pt>
                <c:pt idx="217658">
                  <c:v>5558</c:v>
                </c:pt>
                <c:pt idx="217609">
                  <c:v>5559</c:v>
                </c:pt>
                <c:pt idx="217560">
                  <c:v>5560</c:v>
                </c:pt>
                <c:pt idx="217511">
                  <c:v>5561</c:v>
                </c:pt>
                <c:pt idx="217462">
                  <c:v>5562</c:v>
                </c:pt>
                <c:pt idx="217413">
                  <c:v>5563</c:v>
                </c:pt>
                <c:pt idx="217364">
                  <c:v>5564</c:v>
                </c:pt>
                <c:pt idx="217315">
                  <c:v>5565</c:v>
                </c:pt>
                <c:pt idx="217266">
                  <c:v>5566</c:v>
                </c:pt>
                <c:pt idx="217217">
                  <c:v>5567</c:v>
                </c:pt>
                <c:pt idx="217168">
                  <c:v>5568</c:v>
                </c:pt>
                <c:pt idx="217119">
                  <c:v>5569</c:v>
                </c:pt>
                <c:pt idx="217070">
                  <c:v>5570</c:v>
                </c:pt>
                <c:pt idx="217021">
                  <c:v>5571</c:v>
                </c:pt>
                <c:pt idx="216972">
                  <c:v>5572</c:v>
                </c:pt>
                <c:pt idx="216923">
                  <c:v>5573</c:v>
                </c:pt>
                <c:pt idx="216874">
                  <c:v>5574</c:v>
                </c:pt>
                <c:pt idx="216825">
                  <c:v>5575</c:v>
                </c:pt>
                <c:pt idx="216776">
                  <c:v>5576</c:v>
                </c:pt>
                <c:pt idx="216727">
                  <c:v>5577</c:v>
                </c:pt>
                <c:pt idx="216678">
                  <c:v>5578</c:v>
                </c:pt>
                <c:pt idx="216629">
                  <c:v>5579</c:v>
                </c:pt>
                <c:pt idx="216580">
                  <c:v>5580</c:v>
                </c:pt>
                <c:pt idx="216531">
                  <c:v>5581</c:v>
                </c:pt>
                <c:pt idx="216482">
                  <c:v>5582</c:v>
                </c:pt>
                <c:pt idx="216433">
                  <c:v>5583</c:v>
                </c:pt>
                <c:pt idx="216384">
                  <c:v>5584</c:v>
                </c:pt>
                <c:pt idx="216335">
                  <c:v>5585</c:v>
                </c:pt>
                <c:pt idx="216286">
                  <c:v>5586</c:v>
                </c:pt>
                <c:pt idx="216237">
                  <c:v>5587</c:v>
                </c:pt>
                <c:pt idx="216188">
                  <c:v>5588</c:v>
                </c:pt>
                <c:pt idx="216139">
                  <c:v>5589</c:v>
                </c:pt>
                <c:pt idx="216090">
                  <c:v>5590</c:v>
                </c:pt>
                <c:pt idx="216041">
                  <c:v>5591</c:v>
                </c:pt>
                <c:pt idx="215992">
                  <c:v>5592</c:v>
                </c:pt>
                <c:pt idx="215943">
                  <c:v>5593</c:v>
                </c:pt>
                <c:pt idx="215894">
                  <c:v>5594</c:v>
                </c:pt>
                <c:pt idx="215845">
                  <c:v>5595</c:v>
                </c:pt>
                <c:pt idx="215796">
                  <c:v>5596</c:v>
                </c:pt>
                <c:pt idx="215747">
                  <c:v>5597</c:v>
                </c:pt>
                <c:pt idx="215698">
                  <c:v>5598</c:v>
                </c:pt>
                <c:pt idx="215649">
                  <c:v>5599</c:v>
                </c:pt>
                <c:pt idx="215600">
                  <c:v>5600</c:v>
                </c:pt>
                <c:pt idx="215551">
                  <c:v>5601</c:v>
                </c:pt>
                <c:pt idx="215502">
                  <c:v>5602</c:v>
                </c:pt>
                <c:pt idx="215453">
                  <c:v>5603</c:v>
                </c:pt>
                <c:pt idx="215404">
                  <c:v>5604</c:v>
                </c:pt>
                <c:pt idx="215355">
                  <c:v>5605</c:v>
                </c:pt>
                <c:pt idx="215306">
                  <c:v>5606</c:v>
                </c:pt>
                <c:pt idx="215257">
                  <c:v>5607</c:v>
                </c:pt>
                <c:pt idx="215208">
                  <c:v>5608</c:v>
                </c:pt>
                <c:pt idx="215159">
                  <c:v>5609</c:v>
                </c:pt>
                <c:pt idx="215110">
                  <c:v>5610</c:v>
                </c:pt>
                <c:pt idx="215061">
                  <c:v>5611</c:v>
                </c:pt>
                <c:pt idx="215012">
                  <c:v>5612</c:v>
                </c:pt>
                <c:pt idx="214963">
                  <c:v>5613</c:v>
                </c:pt>
                <c:pt idx="214914">
                  <c:v>5614</c:v>
                </c:pt>
                <c:pt idx="214865">
                  <c:v>5615</c:v>
                </c:pt>
                <c:pt idx="214816">
                  <c:v>5616</c:v>
                </c:pt>
                <c:pt idx="214767">
                  <c:v>5617</c:v>
                </c:pt>
                <c:pt idx="214718">
                  <c:v>5618</c:v>
                </c:pt>
                <c:pt idx="214669">
                  <c:v>5619</c:v>
                </c:pt>
                <c:pt idx="214620">
                  <c:v>5620</c:v>
                </c:pt>
                <c:pt idx="214571">
                  <c:v>5621</c:v>
                </c:pt>
                <c:pt idx="214522">
                  <c:v>5622</c:v>
                </c:pt>
                <c:pt idx="214473">
                  <c:v>5623</c:v>
                </c:pt>
                <c:pt idx="214424">
                  <c:v>5624</c:v>
                </c:pt>
                <c:pt idx="214375">
                  <c:v>5625</c:v>
                </c:pt>
                <c:pt idx="214326">
                  <c:v>5626</c:v>
                </c:pt>
                <c:pt idx="214277">
                  <c:v>5627</c:v>
                </c:pt>
                <c:pt idx="214228">
                  <c:v>5628</c:v>
                </c:pt>
                <c:pt idx="214179">
                  <c:v>5629</c:v>
                </c:pt>
                <c:pt idx="214130">
                  <c:v>5630</c:v>
                </c:pt>
                <c:pt idx="214081">
                  <c:v>5631</c:v>
                </c:pt>
                <c:pt idx="214032">
                  <c:v>5632</c:v>
                </c:pt>
                <c:pt idx="213983">
                  <c:v>5633</c:v>
                </c:pt>
                <c:pt idx="213934">
                  <c:v>5634</c:v>
                </c:pt>
                <c:pt idx="213885">
                  <c:v>5635</c:v>
                </c:pt>
                <c:pt idx="213836">
                  <c:v>5636</c:v>
                </c:pt>
                <c:pt idx="213787">
                  <c:v>5637</c:v>
                </c:pt>
                <c:pt idx="213738">
                  <c:v>5638</c:v>
                </c:pt>
                <c:pt idx="213689">
                  <c:v>5639</c:v>
                </c:pt>
                <c:pt idx="213640">
                  <c:v>5640</c:v>
                </c:pt>
                <c:pt idx="213591">
                  <c:v>5641</c:v>
                </c:pt>
                <c:pt idx="213542">
                  <c:v>5642</c:v>
                </c:pt>
                <c:pt idx="213493">
                  <c:v>5643</c:v>
                </c:pt>
                <c:pt idx="213444">
                  <c:v>5644</c:v>
                </c:pt>
                <c:pt idx="213395">
                  <c:v>5645</c:v>
                </c:pt>
                <c:pt idx="213346">
                  <c:v>5646</c:v>
                </c:pt>
                <c:pt idx="213297">
                  <c:v>5647</c:v>
                </c:pt>
                <c:pt idx="213248">
                  <c:v>5648</c:v>
                </c:pt>
                <c:pt idx="213199">
                  <c:v>5649</c:v>
                </c:pt>
                <c:pt idx="213150">
                  <c:v>5650</c:v>
                </c:pt>
                <c:pt idx="213101">
                  <c:v>5651</c:v>
                </c:pt>
                <c:pt idx="213052">
                  <c:v>5652</c:v>
                </c:pt>
                <c:pt idx="213003">
                  <c:v>5653</c:v>
                </c:pt>
                <c:pt idx="212954">
                  <c:v>5654</c:v>
                </c:pt>
                <c:pt idx="212905">
                  <c:v>5655</c:v>
                </c:pt>
                <c:pt idx="212856">
                  <c:v>5656</c:v>
                </c:pt>
                <c:pt idx="212807">
                  <c:v>5657</c:v>
                </c:pt>
                <c:pt idx="212758">
                  <c:v>5658</c:v>
                </c:pt>
                <c:pt idx="212709">
                  <c:v>5659</c:v>
                </c:pt>
                <c:pt idx="212660">
                  <c:v>5660</c:v>
                </c:pt>
                <c:pt idx="212611">
                  <c:v>5661</c:v>
                </c:pt>
                <c:pt idx="212562">
                  <c:v>5662</c:v>
                </c:pt>
                <c:pt idx="212513">
                  <c:v>5663</c:v>
                </c:pt>
                <c:pt idx="212464">
                  <c:v>5664</c:v>
                </c:pt>
                <c:pt idx="212415">
                  <c:v>5665</c:v>
                </c:pt>
                <c:pt idx="212366">
                  <c:v>5666</c:v>
                </c:pt>
                <c:pt idx="212317">
                  <c:v>5667</c:v>
                </c:pt>
                <c:pt idx="212268">
                  <c:v>5668</c:v>
                </c:pt>
                <c:pt idx="212219">
                  <c:v>5669</c:v>
                </c:pt>
                <c:pt idx="212170">
                  <c:v>5670</c:v>
                </c:pt>
                <c:pt idx="212121">
                  <c:v>5671</c:v>
                </c:pt>
                <c:pt idx="212072">
                  <c:v>5672</c:v>
                </c:pt>
                <c:pt idx="212023">
                  <c:v>5673</c:v>
                </c:pt>
                <c:pt idx="211974">
                  <c:v>5674</c:v>
                </c:pt>
                <c:pt idx="211925">
                  <c:v>5675</c:v>
                </c:pt>
                <c:pt idx="211876">
                  <c:v>5676</c:v>
                </c:pt>
                <c:pt idx="211827">
                  <c:v>5677</c:v>
                </c:pt>
                <c:pt idx="211778">
                  <c:v>5678</c:v>
                </c:pt>
                <c:pt idx="211729">
                  <c:v>5679</c:v>
                </c:pt>
                <c:pt idx="211680">
                  <c:v>5680</c:v>
                </c:pt>
                <c:pt idx="211631">
                  <c:v>5681</c:v>
                </c:pt>
                <c:pt idx="211582">
                  <c:v>5682</c:v>
                </c:pt>
                <c:pt idx="211533">
                  <c:v>5683</c:v>
                </c:pt>
                <c:pt idx="211484">
                  <c:v>5684</c:v>
                </c:pt>
                <c:pt idx="211435">
                  <c:v>5685</c:v>
                </c:pt>
                <c:pt idx="211386">
                  <c:v>5686</c:v>
                </c:pt>
                <c:pt idx="211337">
                  <c:v>5687</c:v>
                </c:pt>
                <c:pt idx="211288">
                  <c:v>5688</c:v>
                </c:pt>
                <c:pt idx="211239">
                  <c:v>5689</c:v>
                </c:pt>
                <c:pt idx="211190">
                  <c:v>5690</c:v>
                </c:pt>
                <c:pt idx="211141">
                  <c:v>5691</c:v>
                </c:pt>
                <c:pt idx="211092">
                  <c:v>5692</c:v>
                </c:pt>
                <c:pt idx="211043">
                  <c:v>5693</c:v>
                </c:pt>
                <c:pt idx="210994">
                  <c:v>5694</c:v>
                </c:pt>
                <c:pt idx="210945">
                  <c:v>5695</c:v>
                </c:pt>
                <c:pt idx="210896">
                  <c:v>5696</c:v>
                </c:pt>
                <c:pt idx="210847">
                  <c:v>5697</c:v>
                </c:pt>
                <c:pt idx="210798">
                  <c:v>5698</c:v>
                </c:pt>
                <c:pt idx="210749">
                  <c:v>5699</c:v>
                </c:pt>
                <c:pt idx="210700">
                  <c:v>5700</c:v>
                </c:pt>
                <c:pt idx="210651">
                  <c:v>5701</c:v>
                </c:pt>
                <c:pt idx="210602">
                  <c:v>5702</c:v>
                </c:pt>
                <c:pt idx="210553">
                  <c:v>5703</c:v>
                </c:pt>
                <c:pt idx="210504">
                  <c:v>5704</c:v>
                </c:pt>
                <c:pt idx="210455">
                  <c:v>5705</c:v>
                </c:pt>
                <c:pt idx="210406">
                  <c:v>5706</c:v>
                </c:pt>
                <c:pt idx="210357">
                  <c:v>5707</c:v>
                </c:pt>
                <c:pt idx="210308">
                  <c:v>5708</c:v>
                </c:pt>
                <c:pt idx="210259">
                  <c:v>5709</c:v>
                </c:pt>
                <c:pt idx="210210">
                  <c:v>5710</c:v>
                </c:pt>
                <c:pt idx="210161">
                  <c:v>5711</c:v>
                </c:pt>
                <c:pt idx="210112">
                  <c:v>5712</c:v>
                </c:pt>
                <c:pt idx="210063">
                  <c:v>5713</c:v>
                </c:pt>
                <c:pt idx="210014">
                  <c:v>5714</c:v>
                </c:pt>
                <c:pt idx="209965">
                  <c:v>5715</c:v>
                </c:pt>
                <c:pt idx="209916">
                  <c:v>5716</c:v>
                </c:pt>
                <c:pt idx="209867">
                  <c:v>5717</c:v>
                </c:pt>
                <c:pt idx="209818">
                  <c:v>5718</c:v>
                </c:pt>
                <c:pt idx="209769">
                  <c:v>5719</c:v>
                </c:pt>
                <c:pt idx="209720">
                  <c:v>5720</c:v>
                </c:pt>
                <c:pt idx="209671">
                  <c:v>5721</c:v>
                </c:pt>
                <c:pt idx="209622">
                  <c:v>5722</c:v>
                </c:pt>
                <c:pt idx="209573">
                  <c:v>5723</c:v>
                </c:pt>
                <c:pt idx="209524">
                  <c:v>5724</c:v>
                </c:pt>
                <c:pt idx="209475">
                  <c:v>5725</c:v>
                </c:pt>
                <c:pt idx="209426">
                  <c:v>5726</c:v>
                </c:pt>
                <c:pt idx="209377">
                  <c:v>5727</c:v>
                </c:pt>
                <c:pt idx="209328">
                  <c:v>5728</c:v>
                </c:pt>
                <c:pt idx="209279">
                  <c:v>5729</c:v>
                </c:pt>
                <c:pt idx="209230">
                  <c:v>5730</c:v>
                </c:pt>
                <c:pt idx="209181">
                  <c:v>5731</c:v>
                </c:pt>
                <c:pt idx="209132">
                  <c:v>5732</c:v>
                </c:pt>
                <c:pt idx="209083">
                  <c:v>5733</c:v>
                </c:pt>
                <c:pt idx="209034">
                  <c:v>5734</c:v>
                </c:pt>
                <c:pt idx="208985">
                  <c:v>5735</c:v>
                </c:pt>
                <c:pt idx="208936">
                  <c:v>5736</c:v>
                </c:pt>
                <c:pt idx="208887">
                  <c:v>5737</c:v>
                </c:pt>
                <c:pt idx="208838">
                  <c:v>5738</c:v>
                </c:pt>
                <c:pt idx="208789">
                  <c:v>5739</c:v>
                </c:pt>
                <c:pt idx="208740">
                  <c:v>5740</c:v>
                </c:pt>
                <c:pt idx="208691">
                  <c:v>5741</c:v>
                </c:pt>
                <c:pt idx="208642">
                  <c:v>5742</c:v>
                </c:pt>
                <c:pt idx="208593">
                  <c:v>5743</c:v>
                </c:pt>
                <c:pt idx="208544">
                  <c:v>5744</c:v>
                </c:pt>
                <c:pt idx="208495">
                  <c:v>5745</c:v>
                </c:pt>
                <c:pt idx="208446">
                  <c:v>5746</c:v>
                </c:pt>
                <c:pt idx="208397">
                  <c:v>5747</c:v>
                </c:pt>
                <c:pt idx="208348">
                  <c:v>5748</c:v>
                </c:pt>
                <c:pt idx="208299">
                  <c:v>5749</c:v>
                </c:pt>
                <c:pt idx="208250">
                  <c:v>5750</c:v>
                </c:pt>
                <c:pt idx="208201">
                  <c:v>5751</c:v>
                </c:pt>
                <c:pt idx="208152">
                  <c:v>5752</c:v>
                </c:pt>
                <c:pt idx="208103">
                  <c:v>5753</c:v>
                </c:pt>
                <c:pt idx="208054">
                  <c:v>5754</c:v>
                </c:pt>
                <c:pt idx="208005">
                  <c:v>5755</c:v>
                </c:pt>
                <c:pt idx="207956">
                  <c:v>5756</c:v>
                </c:pt>
                <c:pt idx="207907">
                  <c:v>5757</c:v>
                </c:pt>
                <c:pt idx="207858">
                  <c:v>5758</c:v>
                </c:pt>
                <c:pt idx="207809">
                  <c:v>5759</c:v>
                </c:pt>
                <c:pt idx="207760">
                  <c:v>5760</c:v>
                </c:pt>
                <c:pt idx="207711">
                  <c:v>5761</c:v>
                </c:pt>
                <c:pt idx="207662">
                  <c:v>5762</c:v>
                </c:pt>
                <c:pt idx="207613">
                  <c:v>5763</c:v>
                </c:pt>
                <c:pt idx="207564">
                  <c:v>5764</c:v>
                </c:pt>
                <c:pt idx="207515">
                  <c:v>5765</c:v>
                </c:pt>
                <c:pt idx="207466">
                  <c:v>5766</c:v>
                </c:pt>
                <c:pt idx="207417">
                  <c:v>5767</c:v>
                </c:pt>
                <c:pt idx="207368">
                  <c:v>5768</c:v>
                </c:pt>
                <c:pt idx="207319">
                  <c:v>5769</c:v>
                </c:pt>
                <c:pt idx="207270">
                  <c:v>5770</c:v>
                </c:pt>
                <c:pt idx="207221">
                  <c:v>5771</c:v>
                </c:pt>
                <c:pt idx="207172">
                  <c:v>5772</c:v>
                </c:pt>
                <c:pt idx="207123">
                  <c:v>5773</c:v>
                </c:pt>
                <c:pt idx="207074">
                  <c:v>5774</c:v>
                </c:pt>
                <c:pt idx="207025">
                  <c:v>5775</c:v>
                </c:pt>
                <c:pt idx="206976">
                  <c:v>5776</c:v>
                </c:pt>
                <c:pt idx="206927">
                  <c:v>5777</c:v>
                </c:pt>
                <c:pt idx="206878">
                  <c:v>5778</c:v>
                </c:pt>
                <c:pt idx="206829">
                  <c:v>5779</c:v>
                </c:pt>
                <c:pt idx="206780">
                  <c:v>5780</c:v>
                </c:pt>
                <c:pt idx="206731">
                  <c:v>5781</c:v>
                </c:pt>
                <c:pt idx="206682">
                  <c:v>5782</c:v>
                </c:pt>
                <c:pt idx="206633">
                  <c:v>5783</c:v>
                </c:pt>
                <c:pt idx="206584">
                  <c:v>5784</c:v>
                </c:pt>
                <c:pt idx="206535">
                  <c:v>5785</c:v>
                </c:pt>
                <c:pt idx="206486">
                  <c:v>5786</c:v>
                </c:pt>
                <c:pt idx="206437">
                  <c:v>5787</c:v>
                </c:pt>
                <c:pt idx="206388">
                  <c:v>5788</c:v>
                </c:pt>
                <c:pt idx="206339">
                  <c:v>5789</c:v>
                </c:pt>
                <c:pt idx="206290">
                  <c:v>5790</c:v>
                </c:pt>
                <c:pt idx="206241">
                  <c:v>5791</c:v>
                </c:pt>
                <c:pt idx="206192">
                  <c:v>5792</c:v>
                </c:pt>
                <c:pt idx="206143">
                  <c:v>5793</c:v>
                </c:pt>
                <c:pt idx="206094">
                  <c:v>5794</c:v>
                </c:pt>
                <c:pt idx="206045">
                  <c:v>5795</c:v>
                </c:pt>
                <c:pt idx="205996">
                  <c:v>5796</c:v>
                </c:pt>
                <c:pt idx="205947">
                  <c:v>5797</c:v>
                </c:pt>
                <c:pt idx="205898">
                  <c:v>5798</c:v>
                </c:pt>
                <c:pt idx="205849">
                  <c:v>5799</c:v>
                </c:pt>
                <c:pt idx="205800">
                  <c:v>5800</c:v>
                </c:pt>
                <c:pt idx="205751">
                  <c:v>5801</c:v>
                </c:pt>
                <c:pt idx="205702">
                  <c:v>5802</c:v>
                </c:pt>
                <c:pt idx="205653">
                  <c:v>5803</c:v>
                </c:pt>
                <c:pt idx="205604">
                  <c:v>5804</c:v>
                </c:pt>
                <c:pt idx="205555">
                  <c:v>5805</c:v>
                </c:pt>
                <c:pt idx="205506">
                  <c:v>5806</c:v>
                </c:pt>
                <c:pt idx="205457">
                  <c:v>5807</c:v>
                </c:pt>
                <c:pt idx="205408">
                  <c:v>5808</c:v>
                </c:pt>
                <c:pt idx="205359">
                  <c:v>5809</c:v>
                </c:pt>
                <c:pt idx="205310">
                  <c:v>5810</c:v>
                </c:pt>
                <c:pt idx="205261">
                  <c:v>5811</c:v>
                </c:pt>
                <c:pt idx="205212">
                  <c:v>5812</c:v>
                </c:pt>
                <c:pt idx="205163">
                  <c:v>5813</c:v>
                </c:pt>
                <c:pt idx="205114">
                  <c:v>5814</c:v>
                </c:pt>
                <c:pt idx="205065">
                  <c:v>5815</c:v>
                </c:pt>
                <c:pt idx="205016">
                  <c:v>5816</c:v>
                </c:pt>
                <c:pt idx="204967">
                  <c:v>5817</c:v>
                </c:pt>
                <c:pt idx="204918">
                  <c:v>5818</c:v>
                </c:pt>
                <c:pt idx="204869">
                  <c:v>5819</c:v>
                </c:pt>
                <c:pt idx="204820">
                  <c:v>5820</c:v>
                </c:pt>
                <c:pt idx="204771">
                  <c:v>5821</c:v>
                </c:pt>
                <c:pt idx="204722">
                  <c:v>5822</c:v>
                </c:pt>
                <c:pt idx="204673">
                  <c:v>5823</c:v>
                </c:pt>
                <c:pt idx="204624">
                  <c:v>5824</c:v>
                </c:pt>
                <c:pt idx="204575">
                  <c:v>5825</c:v>
                </c:pt>
                <c:pt idx="204526">
                  <c:v>5826</c:v>
                </c:pt>
                <c:pt idx="204477">
                  <c:v>5827</c:v>
                </c:pt>
                <c:pt idx="204428">
                  <c:v>5828</c:v>
                </c:pt>
                <c:pt idx="204379">
                  <c:v>5829</c:v>
                </c:pt>
                <c:pt idx="204330">
                  <c:v>5830</c:v>
                </c:pt>
                <c:pt idx="204281">
                  <c:v>5831</c:v>
                </c:pt>
                <c:pt idx="204232">
                  <c:v>5832</c:v>
                </c:pt>
                <c:pt idx="204183">
                  <c:v>5833</c:v>
                </c:pt>
                <c:pt idx="204134">
                  <c:v>5834</c:v>
                </c:pt>
                <c:pt idx="204085">
                  <c:v>5835</c:v>
                </c:pt>
                <c:pt idx="204036">
                  <c:v>5836</c:v>
                </c:pt>
                <c:pt idx="203987">
                  <c:v>5837</c:v>
                </c:pt>
                <c:pt idx="203938">
                  <c:v>5838</c:v>
                </c:pt>
                <c:pt idx="203889">
                  <c:v>5839</c:v>
                </c:pt>
                <c:pt idx="203840">
                  <c:v>5840</c:v>
                </c:pt>
                <c:pt idx="203791">
                  <c:v>5841</c:v>
                </c:pt>
                <c:pt idx="203742">
                  <c:v>5842</c:v>
                </c:pt>
                <c:pt idx="203693">
                  <c:v>5843</c:v>
                </c:pt>
                <c:pt idx="203644">
                  <c:v>5844</c:v>
                </c:pt>
                <c:pt idx="203595">
                  <c:v>5845</c:v>
                </c:pt>
                <c:pt idx="203546">
                  <c:v>5846</c:v>
                </c:pt>
                <c:pt idx="203497">
                  <c:v>5847</c:v>
                </c:pt>
                <c:pt idx="203448">
                  <c:v>5848</c:v>
                </c:pt>
                <c:pt idx="203399">
                  <c:v>5849</c:v>
                </c:pt>
                <c:pt idx="203350">
                  <c:v>5850</c:v>
                </c:pt>
                <c:pt idx="203301">
                  <c:v>5851</c:v>
                </c:pt>
                <c:pt idx="203252">
                  <c:v>5852</c:v>
                </c:pt>
                <c:pt idx="203203">
                  <c:v>5853</c:v>
                </c:pt>
                <c:pt idx="203154">
                  <c:v>5854</c:v>
                </c:pt>
                <c:pt idx="203105">
                  <c:v>5855</c:v>
                </c:pt>
                <c:pt idx="203056">
                  <c:v>5856</c:v>
                </c:pt>
                <c:pt idx="203007">
                  <c:v>5857</c:v>
                </c:pt>
                <c:pt idx="202958">
                  <c:v>5858</c:v>
                </c:pt>
                <c:pt idx="202909">
                  <c:v>5859</c:v>
                </c:pt>
                <c:pt idx="202860">
                  <c:v>5860</c:v>
                </c:pt>
                <c:pt idx="202811">
                  <c:v>5861</c:v>
                </c:pt>
                <c:pt idx="202762">
                  <c:v>5862</c:v>
                </c:pt>
                <c:pt idx="202713">
                  <c:v>5863</c:v>
                </c:pt>
                <c:pt idx="202664">
                  <c:v>5864</c:v>
                </c:pt>
                <c:pt idx="202615">
                  <c:v>5865</c:v>
                </c:pt>
                <c:pt idx="202566">
                  <c:v>5866</c:v>
                </c:pt>
                <c:pt idx="202517">
                  <c:v>5867</c:v>
                </c:pt>
                <c:pt idx="202468">
                  <c:v>5868</c:v>
                </c:pt>
                <c:pt idx="202419">
                  <c:v>5869</c:v>
                </c:pt>
                <c:pt idx="202370">
                  <c:v>5870</c:v>
                </c:pt>
                <c:pt idx="202321">
                  <c:v>5871</c:v>
                </c:pt>
                <c:pt idx="202272">
                  <c:v>5872</c:v>
                </c:pt>
                <c:pt idx="202223">
                  <c:v>5873</c:v>
                </c:pt>
                <c:pt idx="202174">
                  <c:v>5874</c:v>
                </c:pt>
                <c:pt idx="202125">
                  <c:v>5875</c:v>
                </c:pt>
                <c:pt idx="202076">
                  <c:v>5876</c:v>
                </c:pt>
                <c:pt idx="202027">
                  <c:v>5877</c:v>
                </c:pt>
                <c:pt idx="201978">
                  <c:v>5878</c:v>
                </c:pt>
                <c:pt idx="201929">
                  <c:v>5879</c:v>
                </c:pt>
                <c:pt idx="201880">
                  <c:v>5880</c:v>
                </c:pt>
                <c:pt idx="201831">
                  <c:v>5881</c:v>
                </c:pt>
                <c:pt idx="201782">
                  <c:v>5882</c:v>
                </c:pt>
                <c:pt idx="201733">
                  <c:v>5883</c:v>
                </c:pt>
                <c:pt idx="201684">
                  <c:v>5884</c:v>
                </c:pt>
                <c:pt idx="201635">
                  <c:v>5885</c:v>
                </c:pt>
                <c:pt idx="201586">
                  <c:v>5886</c:v>
                </c:pt>
                <c:pt idx="201537">
                  <c:v>5887</c:v>
                </c:pt>
                <c:pt idx="201488">
                  <c:v>5888</c:v>
                </c:pt>
                <c:pt idx="201439">
                  <c:v>5889</c:v>
                </c:pt>
                <c:pt idx="201390">
                  <c:v>5890</c:v>
                </c:pt>
                <c:pt idx="201341">
                  <c:v>5891</c:v>
                </c:pt>
                <c:pt idx="201292">
                  <c:v>5892</c:v>
                </c:pt>
                <c:pt idx="201243">
                  <c:v>5893</c:v>
                </c:pt>
                <c:pt idx="201194">
                  <c:v>5894</c:v>
                </c:pt>
                <c:pt idx="201145">
                  <c:v>5895</c:v>
                </c:pt>
                <c:pt idx="201096">
                  <c:v>5896</c:v>
                </c:pt>
                <c:pt idx="201047">
                  <c:v>5897</c:v>
                </c:pt>
                <c:pt idx="200998">
                  <c:v>5898</c:v>
                </c:pt>
                <c:pt idx="200949">
                  <c:v>5899</c:v>
                </c:pt>
                <c:pt idx="200900">
                  <c:v>5900</c:v>
                </c:pt>
                <c:pt idx="200851">
                  <c:v>5901</c:v>
                </c:pt>
                <c:pt idx="200802">
                  <c:v>5902</c:v>
                </c:pt>
                <c:pt idx="200753">
                  <c:v>5903</c:v>
                </c:pt>
                <c:pt idx="200704">
                  <c:v>5904</c:v>
                </c:pt>
                <c:pt idx="200655">
                  <c:v>5905</c:v>
                </c:pt>
                <c:pt idx="200606">
                  <c:v>5906</c:v>
                </c:pt>
                <c:pt idx="200557">
                  <c:v>5907</c:v>
                </c:pt>
                <c:pt idx="200508">
                  <c:v>5908</c:v>
                </c:pt>
                <c:pt idx="200459">
                  <c:v>5909</c:v>
                </c:pt>
                <c:pt idx="200410">
                  <c:v>5910</c:v>
                </c:pt>
                <c:pt idx="200361">
                  <c:v>5911</c:v>
                </c:pt>
                <c:pt idx="200312">
                  <c:v>5912</c:v>
                </c:pt>
                <c:pt idx="200263">
                  <c:v>5913</c:v>
                </c:pt>
                <c:pt idx="200214">
                  <c:v>5914</c:v>
                </c:pt>
                <c:pt idx="200165">
                  <c:v>5915</c:v>
                </c:pt>
                <c:pt idx="200116">
                  <c:v>5916</c:v>
                </c:pt>
                <c:pt idx="200067">
                  <c:v>5917</c:v>
                </c:pt>
                <c:pt idx="200018">
                  <c:v>5918</c:v>
                </c:pt>
                <c:pt idx="199969">
                  <c:v>5919</c:v>
                </c:pt>
                <c:pt idx="199920">
                  <c:v>5920</c:v>
                </c:pt>
                <c:pt idx="199871">
                  <c:v>5921</c:v>
                </c:pt>
                <c:pt idx="199822">
                  <c:v>5922</c:v>
                </c:pt>
                <c:pt idx="199773">
                  <c:v>5923</c:v>
                </c:pt>
                <c:pt idx="199724">
                  <c:v>5924</c:v>
                </c:pt>
                <c:pt idx="199675">
                  <c:v>5925</c:v>
                </c:pt>
                <c:pt idx="199626">
                  <c:v>5926</c:v>
                </c:pt>
                <c:pt idx="199577">
                  <c:v>5927</c:v>
                </c:pt>
                <c:pt idx="199528">
                  <c:v>5928</c:v>
                </c:pt>
                <c:pt idx="199479">
                  <c:v>5929</c:v>
                </c:pt>
                <c:pt idx="199430">
                  <c:v>5930</c:v>
                </c:pt>
                <c:pt idx="199381">
                  <c:v>5931</c:v>
                </c:pt>
                <c:pt idx="199332">
                  <c:v>5932</c:v>
                </c:pt>
                <c:pt idx="199283">
                  <c:v>5933</c:v>
                </c:pt>
                <c:pt idx="199234">
                  <c:v>5934</c:v>
                </c:pt>
                <c:pt idx="199185">
                  <c:v>5935</c:v>
                </c:pt>
                <c:pt idx="199136">
                  <c:v>5936</c:v>
                </c:pt>
                <c:pt idx="199087">
                  <c:v>5937</c:v>
                </c:pt>
                <c:pt idx="199038">
                  <c:v>5938</c:v>
                </c:pt>
                <c:pt idx="198989">
                  <c:v>5939</c:v>
                </c:pt>
                <c:pt idx="198940">
                  <c:v>5940</c:v>
                </c:pt>
                <c:pt idx="198891">
                  <c:v>5941</c:v>
                </c:pt>
                <c:pt idx="198842">
                  <c:v>5942</c:v>
                </c:pt>
                <c:pt idx="198793">
                  <c:v>5943</c:v>
                </c:pt>
                <c:pt idx="198744">
                  <c:v>5944</c:v>
                </c:pt>
                <c:pt idx="198695">
                  <c:v>5945</c:v>
                </c:pt>
                <c:pt idx="198646">
                  <c:v>5946</c:v>
                </c:pt>
                <c:pt idx="198597">
                  <c:v>5947</c:v>
                </c:pt>
                <c:pt idx="198548">
                  <c:v>5948</c:v>
                </c:pt>
                <c:pt idx="198499">
                  <c:v>5949</c:v>
                </c:pt>
                <c:pt idx="198450">
                  <c:v>5950</c:v>
                </c:pt>
                <c:pt idx="198401">
                  <c:v>5951</c:v>
                </c:pt>
                <c:pt idx="198352">
                  <c:v>5952</c:v>
                </c:pt>
                <c:pt idx="198303">
                  <c:v>5953</c:v>
                </c:pt>
                <c:pt idx="198254">
                  <c:v>5954</c:v>
                </c:pt>
                <c:pt idx="198205">
                  <c:v>5955</c:v>
                </c:pt>
                <c:pt idx="198156">
                  <c:v>5956</c:v>
                </c:pt>
                <c:pt idx="198107">
                  <c:v>5957</c:v>
                </c:pt>
                <c:pt idx="198058">
                  <c:v>5958</c:v>
                </c:pt>
                <c:pt idx="198009">
                  <c:v>5959</c:v>
                </c:pt>
                <c:pt idx="197960">
                  <c:v>5960</c:v>
                </c:pt>
                <c:pt idx="197911">
                  <c:v>5961</c:v>
                </c:pt>
                <c:pt idx="197862">
                  <c:v>5962</c:v>
                </c:pt>
                <c:pt idx="197813">
                  <c:v>5963</c:v>
                </c:pt>
                <c:pt idx="197764">
                  <c:v>5964</c:v>
                </c:pt>
                <c:pt idx="197715">
                  <c:v>5965</c:v>
                </c:pt>
                <c:pt idx="197666">
                  <c:v>5966</c:v>
                </c:pt>
                <c:pt idx="197617">
                  <c:v>5967</c:v>
                </c:pt>
                <c:pt idx="197568">
                  <c:v>5968</c:v>
                </c:pt>
                <c:pt idx="197519">
                  <c:v>5969</c:v>
                </c:pt>
                <c:pt idx="197470">
                  <c:v>5970</c:v>
                </c:pt>
                <c:pt idx="197421">
                  <c:v>5971</c:v>
                </c:pt>
                <c:pt idx="197372">
                  <c:v>5972</c:v>
                </c:pt>
                <c:pt idx="197323">
                  <c:v>5973</c:v>
                </c:pt>
                <c:pt idx="197274">
                  <c:v>5974</c:v>
                </c:pt>
                <c:pt idx="197225">
                  <c:v>5975</c:v>
                </c:pt>
                <c:pt idx="197176">
                  <c:v>5976</c:v>
                </c:pt>
                <c:pt idx="197127">
                  <c:v>5977</c:v>
                </c:pt>
                <c:pt idx="197078">
                  <c:v>5978</c:v>
                </c:pt>
                <c:pt idx="197029">
                  <c:v>5979</c:v>
                </c:pt>
                <c:pt idx="196980">
                  <c:v>5980</c:v>
                </c:pt>
                <c:pt idx="196931">
                  <c:v>5981</c:v>
                </c:pt>
                <c:pt idx="196882">
                  <c:v>5982</c:v>
                </c:pt>
                <c:pt idx="196833">
                  <c:v>5983</c:v>
                </c:pt>
                <c:pt idx="196784">
                  <c:v>5984</c:v>
                </c:pt>
                <c:pt idx="196735">
                  <c:v>5985</c:v>
                </c:pt>
                <c:pt idx="196686">
                  <c:v>5986</c:v>
                </c:pt>
                <c:pt idx="196637">
                  <c:v>5987</c:v>
                </c:pt>
                <c:pt idx="196588">
                  <c:v>5988</c:v>
                </c:pt>
                <c:pt idx="196539">
                  <c:v>5989</c:v>
                </c:pt>
                <c:pt idx="196490">
                  <c:v>5990</c:v>
                </c:pt>
                <c:pt idx="196441">
                  <c:v>5991</c:v>
                </c:pt>
                <c:pt idx="196392">
                  <c:v>5992</c:v>
                </c:pt>
                <c:pt idx="196343">
                  <c:v>5993</c:v>
                </c:pt>
                <c:pt idx="196294">
                  <c:v>5994</c:v>
                </c:pt>
                <c:pt idx="196245">
                  <c:v>5995</c:v>
                </c:pt>
                <c:pt idx="196196">
                  <c:v>5996</c:v>
                </c:pt>
                <c:pt idx="196147">
                  <c:v>5997</c:v>
                </c:pt>
                <c:pt idx="196098">
                  <c:v>5998</c:v>
                </c:pt>
                <c:pt idx="196049">
                  <c:v>5999</c:v>
                </c:pt>
                <c:pt idx="196000">
                  <c:v>6000</c:v>
                </c:pt>
                <c:pt idx="195951">
                  <c:v>6001</c:v>
                </c:pt>
                <c:pt idx="195902">
                  <c:v>6002</c:v>
                </c:pt>
                <c:pt idx="195853">
                  <c:v>6003</c:v>
                </c:pt>
                <c:pt idx="195804">
                  <c:v>6004</c:v>
                </c:pt>
                <c:pt idx="195755">
                  <c:v>6005</c:v>
                </c:pt>
                <c:pt idx="195706">
                  <c:v>6006</c:v>
                </c:pt>
                <c:pt idx="195657">
                  <c:v>6007</c:v>
                </c:pt>
                <c:pt idx="195608">
                  <c:v>6008</c:v>
                </c:pt>
                <c:pt idx="195559">
                  <c:v>6009</c:v>
                </c:pt>
                <c:pt idx="195510">
                  <c:v>6010</c:v>
                </c:pt>
                <c:pt idx="195461">
                  <c:v>6011</c:v>
                </c:pt>
                <c:pt idx="195412">
                  <c:v>6012</c:v>
                </c:pt>
                <c:pt idx="195363">
                  <c:v>6013</c:v>
                </c:pt>
                <c:pt idx="195314">
                  <c:v>6014</c:v>
                </c:pt>
                <c:pt idx="195265">
                  <c:v>6015</c:v>
                </c:pt>
                <c:pt idx="195216">
                  <c:v>6016</c:v>
                </c:pt>
                <c:pt idx="195167">
                  <c:v>6017</c:v>
                </c:pt>
                <c:pt idx="195118">
                  <c:v>6018</c:v>
                </c:pt>
                <c:pt idx="195069">
                  <c:v>6019</c:v>
                </c:pt>
                <c:pt idx="195020">
                  <c:v>6020</c:v>
                </c:pt>
                <c:pt idx="194971">
                  <c:v>6021</c:v>
                </c:pt>
                <c:pt idx="194922">
                  <c:v>6022</c:v>
                </c:pt>
                <c:pt idx="194873">
                  <c:v>6023</c:v>
                </c:pt>
                <c:pt idx="194824">
                  <c:v>6024</c:v>
                </c:pt>
                <c:pt idx="194775">
                  <c:v>6025</c:v>
                </c:pt>
                <c:pt idx="194726">
                  <c:v>6026</c:v>
                </c:pt>
                <c:pt idx="194677">
                  <c:v>6027</c:v>
                </c:pt>
                <c:pt idx="194628">
                  <c:v>6028</c:v>
                </c:pt>
                <c:pt idx="194579">
                  <c:v>6029</c:v>
                </c:pt>
                <c:pt idx="194530">
                  <c:v>6030</c:v>
                </c:pt>
                <c:pt idx="194481">
                  <c:v>6031</c:v>
                </c:pt>
                <c:pt idx="194432">
                  <c:v>6032</c:v>
                </c:pt>
                <c:pt idx="194383">
                  <c:v>6033</c:v>
                </c:pt>
                <c:pt idx="194334">
                  <c:v>6034</c:v>
                </c:pt>
                <c:pt idx="194285">
                  <c:v>6035</c:v>
                </c:pt>
                <c:pt idx="194236">
                  <c:v>6036</c:v>
                </c:pt>
                <c:pt idx="194187">
                  <c:v>6037</c:v>
                </c:pt>
                <c:pt idx="194138">
                  <c:v>6038</c:v>
                </c:pt>
                <c:pt idx="194089">
                  <c:v>6039</c:v>
                </c:pt>
                <c:pt idx="194040">
                  <c:v>6040</c:v>
                </c:pt>
                <c:pt idx="193991">
                  <c:v>6041</c:v>
                </c:pt>
                <c:pt idx="193942">
                  <c:v>6042</c:v>
                </c:pt>
                <c:pt idx="193893">
                  <c:v>6043</c:v>
                </c:pt>
                <c:pt idx="193844">
                  <c:v>6044</c:v>
                </c:pt>
                <c:pt idx="193795">
                  <c:v>6045</c:v>
                </c:pt>
                <c:pt idx="193746">
                  <c:v>6046</c:v>
                </c:pt>
                <c:pt idx="193697">
                  <c:v>6047</c:v>
                </c:pt>
                <c:pt idx="193648">
                  <c:v>6048</c:v>
                </c:pt>
                <c:pt idx="193599">
                  <c:v>6049</c:v>
                </c:pt>
                <c:pt idx="193550">
                  <c:v>6050</c:v>
                </c:pt>
                <c:pt idx="193501">
                  <c:v>6051</c:v>
                </c:pt>
                <c:pt idx="193452">
                  <c:v>6052</c:v>
                </c:pt>
                <c:pt idx="193403">
                  <c:v>6053</c:v>
                </c:pt>
                <c:pt idx="193354">
                  <c:v>6054</c:v>
                </c:pt>
                <c:pt idx="193305">
                  <c:v>6055</c:v>
                </c:pt>
                <c:pt idx="193256">
                  <c:v>6056</c:v>
                </c:pt>
                <c:pt idx="193207">
                  <c:v>6057</c:v>
                </c:pt>
                <c:pt idx="193158">
                  <c:v>6058</c:v>
                </c:pt>
                <c:pt idx="193109">
                  <c:v>6059</c:v>
                </c:pt>
                <c:pt idx="193060">
                  <c:v>6060</c:v>
                </c:pt>
                <c:pt idx="193011">
                  <c:v>6061</c:v>
                </c:pt>
                <c:pt idx="192962">
                  <c:v>6062</c:v>
                </c:pt>
                <c:pt idx="192913">
                  <c:v>6063</c:v>
                </c:pt>
                <c:pt idx="192864">
                  <c:v>6064</c:v>
                </c:pt>
                <c:pt idx="192815">
                  <c:v>6065</c:v>
                </c:pt>
                <c:pt idx="192766">
                  <c:v>6066</c:v>
                </c:pt>
                <c:pt idx="192717">
                  <c:v>6067</c:v>
                </c:pt>
                <c:pt idx="192668">
                  <c:v>6068</c:v>
                </c:pt>
                <c:pt idx="192619">
                  <c:v>6069</c:v>
                </c:pt>
                <c:pt idx="192570">
                  <c:v>6070</c:v>
                </c:pt>
                <c:pt idx="192521">
                  <c:v>6071</c:v>
                </c:pt>
                <c:pt idx="192472">
                  <c:v>6072</c:v>
                </c:pt>
                <c:pt idx="192423">
                  <c:v>6073</c:v>
                </c:pt>
                <c:pt idx="192374">
                  <c:v>6074</c:v>
                </c:pt>
                <c:pt idx="192325">
                  <c:v>6075</c:v>
                </c:pt>
                <c:pt idx="192276">
                  <c:v>6076</c:v>
                </c:pt>
                <c:pt idx="192227">
                  <c:v>6077</c:v>
                </c:pt>
                <c:pt idx="192178">
                  <c:v>6078</c:v>
                </c:pt>
                <c:pt idx="192129">
                  <c:v>6079</c:v>
                </c:pt>
                <c:pt idx="192080">
                  <c:v>6080</c:v>
                </c:pt>
                <c:pt idx="192031">
                  <c:v>6081</c:v>
                </c:pt>
                <c:pt idx="191982">
                  <c:v>6082</c:v>
                </c:pt>
                <c:pt idx="191933">
                  <c:v>6083</c:v>
                </c:pt>
                <c:pt idx="191884">
                  <c:v>6084</c:v>
                </c:pt>
                <c:pt idx="191835">
                  <c:v>6085</c:v>
                </c:pt>
                <c:pt idx="191786">
                  <c:v>6086</c:v>
                </c:pt>
                <c:pt idx="191737">
                  <c:v>6087</c:v>
                </c:pt>
                <c:pt idx="191688">
                  <c:v>6088</c:v>
                </c:pt>
                <c:pt idx="191639">
                  <c:v>6089</c:v>
                </c:pt>
                <c:pt idx="191590">
                  <c:v>6090</c:v>
                </c:pt>
                <c:pt idx="191541">
                  <c:v>6091</c:v>
                </c:pt>
                <c:pt idx="191492">
                  <c:v>6092</c:v>
                </c:pt>
                <c:pt idx="191443">
                  <c:v>6093</c:v>
                </c:pt>
                <c:pt idx="191394">
                  <c:v>6094</c:v>
                </c:pt>
                <c:pt idx="191345">
                  <c:v>6095</c:v>
                </c:pt>
                <c:pt idx="191296">
                  <c:v>6096</c:v>
                </c:pt>
                <c:pt idx="191247">
                  <c:v>6097</c:v>
                </c:pt>
                <c:pt idx="191198">
                  <c:v>6098</c:v>
                </c:pt>
                <c:pt idx="191149">
                  <c:v>6099</c:v>
                </c:pt>
                <c:pt idx="191100">
                  <c:v>6100</c:v>
                </c:pt>
                <c:pt idx="191051">
                  <c:v>6101</c:v>
                </c:pt>
                <c:pt idx="191002">
                  <c:v>6102</c:v>
                </c:pt>
                <c:pt idx="190953">
                  <c:v>6103</c:v>
                </c:pt>
                <c:pt idx="190904">
                  <c:v>6104</c:v>
                </c:pt>
                <c:pt idx="190855">
                  <c:v>6105</c:v>
                </c:pt>
                <c:pt idx="190806">
                  <c:v>6106</c:v>
                </c:pt>
                <c:pt idx="190757">
                  <c:v>6107</c:v>
                </c:pt>
                <c:pt idx="190708">
                  <c:v>6108</c:v>
                </c:pt>
                <c:pt idx="190659">
                  <c:v>6109</c:v>
                </c:pt>
                <c:pt idx="190610">
                  <c:v>6110</c:v>
                </c:pt>
                <c:pt idx="190561">
                  <c:v>6111</c:v>
                </c:pt>
                <c:pt idx="190512">
                  <c:v>6112</c:v>
                </c:pt>
                <c:pt idx="190463">
                  <c:v>6113</c:v>
                </c:pt>
                <c:pt idx="190414">
                  <c:v>6114</c:v>
                </c:pt>
                <c:pt idx="190365">
                  <c:v>6115</c:v>
                </c:pt>
                <c:pt idx="190316">
                  <c:v>6116</c:v>
                </c:pt>
                <c:pt idx="190267">
                  <c:v>6117</c:v>
                </c:pt>
                <c:pt idx="190218">
                  <c:v>6118</c:v>
                </c:pt>
                <c:pt idx="190169">
                  <c:v>6119</c:v>
                </c:pt>
                <c:pt idx="190120">
                  <c:v>6120</c:v>
                </c:pt>
                <c:pt idx="190071">
                  <c:v>6121</c:v>
                </c:pt>
                <c:pt idx="190022">
                  <c:v>6122</c:v>
                </c:pt>
                <c:pt idx="189973">
                  <c:v>6123</c:v>
                </c:pt>
                <c:pt idx="189924">
                  <c:v>6124</c:v>
                </c:pt>
                <c:pt idx="189875">
                  <c:v>6125</c:v>
                </c:pt>
                <c:pt idx="189826">
                  <c:v>6126</c:v>
                </c:pt>
                <c:pt idx="189777">
                  <c:v>6127</c:v>
                </c:pt>
                <c:pt idx="189728">
                  <c:v>6128</c:v>
                </c:pt>
                <c:pt idx="189679">
                  <c:v>6129</c:v>
                </c:pt>
                <c:pt idx="189630">
                  <c:v>6130</c:v>
                </c:pt>
                <c:pt idx="189581">
                  <c:v>6131</c:v>
                </c:pt>
                <c:pt idx="189532">
                  <c:v>6132</c:v>
                </c:pt>
                <c:pt idx="189483">
                  <c:v>6133</c:v>
                </c:pt>
                <c:pt idx="189434">
                  <c:v>6134</c:v>
                </c:pt>
                <c:pt idx="189385">
                  <c:v>6135</c:v>
                </c:pt>
                <c:pt idx="189336">
                  <c:v>6136</c:v>
                </c:pt>
                <c:pt idx="189287">
                  <c:v>6137</c:v>
                </c:pt>
                <c:pt idx="189238">
                  <c:v>6138</c:v>
                </c:pt>
                <c:pt idx="189189">
                  <c:v>6139</c:v>
                </c:pt>
                <c:pt idx="189140">
                  <c:v>6140</c:v>
                </c:pt>
                <c:pt idx="189091">
                  <c:v>6141</c:v>
                </c:pt>
                <c:pt idx="189042">
                  <c:v>6142</c:v>
                </c:pt>
                <c:pt idx="188993">
                  <c:v>6143</c:v>
                </c:pt>
                <c:pt idx="188944">
                  <c:v>6144</c:v>
                </c:pt>
                <c:pt idx="188895">
                  <c:v>6145</c:v>
                </c:pt>
                <c:pt idx="188846">
                  <c:v>6146</c:v>
                </c:pt>
                <c:pt idx="188797">
                  <c:v>6147</c:v>
                </c:pt>
                <c:pt idx="188748">
                  <c:v>6148</c:v>
                </c:pt>
                <c:pt idx="188699">
                  <c:v>6149</c:v>
                </c:pt>
                <c:pt idx="188650">
                  <c:v>6150</c:v>
                </c:pt>
                <c:pt idx="188601">
                  <c:v>6151</c:v>
                </c:pt>
                <c:pt idx="188552">
                  <c:v>6152</c:v>
                </c:pt>
                <c:pt idx="188503">
                  <c:v>6153</c:v>
                </c:pt>
                <c:pt idx="188454">
                  <c:v>6154</c:v>
                </c:pt>
                <c:pt idx="188405">
                  <c:v>6155</c:v>
                </c:pt>
                <c:pt idx="188356">
                  <c:v>6156</c:v>
                </c:pt>
                <c:pt idx="188307">
                  <c:v>6157</c:v>
                </c:pt>
                <c:pt idx="188258">
                  <c:v>6158</c:v>
                </c:pt>
                <c:pt idx="188209">
                  <c:v>6159</c:v>
                </c:pt>
                <c:pt idx="188160">
                  <c:v>6160</c:v>
                </c:pt>
                <c:pt idx="188111">
                  <c:v>6161</c:v>
                </c:pt>
                <c:pt idx="188062">
                  <c:v>6162</c:v>
                </c:pt>
                <c:pt idx="188013">
                  <c:v>6163</c:v>
                </c:pt>
                <c:pt idx="187964">
                  <c:v>6164</c:v>
                </c:pt>
                <c:pt idx="187915">
                  <c:v>6165</c:v>
                </c:pt>
                <c:pt idx="187866">
                  <c:v>6166</c:v>
                </c:pt>
                <c:pt idx="187817">
                  <c:v>6167</c:v>
                </c:pt>
                <c:pt idx="187768">
                  <c:v>6168</c:v>
                </c:pt>
                <c:pt idx="187719">
                  <c:v>6169</c:v>
                </c:pt>
                <c:pt idx="187670">
                  <c:v>6170</c:v>
                </c:pt>
                <c:pt idx="187621">
                  <c:v>6171</c:v>
                </c:pt>
                <c:pt idx="187572">
                  <c:v>6172</c:v>
                </c:pt>
                <c:pt idx="187523">
                  <c:v>6173</c:v>
                </c:pt>
                <c:pt idx="187474">
                  <c:v>6174</c:v>
                </c:pt>
                <c:pt idx="187425">
                  <c:v>6175</c:v>
                </c:pt>
                <c:pt idx="187376">
                  <c:v>6176</c:v>
                </c:pt>
                <c:pt idx="187327">
                  <c:v>6177</c:v>
                </c:pt>
                <c:pt idx="187278">
                  <c:v>6178</c:v>
                </c:pt>
                <c:pt idx="187229">
                  <c:v>6179</c:v>
                </c:pt>
                <c:pt idx="187180">
                  <c:v>6180</c:v>
                </c:pt>
                <c:pt idx="187131">
                  <c:v>6181</c:v>
                </c:pt>
                <c:pt idx="187082">
                  <c:v>6182</c:v>
                </c:pt>
                <c:pt idx="187033">
                  <c:v>6183</c:v>
                </c:pt>
                <c:pt idx="186984">
                  <c:v>6184</c:v>
                </c:pt>
                <c:pt idx="186935">
                  <c:v>6185</c:v>
                </c:pt>
                <c:pt idx="186886">
                  <c:v>6186</c:v>
                </c:pt>
                <c:pt idx="186837">
                  <c:v>6187</c:v>
                </c:pt>
                <c:pt idx="186788">
                  <c:v>6188</c:v>
                </c:pt>
                <c:pt idx="186739">
                  <c:v>6189</c:v>
                </c:pt>
                <c:pt idx="186690">
                  <c:v>6190</c:v>
                </c:pt>
                <c:pt idx="186641">
                  <c:v>6191</c:v>
                </c:pt>
                <c:pt idx="186592">
                  <c:v>6192</c:v>
                </c:pt>
                <c:pt idx="186543">
                  <c:v>6193</c:v>
                </c:pt>
                <c:pt idx="186494">
                  <c:v>6194</c:v>
                </c:pt>
                <c:pt idx="186445">
                  <c:v>6195</c:v>
                </c:pt>
                <c:pt idx="186396">
                  <c:v>6196</c:v>
                </c:pt>
                <c:pt idx="186347">
                  <c:v>6197</c:v>
                </c:pt>
                <c:pt idx="186298">
                  <c:v>6198</c:v>
                </c:pt>
                <c:pt idx="186249">
                  <c:v>6199</c:v>
                </c:pt>
                <c:pt idx="186200">
                  <c:v>6200</c:v>
                </c:pt>
                <c:pt idx="186151">
                  <c:v>6201</c:v>
                </c:pt>
                <c:pt idx="186102">
                  <c:v>6202</c:v>
                </c:pt>
                <c:pt idx="186053">
                  <c:v>6203</c:v>
                </c:pt>
                <c:pt idx="186004">
                  <c:v>6204</c:v>
                </c:pt>
                <c:pt idx="185955">
                  <c:v>6205</c:v>
                </c:pt>
                <c:pt idx="185906">
                  <c:v>6206</c:v>
                </c:pt>
                <c:pt idx="185857">
                  <c:v>6207</c:v>
                </c:pt>
                <c:pt idx="185808">
                  <c:v>6208</c:v>
                </c:pt>
                <c:pt idx="185759">
                  <c:v>6209</c:v>
                </c:pt>
                <c:pt idx="185710">
                  <c:v>6210</c:v>
                </c:pt>
                <c:pt idx="185661">
                  <c:v>6211</c:v>
                </c:pt>
                <c:pt idx="185612">
                  <c:v>6212</c:v>
                </c:pt>
                <c:pt idx="185563">
                  <c:v>6213</c:v>
                </c:pt>
                <c:pt idx="185514">
                  <c:v>6214</c:v>
                </c:pt>
                <c:pt idx="185465">
                  <c:v>6215</c:v>
                </c:pt>
                <c:pt idx="185416">
                  <c:v>6216</c:v>
                </c:pt>
                <c:pt idx="185367">
                  <c:v>6217</c:v>
                </c:pt>
                <c:pt idx="185318">
                  <c:v>6218</c:v>
                </c:pt>
                <c:pt idx="185269">
                  <c:v>6219</c:v>
                </c:pt>
                <c:pt idx="185220">
                  <c:v>6220</c:v>
                </c:pt>
                <c:pt idx="185171">
                  <c:v>6221</c:v>
                </c:pt>
                <c:pt idx="185122">
                  <c:v>6222</c:v>
                </c:pt>
                <c:pt idx="185073">
                  <c:v>6223</c:v>
                </c:pt>
                <c:pt idx="185024">
                  <c:v>6224</c:v>
                </c:pt>
                <c:pt idx="184975">
                  <c:v>6225</c:v>
                </c:pt>
                <c:pt idx="184926">
                  <c:v>6226</c:v>
                </c:pt>
                <c:pt idx="184877">
                  <c:v>6227</c:v>
                </c:pt>
                <c:pt idx="184828">
                  <c:v>6228</c:v>
                </c:pt>
                <c:pt idx="184779">
                  <c:v>6229</c:v>
                </c:pt>
                <c:pt idx="184730">
                  <c:v>6230</c:v>
                </c:pt>
                <c:pt idx="184681">
                  <c:v>6231</c:v>
                </c:pt>
                <c:pt idx="184632">
                  <c:v>6232</c:v>
                </c:pt>
                <c:pt idx="184583">
                  <c:v>6233</c:v>
                </c:pt>
                <c:pt idx="184534">
                  <c:v>6234</c:v>
                </c:pt>
                <c:pt idx="184485">
                  <c:v>6235</c:v>
                </c:pt>
                <c:pt idx="184436">
                  <c:v>6236</c:v>
                </c:pt>
                <c:pt idx="184387">
                  <c:v>6237</c:v>
                </c:pt>
                <c:pt idx="184338">
                  <c:v>6238</c:v>
                </c:pt>
                <c:pt idx="184289">
                  <c:v>6239</c:v>
                </c:pt>
                <c:pt idx="184240">
                  <c:v>6240</c:v>
                </c:pt>
                <c:pt idx="184191">
                  <c:v>6241</c:v>
                </c:pt>
                <c:pt idx="184142">
                  <c:v>6242</c:v>
                </c:pt>
                <c:pt idx="184093">
                  <c:v>6243</c:v>
                </c:pt>
                <c:pt idx="184044">
                  <c:v>6244</c:v>
                </c:pt>
                <c:pt idx="183995">
                  <c:v>6245</c:v>
                </c:pt>
                <c:pt idx="183946">
                  <c:v>6246</c:v>
                </c:pt>
                <c:pt idx="183897">
                  <c:v>6247</c:v>
                </c:pt>
                <c:pt idx="183848">
                  <c:v>6248</c:v>
                </c:pt>
                <c:pt idx="183799">
                  <c:v>6249</c:v>
                </c:pt>
                <c:pt idx="183750">
                  <c:v>6250</c:v>
                </c:pt>
                <c:pt idx="183701">
                  <c:v>6251</c:v>
                </c:pt>
                <c:pt idx="183652">
                  <c:v>6252</c:v>
                </c:pt>
                <c:pt idx="183603">
                  <c:v>6253</c:v>
                </c:pt>
                <c:pt idx="183554">
                  <c:v>6254</c:v>
                </c:pt>
                <c:pt idx="183505">
                  <c:v>6255</c:v>
                </c:pt>
                <c:pt idx="183456">
                  <c:v>6256</c:v>
                </c:pt>
                <c:pt idx="183407">
                  <c:v>6257</c:v>
                </c:pt>
                <c:pt idx="183358">
                  <c:v>6258</c:v>
                </c:pt>
                <c:pt idx="183309">
                  <c:v>6259</c:v>
                </c:pt>
                <c:pt idx="183260">
                  <c:v>6260</c:v>
                </c:pt>
                <c:pt idx="183211">
                  <c:v>6261</c:v>
                </c:pt>
                <c:pt idx="183162">
                  <c:v>6262</c:v>
                </c:pt>
                <c:pt idx="183113">
                  <c:v>6263</c:v>
                </c:pt>
                <c:pt idx="183064">
                  <c:v>6264</c:v>
                </c:pt>
                <c:pt idx="183015">
                  <c:v>6265</c:v>
                </c:pt>
                <c:pt idx="182966">
                  <c:v>6266</c:v>
                </c:pt>
                <c:pt idx="182917">
                  <c:v>6267</c:v>
                </c:pt>
                <c:pt idx="182868">
                  <c:v>6268</c:v>
                </c:pt>
                <c:pt idx="182819">
                  <c:v>6269</c:v>
                </c:pt>
                <c:pt idx="182770">
                  <c:v>6270</c:v>
                </c:pt>
                <c:pt idx="182721">
                  <c:v>6271</c:v>
                </c:pt>
                <c:pt idx="182672">
                  <c:v>6272</c:v>
                </c:pt>
                <c:pt idx="182623">
                  <c:v>6273</c:v>
                </c:pt>
                <c:pt idx="182574">
                  <c:v>6274</c:v>
                </c:pt>
                <c:pt idx="182525">
                  <c:v>6275</c:v>
                </c:pt>
                <c:pt idx="182476">
                  <c:v>6276</c:v>
                </c:pt>
                <c:pt idx="182427">
                  <c:v>6277</c:v>
                </c:pt>
                <c:pt idx="182378">
                  <c:v>6278</c:v>
                </c:pt>
                <c:pt idx="182329">
                  <c:v>6279</c:v>
                </c:pt>
                <c:pt idx="182280">
                  <c:v>6280</c:v>
                </c:pt>
                <c:pt idx="182231">
                  <c:v>6281</c:v>
                </c:pt>
                <c:pt idx="182182">
                  <c:v>6282</c:v>
                </c:pt>
                <c:pt idx="182133">
                  <c:v>6283</c:v>
                </c:pt>
                <c:pt idx="182084">
                  <c:v>6284</c:v>
                </c:pt>
                <c:pt idx="182035">
                  <c:v>6285</c:v>
                </c:pt>
                <c:pt idx="181986">
                  <c:v>6286</c:v>
                </c:pt>
                <c:pt idx="181937">
                  <c:v>6287</c:v>
                </c:pt>
                <c:pt idx="181888">
                  <c:v>6288</c:v>
                </c:pt>
                <c:pt idx="181839">
                  <c:v>6289</c:v>
                </c:pt>
                <c:pt idx="181790">
                  <c:v>6290</c:v>
                </c:pt>
                <c:pt idx="181741">
                  <c:v>6291</c:v>
                </c:pt>
                <c:pt idx="181692">
                  <c:v>6292</c:v>
                </c:pt>
                <c:pt idx="181643">
                  <c:v>6293</c:v>
                </c:pt>
                <c:pt idx="181594">
                  <c:v>6294</c:v>
                </c:pt>
                <c:pt idx="181545">
                  <c:v>6295</c:v>
                </c:pt>
                <c:pt idx="181496">
                  <c:v>6296</c:v>
                </c:pt>
                <c:pt idx="181447">
                  <c:v>6297</c:v>
                </c:pt>
                <c:pt idx="181398">
                  <c:v>6298</c:v>
                </c:pt>
                <c:pt idx="181349">
                  <c:v>6299</c:v>
                </c:pt>
                <c:pt idx="181300">
                  <c:v>6300</c:v>
                </c:pt>
                <c:pt idx="181251">
                  <c:v>6301</c:v>
                </c:pt>
                <c:pt idx="181202">
                  <c:v>6302</c:v>
                </c:pt>
                <c:pt idx="181153">
                  <c:v>6303</c:v>
                </c:pt>
                <c:pt idx="181104">
                  <c:v>6304</c:v>
                </c:pt>
                <c:pt idx="181055">
                  <c:v>6305</c:v>
                </c:pt>
                <c:pt idx="181006">
                  <c:v>6306</c:v>
                </c:pt>
                <c:pt idx="180957">
                  <c:v>6307</c:v>
                </c:pt>
                <c:pt idx="180908">
                  <c:v>6308</c:v>
                </c:pt>
                <c:pt idx="180859">
                  <c:v>6309</c:v>
                </c:pt>
                <c:pt idx="180810">
                  <c:v>6310</c:v>
                </c:pt>
                <c:pt idx="180761">
                  <c:v>6311</c:v>
                </c:pt>
                <c:pt idx="180712">
                  <c:v>6312</c:v>
                </c:pt>
                <c:pt idx="180663">
                  <c:v>6313</c:v>
                </c:pt>
                <c:pt idx="180614">
                  <c:v>6314</c:v>
                </c:pt>
                <c:pt idx="180565">
                  <c:v>6315</c:v>
                </c:pt>
                <c:pt idx="180516">
                  <c:v>6316</c:v>
                </c:pt>
                <c:pt idx="180467">
                  <c:v>6317</c:v>
                </c:pt>
                <c:pt idx="180418">
                  <c:v>6318</c:v>
                </c:pt>
                <c:pt idx="180369">
                  <c:v>6319</c:v>
                </c:pt>
                <c:pt idx="180320">
                  <c:v>6320</c:v>
                </c:pt>
                <c:pt idx="180271">
                  <c:v>6321</c:v>
                </c:pt>
                <c:pt idx="180222">
                  <c:v>6322</c:v>
                </c:pt>
                <c:pt idx="180173">
                  <c:v>6323</c:v>
                </c:pt>
                <c:pt idx="180124">
                  <c:v>6324</c:v>
                </c:pt>
                <c:pt idx="180075">
                  <c:v>6325</c:v>
                </c:pt>
                <c:pt idx="180026">
                  <c:v>6326</c:v>
                </c:pt>
                <c:pt idx="179977">
                  <c:v>6327</c:v>
                </c:pt>
                <c:pt idx="179928">
                  <c:v>6328</c:v>
                </c:pt>
                <c:pt idx="179879">
                  <c:v>6329</c:v>
                </c:pt>
                <c:pt idx="179830">
                  <c:v>6330</c:v>
                </c:pt>
                <c:pt idx="179781">
                  <c:v>6331</c:v>
                </c:pt>
                <c:pt idx="179732">
                  <c:v>6332</c:v>
                </c:pt>
                <c:pt idx="179683">
                  <c:v>6333</c:v>
                </c:pt>
                <c:pt idx="179634">
                  <c:v>6334</c:v>
                </c:pt>
                <c:pt idx="179585">
                  <c:v>6335</c:v>
                </c:pt>
                <c:pt idx="179536">
                  <c:v>6336</c:v>
                </c:pt>
                <c:pt idx="179487">
                  <c:v>6337</c:v>
                </c:pt>
                <c:pt idx="179438">
                  <c:v>6338</c:v>
                </c:pt>
                <c:pt idx="179389">
                  <c:v>6339</c:v>
                </c:pt>
                <c:pt idx="179340">
                  <c:v>6340</c:v>
                </c:pt>
                <c:pt idx="179291">
                  <c:v>6341</c:v>
                </c:pt>
                <c:pt idx="179242">
                  <c:v>6342</c:v>
                </c:pt>
                <c:pt idx="179193">
                  <c:v>6343</c:v>
                </c:pt>
                <c:pt idx="179144">
                  <c:v>6344</c:v>
                </c:pt>
                <c:pt idx="179095">
                  <c:v>6345</c:v>
                </c:pt>
                <c:pt idx="179046">
                  <c:v>6346</c:v>
                </c:pt>
                <c:pt idx="178997">
                  <c:v>6347</c:v>
                </c:pt>
                <c:pt idx="178948">
                  <c:v>6348</c:v>
                </c:pt>
                <c:pt idx="178899">
                  <c:v>6349</c:v>
                </c:pt>
                <c:pt idx="178850">
                  <c:v>6350</c:v>
                </c:pt>
                <c:pt idx="178801">
                  <c:v>6351</c:v>
                </c:pt>
                <c:pt idx="178752">
                  <c:v>6352</c:v>
                </c:pt>
                <c:pt idx="178703">
                  <c:v>6353</c:v>
                </c:pt>
                <c:pt idx="178654">
                  <c:v>6354</c:v>
                </c:pt>
                <c:pt idx="178605">
                  <c:v>6355</c:v>
                </c:pt>
                <c:pt idx="178556">
                  <c:v>6356</c:v>
                </c:pt>
                <c:pt idx="178507">
                  <c:v>6357</c:v>
                </c:pt>
                <c:pt idx="178458">
                  <c:v>6358</c:v>
                </c:pt>
                <c:pt idx="178409">
                  <c:v>6359</c:v>
                </c:pt>
                <c:pt idx="178360">
                  <c:v>6360</c:v>
                </c:pt>
                <c:pt idx="178311">
                  <c:v>6361</c:v>
                </c:pt>
                <c:pt idx="178262">
                  <c:v>6362</c:v>
                </c:pt>
                <c:pt idx="178213">
                  <c:v>6363</c:v>
                </c:pt>
                <c:pt idx="178164">
                  <c:v>6364</c:v>
                </c:pt>
                <c:pt idx="178115">
                  <c:v>6365</c:v>
                </c:pt>
                <c:pt idx="178066">
                  <c:v>6366</c:v>
                </c:pt>
                <c:pt idx="178017">
                  <c:v>6367</c:v>
                </c:pt>
                <c:pt idx="177968">
                  <c:v>6368</c:v>
                </c:pt>
                <c:pt idx="177919">
                  <c:v>6369</c:v>
                </c:pt>
                <c:pt idx="177870">
                  <c:v>6370</c:v>
                </c:pt>
                <c:pt idx="177821">
                  <c:v>6371</c:v>
                </c:pt>
                <c:pt idx="177772">
                  <c:v>6372</c:v>
                </c:pt>
                <c:pt idx="177723">
                  <c:v>6373</c:v>
                </c:pt>
                <c:pt idx="177674">
                  <c:v>6374</c:v>
                </c:pt>
                <c:pt idx="177625">
                  <c:v>6375</c:v>
                </c:pt>
                <c:pt idx="177576">
                  <c:v>6376</c:v>
                </c:pt>
                <c:pt idx="177527">
                  <c:v>6377</c:v>
                </c:pt>
                <c:pt idx="177478">
                  <c:v>6378</c:v>
                </c:pt>
                <c:pt idx="177429">
                  <c:v>6379</c:v>
                </c:pt>
                <c:pt idx="177380">
                  <c:v>6380</c:v>
                </c:pt>
                <c:pt idx="177331">
                  <c:v>6381</c:v>
                </c:pt>
                <c:pt idx="177282">
                  <c:v>6382</c:v>
                </c:pt>
                <c:pt idx="177233">
                  <c:v>6383</c:v>
                </c:pt>
                <c:pt idx="177184">
                  <c:v>6384</c:v>
                </c:pt>
                <c:pt idx="177135">
                  <c:v>6385</c:v>
                </c:pt>
                <c:pt idx="177086">
                  <c:v>6386</c:v>
                </c:pt>
                <c:pt idx="177037">
                  <c:v>6387</c:v>
                </c:pt>
                <c:pt idx="176988">
                  <c:v>6388</c:v>
                </c:pt>
                <c:pt idx="176939">
                  <c:v>6389</c:v>
                </c:pt>
                <c:pt idx="176890">
                  <c:v>6390</c:v>
                </c:pt>
                <c:pt idx="176841">
                  <c:v>6391</c:v>
                </c:pt>
                <c:pt idx="176792">
                  <c:v>6392</c:v>
                </c:pt>
                <c:pt idx="176743">
                  <c:v>6393</c:v>
                </c:pt>
                <c:pt idx="176694">
                  <c:v>6394</c:v>
                </c:pt>
                <c:pt idx="176645">
                  <c:v>6395</c:v>
                </c:pt>
                <c:pt idx="176596">
                  <c:v>6396</c:v>
                </c:pt>
                <c:pt idx="176547">
                  <c:v>6397</c:v>
                </c:pt>
                <c:pt idx="176498">
                  <c:v>6398</c:v>
                </c:pt>
                <c:pt idx="176449">
                  <c:v>6399</c:v>
                </c:pt>
                <c:pt idx="176400">
                  <c:v>6400</c:v>
                </c:pt>
                <c:pt idx="176351">
                  <c:v>6401</c:v>
                </c:pt>
                <c:pt idx="176302">
                  <c:v>6402</c:v>
                </c:pt>
                <c:pt idx="176253">
                  <c:v>6403</c:v>
                </c:pt>
                <c:pt idx="176204">
                  <c:v>6404</c:v>
                </c:pt>
                <c:pt idx="176155">
                  <c:v>6405</c:v>
                </c:pt>
                <c:pt idx="176106">
                  <c:v>6406</c:v>
                </c:pt>
                <c:pt idx="176057">
                  <c:v>6407</c:v>
                </c:pt>
                <c:pt idx="176008">
                  <c:v>6408</c:v>
                </c:pt>
                <c:pt idx="175959">
                  <c:v>6409</c:v>
                </c:pt>
                <c:pt idx="175910">
                  <c:v>6410</c:v>
                </c:pt>
                <c:pt idx="175861">
                  <c:v>6411</c:v>
                </c:pt>
                <c:pt idx="175812">
                  <c:v>6412</c:v>
                </c:pt>
                <c:pt idx="175763">
                  <c:v>6413</c:v>
                </c:pt>
                <c:pt idx="175714">
                  <c:v>6414</c:v>
                </c:pt>
                <c:pt idx="175665">
                  <c:v>6415</c:v>
                </c:pt>
                <c:pt idx="175616">
                  <c:v>6416</c:v>
                </c:pt>
                <c:pt idx="175567">
                  <c:v>6417</c:v>
                </c:pt>
                <c:pt idx="175518">
                  <c:v>6418</c:v>
                </c:pt>
                <c:pt idx="175469">
                  <c:v>6419</c:v>
                </c:pt>
                <c:pt idx="175420">
                  <c:v>6420</c:v>
                </c:pt>
                <c:pt idx="175371">
                  <c:v>6421</c:v>
                </c:pt>
                <c:pt idx="175322">
                  <c:v>6422</c:v>
                </c:pt>
                <c:pt idx="175273">
                  <c:v>6423</c:v>
                </c:pt>
                <c:pt idx="175224">
                  <c:v>6424</c:v>
                </c:pt>
                <c:pt idx="175175">
                  <c:v>6425</c:v>
                </c:pt>
                <c:pt idx="175126">
                  <c:v>6426</c:v>
                </c:pt>
                <c:pt idx="175077">
                  <c:v>6427</c:v>
                </c:pt>
                <c:pt idx="175028">
                  <c:v>6428</c:v>
                </c:pt>
                <c:pt idx="174979">
                  <c:v>6429</c:v>
                </c:pt>
                <c:pt idx="174930">
                  <c:v>6430</c:v>
                </c:pt>
                <c:pt idx="174881">
                  <c:v>6431</c:v>
                </c:pt>
                <c:pt idx="174832">
                  <c:v>6432</c:v>
                </c:pt>
                <c:pt idx="174783">
                  <c:v>6433</c:v>
                </c:pt>
                <c:pt idx="174734">
                  <c:v>6434</c:v>
                </c:pt>
                <c:pt idx="174685">
                  <c:v>6435</c:v>
                </c:pt>
                <c:pt idx="174636">
                  <c:v>6436</c:v>
                </c:pt>
                <c:pt idx="174587">
                  <c:v>6437</c:v>
                </c:pt>
                <c:pt idx="174538">
                  <c:v>6438</c:v>
                </c:pt>
                <c:pt idx="174489">
                  <c:v>6439</c:v>
                </c:pt>
                <c:pt idx="174440">
                  <c:v>6440</c:v>
                </c:pt>
                <c:pt idx="174391">
                  <c:v>6441</c:v>
                </c:pt>
                <c:pt idx="174342">
                  <c:v>6442</c:v>
                </c:pt>
                <c:pt idx="174293">
                  <c:v>6443</c:v>
                </c:pt>
                <c:pt idx="174244">
                  <c:v>6444</c:v>
                </c:pt>
                <c:pt idx="174195">
                  <c:v>6445</c:v>
                </c:pt>
                <c:pt idx="174146">
                  <c:v>6446</c:v>
                </c:pt>
                <c:pt idx="174097">
                  <c:v>6447</c:v>
                </c:pt>
                <c:pt idx="174048">
                  <c:v>6448</c:v>
                </c:pt>
                <c:pt idx="173999">
                  <c:v>6449</c:v>
                </c:pt>
                <c:pt idx="173950">
                  <c:v>6450</c:v>
                </c:pt>
                <c:pt idx="173901">
                  <c:v>6451</c:v>
                </c:pt>
                <c:pt idx="173852">
                  <c:v>6452</c:v>
                </c:pt>
                <c:pt idx="173803">
                  <c:v>6453</c:v>
                </c:pt>
                <c:pt idx="173754">
                  <c:v>6454</c:v>
                </c:pt>
                <c:pt idx="173705">
                  <c:v>6455</c:v>
                </c:pt>
                <c:pt idx="173656">
                  <c:v>6456</c:v>
                </c:pt>
                <c:pt idx="173607">
                  <c:v>6457</c:v>
                </c:pt>
                <c:pt idx="173558">
                  <c:v>6458</c:v>
                </c:pt>
                <c:pt idx="173509">
                  <c:v>6459</c:v>
                </c:pt>
                <c:pt idx="173460">
                  <c:v>6460</c:v>
                </c:pt>
                <c:pt idx="173411">
                  <c:v>6461</c:v>
                </c:pt>
                <c:pt idx="173362">
                  <c:v>6462</c:v>
                </c:pt>
                <c:pt idx="173313">
                  <c:v>6463</c:v>
                </c:pt>
                <c:pt idx="173264">
                  <c:v>6464</c:v>
                </c:pt>
                <c:pt idx="173215">
                  <c:v>6465</c:v>
                </c:pt>
                <c:pt idx="173166">
                  <c:v>6466</c:v>
                </c:pt>
                <c:pt idx="173117">
                  <c:v>6467</c:v>
                </c:pt>
                <c:pt idx="173068">
                  <c:v>6468</c:v>
                </c:pt>
                <c:pt idx="173019">
                  <c:v>6469</c:v>
                </c:pt>
                <c:pt idx="172970">
                  <c:v>6470</c:v>
                </c:pt>
                <c:pt idx="172921">
                  <c:v>6471</c:v>
                </c:pt>
                <c:pt idx="172872">
                  <c:v>6472</c:v>
                </c:pt>
                <c:pt idx="172823">
                  <c:v>6473</c:v>
                </c:pt>
                <c:pt idx="172774">
                  <c:v>6474</c:v>
                </c:pt>
                <c:pt idx="172725">
                  <c:v>6475</c:v>
                </c:pt>
                <c:pt idx="172676">
                  <c:v>6476</c:v>
                </c:pt>
                <c:pt idx="172627">
                  <c:v>6477</c:v>
                </c:pt>
                <c:pt idx="172578">
                  <c:v>6478</c:v>
                </c:pt>
                <c:pt idx="172529">
                  <c:v>6479</c:v>
                </c:pt>
                <c:pt idx="172480">
                  <c:v>6480</c:v>
                </c:pt>
                <c:pt idx="172431">
                  <c:v>6481</c:v>
                </c:pt>
                <c:pt idx="172382">
                  <c:v>6482</c:v>
                </c:pt>
                <c:pt idx="172333">
                  <c:v>6483</c:v>
                </c:pt>
                <c:pt idx="172284">
                  <c:v>6484</c:v>
                </c:pt>
                <c:pt idx="172235">
                  <c:v>6485</c:v>
                </c:pt>
                <c:pt idx="172186">
                  <c:v>6486</c:v>
                </c:pt>
                <c:pt idx="172137">
                  <c:v>6487</c:v>
                </c:pt>
                <c:pt idx="172088">
                  <c:v>6488</c:v>
                </c:pt>
                <c:pt idx="172039">
                  <c:v>6489</c:v>
                </c:pt>
                <c:pt idx="171990">
                  <c:v>6490</c:v>
                </c:pt>
                <c:pt idx="171941">
                  <c:v>6491</c:v>
                </c:pt>
                <c:pt idx="171892">
                  <c:v>6492</c:v>
                </c:pt>
                <c:pt idx="171843">
                  <c:v>6493</c:v>
                </c:pt>
                <c:pt idx="171794">
                  <c:v>6494</c:v>
                </c:pt>
                <c:pt idx="171745">
                  <c:v>6495</c:v>
                </c:pt>
                <c:pt idx="171696">
                  <c:v>6496</c:v>
                </c:pt>
                <c:pt idx="171647">
                  <c:v>6497</c:v>
                </c:pt>
                <c:pt idx="171598">
                  <c:v>6498</c:v>
                </c:pt>
                <c:pt idx="171549">
                  <c:v>6499</c:v>
                </c:pt>
                <c:pt idx="171500">
                  <c:v>6500</c:v>
                </c:pt>
                <c:pt idx="171451">
                  <c:v>6501</c:v>
                </c:pt>
                <c:pt idx="171402">
                  <c:v>6502</c:v>
                </c:pt>
                <c:pt idx="171353">
                  <c:v>6503</c:v>
                </c:pt>
                <c:pt idx="171304">
                  <c:v>6504</c:v>
                </c:pt>
                <c:pt idx="171255">
                  <c:v>6505</c:v>
                </c:pt>
                <c:pt idx="171206">
                  <c:v>6506</c:v>
                </c:pt>
                <c:pt idx="171157">
                  <c:v>6507</c:v>
                </c:pt>
                <c:pt idx="171108">
                  <c:v>6508</c:v>
                </c:pt>
                <c:pt idx="171059">
                  <c:v>6509</c:v>
                </c:pt>
                <c:pt idx="171010">
                  <c:v>6510</c:v>
                </c:pt>
                <c:pt idx="170961">
                  <c:v>6511</c:v>
                </c:pt>
                <c:pt idx="170912">
                  <c:v>6512</c:v>
                </c:pt>
                <c:pt idx="170863">
                  <c:v>6513</c:v>
                </c:pt>
                <c:pt idx="170814">
                  <c:v>6514</c:v>
                </c:pt>
                <c:pt idx="170765">
                  <c:v>6515</c:v>
                </c:pt>
                <c:pt idx="170716">
                  <c:v>6516</c:v>
                </c:pt>
                <c:pt idx="170667">
                  <c:v>6517</c:v>
                </c:pt>
                <c:pt idx="170618">
                  <c:v>6518</c:v>
                </c:pt>
                <c:pt idx="170569">
                  <c:v>6519</c:v>
                </c:pt>
                <c:pt idx="170520">
                  <c:v>6520</c:v>
                </c:pt>
                <c:pt idx="170471">
                  <c:v>6521</c:v>
                </c:pt>
                <c:pt idx="170422">
                  <c:v>6522</c:v>
                </c:pt>
                <c:pt idx="170373">
                  <c:v>6523</c:v>
                </c:pt>
                <c:pt idx="170324">
                  <c:v>6524</c:v>
                </c:pt>
                <c:pt idx="170275">
                  <c:v>6525</c:v>
                </c:pt>
                <c:pt idx="170226">
                  <c:v>6526</c:v>
                </c:pt>
                <c:pt idx="170177">
                  <c:v>6527</c:v>
                </c:pt>
                <c:pt idx="170128">
                  <c:v>6528</c:v>
                </c:pt>
                <c:pt idx="170079">
                  <c:v>6529</c:v>
                </c:pt>
                <c:pt idx="170030">
                  <c:v>6530</c:v>
                </c:pt>
                <c:pt idx="169981">
                  <c:v>6531</c:v>
                </c:pt>
                <c:pt idx="169932">
                  <c:v>6532</c:v>
                </c:pt>
                <c:pt idx="169883">
                  <c:v>6533</c:v>
                </c:pt>
                <c:pt idx="169834">
                  <c:v>6534</c:v>
                </c:pt>
                <c:pt idx="169785">
                  <c:v>6535</c:v>
                </c:pt>
                <c:pt idx="169736">
                  <c:v>6536</c:v>
                </c:pt>
                <c:pt idx="169687">
                  <c:v>6537</c:v>
                </c:pt>
                <c:pt idx="169638">
                  <c:v>6538</c:v>
                </c:pt>
                <c:pt idx="169589">
                  <c:v>6539</c:v>
                </c:pt>
                <c:pt idx="169540">
                  <c:v>6540</c:v>
                </c:pt>
                <c:pt idx="169491">
                  <c:v>6541</c:v>
                </c:pt>
                <c:pt idx="169442">
                  <c:v>6542</c:v>
                </c:pt>
                <c:pt idx="169393">
                  <c:v>6543</c:v>
                </c:pt>
                <c:pt idx="169344">
                  <c:v>6544</c:v>
                </c:pt>
                <c:pt idx="169295">
                  <c:v>6545</c:v>
                </c:pt>
                <c:pt idx="169246">
                  <c:v>6546</c:v>
                </c:pt>
                <c:pt idx="169197">
                  <c:v>6547</c:v>
                </c:pt>
                <c:pt idx="169148">
                  <c:v>6548</c:v>
                </c:pt>
                <c:pt idx="169099">
                  <c:v>6549</c:v>
                </c:pt>
                <c:pt idx="169050">
                  <c:v>6550</c:v>
                </c:pt>
                <c:pt idx="169001">
                  <c:v>6551</c:v>
                </c:pt>
                <c:pt idx="168952">
                  <c:v>6552</c:v>
                </c:pt>
                <c:pt idx="168903">
                  <c:v>6553</c:v>
                </c:pt>
                <c:pt idx="168854">
                  <c:v>6554</c:v>
                </c:pt>
                <c:pt idx="168805">
                  <c:v>6555</c:v>
                </c:pt>
                <c:pt idx="168756">
                  <c:v>6556</c:v>
                </c:pt>
                <c:pt idx="168707">
                  <c:v>6557</c:v>
                </c:pt>
                <c:pt idx="168658">
                  <c:v>6558</c:v>
                </c:pt>
                <c:pt idx="168609">
                  <c:v>6559</c:v>
                </c:pt>
                <c:pt idx="168560">
                  <c:v>6560</c:v>
                </c:pt>
                <c:pt idx="168511">
                  <c:v>6561</c:v>
                </c:pt>
                <c:pt idx="168462">
                  <c:v>6562</c:v>
                </c:pt>
                <c:pt idx="168413">
                  <c:v>6563</c:v>
                </c:pt>
                <c:pt idx="168364">
                  <c:v>6564</c:v>
                </c:pt>
                <c:pt idx="168315">
                  <c:v>6565</c:v>
                </c:pt>
                <c:pt idx="168266">
                  <c:v>6566</c:v>
                </c:pt>
                <c:pt idx="168217">
                  <c:v>6567</c:v>
                </c:pt>
                <c:pt idx="168168">
                  <c:v>6568</c:v>
                </c:pt>
                <c:pt idx="168119">
                  <c:v>6569</c:v>
                </c:pt>
                <c:pt idx="168070">
                  <c:v>6570</c:v>
                </c:pt>
                <c:pt idx="168021">
                  <c:v>6571</c:v>
                </c:pt>
                <c:pt idx="167972">
                  <c:v>6572</c:v>
                </c:pt>
                <c:pt idx="167923">
                  <c:v>6573</c:v>
                </c:pt>
                <c:pt idx="167874">
                  <c:v>6574</c:v>
                </c:pt>
                <c:pt idx="167825">
                  <c:v>6575</c:v>
                </c:pt>
                <c:pt idx="167776">
                  <c:v>6576</c:v>
                </c:pt>
                <c:pt idx="167727">
                  <c:v>6577</c:v>
                </c:pt>
                <c:pt idx="167678">
                  <c:v>6578</c:v>
                </c:pt>
                <c:pt idx="167629">
                  <c:v>6579</c:v>
                </c:pt>
                <c:pt idx="167580">
                  <c:v>6580</c:v>
                </c:pt>
                <c:pt idx="167531">
                  <c:v>6581</c:v>
                </c:pt>
                <c:pt idx="167482">
                  <c:v>6582</c:v>
                </c:pt>
                <c:pt idx="167433">
                  <c:v>6583</c:v>
                </c:pt>
                <c:pt idx="167384">
                  <c:v>6584</c:v>
                </c:pt>
                <c:pt idx="167335">
                  <c:v>6585</c:v>
                </c:pt>
                <c:pt idx="167286">
                  <c:v>6586</c:v>
                </c:pt>
                <c:pt idx="167237">
                  <c:v>6587</c:v>
                </c:pt>
                <c:pt idx="167188">
                  <c:v>6588</c:v>
                </c:pt>
                <c:pt idx="167139">
                  <c:v>6589</c:v>
                </c:pt>
                <c:pt idx="167090">
                  <c:v>6590</c:v>
                </c:pt>
                <c:pt idx="167041">
                  <c:v>6591</c:v>
                </c:pt>
                <c:pt idx="166992">
                  <c:v>6592</c:v>
                </c:pt>
                <c:pt idx="166943">
                  <c:v>6593</c:v>
                </c:pt>
                <c:pt idx="166894">
                  <c:v>6594</c:v>
                </c:pt>
                <c:pt idx="166845">
                  <c:v>6595</c:v>
                </c:pt>
                <c:pt idx="166796">
                  <c:v>6596</c:v>
                </c:pt>
                <c:pt idx="166747">
                  <c:v>6597</c:v>
                </c:pt>
                <c:pt idx="166698">
                  <c:v>6598</c:v>
                </c:pt>
                <c:pt idx="166649">
                  <c:v>6599</c:v>
                </c:pt>
                <c:pt idx="166600">
                  <c:v>6600</c:v>
                </c:pt>
                <c:pt idx="166551">
                  <c:v>6601</c:v>
                </c:pt>
                <c:pt idx="166502">
                  <c:v>6602</c:v>
                </c:pt>
                <c:pt idx="166453">
                  <c:v>6603</c:v>
                </c:pt>
                <c:pt idx="166404">
                  <c:v>6604</c:v>
                </c:pt>
                <c:pt idx="166355">
                  <c:v>6605</c:v>
                </c:pt>
                <c:pt idx="166306">
                  <c:v>6606</c:v>
                </c:pt>
                <c:pt idx="166257">
                  <c:v>6607</c:v>
                </c:pt>
                <c:pt idx="166208">
                  <c:v>6608</c:v>
                </c:pt>
                <c:pt idx="166159">
                  <c:v>6609</c:v>
                </c:pt>
                <c:pt idx="166110">
                  <c:v>6610</c:v>
                </c:pt>
                <c:pt idx="166061">
                  <c:v>6611</c:v>
                </c:pt>
                <c:pt idx="166012">
                  <c:v>6612</c:v>
                </c:pt>
                <c:pt idx="165963">
                  <c:v>6613</c:v>
                </c:pt>
                <c:pt idx="165914">
                  <c:v>6614</c:v>
                </c:pt>
                <c:pt idx="165865">
                  <c:v>6615</c:v>
                </c:pt>
                <c:pt idx="165816">
                  <c:v>6616</c:v>
                </c:pt>
                <c:pt idx="165767">
                  <c:v>6617</c:v>
                </c:pt>
                <c:pt idx="165718">
                  <c:v>6618</c:v>
                </c:pt>
                <c:pt idx="165669">
                  <c:v>6619</c:v>
                </c:pt>
                <c:pt idx="165620">
                  <c:v>6620</c:v>
                </c:pt>
                <c:pt idx="165571">
                  <c:v>6621</c:v>
                </c:pt>
                <c:pt idx="165522">
                  <c:v>6622</c:v>
                </c:pt>
                <c:pt idx="165473">
                  <c:v>6623</c:v>
                </c:pt>
                <c:pt idx="165424">
                  <c:v>6624</c:v>
                </c:pt>
                <c:pt idx="165375">
                  <c:v>6625</c:v>
                </c:pt>
                <c:pt idx="165326">
                  <c:v>6626</c:v>
                </c:pt>
                <c:pt idx="165277">
                  <c:v>6627</c:v>
                </c:pt>
                <c:pt idx="165228">
                  <c:v>6628</c:v>
                </c:pt>
                <c:pt idx="165179">
                  <c:v>6629</c:v>
                </c:pt>
                <c:pt idx="165130">
                  <c:v>6630</c:v>
                </c:pt>
                <c:pt idx="165081">
                  <c:v>6631</c:v>
                </c:pt>
                <c:pt idx="165032">
                  <c:v>6632</c:v>
                </c:pt>
                <c:pt idx="164983">
                  <c:v>6633</c:v>
                </c:pt>
                <c:pt idx="164934">
                  <c:v>6634</c:v>
                </c:pt>
                <c:pt idx="164885">
                  <c:v>6635</c:v>
                </c:pt>
                <c:pt idx="164836">
                  <c:v>6636</c:v>
                </c:pt>
                <c:pt idx="164787">
                  <c:v>6637</c:v>
                </c:pt>
                <c:pt idx="164738">
                  <c:v>6638</c:v>
                </c:pt>
                <c:pt idx="164689">
                  <c:v>6639</c:v>
                </c:pt>
                <c:pt idx="164640">
                  <c:v>6640</c:v>
                </c:pt>
                <c:pt idx="164591">
                  <c:v>6641</c:v>
                </c:pt>
                <c:pt idx="164542">
                  <c:v>6642</c:v>
                </c:pt>
                <c:pt idx="164493">
                  <c:v>6643</c:v>
                </c:pt>
                <c:pt idx="164444">
                  <c:v>6644</c:v>
                </c:pt>
                <c:pt idx="164395">
                  <c:v>6645</c:v>
                </c:pt>
                <c:pt idx="164346">
                  <c:v>6646</c:v>
                </c:pt>
                <c:pt idx="164297">
                  <c:v>6647</c:v>
                </c:pt>
                <c:pt idx="164248">
                  <c:v>6648</c:v>
                </c:pt>
                <c:pt idx="164199">
                  <c:v>6649</c:v>
                </c:pt>
                <c:pt idx="164150">
                  <c:v>6650</c:v>
                </c:pt>
                <c:pt idx="164101">
                  <c:v>6651</c:v>
                </c:pt>
                <c:pt idx="164052">
                  <c:v>6652</c:v>
                </c:pt>
                <c:pt idx="164003">
                  <c:v>6653</c:v>
                </c:pt>
                <c:pt idx="163954">
                  <c:v>6654</c:v>
                </c:pt>
                <c:pt idx="163905">
                  <c:v>6655</c:v>
                </c:pt>
                <c:pt idx="163856">
                  <c:v>6656</c:v>
                </c:pt>
                <c:pt idx="163807">
                  <c:v>6657</c:v>
                </c:pt>
                <c:pt idx="163758">
                  <c:v>6658</c:v>
                </c:pt>
                <c:pt idx="163709">
                  <c:v>6659</c:v>
                </c:pt>
                <c:pt idx="163660">
                  <c:v>6660</c:v>
                </c:pt>
                <c:pt idx="163611">
                  <c:v>6661</c:v>
                </c:pt>
                <c:pt idx="163562">
                  <c:v>6662</c:v>
                </c:pt>
                <c:pt idx="163513">
                  <c:v>6663</c:v>
                </c:pt>
                <c:pt idx="163464">
                  <c:v>6664</c:v>
                </c:pt>
                <c:pt idx="163415">
                  <c:v>6665</c:v>
                </c:pt>
                <c:pt idx="163366">
                  <c:v>6666</c:v>
                </c:pt>
                <c:pt idx="163317">
                  <c:v>6667</c:v>
                </c:pt>
                <c:pt idx="163268">
                  <c:v>6668</c:v>
                </c:pt>
                <c:pt idx="163219">
                  <c:v>6669</c:v>
                </c:pt>
                <c:pt idx="163170">
                  <c:v>6670</c:v>
                </c:pt>
                <c:pt idx="163121">
                  <c:v>6671</c:v>
                </c:pt>
                <c:pt idx="163072">
                  <c:v>6672</c:v>
                </c:pt>
                <c:pt idx="163023">
                  <c:v>6673</c:v>
                </c:pt>
                <c:pt idx="162974">
                  <c:v>6674</c:v>
                </c:pt>
                <c:pt idx="162925">
                  <c:v>6675</c:v>
                </c:pt>
                <c:pt idx="162876">
                  <c:v>6676</c:v>
                </c:pt>
                <c:pt idx="162827">
                  <c:v>6677</c:v>
                </c:pt>
                <c:pt idx="162778">
                  <c:v>6678</c:v>
                </c:pt>
                <c:pt idx="162729">
                  <c:v>6679</c:v>
                </c:pt>
                <c:pt idx="162680">
                  <c:v>6680</c:v>
                </c:pt>
                <c:pt idx="162631">
                  <c:v>6681</c:v>
                </c:pt>
                <c:pt idx="162582">
                  <c:v>6682</c:v>
                </c:pt>
                <c:pt idx="162533">
                  <c:v>6683</c:v>
                </c:pt>
                <c:pt idx="162484">
                  <c:v>6684</c:v>
                </c:pt>
                <c:pt idx="162435">
                  <c:v>6685</c:v>
                </c:pt>
                <c:pt idx="162386">
                  <c:v>6686</c:v>
                </c:pt>
                <c:pt idx="162337">
                  <c:v>6687</c:v>
                </c:pt>
                <c:pt idx="162288">
                  <c:v>6688</c:v>
                </c:pt>
                <c:pt idx="162239">
                  <c:v>6689</c:v>
                </c:pt>
                <c:pt idx="162190">
                  <c:v>6690</c:v>
                </c:pt>
                <c:pt idx="162141">
                  <c:v>6691</c:v>
                </c:pt>
                <c:pt idx="162092">
                  <c:v>6692</c:v>
                </c:pt>
                <c:pt idx="162043">
                  <c:v>6693</c:v>
                </c:pt>
                <c:pt idx="161994">
                  <c:v>6694</c:v>
                </c:pt>
                <c:pt idx="161945">
                  <c:v>6695</c:v>
                </c:pt>
                <c:pt idx="161896">
                  <c:v>6696</c:v>
                </c:pt>
                <c:pt idx="161847">
                  <c:v>6697</c:v>
                </c:pt>
                <c:pt idx="161798">
                  <c:v>6698</c:v>
                </c:pt>
                <c:pt idx="161749">
                  <c:v>6699</c:v>
                </c:pt>
                <c:pt idx="161700">
                  <c:v>6700</c:v>
                </c:pt>
                <c:pt idx="161651">
                  <c:v>6701</c:v>
                </c:pt>
                <c:pt idx="161602">
                  <c:v>6702</c:v>
                </c:pt>
                <c:pt idx="161553">
                  <c:v>6703</c:v>
                </c:pt>
                <c:pt idx="161504">
                  <c:v>6704</c:v>
                </c:pt>
                <c:pt idx="161455">
                  <c:v>6705</c:v>
                </c:pt>
                <c:pt idx="161406">
                  <c:v>6706</c:v>
                </c:pt>
                <c:pt idx="161357">
                  <c:v>6707</c:v>
                </c:pt>
                <c:pt idx="161308">
                  <c:v>6708</c:v>
                </c:pt>
                <c:pt idx="161259">
                  <c:v>6709</c:v>
                </c:pt>
                <c:pt idx="161210">
                  <c:v>6710</c:v>
                </c:pt>
                <c:pt idx="161161">
                  <c:v>6711</c:v>
                </c:pt>
                <c:pt idx="161112">
                  <c:v>6712</c:v>
                </c:pt>
                <c:pt idx="161063">
                  <c:v>6713</c:v>
                </c:pt>
                <c:pt idx="161014">
                  <c:v>6714</c:v>
                </c:pt>
                <c:pt idx="160965">
                  <c:v>6715</c:v>
                </c:pt>
                <c:pt idx="160916">
                  <c:v>6716</c:v>
                </c:pt>
                <c:pt idx="160867">
                  <c:v>6717</c:v>
                </c:pt>
                <c:pt idx="160818">
                  <c:v>6718</c:v>
                </c:pt>
                <c:pt idx="160769">
                  <c:v>6719</c:v>
                </c:pt>
                <c:pt idx="160720">
                  <c:v>6720</c:v>
                </c:pt>
                <c:pt idx="160671">
                  <c:v>6721</c:v>
                </c:pt>
                <c:pt idx="160622">
                  <c:v>6722</c:v>
                </c:pt>
                <c:pt idx="160573">
                  <c:v>6723</c:v>
                </c:pt>
                <c:pt idx="160524">
                  <c:v>6724</c:v>
                </c:pt>
                <c:pt idx="160475">
                  <c:v>6725</c:v>
                </c:pt>
                <c:pt idx="160426">
                  <c:v>6726</c:v>
                </c:pt>
                <c:pt idx="160377">
                  <c:v>6727</c:v>
                </c:pt>
                <c:pt idx="160328">
                  <c:v>6728</c:v>
                </c:pt>
                <c:pt idx="160279">
                  <c:v>6729</c:v>
                </c:pt>
                <c:pt idx="160230">
                  <c:v>6730</c:v>
                </c:pt>
                <c:pt idx="160181">
                  <c:v>6731</c:v>
                </c:pt>
                <c:pt idx="160132">
                  <c:v>6732</c:v>
                </c:pt>
                <c:pt idx="160083">
                  <c:v>6733</c:v>
                </c:pt>
                <c:pt idx="160034">
                  <c:v>6734</c:v>
                </c:pt>
                <c:pt idx="159985">
                  <c:v>6735</c:v>
                </c:pt>
                <c:pt idx="159936">
                  <c:v>6736</c:v>
                </c:pt>
                <c:pt idx="159887">
                  <c:v>6737</c:v>
                </c:pt>
                <c:pt idx="159838">
                  <c:v>6738</c:v>
                </c:pt>
                <c:pt idx="159789">
                  <c:v>6739</c:v>
                </c:pt>
                <c:pt idx="159740">
                  <c:v>6740</c:v>
                </c:pt>
                <c:pt idx="159691">
                  <c:v>6741</c:v>
                </c:pt>
                <c:pt idx="159642">
                  <c:v>6742</c:v>
                </c:pt>
                <c:pt idx="159593">
                  <c:v>6743</c:v>
                </c:pt>
                <c:pt idx="159544">
                  <c:v>6744</c:v>
                </c:pt>
                <c:pt idx="159495">
                  <c:v>6745</c:v>
                </c:pt>
                <c:pt idx="159446">
                  <c:v>6746</c:v>
                </c:pt>
                <c:pt idx="159397">
                  <c:v>6747</c:v>
                </c:pt>
                <c:pt idx="159348">
                  <c:v>6748</c:v>
                </c:pt>
                <c:pt idx="159299">
                  <c:v>6749</c:v>
                </c:pt>
                <c:pt idx="159250">
                  <c:v>6750</c:v>
                </c:pt>
                <c:pt idx="159201">
                  <c:v>6751</c:v>
                </c:pt>
                <c:pt idx="159152">
                  <c:v>6752</c:v>
                </c:pt>
                <c:pt idx="159103">
                  <c:v>6753</c:v>
                </c:pt>
                <c:pt idx="159054">
                  <c:v>6754</c:v>
                </c:pt>
                <c:pt idx="159005">
                  <c:v>6755</c:v>
                </c:pt>
                <c:pt idx="158956">
                  <c:v>6756</c:v>
                </c:pt>
                <c:pt idx="158907">
                  <c:v>6757</c:v>
                </c:pt>
                <c:pt idx="158858">
                  <c:v>6758</c:v>
                </c:pt>
                <c:pt idx="158809">
                  <c:v>6759</c:v>
                </c:pt>
                <c:pt idx="158760">
                  <c:v>6760</c:v>
                </c:pt>
                <c:pt idx="158711">
                  <c:v>6761</c:v>
                </c:pt>
                <c:pt idx="158662">
                  <c:v>6762</c:v>
                </c:pt>
                <c:pt idx="158613">
                  <c:v>6763</c:v>
                </c:pt>
                <c:pt idx="158564">
                  <c:v>6764</c:v>
                </c:pt>
                <c:pt idx="158515">
                  <c:v>6765</c:v>
                </c:pt>
                <c:pt idx="158466">
                  <c:v>6766</c:v>
                </c:pt>
                <c:pt idx="158417">
                  <c:v>6767</c:v>
                </c:pt>
                <c:pt idx="158368">
                  <c:v>6768</c:v>
                </c:pt>
                <c:pt idx="158319">
                  <c:v>6769</c:v>
                </c:pt>
                <c:pt idx="158270">
                  <c:v>6770</c:v>
                </c:pt>
                <c:pt idx="158221">
                  <c:v>6771</c:v>
                </c:pt>
                <c:pt idx="158172">
                  <c:v>6772</c:v>
                </c:pt>
                <c:pt idx="158123">
                  <c:v>6773</c:v>
                </c:pt>
                <c:pt idx="158074">
                  <c:v>6774</c:v>
                </c:pt>
                <c:pt idx="158025">
                  <c:v>6775</c:v>
                </c:pt>
                <c:pt idx="157976">
                  <c:v>6776</c:v>
                </c:pt>
                <c:pt idx="157927">
                  <c:v>6777</c:v>
                </c:pt>
                <c:pt idx="157878">
                  <c:v>6778</c:v>
                </c:pt>
                <c:pt idx="157829">
                  <c:v>6779</c:v>
                </c:pt>
                <c:pt idx="157780">
                  <c:v>6780</c:v>
                </c:pt>
                <c:pt idx="157731">
                  <c:v>6781</c:v>
                </c:pt>
                <c:pt idx="157682">
                  <c:v>6782</c:v>
                </c:pt>
                <c:pt idx="157633">
                  <c:v>6783</c:v>
                </c:pt>
                <c:pt idx="157584">
                  <c:v>6784</c:v>
                </c:pt>
                <c:pt idx="157535">
                  <c:v>6785</c:v>
                </c:pt>
                <c:pt idx="157486">
                  <c:v>6786</c:v>
                </c:pt>
                <c:pt idx="157437">
                  <c:v>6787</c:v>
                </c:pt>
                <c:pt idx="157388">
                  <c:v>6788</c:v>
                </c:pt>
                <c:pt idx="157339">
                  <c:v>6789</c:v>
                </c:pt>
                <c:pt idx="157290">
                  <c:v>6790</c:v>
                </c:pt>
                <c:pt idx="157241">
                  <c:v>6791</c:v>
                </c:pt>
                <c:pt idx="157192">
                  <c:v>6792</c:v>
                </c:pt>
                <c:pt idx="157143">
                  <c:v>6793</c:v>
                </c:pt>
                <c:pt idx="157094">
                  <c:v>6794</c:v>
                </c:pt>
                <c:pt idx="157045">
                  <c:v>6795</c:v>
                </c:pt>
                <c:pt idx="156996">
                  <c:v>6796</c:v>
                </c:pt>
                <c:pt idx="156947">
                  <c:v>6797</c:v>
                </c:pt>
                <c:pt idx="156898">
                  <c:v>6798</c:v>
                </c:pt>
                <c:pt idx="156849">
                  <c:v>6799</c:v>
                </c:pt>
                <c:pt idx="156800">
                  <c:v>6800</c:v>
                </c:pt>
                <c:pt idx="156751">
                  <c:v>6801</c:v>
                </c:pt>
                <c:pt idx="156702">
                  <c:v>6802</c:v>
                </c:pt>
                <c:pt idx="156653">
                  <c:v>6803</c:v>
                </c:pt>
                <c:pt idx="156604">
                  <c:v>6804</c:v>
                </c:pt>
                <c:pt idx="156555">
                  <c:v>6805</c:v>
                </c:pt>
                <c:pt idx="156506">
                  <c:v>6806</c:v>
                </c:pt>
                <c:pt idx="156457">
                  <c:v>6807</c:v>
                </c:pt>
                <c:pt idx="156408">
                  <c:v>6808</c:v>
                </c:pt>
                <c:pt idx="156359">
                  <c:v>6809</c:v>
                </c:pt>
                <c:pt idx="156310">
                  <c:v>6810</c:v>
                </c:pt>
                <c:pt idx="156261">
                  <c:v>6811</c:v>
                </c:pt>
                <c:pt idx="156212">
                  <c:v>6812</c:v>
                </c:pt>
                <c:pt idx="156163">
                  <c:v>6813</c:v>
                </c:pt>
                <c:pt idx="156114">
                  <c:v>6814</c:v>
                </c:pt>
                <c:pt idx="156065">
                  <c:v>6815</c:v>
                </c:pt>
                <c:pt idx="156016">
                  <c:v>6816</c:v>
                </c:pt>
                <c:pt idx="155967">
                  <c:v>6817</c:v>
                </c:pt>
                <c:pt idx="155918">
                  <c:v>6818</c:v>
                </c:pt>
                <c:pt idx="155869">
                  <c:v>6819</c:v>
                </c:pt>
                <c:pt idx="155820">
                  <c:v>6820</c:v>
                </c:pt>
                <c:pt idx="155771">
                  <c:v>6821</c:v>
                </c:pt>
                <c:pt idx="155722">
                  <c:v>6822</c:v>
                </c:pt>
                <c:pt idx="155673">
                  <c:v>6823</c:v>
                </c:pt>
                <c:pt idx="155624">
                  <c:v>6824</c:v>
                </c:pt>
                <c:pt idx="155575">
                  <c:v>6825</c:v>
                </c:pt>
                <c:pt idx="155526">
                  <c:v>6826</c:v>
                </c:pt>
                <c:pt idx="155477">
                  <c:v>6827</c:v>
                </c:pt>
                <c:pt idx="155428">
                  <c:v>6828</c:v>
                </c:pt>
                <c:pt idx="155379">
                  <c:v>6829</c:v>
                </c:pt>
                <c:pt idx="155330">
                  <c:v>6830</c:v>
                </c:pt>
                <c:pt idx="155281">
                  <c:v>6831</c:v>
                </c:pt>
                <c:pt idx="155232">
                  <c:v>6832</c:v>
                </c:pt>
                <c:pt idx="155183">
                  <c:v>6833</c:v>
                </c:pt>
                <c:pt idx="155134">
                  <c:v>6834</c:v>
                </c:pt>
                <c:pt idx="155085">
                  <c:v>6835</c:v>
                </c:pt>
                <c:pt idx="155036">
                  <c:v>6836</c:v>
                </c:pt>
                <c:pt idx="154987">
                  <c:v>6837</c:v>
                </c:pt>
                <c:pt idx="154938">
                  <c:v>6838</c:v>
                </c:pt>
                <c:pt idx="154889">
                  <c:v>6839</c:v>
                </c:pt>
                <c:pt idx="154840">
                  <c:v>6840</c:v>
                </c:pt>
                <c:pt idx="154791">
                  <c:v>6841</c:v>
                </c:pt>
                <c:pt idx="154742">
                  <c:v>6842</c:v>
                </c:pt>
                <c:pt idx="154693">
                  <c:v>6843</c:v>
                </c:pt>
                <c:pt idx="154644">
                  <c:v>6844</c:v>
                </c:pt>
                <c:pt idx="154595">
                  <c:v>6845</c:v>
                </c:pt>
                <c:pt idx="154546">
                  <c:v>6846</c:v>
                </c:pt>
                <c:pt idx="154497">
                  <c:v>6847</c:v>
                </c:pt>
                <c:pt idx="154448">
                  <c:v>6848</c:v>
                </c:pt>
                <c:pt idx="154399">
                  <c:v>6849</c:v>
                </c:pt>
                <c:pt idx="154350">
                  <c:v>6850</c:v>
                </c:pt>
                <c:pt idx="154301">
                  <c:v>6851</c:v>
                </c:pt>
                <c:pt idx="154252">
                  <c:v>6852</c:v>
                </c:pt>
                <c:pt idx="154203">
                  <c:v>6853</c:v>
                </c:pt>
                <c:pt idx="154154">
                  <c:v>6854</c:v>
                </c:pt>
                <c:pt idx="154105">
                  <c:v>6855</c:v>
                </c:pt>
                <c:pt idx="154056">
                  <c:v>6856</c:v>
                </c:pt>
                <c:pt idx="154007">
                  <c:v>6857</c:v>
                </c:pt>
                <c:pt idx="153958">
                  <c:v>6858</c:v>
                </c:pt>
                <c:pt idx="153909">
                  <c:v>6859</c:v>
                </c:pt>
                <c:pt idx="153860">
                  <c:v>6860</c:v>
                </c:pt>
                <c:pt idx="153811">
                  <c:v>6861</c:v>
                </c:pt>
                <c:pt idx="153762">
                  <c:v>6862</c:v>
                </c:pt>
                <c:pt idx="153713">
                  <c:v>6863</c:v>
                </c:pt>
                <c:pt idx="153664">
                  <c:v>6864</c:v>
                </c:pt>
                <c:pt idx="153615">
                  <c:v>6865</c:v>
                </c:pt>
                <c:pt idx="153566">
                  <c:v>6866</c:v>
                </c:pt>
                <c:pt idx="153517">
                  <c:v>6867</c:v>
                </c:pt>
                <c:pt idx="153468">
                  <c:v>6868</c:v>
                </c:pt>
                <c:pt idx="153419">
                  <c:v>6869</c:v>
                </c:pt>
                <c:pt idx="153370">
                  <c:v>6870</c:v>
                </c:pt>
                <c:pt idx="153321">
                  <c:v>6871</c:v>
                </c:pt>
                <c:pt idx="153272">
                  <c:v>6872</c:v>
                </c:pt>
                <c:pt idx="153223">
                  <c:v>6873</c:v>
                </c:pt>
                <c:pt idx="153174">
                  <c:v>6874</c:v>
                </c:pt>
                <c:pt idx="153125">
                  <c:v>6875</c:v>
                </c:pt>
                <c:pt idx="153076">
                  <c:v>6876</c:v>
                </c:pt>
                <c:pt idx="153027">
                  <c:v>6877</c:v>
                </c:pt>
                <c:pt idx="152978">
                  <c:v>6878</c:v>
                </c:pt>
                <c:pt idx="152929">
                  <c:v>6879</c:v>
                </c:pt>
                <c:pt idx="152880">
                  <c:v>6880</c:v>
                </c:pt>
                <c:pt idx="152831">
                  <c:v>6881</c:v>
                </c:pt>
                <c:pt idx="152782">
                  <c:v>6882</c:v>
                </c:pt>
                <c:pt idx="152733">
                  <c:v>6883</c:v>
                </c:pt>
                <c:pt idx="152684">
                  <c:v>6884</c:v>
                </c:pt>
                <c:pt idx="152635">
                  <c:v>6885</c:v>
                </c:pt>
                <c:pt idx="152586">
                  <c:v>6886</c:v>
                </c:pt>
                <c:pt idx="152537">
                  <c:v>6887</c:v>
                </c:pt>
                <c:pt idx="152488">
                  <c:v>6888</c:v>
                </c:pt>
                <c:pt idx="152439">
                  <c:v>6889</c:v>
                </c:pt>
                <c:pt idx="152390">
                  <c:v>6890</c:v>
                </c:pt>
                <c:pt idx="152341">
                  <c:v>6891</c:v>
                </c:pt>
                <c:pt idx="152292">
                  <c:v>6892</c:v>
                </c:pt>
                <c:pt idx="152243">
                  <c:v>6893</c:v>
                </c:pt>
                <c:pt idx="152194">
                  <c:v>6894</c:v>
                </c:pt>
                <c:pt idx="152145">
                  <c:v>6895</c:v>
                </c:pt>
                <c:pt idx="152096">
                  <c:v>6896</c:v>
                </c:pt>
                <c:pt idx="152047">
                  <c:v>6897</c:v>
                </c:pt>
                <c:pt idx="151998">
                  <c:v>6898</c:v>
                </c:pt>
                <c:pt idx="151949">
                  <c:v>6899</c:v>
                </c:pt>
                <c:pt idx="151900">
                  <c:v>6900</c:v>
                </c:pt>
                <c:pt idx="151851">
                  <c:v>6901</c:v>
                </c:pt>
                <c:pt idx="151802">
                  <c:v>6902</c:v>
                </c:pt>
                <c:pt idx="151753">
                  <c:v>6903</c:v>
                </c:pt>
                <c:pt idx="151704">
                  <c:v>6904</c:v>
                </c:pt>
                <c:pt idx="151655">
                  <c:v>6905</c:v>
                </c:pt>
                <c:pt idx="151606">
                  <c:v>6906</c:v>
                </c:pt>
                <c:pt idx="151557">
                  <c:v>6907</c:v>
                </c:pt>
                <c:pt idx="151508">
                  <c:v>6908</c:v>
                </c:pt>
                <c:pt idx="151459">
                  <c:v>6909</c:v>
                </c:pt>
                <c:pt idx="151410">
                  <c:v>6910</c:v>
                </c:pt>
                <c:pt idx="151361">
                  <c:v>6911</c:v>
                </c:pt>
                <c:pt idx="151312">
                  <c:v>6912</c:v>
                </c:pt>
                <c:pt idx="151263">
                  <c:v>6913</c:v>
                </c:pt>
                <c:pt idx="151214">
                  <c:v>6914</c:v>
                </c:pt>
                <c:pt idx="151165">
                  <c:v>6915</c:v>
                </c:pt>
                <c:pt idx="151116">
                  <c:v>6916</c:v>
                </c:pt>
                <c:pt idx="151067">
                  <c:v>6917</c:v>
                </c:pt>
                <c:pt idx="151018">
                  <c:v>6918</c:v>
                </c:pt>
                <c:pt idx="150969">
                  <c:v>6919</c:v>
                </c:pt>
                <c:pt idx="150920">
                  <c:v>6920</c:v>
                </c:pt>
                <c:pt idx="150871">
                  <c:v>6921</c:v>
                </c:pt>
                <c:pt idx="150822">
                  <c:v>6922</c:v>
                </c:pt>
                <c:pt idx="150773">
                  <c:v>6923</c:v>
                </c:pt>
                <c:pt idx="150724">
                  <c:v>6924</c:v>
                </c:pt>
                <c:pt idx="150675">
                  <c:v>6925</c:v>
                </c:pt>
                <c:pt idx="150626">
                  <c:v>6926</c:v>
                </c:pt>
                <c:pt idx="150577">
                  <c:v>6927</c:v>
                </c:pt>
                <c:pt idx="150528">
                  <c:v>6928</c:v>
                </c:pt>
                <c:pt idx="150479">
                  <c:v>6929</c:v>
                </c:pt>
                <c:pt idx="150430">
                  <c:v>6930</c:v>
                </c:pt>
                <c:pt idx="150381">
                  <c:v>6931</c:v>
                </c:pt>
                <c:pt idx="150332">
                  <c:v>6932</c:v>
                </c:pt>
                <c:pt idx="150283">
                  <c:v>6933</c:v>
                </c:pt>
                <c:pt idx="150234">
                  <c:v>6934</c:v>
                </c:pt>
                <c:pt idx="150185">
                  <c:v>6935</c:v>
                </c:pt>
                <c:pt idx="150136">
                  <c:v>6936</c:v>
                </c:pt>
                <c:pt idx="150087">
                  <c:v>6937</c:v>
                </c:pt>
                <c:pt idx="150038">
                  <c:v>6938</c:v>
                </c:pt>
                <c:pt idx="149989">
                  <c:v>6939</c:v>
                </c:pt>
                <c:pt idx="149940">
                  <c:v>6940</c:v>
                </c:pt>
                <c:pt idx="149891">
                  <c:v>6941</c:v>
                </c:pt>
                <c:pt idx="149842">
                  <c:v>6942</c:v>
                </c:pt>
                <c:pt idx="149793">
                  <c:v>6943</c:v>
                </c:pt>
                <c:pt idx="149744">
                  <c:v>6944</c:v>
                </c:pt>
                <c:pt idx="149695">
                  <c:v>6945</c:v>
                </c:pt>
                <c:pt idx="149646">
                  <c:v>6946</c:v>
                </c:pt>
                <c:pt idx="149597">
                  <c:v>6947</c:v>
                </c:pt>
                <c:pt idx="149548">
                  <c:v>6948</c:v>
                </c:pt>
                <c:pt idx="149499">
                  <c:v>6949</c:v>
                </c:pt>
                <c:pt idx="149450">
                  <c:v>6950</c:v>
                </c:pt>
                <c:pt idx="149401">
                  <c:v>6951</c:v>
                </c:pt>
                <c:pt idx="149352">
                  <c:v>6952</c:v>
                </c:pt>
                <c:pt idx="149303">
                  <c:v>6953</c:v>
                </c:pt>
                <c:pt idx="149254">
                  <c:v>6954</c:v>
                </c:pt>
                <c:pt idx="149205">
                  <c:v>6955</c:v>
                </c:pt>
                <c:pt idx="149156">
                  <c:v>6956</c:v>
                </c:pt>
                <c:pt idx="149107">
                  <c:v>6957</c:v>
                </c:pt>
                <c:pt idx="149058">
                  <c:v>6958</c:v>
                </c:pt>
                <c:pt idx="149009">
                  <c:v>6959</c:v>
                </c:pt>
                <c:pt idx="148960">
                  <c:v>6960</c:v>
                </c:pt>
                <c:pt idx="148911">
                  <c:v>6961</c:v>
                </c:pt>
                <c:pt idx="148862">
                  <c:v>6962</c:v>
                </c:pt>
                <c:pt idx="148813">
                  <c:v>6963</c:v>
                </c:pt>
                <c:pt idx="148764">
                  <c:v>6964</c:v>
                </c:pt>
                <c:pt idx="148715">
                  <c:v>6965</c:v>
                </c:pt>
                <c:pt idx="148666">
                  <c:v>6966</c:v>
                </c:pt>
                <c:pt idx="148617">
                  <c:v>6967</c:v>
                </c:pt>
                <c:pt idx="148568">
                  <c:v>6968</c:v>
                </c:pt>
                <c:pt idx="148519">
                  <c:v>6969</c:v>
                </c:pt>
                <c:pt idx="148470">
                  <c:v>6970</c:v>
                </c:pt>
                <c:pt idx="148421">
                  <c:v>6971</c:v>
                </c:pt>
                <c:pt idx="148372">
                  <c:v>6972</c:v>
                </c:pt>
                <c:pt idx="148323">
                  <c:v>6973</c:v>
                </c:pt>
                <c:pt idx="148274">
                  <c:v>6974</c:v>
                </c:pt>
                <c:pt idx="148225">
                  <c:v>6975</c:v>
                </c:pt>
                <c:pt idx="148176">
                  <c:v>6976</c:v>
                </c:pt>
                <c:pt idx="148127">
                  <c:v>6977</c:v>
                </c:pt>
                <c:pt idx="148078">
                  <c:v>6978</c:v>
                </c:pt>
                <c:pt idx="148029">
                  <c:v>6979</c:v>
                </c:pt>
                <c:pt idx="147980">
                  <c:v>6980</c:v>
                </c:pt>
                <c:pt idx="147931">
                  <c:v>6981</c:v>
                </c:pt>
                <c:pt idx="147882">
                  <c:v>6982</c:v>
                </c:pt>
                <c:pt idx="147833">
                  <c:v>6983</c:v>
                </c:pt>
                <c:pt idx="147784">
                  <c:v>6984</c:v>
                </c:pt>
                <c:pt idx="147735">
                  <c:v>6985</c:v>
                </c:pt>
                <c:pt idx="147686">
                  <c:v>6986</c:v>
                </c:pt>
                <c:pt idx="147637">
                  <c:v>6987</c:v>
                </c:pt>
                <c:pt idx="147588">
                  <c:v>6988</c:v>
                </c:pt>
                <c:pt idx="147539">
                  <c:v>6989</c:v>
                </c:pt>
                <c:pt idx="147490">
                  <c:v>6990</c:v>
                </c:pt>
                <c:pt idx="147441">
                  <c:v>6991</c:v>
                </c:pt>
                <c:pt idx="147392">
                  <c:v>6992</c:v>
                </c:pt>
                <c:pt idx="147343">
                  <c:v>6993</c:v>
                </c:pt>
                <c:pt idx="147294">
                  <c:v>6994</c:v>
                </c:pt>
                <c:pt idx="147245">
                  <c:v>6995</c:v>
                </c:pt>
                <c:pt idx="147196">
                  <c:v>6996</c:v>
                </c:pt>
                <c:pt idx="147147">
                  <c:v>6997</c:v>
                </c:pt>
                <c:pt idx="147098">
                  <c:v>6998</c:v>
                </c:pt>
                <c:pt idx="147049">
                  <c:v>6999</c:v>
                </c:pt>
                <c:pt idx="147000">
                  <c:v>7000</c:v>
                </c:pt>
                <c:pt idx="146951">
                  <c:v>7001</c:v>
                </c:pt>
                <c:pt idx="146902">
                  <c:v>7002</c:v>
                </c:pt>
                <c:pt idx="146853">
                  <c:v>7003</c:v>
                </c:pt>
                <c:pt idx="146804">
                  <c:v>7004</c:v>
                </c:pt>
                <c:pt idx="146755">
                  <c:v>7005</c:v>
                </c:pt>
                <c:pt idx="146706">
                  <c:v>7006</c:v>
                </c:pt>
                <c:pt idx="146657">
                  <c:v>7007</c:v>
                </c:pt>
                <c:pt idx="146608">
                  <c:v>7008</c:v>
                </c:pt>
                <c:pt idx="146559">
                  <c:v>7009</c:v>
                </c:pt>
                <c:pt idx="146510">
                  <c:v>7010</c:v>
                </c:pt>
                <c:pt idx="146461">
                  <c:v>7011</c:v>
                </c:pt>
                <c:pt idx="146412">
                  <c:v>7012</c:v>
                </c:pt>
                <c:pt idx="146363">
                  <c:v>7013</c:v>
                </c:pt>
                <c:pt idx="146314">
                  <c:v>7014</c:v>
                </c:pt>
                <c:pt idx="146265">
                  <c:v>7015</c:v>
                </c:pt>
                <c:pt idx="146216">
                  <c:v>7016</c:v>
                </c:pt>
                <c:pt idx="146167">
                  <c:v>7017</c:v>
                </c:pt>
                <c:pt idx="146118">
                  <c:v>7018</c:v>
                </c:pt>
                <c:pt idx="146069">
                  <c:v>7019</c:v>
                </c:pt>
                <c:pt idx="146020">
                  <c:v>7020</c:v>
                </c:pt>
                <c:pt idx="145971">
                  <c:v>7021</c:v>
                </c:pt>
                <c:pt idx="145922">
                  <c:v>7022</c:v>
                </c:pt>
                <c:pt idx="145873">
                  <c:v>7023</c:v>
                </c:pt>
                <c:pt idx="145824">
                  <c:v>7024</c:v>
                </c:pt>
                <c:pt idx="145775">
                  <c:v>7025</c:v>
                </c:pt>
                <c:pt idx="145726">
                  <c:v>7026</c:v>
                </c:pt>
                <c:pt idx="145677">
                  <c:v>7027</c:v>
                </c:pt>
                <c:pt idx="145628">
                  <c:v>7028</c:v>
                </c:pt>
                <c:pt idx="145579">
                  <c:v>7029</c:v>
                </c:pt>
                <c:pt idx="145530">
                  <c:v>7030</c:v>
                </c:pt>
                <c:pt idx="145481">
                  <c:v>7031</c:v>
                </c:pt>
                <c:pt idx="145432">
                  <c:v>7032</c:v>
                </c:pt>
                <c:pt idx="145383">
                  <c:v>7033</c:v>
                </c:pt>
                <c:pt idx="145334">
                  <c:v>7034</c:v>
                </c:pt>
                <c:pt idx="145285">
                  <c:v>7035</c:v>
                </c:pt>
                <c:pt idx="145236">
                  <c:v>7036</c:v>
                </c:pt>
                <c:pt idx="145187">
                  <c:v>7037</c:v>
                </c:pt>
                <c:pt idx="145138">
                  <c:v>7038</c:v>
                </c:pt>
                <c:pt idx="145089">
                  <c:v>7039</c:v>
                </c:pt>
                <c:pt idx="145040">
                  <c:v>7040</c:v>
                </c:pt>
                <c:pt idx="144991">
                  <c:v>7041</c:v>
                </c:pt>
                <c:pt idx="144942">
                  <c:v>7042</c:v>
                </c:pt>
                <c:pt idx="144893">
                  <c:v>7043</c:v>
                </c:pt>
                <c:pt idx="144844">
                  <c:v>7044</c:v>
                </c:pt>
                <c:pt idx="144795">
                  <c:v>7045</c:v>
                </c:pt>
                <c:pt idx="144746">
                  <c:v>7046</c:v>
                </c:pt>
                <c:pt idx="144697">
                  <c:v>7047</c:v>
                </c:pt>
                <c:pt idx="144648">
                  <c:v>7048</c:v>
                </c:pt>
                <c:pt idx="144599">
                  <c:v>7049</c:v>
                </c:pt>
                <c:pt idx="144550">
                  <c:v>7050</c:v>
                </c:pt>
                <c:pt idx="144501">
                  <c:v>7051</c:v>
                </c:pt>
                <c:pt idx="144452">
                  <c:v>7052</c:v>
                </c:pt>
                <c:pt idx="144403">
                  <c:v>7053</c:v>
                </c:pt>
                <c:pt idx="144354">
                  <c:v>7054</c:v>
                </c:pt>
                <c:pt idx="144305">
                  <c:v>7055</c:v>
                </c:pt>
                <c:pt idx="144256">
                  <c:v>7056</c:v>
                </c:pt>
                <c:pt idx="144207">
                  <c:v>7057</c:v>
                </c:pt>
                <c:pt idx="144158">
                  <c:v>7058</c:v>
                </c:pt>
                <c:pt idx="144109">
                  <c:v>7059</c:v>
                </c:pt>
                <c:pt idx="144060">
                  <c:v>7060</c:v>
                </c:pt>
                <c:pt idx="144011">
                  <c:v>7061</c:v>
                </c:pt>
                <c:pt idx="143962">
                  <c:v>7062</c:v>
                </c:pt>
                <c:pt idx="143913">
                  <c:v>7063</c:v>
                </c:pt>
                <c:pt idx="143864">
                  <c:v>7064</c:v>
                </c:pt>
                <c:pt idx="143815">
                  <c:v>7065</c:v>
                </c:pt>
                <c:pt idx="143766">
                  <c:v>7066</c:v>
                </c:pt>
                <c:pt idx="143717">
                  <c:v>7067</c:v>
                </c:pt>
                <c:pt idx="143668">
                  <c:v>7068</c:v>
                </c:pt>
                <c:pt idx="143619">
                  <c:v>7069</c:v>
                </c:pt>
                <c:pt idx="143570">
                  <c:v>7070</c:v>
                </c:pt>
                <c:pt idx="143521">
                  <c:v>7071</c:v>
                </c:pt>
                <c:pt idx="143472">
                  <c:v>7072</c:v>
                </c:pt>
                <c:pt idx="143423">
                  <c:v>7073</c:v>
                </c:pt>
                <c:pt idx="143374">
                  <c:v>7074</c:v>
                </c:pt>
                <c:pt idx="143325">
                  <c:v>7075</c:v>
                </c:pt>
                <c:pt idx="143276">
                  <c:v>7076</c:v>
                </c:pt>
                <c:pt idx="143227">
                  <c:v>7077</c:v>
                </c:pt>
                <c:pt idx="143178">
                  <c:v>7078</c:v>
                </c:pt>
                <c:pt idx="143129">
                  <c:v>7079</c:v>
                </c:pt>
                <c:pt idx="143080">
                  <c:v>7080</c:v>
                </c:pt>
                <c:pt idx="143031">
                  <c:v>7081</c:v>
                </c:pt>
                <c:pt idx="142982">
                  <c:v>7082</c:v>
                </c:pt>
                <c:pt idx="142933">
                  <c:v>7083</c:v>
                </c:pt>
                <c:pt idx="142884">
                  <c:v>7084</c:v>
                </c:pt>
                <c:pt idx="142835">
                  <c:v>7085</c:v>
                </c:pt>
                <c:pt idx="142786">
                  <c:v>7086</c:v>
                </c:pt>
                <c:pt idx="142737">
                  <c:v>7087</c:v>
                </c:pt>
                <c:pt idx="142688">
                  <c:v>7088</c:v>
                </c:pt>
                <c:pt idx="142639">
                  <c:v>7089</c:v>
                </c:pt>
                <c:pt idx="142590">
                  <c:v>7090</c:v>
                </c:pt>
                <c:pt idx="142541">
                  <c:v>7091</c:v>
                </c:pt>
                <c:pt idx="142492">
                  <c:v>7092</c:v>
                </c:pt>
                <c:pt idx="142443">
                  <c:v>7093</c:v>
                </c:pt>
                <c:pt idx="142394">
                  <c:v>7094</c:v>
                </c:pt>
                <c:pt idx="142345">
                  <c:v>7095</c:v>
                </c:pt>
                <c:pt idx="142296">
                  <c:v>7096</c:v>
                </c:pt>
                <c:pt idx="142247">
                  <c:v>7097</c:v>
                </c:pt>
                <c:pt idx="142198">
                  <c:v>7098</c:v>
                </c:pt>
                <c:pt idx="142149">
                  <c:v>7099</c:v>
                </c:pt>
                <c:pt idx="142100">
                  <c:v>7100</c:v>
                </c:pt>
                <c:pt idx="142051">
                  <c:v>7101</c:v>
                </c:pt>
                <c:pt idx="142002">
                  <c:v>7102</c:v>
                </c:pt>
                <c:pt idx="141953">
                  <c:v>7103</c:v>
                </c:pt>
                <c:pt idx="141904">
                  <c:v>7104</c:v>
                </c:pt>
                <c:pt idx="141855">
                  <c:v>7105</c:v>
                </c:pt>
                <c:pt idx="141806">
                  <c:v>7106</c:v>
                </c:pt>
                <c:pt idx="141757">
                  <c:v>7107</c:v>
                </c:pt>
                <c:pt idx="141708">
                  <c:v>7108</c:v>
                </c:pt>
                <c:pt idx="141659">
                  <c:v>7109</c:v>
                </c:pt>
                <c:pt idx="141610">
                  <c:v>7110</c:v>
                </c:pt>
                <c:pt idx="141561">
                  <c:v>7111</c:v>
                </c:pt>
                <c:pt idx="141512">
                  <c:v>7112</c:v>
                </c:pt>
                <c:pt idx="141463">
                  <c:v>7113</c:v>
                </c:pt>
                <c:pt idx="141414">
                  <c:v>7114</c:v>
                </c:pt>
                <c:pt idx="141365">
                  <c:v>7115</c:v>
                </c:pt>
                <c:pt idx="141316">
                  <c:v>7116</c:v>
                </c:pt>
                <c:pt idx="141267">
                  <c:v>7117</c:v>
                </c:pt>
                <c:pt idx="141218">
                  <c:v>7118</c:v>
                </c:pt>
                <c:pt idx="141169">
                  <c:v>7119</c:v>
                </c:pt>
                <c:pt idx="141120">
                  <c:v>7120</c:v>
                </c:pt>
                <c:pt idx="141071">
                  <c:v>7121</c:v>
                </c:pt>
                <c:pt idx="141022">
                  <c:v>7122</c:v>
                </c:pt>
                <c:pt idx="140973">
                  <c:v>7123</c:v>
                </c:pt>
                <c:pt idx="140924">
                  <c:v>7124</c:v>
                </c:pt>
                <c:pt idx="140875">
                  <c:v>7125</c:v>
                </c:pt>
                <c:pt idx="140826">
                  <c:v>7126</c:v>
                </c:pt>
                <c:pt idx="140777">
                  <c:v>7127</c:v>
                </c:pt>
                <c:pt idx="140728">
                  <c:v>7128</c:v>
                </c:pt>
                <c:pt idx="140679">
                  <c:v>7129</c:v>
                </c:pt>
                <c:pt idx="140630">
                  <c:v>7130</c:v>
                </c:pt>
                <c:pt idx="140581">
                  <c:v>7131</c:v>
                </c:pt>
                <c:pt idx="140532">
                  <c:v>7132</c:v>
                </c:pt>
                <c:pt idx="140483">
                  <c:v>7133</c:v>
                </c:pt>
                <c:pt idx="140434">
                  <c:v>7134</c:v>
                </c:pt>
                <c:pt idx="140385">
                  <c:v>7135</c:v>
                </c:pt>
                <c:pt idx="140336">
                  <c:v>7136</c:v>
                </c:pt>
                <c:pt idx="140287">
                  <c:v>7137</c:v>
                </c:pt>
                <c:pt idx="140238">
                  <c:v>7138</c:v>
                </c:pt>
                <c:pt idx="140189">
                  <c:v>7139</c:v>
                </c:pt>
                <c:pt idx="140140">
                  <c:v>7140</c:v>
                </c:pt>
                <c:pt idx="140091">
                  <c:v>7141</c:v>
                </c:pt>
                <c:pt idx="140042">
                  <c:v>7142</c:v>
                </c:pt>
                <c:pt idx="139993">
                  <c:v>7143</c:v>
                </c:pt>
                <c:pt idx="139944">
                  <c:v>7144</c:v>
                </c:pt>
                <c:pt idx="139895">
                  <c:v>7145</c:v>
                </c:pt>
                <c:pt idx="139846">
                  <c:v>7146</c:v>
                </c:pt>
                <c:pt idx="139797">
                  <c:v>7147</c:v>
                </c:pt>
                <c:pt idx="139748">
                  <c:v>7148</c:v>
                </c:pt>
                <c:pt idx="139699">
                  <c:v>7149</c:v>
                </c:pt>
                <c:pt idx="139650">
                  <c:v>7150</c:v>
                </c:pt>
                <c:pt idx="139601">
                  <c:v>7151</c:v>
                </c:pt>
                <c:pt idx="139552">
                  <c:v>7152</c:v>
                </c:pt>
                <c:pt idx="139503">
                  <c:v>7153</c:v>
                </c:pt>
                <c:pt idx="139454">
                  <c:v>7154</c:v>
                </c:pt>
                <c:pt idx="139405">
                  <c:v>7155</c:v>
                </c:pt>
                <c:pt idx="139356">
                  <c:v>7156</c:v>
                </c:pt>
                <c:pt idx="139307">
                  <c:v>7157</c:v>
                </c:pt>
                <c:pt idx="139258">
                  <c:v>7158</c:v>
                </c:pt>
                <c:pt idx="139209">
                  <c:v>7159</c:v>
                </c:pt>
                <c:pt idx="139160">
                  <c:v>7160</c:v>
                </c:pt>
                <c:pt idx="139111">
                  <c:v>7161</c:v>
                </c:pt>
                <c:pt idx="139062">
                  <c:v>7162</c:v>
                </c:pt>
                <c:pt idx="139013">
                  <c:v>7163</c:v>
                </c:pt>
                <c:pt idx="138964">
                  <c:v>7164</c:v>
                </c:pt>
                <c:pt idx="138915">
                  <c:v>7165</c:v>
                </c:pt>
                <c:pt idx="138866">
                  <c:v>7166</c:v>
                </c:pt>
                <c:pt idx="138817">
                  <c:v>7167</c:v>
                </c:pt>
                <c:pt idx="138768">
                  <c:v>7168</c:v>
                </c:pt>
                <c:pt idx="138719">
                  <c:v>7169</c:v>
                </c:pt>
                <c:pt idx="138670">
                  <c:v>7170</c:v>
                </c:pt>
                <c:pt idx="138621">
                  <c:v>7171</c:v>
                </c:pt>
                <c:pt idx="138572">
                  <c:v>7172</c:v>
                </c:pt>
                <c:pt idx="138523">
                  <c:v>7173</c:v>
                </c:pt>
                <c:pt idx="138474">
                  <c:v>7174</c:v>
                </c:pt>
                <c:pt idx="138425">
                  <c:v>7175</c:v>
                </c:pt>
                <c:pt idx="138376">
                  <c:v>7176</c:v>
                </c:pt>
                <c:pt idx="138327">
                  <c:v>7177</c:v>
                </c:pt>
                <c:pt idx="138278">
                  <c:v>7178</c:v>
                </c:pt>
                <c:pt idx="138229">
                  <c:v>7179</c:v>
                </c:pt>
                <c:pt idx="138180">
                  <c:v>7180</c:v>
                </c:pt>
                <c:pt idx="138131">
                  <c:v>7181</c:v>
                </c:pt>
                <c:pt idx="138082">
                  <c:v>7182</c:v>
                </c:pt>
                <c:pt idx="138033">
                  <c:v>7183</c:v>
                </c:pt>
                <c:pt idx="137984">
                  <c:v>7184</c:v>
                </c:pt>
                <c:pt idx="137935">
                  <c:v>7185</c:v>
                </c:pt>
                <c:pt idx="137886">
                  <c:v>7186</c:v>
                </c:pt>
                <c:pt idx="137837">
                  <c:v>7187</c:v>
                </c:pt>
                <c:pt idx="137788">
                  <c:v>7188</c:v>
                </c:pt>
                <c:pt idx="137739">
                  <c:v>7189</c:v>
                </c:pt>
                <c:pt idx="137690">
                  <c:v>7190</c:v>
                </c:pt>
                <c:pt idx="137641">
                  <c:v>7191</c:v>
                </c:pt>
                <c:pt idx="137592">
                  <c:v>7192</c:v>
                </c:pt>
                <c:pt idx="137543">
                  <c:v>7193</c:v>
                </c:pt>
                <c:pt idx="137494">
                  <c:v>7194</c:v>
                </c:pt>
                <c:pt idx="137445">
                  <c:v>7195</c:v>
                </c:pt>
                <c:pt idx="137396">
                  <c:v>7196</c:v>
                </c:pt>
                <c:pt idx="137347">
                  <c:v>7197</c:v>
                </c:pt>
                <c:pt idx="137298">
                  <c:v>7198</c:v>
                </c:pt>
                <c:pt idx="137249">
                  <c:v>7199</c:v>
                </c:pt>
                <c:pt idx="137200">
                  <c:v>7200</c:v>
                </c:pt>
                <c:pt idx="137151">
                  <c:v>7201</c:v>
                </c:pt>
                <c:pt idx="137102">
                  <c:v>7202</c:v>
                </c:pt>
                <c:pt idx="137053">
                  <c:v>7203</c:v>
                </c:pt>
                <c:pt idx="137004">
                  <c:v>7204</c:v>
                </c:pt>
                <c:pt idx="136955">
                  <c:v>7205</c:v>
                </c:pt>
                <c:pt idx="136906">
                  <c:v>7206</c:v>
                </c:pt>
                <c:pt idx="136857">
                  <c:v>7207</c:v>
                </c:pt>
                <c:pt idx="136808">
                  <c:v>7208</c:v>
                </c:pt>
                <c:pt idx="136759">
                  <c:v>7209</c:v>
                </c:pt>
                <c:pt idx="136710">
                  <c:v>7210</c:v>
                </c:pt>
                <c:pt idx="136661">
                  <c:v>7211</c:v>
                </c:pt>
                <c:pt idx="136612">
                  <c:v>7212</c:v>
                </c:pt>
                <c:pt idx="136563">
                  <c:v>7213</c:v>
                </c:pt>
                <c:pt idx="136514">
                  <c:v>7214</c:v>
                </c:pt>
                <c:pt idx="136465">
                  <c:v>7215</c:v>
                </c:pt>
                <c:pt idx="136416">
                  <c:v>7216</c:v>
                </c:pt>
                <c:pt idx="136367">
                  <c:v>7217</c:v>
                </c:pt>
                <c:pt idx="136318">
                  <c:v>7218</c:v>
                </c:pt>
                <c:pt idx="136269">
                  <c:v>7219</c:v>
                </c:pt>
                <c:pt idx="136220">
                  <c:v>7220</c:v>
                </c:pt>
                <c:pt idx="136171">
                  <c:v>7221</c:v>
                </c:pt>
                <c:pt idx="136122">
                  <c:v>7222</c:v>
                </c:pt>
                <c:pt idx="136073">
                  <c:v>7223</c:v>
                </c:pt>
                <c:pt idx="136024">
                  <c:v>7224</c:v>
                </c:pt>
                <c:pt idx="135975">
                  <c:v>7225</c:v>
                </c:pt>
                <c:pt idx="135926">
                  <c:v>7226</c:v>
                </c:pt>
                <c:pt idx="135877">
                  <c:v>7227</c:v>
                </c:pt>
                <c:pt idx="135828">
                  <c:v>7228</c:v>
                </c:pt>
                <c:pt idx="135779">
                  <c:v>7229</c:v>
                </c:pt>
                <c:pt idx="135730">
                  <c:v>7230</c:v>
                </c:pt>
                <c:pt idx="135681">
                  <c:v>7231</c:v>
                </c:pt>
                <c:pt idx="135632">
                  <c:v>7232</c:v>
                </c:pt>
                <c:pt idx="135583">
                  <c:v>7233</c:v>
                </c:pt>
                <c:pt idx="135534">
                  <c:v>7234</c:v>
                </c:pt>
                <c:pt idx="135485">
                  <c:v>7235</c:v>
                </c:pt>
                <c:pt idx="135436">
                  <c:v>7236</c:v>
                </c:pt>
                <c:pt idx="135387">
                  <c:v>7237</c:v>
                </c:pt>
                <c:pt idx="135338">
                  <c:v>7238</c:v>
                </c:pt>
                <c:pt idx="135289">
                  <c:v>7239</c:v>
                </c:pt>
                <c:pt idx="135240">
                  <c:v>7240</c:v>
                </c:pt>
                <c:pt idx="135191">
                  <c:v>7241</c:v>
                </c:pt>
                <c:pt idx="135142">
                  <c:v>7242</c:v>
                </c:pt>
                <c:pt idx="135093">
                  <c:v>7243</c:v>
                </c:pt>
                <c:pt idx="135044">
                  <c:v>7244</c:v>
                </c:pt>
                <c:pt idx="134995">
                  <c:v>7245</c:v>
                </c:pt>
                <c:pt idx="134946">
                  <c:v>7246</c:v>
                </c:pt>
                <c:pt idx="134897">
                  <c:v>7247</c:v>
                </c:pt>
                <c:pt idx="134848">
                  <c:v>7248</c:v>
                </c:pt>
                <c:pt idx="134799">
                  <c:v>7249</c:v>
                </c:pt>
                <c:pt idx="134750">
                  <c:v>7250</c:v>
                </c:pt>
                <c:pt idx="134701">
                  <c:v>7251</c:v>
                </c:pt>
                <c:pt idx="134652">
                  <c:v>7252</c:v>
                </c:pt>
                <c:pt idx="134603">
                  <c:v>7253</c:v>
                </c:pt>
                <c:pt idx="134554">
                  <c:v>7254</c:v>
                </c:pt>
                <c:pt idx="134505">
                  <c:v>7255</c:v>
                </c:pt>
                <c:pt idx="134456">
                  <c:v>7256</c:v>
                </c:pt>
                <c:pt idx="134407">
                  <c:v>7257</c:v>
                </c:pt>
                <c:pt idx="134358">
                  <c:v>7258</c:v>
                </c:pt>
                <c:pt idx="134309">
                  <c:v>7259</c:v>
                </c:pt>
                <c:pt idx="134260">
                  <c:v>7260</c:v>
                </c:pt>
                <c:pt idx="134211">
                  <c:v>7261</c:v>
                </c:pt>
                <c:pt idx="134162">
                  <c:v>7262</c:v>
                </c:pt>
                <c:pt idx="134113">
                  <c:v>7263</c:v>
                </c:pt>
                <c:pt idx="134064">
                  <c:v>7264</c:v>
                </c:pt>
                <c:pt idx="134015">
                  <c:v>7265</c:v>
                </c:pt>
                <c:pt idx="133966">
                  <c:v>7266</c:v>
                </c:pt>
                <c:pt idx="133917">
                  <c:v>7267</c:v>
                </c:pt>
                <c:pt idx="133868">
                  <c:v>7268</c:v>
                </c:pt>
                <c:pt idx="133819">
                  <c:v>7269</c:v>
                </c:pt>
                <c:pt idx="133770">
                  <c:v>7270</c:v>
                </c:pt>
                <c:pt idx="133721">
                  <c:v>7271</c:v>
                </c:pt>
                <c:pt idx="133672">
                  <c:v>7272</c:v>
                </c:pt>
                <c:pt idx="133623">
                  <c:v>7273</c:v>
                </c:pt>
                <c:pt idx="133574">
                  <c:v>7274</c:v>
                </c:pt>
                <c:pt idx="133525">
                  <c:v>7275</c:v>
                </c:pt>
                <c:pt idx="133476">
                  <c:v>7276</c:v>
                </c:pt>
                <c:pt idx="133427">
                  <c:v>7277</c:v>
                </c:pt>
                <c:pt idx="133378">
                  <c:v>7278</c:v>
                </c:pt>
                <c:pt idx="133329">
                  <c:v>7279</c:v>
                </c:pt>
                <c:pt idx="133280">
                  <c:v>7280</c:v>
                </c:pt>
                <c:pt idx="133231">
                  <c:v>7281</c:v>
                </c:pt>
                <c:pt idx="133182">
                  <c:v>7282</c:v>
                </c:pt>
                <c:pt idx="133133">
                  <c:v>7283</c:v>
                </c:pt>
                <c:pt idx="133084">
                  <c:v>7284</c:v>
                </c:pt>
                <c:pt idx="133035">
                  <c:v>7285</c:v>
                </c:pt>
                <c:pt idx="132986">
                  <c:v>7286</c:v>
                </c:pt>
                <c:pt idx="132937">
                  <c:v>7287</c:v>
                </c:pt>
                <c:pt idx="132888">
                  <c:v>7288</c:v>
                </c:pt>
                <c:pt idx="132839">
                  <c:v>7289</c:v>
                </c:pt>
                <c:pt idx="132790">
                  <c:v>7290</c:v>
                </c:pt>
                <c:pt idx="132741">
                  <c:v>7291</c:v>
                </c:pt>
                <c:pt idx="132692">
                  <c:v>7292</c:v>
                </c:pt>
                <c:pt idx="132643">
                  <c:v>7293</c:v>
                </c:pt>
                <c:pt idx="132594">
                  <c:v>7294</c:v>
                </c:pt>
                <c:pt idx="132545">
                  <c:v>7295</c:v>
                </c:pt>
                <c:pt idx="132496">
                  <c:v>7296</c:v>
                </c:pt>
                <c:pt idx="132447">
                  <c:v>7297</c:v>
                </c:pt>
                <c:pt idx="132398">
                  <c:v>7298</c:v>
                </c:pt>
                <c:pt idx="132349">
                  <c:v>7299</c:v>
                </c:pt>
                <c:pt idx="132300">
                  <c:v>7300</c:v>
                </c:pt>
                <c:pt idx="132251">
                  <c:v>7301</c:v>
                </c:pt>
                <c:pt idx="132202">
                  <c:v>7302</c:v>
                </c:pt>
                <c:pt idx="132153">
                  <c:v>7303</c:v>
                </c:pt>
                <c:pt idx="132104">
                  <c:v>7304</c:v>
                </c:pt>
                <c:pt idx="132055">
                  <c:v>7305</c:v>
                </c:pt>
                <c:pt idx="132006">
                  <c:v>7306</c:v>
                </c:pt>
                <c:pt idx="131957">
                  <c:v>7307</c:v>
                </c:pt>
                <c:pt idx="131908">
                  <c:v>7308</c:v>
                </c:pt>
                <c:pt idx="131859">
                  <c:v>7309</c:v>
                </c:pt>
                <c:pt idx="131810">
                  <c:v>7310</c:v>
                </c:pt>
                <c:pt idx="131761">
                  <c:v>7311</c:v>
                </c:pt>
                <c:pt idx="131712">
                  <c:v>7312</c:v>
                </c:pt>
                <c:pt idx="131663">
                  <c:v>7313</c:v>
                </c:pt>
                <c:pt idx="131614">
                  <c:v>7314</c:v>
                </c:pt>
                <c:pt idx="131565">
                  <c:v>7315</c:v>
                </c:pt>
                <c:pt idx="131516">
                  <c:v>7316</c:v>
                </c:pt>
                <c:pt idx="131467">
                  <c:v>7317</c:v>
                </c:pt>
                <c:pt idx="131418">
                  <c:v>7318</c:v>
                </c:pt>
                <c:pt idx="131369">
                  <c:v>7319</c:v>
                </c:pt>
                <c:pt idx="131320">
                  <c:v>7320</c:v>
                </c:pt>
                <c:pt idx="131271">
                  <c:v>7321</c:v>
                </c:pt>
                <c:pt idx="131222">
                  <c:v>7322</c:v>
                </c:pt>
                <c:pt idx="131173">
                  <c:v>7323</c:v>
                </c:pt>
                <c:pt idx="131124">
                  <c:v>7324</c:v>
                </c:pt>
                <c:pt idx="131075">
                  <c:v>7325</c:v>
                </c:pt>
                <c:pt idx="131026">
                  <c:v>7326</c:v>
                </c:pt>
                <c:pt idx="130977">
                  <c:v>7327</c:v>
                </c:pt>
                <c:pt idx="130928">
                  <c:v>7328</c:v>
                </c:pt>
                <c:pt idx="130879">
                  <c:v>7329</c:v>
                </c:pt>
                <c:pt idx="130830">
                  <c:v>7330</c:v>
                </c:pt>
                <c:pt idx="130781">
                  <c:v>7331</c:v>
                </c:pt>
                <c:pt idx="130732">
                  <c:v>7332</c:v>
                </c:pt>
                <c:pt idx="130683">
                  <c:v>7333</c:v>
                </c:pt>
                <c:pt idx="130634">
                  <c:v>7334</c:v>
                </c:pt>
                <c:pt idx="130585">
                  <c:v>7335</c:v>
                </c:pt>
                <c:pt idx="130536">
                  <c:v>7336</c:v>
                </c:pt>
                <c:pt idx="130487">
                  <c:v>7337</c:v>
                </c:pt>
                <c:pt idx="130438">
                  <c:v>7338</c:v>
                </c:pt>
                <c:pt idx="130389">
                  <c:v>7339</c:v>
                </c:pt>
                <c:pt idx="130340">
                  <c:v>7340</c:v>
                </c:pt>
                <c:pt idx="130291">
                  <c:v>7341</c:v>
                </c:pt>
                <c:pt idx="130242">
                  <c:v>7342</c:v>
                </c:pt>
                <c:pt idx="130193">
                  <c:v>7343</c:v>
                </c:pt>
                <c:pt idx="130144">
                  <c:v>7344</c:v>
                </c:pt>
                <c:pt idx="130095">
                  <c:v>7345</c:v>
                </c:pt>
                <c:pt idx="130046">
                  <c:v>7346</c:v>
                </c:pt>
                <c:pt idx="129997">
                  <c:v>7347</c:v>
                </c:pt>
                <c:pt idx="129948">
                  <c:v>7348</c:v>
                </c:pt>
                <c:pt idx="129899">
                  <c:v>7349</c:v>
                </c:pt>
                <c:pt idx="129850">
                  <c:v>7350</c:v>
                </c:pt>
                <c:pt idx="129801">
                  <c:v>7351</c:v>
                </c:pt>
                <c:pt idx="129752">
                  <c:v>7352</c:v>
                </c:pt>
                <c:pt idx="129703">
                  <c:v>7353</c:v>
                </c:pt>
                <c:pt idx="129654">
                  <c:v>7354</c:v>
                </c:pt>
                <c:pt idx="129605">
                  <c:v>7355</c:v>
                </c:pt>
                <c:pt idx="129556">
                  <c:v>7356</c:v>
                </c:pt>
                <c:pt idx="129507">
                  <c:v>7357</c:v>
                </c:pt>
                <c:pt idx="129458">
                  <c:v>7358</c:v>
                </c:pt>
                <c:pt idx="129409">
                  <c:v>7359</c:v>
                </c:pt>
                <c:pt idx="129360">
                  <c:v>7360</c:v>
                </c:pt>
                <c:pt idx="129311">
                  <c:v>7361</c:v>
                </c:pt>
                <c:pt idx="129262">
                  <c:v>7362</c:v>
                </c:pt>
                <c:pt idx="129213">
                  <c:v>7363</c:v>
                </c:pt>
                <c:pt idx="129164">
                  <c:v>7364</c:v>
                </c:pt>
                <c:pt idx="129115">
                  <c:v>7365</c:v>
                </c:pt>
                <c:pt idx="129066">
                  <c:v>7366</c:v>
                </c:pt>
                <c:pt idx="129017">
                  <c:v>7367</c:v>
                </c:pt>
                <c:pt idx="128968">
                  <c:v>7368</c:v>
                </c:pt>
                <c:pt idx="128919">
                  <c:v>7369</c:v>
                </c:pt>
                <c:pt idx="128870">
                  <c:v>7370</c:v>
                </c:pt>
                <c:pt idx="128821">
                  <c:v>7371</c:v>
                </c:pt>
                <c:pt idx="128772">
                  <c:v>7372</c:v>
                </c:pt>
                <c:pt idx="128723">
                  <c:v>7373</c:v>
                </c:pt>
                <c:pt idx="128674">
                  <c:v>7374</c:v>
                </c:pt>
                <c:pt idx="128625">
                  <c:v>7375</c:v>
                </c:pt>
                <c:pt idx="128576">
                  <c:v>7376</c:v>
                </c:pt>
                <c:pt idx="128527">
                  <c:v>7377</c:v>
                </c:pt>
                <c:pt idx="128478">
                  <c:v>7378</c:v>
                </c:pt>
                <c:pt idx="128429">
                  <c:v>7379</c:v>
                </c:pt>
                <c:pt idx="128380">
                  <c:v>7380</c:v>
                </c:pt>
                <c:pt idx="128331">
                  <c:v>7381</c:v>
                </c:pt>
                <c:pt idx="128282">
                  <c:v>7382</c:v>
                </c:pt>
                <c:pt idx="128233">
                  <c:v>7383</c:v>
                </c:pt>
                <c:pt idx="128184">
                  <c:v>7384</c:v>
                </c:pt>
                <c:pt idx="128135">
                  <c:v>7385</c:v>
                </c:pt>
                <c:pt idx="128086">
                  <c:v>7386</c:v>
                </c:pt>
                <c:pt idx="128037">
                  <c:v>7387</c:v>
                </c:pt>
                <c:pt idx="127988">
                  <c:v>7388</c:v>
                </c:pt>
                <c:pt idx="127939">
                  <c:v>7389</c:v>
                </c:pt>
                <c:pt idx="127890">
                  <c:v>7390</c:v>
                </c:pt>
                <c:pt idx="127841">
                  <c:v>7391</c:v>
                </c:pt>
                <c:pt idx="127792">
                  <c:v>7392</c:v>
                </c:pt>
                <c:pt idx="127743">
                  <c:v>7393</c:v>
                </c:pt>
                <c:pt idx="127694">
                  <c:v>7394</c:v>
                </c:pt>
                <c:pt idx="127645">
                  <c:v>7395</c:v>
                </c:pt>
                <c:pt idx="127596">
                  <c:v>7396</c:v>
                </c:pt>
                <c:pt idx="127547">
                  <c:v>7397</c:v>
                </c:pt>
                <c:pt idx="127498">
                  <c:v>7398</c:v>
                </c:pt>
                <c:pt idx="127449">
                  <c:v>7399</c:v>
                </c:pt>
                <c:pt idx="127400">
                  <c:v>7400</c:v>
                </c:pt>
                <c:pt idx="127351">
                  <c:v>7401</c:v>
                </c:pt>
                <c:pt idx="127302">
                  <c:v>7402</c:v>
                </c:pt>
                <c:pt idx="127253">
                  <c:v>7403</c:v>
                </c:pt>
                <c:pt idx="127204">
                  <c:v>7404</c:v>
                </c:pt>
                <c:pt idx="127155">
                  <c:v>7405</c:v>
                </c:pt>
                <c:pt idx="127106">
                  <c:v>7406</c:v>
                </c:pt>
                <c:pt idx="127057">
                  <c:v>7407</c:v>
                </c:pt>
                <c:pt idx="127008">
                  <c:v>7408</c:v>
                </c:pt>
                <c:pt idx="126959">
                  <c:v>7409</c:v>
                </c:pt>
                <c:pt idx="126910">
                  <c:v>7410</c:v>
                </c:pt>
                <c:pt idx="126861">
                  <c:v>7411</c:v>
                </c:pt>
                <c:pt idx="126812">
                  <c:v>7412</c:v>
                </c:pt>
                <c:pt idx="126763">
                  <c:v>7413</c:v>
                </c:pt>
                <c:pt idx="126714">
                  <c:v>7414</c:v>
                </c:pt>
                <c:pt idx="126665">
                  <c:v>7415</c:v>
                </c:pt>
                <c:pt idx="126616">
                  <c:v>7416</c:v>
                </c:pt>
                <c:pt idx="126567">
                  <c:v>7417</c:v>
                </c:pt>
                <c:pt idx="126518">
                  <c:v>7418</c:v>
                </c:pt>
                <c:pt idx="126469">
                  <c:v>7419</c:v>
                </c:pt>
                <c:pt idx="126420">
                  <c:v>7420</c:v>
                </c:pt>
                <c:pt idx="126371">
                  <c:v>7421</c:v>
                </c:pt>
                <c:pt idx="126322">
                  <c:v>7422</c:v>
                </c:pt>
                <c:pt idx="126273">
                  <c:v>7423</c:v>
                </c:pt>
                <c:pt idx="126224">
                  <c:v>7424</c:v>
                </c:pt>
                <c:pt idx="126175">
                  <c:v>7425</c:v>
                </c:pt>
                <c:pt idx="126126">
                  <c:v>7426</c:v>
                </c:pt>
                <c:pt idx="126077">
                  <c:v>7427</c:v>
                </c:pt>
                <c:pt idx="126028">
                  <c:v>7428</c:v>
                </c:pt>
                <c:pt idx="125979">
                  <c:v>7429</c:v>
                </c:pt>
                <c:pt idx="125930">
                  <c:v>7430</c:v>
                </c:pt>
                <c:pt idx="125881">
                  <c:v>7431</c:v>
                </c:pt>
                <c:pt idx="125832">
                  <c:v>7432</c:v>
                </c:pt>
                <c:pt idx="125783">
                  <c:v>7433</c:v>
                </c:pt>
                <c:pt idx="125734">
                  <c:v>7434</c:v>
                </c:pt>
                <c:pt idx="125685">
                  <c:v>7435</c:v>
                </c:pt>
                <c:pt idx="125636">
                  <c:v>7436</c:v>
                </c:pt>
                <c:pt idx="125587">
                  <c:v>7437</c:v>
                </c:pt>
                <c:pt idx="125538">
                  <c:v>7438</c:v>
                </c:pt>
                <c:pt idx="125489">
                  <c:v>7439</c:v>
                </c:pt>
                <c:pt idx="125440">
                  <c:v>7440</c:v>
                </c:pt>
                <c:pt idx="125391">
                  <c:v>7441</c:v>
                </c:pt>
                <c:pt idx="125342">
                  <c:v>7442</c:v>
                </c:pt>
                <c:pt idx="125293">
                  <c:v>7443</c:v>
                </c:pt>
                <c:pt idx="125244">
                  <c:v>7444</c:v>
                </c:pt>
                <c:pt idx="125195">
                  <c:v>7445</c:v>
                </c:pt>
                <c:pt idx="125146">
                  <c:v>7446</c:v>
                </c:pt>
                <c:pt idx="125097">
                  <c:v>7447</c:v>
                </c:pt>
                <c:pt idx="125048">
                  <c:v>7448</c:v>
                </c:pt>
                <c:pt idx="124999">
                  <c:v>7449</c:v>
                </c:pt>
                <c:pt idx="124950">
                  <c:v>7450</c:v>
                </c:pt>
                <c:pt idx="124901">
                  <c:v>7451</c:v>
                </c:pt>
                <c:pt idx="124852">
                  <c:v>7452</c:v>
                </c:pt>
                <c:pt idx="124803">
                  <c:v>7453</c:v>
                </c:pt>
                <c:pt idx="124754">
                  <c:v>7454</c:v>
                </c:pt>
                <c:pt idx="124705">
                  <c:v>7455</c:v>
                </c:pt>
                <c:pt idx="124656">
                  <c:v>7456</c:v>
                </c:pt>
                <c:pt idx="124607">
                  <c:v>7457</c:v>
                </c:pt>
                <c:pt idx="124558">
                  <c:v>7458</c:v>
                </c:pt>
                <c:pt idx="124509">
                  <c:v>7459</c:v>
                </c:pt>
                <c:pt idx="124460">
                  <c:v>7460</c:v>
                </c:pt>
                <c:pt idx="124411">
                  <c:v>7461</c:v>
                </c:pt>
                <c:pt idx="124362">
                  <c:v>7462</c:v>
                </c:pt>
                <c:pt idx="124313">
                  <c:v>7463</c:v>
                </c:pt>
                <c:pt idx="124264">
                  <c:v>7464</c:v>
                </c:pt>
                <c:pt idx="124215">
                  <c:v>7465</c:v>
                </c:pt>
                <c:pt idx="124166">
                  <c:v>7466</c:v>
                </c:pt>
                <c:pt idx="124117">
                  <c:v>7467</c:v>
                </c:pt>
                <c:pt idx="124068">
                  <c:v>7468</c:v>
                </c:pt>
                <c:pt idx="124019">
                  <c:v>7469</c:v>
                </c:pt>
                <c:pt idx="123970">
                  <c:v>7470</c:v>
                </c:pt>
                <c:pt idx="123921">
                  <c:v>7471</c:v>
                </c:pt>
                <c:pt idx="123872">
                  <c:v>7472</c:v>
                </c:pt>
                <c:pt idx="123823">
                  <c:v>7473</c:v>
                </c:pt>
                <c:pt idx="123774">
                  <c:v>7474</c:v>
                </c:pt>
                <c:pt idx="123725">
                  <c:v>7475</c:v>
                </c:pt>
                <c:pt idx="123676">
                  <c:v>7476</c:v>
                </c:pt>
                <c:pt idx="123627">
                  <c:v>7477</c:v>
                </c:pt>
                <c:pt idx="123578">
                  <c:v>7478</c:v>
                </c:pt>
                <c:pt idx="123529">
                  <c:v>7479</c:v>
                </c:pt>
                <c:pt idx="123480">
                  <c:v>7480</c:v>
                </c:pt>
                <c:pt idx="123431">
                  <c:v>7481</c:v>
                </c:pt>
                <c:pt idx="123382">
                  <c:v>7482</c:v>
                </c:pt>
                <c:pt idx="123333">
                  <c:v>7483</c:v>
                </c:pt>
                <c:pt idx="123284">
                  <c:v>7484</c:v>
                </c:pt>
                <c:pt idx="123235">
                  <c:v>7485</c:v>
                </c:pt>
                <c:pt idx="123186">
                  <c:v>7486</c:v>
                </c:pt>
                <c:pt idx="123137">
                  <c:v>7487</c:v>
                </c:pt>
                <c:pt idx="123088">
                  <c:v>7488</c:v>
                </c:pt>
                <c:pt idx="123039">
                  <c:v>7489</c:v>
                </c:pt>
                <c:pt idx="122990">
                  <c:v>7490</c:v>
                </c:pt>
                <c:pt idx="122941">
                  <c:v>7491</c:v>
                </c:pt>
                <c:pt idx="122892">
                  <c:v>7492</c:v>
                </c:pt>
                <c:pt idx="122843">
                  <c:v>7493</c:v>
                </c:pt>
                <c:pt idx="122794">
                  <c:v>7494</c:v>
                </c:pt>
                <c:pt idx="122745">
                  <c:v>7495</c:v>
                </c:pt>
                <c:pt idx="122696">
                  <c:v>7496</c:v>
                </c:pt>
                <c:pt idx="122647">
                  <c:v>7497</c:v>
                </c:pt>
                <c:pt idx="122598">
                  <c:v>7498</c:v>
                </c:pt>
                <c:pt idx="122549">
                  <c:v>7499</c:v>
                </c:pt>
                <c:pt idx="122500">
                  <c:v>7500</c:v>
                </c:pt>
                <c:pt idx="122451">
                  <c:v>7501</c:v>
                </c:pt>
                <c:pt idx="122402">
                  <c:v>7502</c:v>
                </c:pt>
                <c:pt idx="122353">
                  <c:v>7503</c:v>
                </c:pt>
                <c:pt idx="122304">
                  <c:v>7504</c:v>
                </c:pt>
                <c:pt idx="122255">
                  <c:v>7505</c:v>
                </c:pt>
                <c:pt idx="122206">
                  <c:v>7506</c:v>
                </c:pt>
                <c:pt idx="122157">
                  <c:v>7507</c:v>
                </c:pt>
                <c:pt idx="122108">
                  <c:v>7508</c:v>
                </c:pt>
                <c:pt idx="122059">
                  <c:v>7509</c:v>
                </c:pt>
                <c:pt idx="122010">
                  <c:v>7510</c:v>
                </c:pt>
                <c:pt idx="121961">
                  <c:v>7511</c:v>
                </c:pt>
                <c:pt idx="121912">
                  <c:v>7512</c:v>
                </c:pt>
                <c:pt idx="121863">
                  <c:v>7513</c:v>
                </c:pt>
                <c:pt idx="121814">
                  <c:v>7514</c:v>
                </c:pt>
                <c:pt idx="121765">
                  <c:v>7515</c:v>
                </c:pt>
                <c:pt idx="121716">
                  <c:v>7516</c:v>
                </c:pt>
                <c:pt idx="121667">
                  <c:v>7517</c:v>
                </c:pt>
                <c:pt idx="121618">
                  <c:v>7518</c:v>
                </c:pt>
                <c:pt idx="121569">
                  <c:v>7519</c:v>
                </c:pt>
                <c:pt idx="121520">
                  <c:v>7520</c:v>
                </c:pt>
                <c:pt idx="121471">
                  <c:v>7521</c:v>
                </c:pt>
                <c:pt idx="121422">
                  <c:v>7522</c:v>
                </c:pt>
                <c:pt idx="121373">
                  <c:v>7523</c:v>
                </c:pt>
                <c:pt idx="121324">
                  <c:v>7524</c:v>
                </c:pt>
                <c:pt idx="121275">
                  <c:v>7525</c:v>
                </c:pt>
                <c:pt idx="121226">
                  <c:v>7526</c:v>
                </c:pt>
                <c:pt idx="121177">
                  <c:v>7527</c:v>
                </c:pt>
                <c:pt idx="121128">
                  <c:v>7528</c:v>
                </c:pt>
                <c:pt idx="121079">
                  <c:v>7529</c:v>
                </c:pt>
                <c:pt idx="121030">
                  <c:v>7530</c:v>
                </c:pt>
                <c:pt idx="120981">
                  <c:v>7531</c:v>
                </c:pt>
                <c:pt idx="120932">
                  <c:v>7532</c:v>
                </c:pt>
                <c:pt idx="120883">
                  <c:v>7533</c:v>
                </c:pt>
                <c:pt idx="120834">
                  <c:v>7534</c:v>
                </c:pt>
                <c:pt idx="120785">
                  <c:v>7535</c:v>
                </c:pt>
                <c:pt idx="120736">
                  <c:v>7536</c:v>
                </c:pt>
                <c:pt idx="120687">
                  <c:v>7537</c:v>
                </c:pt>
                <c:pt idx="120638">
                  <c:v>7538</c:v>
                </c:pt>
                <c:pt idx="120589">
                  <c:v>7539</c:v>
                </c:pt>
                <c:pt idx="120540">
                  <c:v>7540</c:v>
                </c:pt>
                <c:pt idx="120491">
                  <c:v>7541</c:v>
                </c:pt>
                <c:pt idx="120442">
                  <c:v>7542</c:v>
                </c:pt>
                <c:pt idx="120393">
                  <c:v>7543</c:v>
                </c:pt>
                <c:pt idx="120344">
                  <c:v>7544</c:v>
                </c:pt>
                <c:pt idx="120295">
                  <c:v>7545</c:v>
                </c:pt>
                <c:pt idx="120246">
                  <c:v>7546</c:v>
                </c:pt>
                <c:pt idx="120197">
                  <c:v>7547</c:v>
                </c:pt>
                <c:pt idx="120148">
                  <c:v>7548</c:v>
                </c:pt>
                <c:pt idx="120099">
                  <c:v>7549</c:v>
                </c:pt>
                <c:pt idx="120050">
                  <c:v>7550</c:v>
                </c:pt>
                <c:pt idx="120001">
                  <c:v>7551</c:v>
                </c:pt>
                <c:pt idx="119952">
                  <c:v>7552</c:v>
                </c:pt>
                <c:pt idx="119903">
                  <c:v>7553</c:v>
                </c:pt>
                <c:pt idx="119854">
                  <c:v>7554</c:v>
                </c:pt>
                <c:pt idx="119805">
                  <c:v>7555</c:v>
                </c:pt>
                <c:pt idx="119756">
                  <c:v>7556</c:v>
                </c:pt>
                <c:pt idx="119707">
                  <c:v>7557</c:v>
                </c:pt>
                <c:pt idx="119658">
                  <c:v>7558</c:v>
                </c:pt>
                <c:pt idx="119609">
                  <c:v>7559</c:v>
                </c:pt>
                <c:pt idx="119560">
                  <c:v>7560</c:v>
                </c:pt>
                <c:pt idx="119511">
                  <c:v>7561</c:v>
                </c:pt>
                <c:pt idx="119462">
                  <c:v>7562</c:v>
                </c:pt>
                <c:pt idx="119413">
                  <c:v>7563</c:v>
                </c:pt>
                <c:pt idx="119364">
                  <c:v>7564</c:v>
                </c:pt>
                <c:pt idx="119315">
                  <c:v>7565</c:v>
                </c:pt>
                <c:pt idx="119266">
                  <c:v>7566</c:v>
                </c:pt>
                <c:pt idx="119217">
                  <c:v>7567</c:v>
                </c:pt>
                <c:pt idx="119168">
                  <c:v>7568</c:v>
                </c:pt>
                <c:pt idx="119119">
                  <c:v>7569</c:v>
                </c:pt>
                <c:pt idx="119070">
                  <c:v>7570</c:v>
                </c:pt>
                <c:pt idx="119021">
                  <c:v>7571</c:v>
                </c:pt>
                <c:pt idx="118972">
                  <c:v>7572</c:v>
                </c:pt>
                <c:pt idx="118923">
                  <c:v>7573</c:v>
                </c:pt>
                <c:pt idx="118874">
                  <c:v>7574</c:v>
                </c:pt>
                <c:pt idx="118825">
                  <c:v>7575</c:v>
                </c:pt>
                <c:pt idx="118776">
                  <c:v>7576</c:v>
                </c:pt>
                <c:pt idx="118727">
                  <c:v>7577</c:v>
                </c:pt>
                <c:pt idx="118678">
                  <c:v>7578</c:v>
                </c:pt>
                <c:pt idx="118629">
                  <c:v>7579</c:v>
                </c:pt>
                <c:pt idx="118580">
                  <c:v>7580</c:v>
                </c:pt>
                <c:pt idx="118531">
                  <c:v>7581</c:v>
                </c:pt>
                <c:pt idx="118482">
                  <c:v>7582</c:v>
                </c:pt>
                <c:pt idx="118433">
                  <c:v>7583</c:v>
                </c:pt>
                <c:pt idx="118384">
                  <c:v>7584</c:v>
                </c:pt>
                <c:pt idx="118335">
                  <c:v>7585</c:v>
                </c:pt>
                <c:pt idx="118286">
                  <c:v>7586</c:v>
                </c:pt>
                <c:pt idx="118237">
                  <c:v>7587</c:v>
                </c:pt>
                <c:pt idx="118188">
                  <c:v>7588</c:v>
                </c:pt>
                <c:pt idx="118139">
                  <c:v>7589</c:v>
                </c:pt>
                <c:pt idx="118090">
                  <c:v>7590</c:v>
                </c:pt>
                <c:pt idx="118041">
                  <c:v>7591</c:v>
                </c:pt>
                <c:pt idx="117992">
                  <c:v>7592</c:v>
                </c:pt>
                <c:pt idx="117943">
                  <c:v>7593</c:v>
                </c:pt>
                <c:pt idx="117894">
                  <c:v>7594</c:v>
                </c:pt>
                <c:pt idx="117845">
                  <c:v>7595</c:v>
                </c:pt>
                <c:pt idx="117796">
                  <c:v>7596</c:v>
                </c:pt>
                <c:pt idx="117747">
                  <c:v>7597</c:v>
                </c:pt>
                <c:pt idx="117698">
                  <c:v>7598</c:v>
                </c:pt>
                <c:pt idx="117649">
                  <c:v>7599</c:v>
                </c:pt>
                <c:pt idx="117600">
                  <c:v>7600</c:v>
                </c:pt>
                <c:pt idx="117551">
                  <c:v>7601</c:v>
                </c:pt>
                <c:pt idx="117502">
                  <c:v>7602</c:v>
                </c:pt>
                <c:pt idx="117453">
                  <c:v>7603</c:v>
                </c:pt>
                <c:pt idx="117404">
                  <c:v>7604</c:v>
                </c:pt>
                <c:pt idx="117355">
                  <c:v>7605</c:v>
                </c:pt>
                <c:pt idx="117306">
                  <c:v>7606</c:v>
                </c:pt>
                <c:pt idx="117257">
                  <c:v>7607</c:v>
                </c:pt>
                <c:pt idx="117208">
                  <c:v>7608</c:v>
                </c:pt>
                <c:pt idx="117159">
                  <c:v>7609</c:v>
                </c:pt>
                <c:pt idx="117110">
                  <c:v>7610</c:v>
                </c:pt>
                <c:pt idx="117061">
                  <c:v>7611</c:v>
                </c:pt>
                <c:pt idx="117012">
                  <c:v>7612</c:v>
                </c:pt>
                <c:pt idx="116963">
                  <c:v>7613</c:v>
                </c:pt>
                <c:pt idx="116914">
                  <c:v>7614</c:v>
                </c:pt>
                <c:pt idx="116865">
                  <c:v>7615</c:v>
                </c:pt>
                <c:pt idx="116816">
                  <c:v>7616</c:v>
                </c:pt>
                <c:pt idx="116767">
                  <c:v>7617</c:v>
                </c:pt>
                <c:pt idx="116718">
                  <c:v>7618</c:v>
                </c:pt>
                <c:pt idx="116669">
                  <c:v>7619</c:v>
                </c:pt>
                <c:pt idx="116620">
                  <c:v>7620</c:v>
                </c:pt>
                <c:pt idx="116571">
                  <c:v>7621</c:v>
                </c:pt>
                <c:pt idx="116522">
                  <c:v>7622</c:v>
                </c:pt>
                <c:pt idx="116473">
                  <c:v>7623</c:v>
                </c:pt>
                <c:pt idx="116424">
                  <c:v>7624</c:v>
                </c:pt>
                <c:pt idx="116375">
                  <c:v>7625</c:v>
                </c:pt>
                <c:pt idx="116326">
                  <c:v>7626</c:v>
                </c:pt>
                <c:pt idx="116277">
                  <c:v>7627</c:v>
                </c:pt>
                <c:pt idx="116228">
                  <c:v>7628</c:v>
                </c:pt>
                <c:pt idx="116179">
                  <c:v>7629</c:v>
                </c:pt>
                <c:pt idx="116130">
                  <c:v>7630</c:v>
                </c:pt>
                <c:pt idx="116081">
                  <c:v>7631</c:v>
                </c:pt>
                <c:pt idx="116032">
                  <c:v>7632</c:v>
                </c:pt>
                <c:pt idx="115983">
                  <c:v>7633</c:v>
                </c:pt>
                <c:pt idx="115934">
                  <c:v>7634</c:v>
                </c:pt>
                <c:pt idx="115885">
                  <c:v>7635</c:v>
                </c:pt>
                <c:pt idx="115836">
                  <c:v>7636</c:v>
                </c:pt>
                <c:pt idx="115787">
                  <c:v>7637</c:v>
                </c:pt>
                <c:pt idx="115738">
                  <c:v>7638</c:v>
                </c:pt>
                <c:pt idx="115689">
                  <c:v>7639</c:v>
                </c:pt>
                <c:pt idx="115640">
                  <c:v>7640</c:v>
                </c:pt>
                <c:pt idx="115591">
                  <c:v>7641</c:v>
                </c:pt>
                <c:pt idx="115542">
                  <c:v>7642</c:v>
                </c:pt>
                <c:pt idx="115493">
                  <c:v>7643</c:v>
                </c:pt>
                <c:pt idx="115444">
                  <c:v>7644</c:v>
                </c:pt>
                <c:pt idx="115395">
                  <c:v>7645</c:v>
                </c:pt>
                <c:pt idx="115346">
                  <c:v>7646</c:v>
                </c:pt>
                <c:pt idx="115297">
                  <c:v>7647</c:v>
                </c:pt>
                <c:pt idx="115248">
                  <c:v>7648</c:v>
                </c:pt>
                <c:pt idx="115199">
                  <c:v>7649</c:v>
                </c:pt>
                <c:pt idx="115150">
                  <c:v>7650</c:v>
                </c:pt>
                <c:pt idx="115101">
                  <c:v>7651</c:v>
                </c:pt>
                <c:pt idx="115052">
                  <c:v>7652</c:v>
                </c:pt>
                <c:pt idx="115003">
                  <c:v>7653</c:v>
                </c:pt>
                <c:pt idx="114954">
                  <c:v>7654</c:v>
                </c:pt>
                <c:pt idx="114905">
                  <c:v>7655</c:v>
                </c:pt>
                <c:pt idx="114856">
                  <c:v>7656</c:v>
                </c:pt>
                <c:pt idx="114807">
                  <c:v>7657</c:v>
                </c:pt>
                <c:pt idx="114758">
                  <c:v>7658</c:v>
                </c:pt>
                <c:pt idx="114709">
                  <c:v>7659</c:v>
                </c:pt>
                <c:pt idx="114660">
                  <c:v>7660</c:v>
                </c:pt>
                <c:pt idx="114611">
                  <c:v>7661</c:v>
                </c:pt>
                <c:pt idx="114562">
                  <c:v>7662</c:v>
                </c:pt>
                <c:pt idx="114513">
                  <c:v>7663</c:v>
                </c:pt>
                <c:pt idx="114464">
                  <c:v>7664</c:v>
                </c:pt>
                <c:pt idx="114415">
                  <c:v>7665</c:v>
                </c:pt>
                <c:pt idx="114366">
                  <c:v>7666</c:v>
                </c:pt>
                <c:pt idx="114317">
                  <c:v>7667</c:v>
                </c:pt>
                <c:pt idx="114268">
                  <c:v>7668</c:v>
                </c:pt>
                <c:pt idx="114219">
                  <c:v>7669</c:v>
                </c:pt>
                <c:pt idx="114170">
                  <c:v>7670</c:v>
                </c:pt>
                <c:pt idx="114121">
                  <c:v>7671</c:v>
                </c:pt>
                <c:pt idx="114072">
                  <c:v>7672</c:v>
                </c:pt>
                <c:pt idx="114023">
                  <c:v>7673</c:v>
                </c:pt>
                <c:pt idx="113974">
                  <c:v>7674</c:v>
                </c:pt>
                <c:pt idx="113925">
                  <c:v>7675</c:v>
                </c:pt>
                <c:pt idx="113876">
                  <c:v>7676</c:v>
                </c:pt>
                <c:pt idx="113827">
                  <c:v>7677</c:v>
                </c:pt>
                <c:pt idx="113778">
                  <c:v>7678</c:v>
                </c:pt>
                <c:pt idx="113729">
                  <c:v>7679</c:v>
                </c:pt>
                <c:pt idx="113680">
                  <c:v>7680</c:v>
                </c:pt>
                <c:pt idx="113631">
                  <c:v>7681</c:v>
                </c:pt>
                <c:pt idx="113582">
                  <c:v>7682</c:v>
                </c:pt>
                <c:pt idx="113533">
                  <c:v>7683</c:v>
                </c:pt>
                <c:pt idx="113484">
                  <c:v>7684</c:v>
                </c:pt>
                <c:pt idx="113435">
                  <c:v>7685</c:v>
                </c:pt>
                <c:pt idx="113386">
                  <c:v>7686</c:v>
                </c:pt>
                <c:pt idx="113337">
                  <c:v>7687</c:v>
                </c:pt>
                <c:pt idx="113288">
                  <c:v>7688</c:v>
                </c:pt>
                <c:pt idx="113239">
                  <c:v>7689</c:v>
                </c:pt>
                <c:pt idx="113190">
                  <c:v>7690</c:v>
                </c:pt>
                <c:pt idx="113141">
                  <c:v>7691</c:v>
                </c:pt>
                <c:pt idx="113092">
                  <c:v>7692</c:v>
                </c:pt>
                <c:pt idx="113043">
                  <c:v>7693</c:v>
                </c:pt>
                <c:pt idx="112994">
                  <c:v>7694</c:v>
                </c:pt>
                <c:pt idx="112945">
                  <c:v>7695</c:v>
                </c:pt>
                <c:pt idx="112896">
                  <c:v>7696</c:v>
                </c:pt>
                <c:pt idx="112847">
                  <c:v>7697</c:v>
                </c:pt>
                <c:pt idx="112798">
                  <c:v>7698</c:v>
                </c:pt>
                <c:pt idx="112749">
                  <c:v>7699</c:v>
                </c:pt>
                <c:pt idx="112700">
                  <c:v>7700</c:v>
                </c:pt>
                <c:pt idx="112651">
                  <c:v>7701</c:v>
                </c:pt>
                <c:pt idx="112602">
                  <c:v>7702</c:v>
                </c:pt>
                <c:pt idx="112553">
                  <c:v>7703</c:v>
                </c:pt>
                <c:pt idx="112504">
                  <c:v>7704</c:v>
                </c:pt>
                <c:pt idx="112455">
                  <c:v>7705</c:v>
                </c:pt>
                <c:pt idx="112406">
                  <c:v>7706</c:v>
                </c:pt>
                <c:pt idx="112357">
                  <c:v>7707</c:v>
                </c:pt>
                <c:pt idx="112308">
                  <c:v>7708</c:v>
                </c:pt>
                <c:pt idx="112259">
                  <c:v>7709</c:v>
                </c:pt>
                <c:pt idx="112210">
                  <c:v>7710</c:v>
                </c:pt>
                <c:pt idx="112161">
                  <c:v>7711</c:v>
                </c:pt>
                <c:pt idx="112112">
                  <c:v>7712</c:v>
                </c:pt>
                <c:pt idx="112063">
                  <c:v>7713</c:v>
                </c:pt>
                <c:pt idx="112014">
                  <c:v>7714</c:v>
                </c:pt>
                <c:pt idx="111965">
                  <c:v>7715</c:v>
                </c:pt>
                <c:pt idx="111916">
                  <c:v>7716</c:v>
                </c:pt>
                <c:pt idx="111867">
                  <c:v>7717</c:v>
                </c:pt>
                <c:pt idx="111818">
                  <c:v>7718</c:v>
                </c:pt>
                <c:pt idx="111769">
                  <c:v>7719</c:v>
                </c:pt>
                <c:pt idx="111720">
                  <c:v>7720</c:v>
                </c:pt>
                <c:pt idx="111671">
                  <c:v>7721</c:v>
                </c:pt>
                <c:pt idx="111622">
                  <c:v>7722</c:v>
                </c:pt>
                <c:pt idx="111573">
                  <c:v>7723</c:v>
                </c:pt>
                <c:pt idx="111524">
                  <c:v>7724</c:v>
                </c:pt>
                <c:pt idx="111475">
                  <c:v>7725</c:v>
                </c:pt>
                <c:pt idx="111426">
                  <c:v>7726</c:v>
                </c:pt>
                <c:pt idx="111377">
                  <c:v>7727</c:v>
                </c:pt>
                <c:pt idx="111328">
                  <c:v>7728</c:v>
                </c:pt>
                <c:pt idx="111279">
                  <c:v>7729</c:v>
                </c:pt>
                <c:pt idx="111230">
                  <c:v>7730</c:v>
                </c:pt>
                <c:pt idx="111181">
                  <c:v>7731</c:v>
                </c:pt>
                <c:pt idx="111132">
                  <c:v>7732</c:v>
                </c:pt>
                <c:pt idx="111083">
                  <c:v>7733</c:v>
                </c:pt>
                <c:pt idx="111034">
                  <c:v>7734</c:v>
                </c:pt>
                <c:pt idx="110985">
                  <c:v>7735</c:v>
                </c:pt>
                <c:pt idx="110936">
                  <c:v>7736</c:v>
                </c:pt>
                <c:pt idx="110887">
                  <c:v>7737</c:v>
                </c:pt>
                <c:pt idx="110838">
                  <c:v>7738</c:v>
                </c:pt>
                <c:pt idx="110789">
                  <c:v>7739</c:v>
                </c:pt>
                <c:pt idx="110740">
                  <c:v>7740</c:v>
                </c:pt>
                <c:pt idx="110691">
                  <c:v>7741</c:v>
                </c:pt>
                <c:pt idx="110642">
                  <c:v>7742</c:v>
                </c:pt>
                <c:pt idx="110593">
                  <c:v>7743</c:v>
                </c:pt>
                <c:pt idx="110544">
                  <c:v>7744</c:v>
                </c:pt>
                <c:pt idx="110495">
                  <c:v>7745</c:v>
                </c:pt>
                <c:pt idx="110446">
                  <c:v>7746</c:v>
                </c:pt>
                <c:pt idx="110397">
                  <c:v>7747</c:v>
                </c:pt>
                <c:pt idx="110348">
                  <c:v>7748</c:v>
                </c:pt>
                <c:pt idx="110299">
                  <c:v>7749</c:v>
                </c:pt>
                <c:pt idx="110250">
                  <c:v>7750</c:v>
                </c:pt>
                <c:pt idx="110201">
                  <c:v>7751</c:v>
                </c:pt>
                <c:pt idx="110152">
                  <c:v>7752</c:v>
                </c:pt>
                <c:pt idx="110103">
                  <c:v>7753</c:v>
                </c:pt>
                <c:pt idx="110054">
                  <c:v>7754</c:v>
                </c:pt>
                <c:pt idx="110005">
                  <c:v>7755</c:v>
                </c:pt>
                <c:pt idx="109956">
                  <c:v>7756</c:v>
                </c:pt>
                <c:pt idx="109907">
                  <c:v>7757</c:v>
                </c:pt>
                <c:pt idx="109858">
                  <c:v>7758</c:v>
                </c:pt>
                <c:pt idx="109809">
                  <c:v>7759</c:v>
                </c:pt>
                <c:pt idx="109760">
                  <c:v>7760</c:v>
                </c:pt>
                <c:pt idx="109711">
                  <c:v>7761</c:v>
                </c:pt>
                <c:pt idx="109662">
                  <c:v>7762</c:v>
                </c:pt>
                <c:pt idx="109613">
                  <c:v>7763</c:v>
                </c:pt>
                <c:pt idx="109564">
                  <c:v>7764</c:v>
                </c:pt>
                <c:pt idx="109515">
                  <c:v>7765</c:v>
                </c:pt>
                <c:pt idx="109466">
                  <c:v>7766</c:v>
                </c:pt>
                <c:pt idx="109417">
                  <c:v>7767</c:v>
                </c:pt>
                <c:pt idx="109368">
                  <c:v>7768</c:v>
                </c:pt>
                <c:pt idx="109319">
                  <c:v>7769</c:v>
                </c:pt>
                <c:pt idx="109270">
                  <c:v>7770</c:v>
                </c:pt>
                <c:pt idx="109221">
                  <c:v>7771</c:v>
                </c:pt>
                <c:pt idx="109172">
                  <c:v>7772</c:v>
                </c:pt>
                <c:pt idx="109123">
                  <c:v>7773</c:v>
                </c:pt>
                <c:pt idx="109074">
                  <c:v>7774</c:v>
                </c:pt>
                <c:pt idx="109025">
                  <c:v>7775</c:v>
                </c:pt>
                <c:pt idx="108976">
                  <c:v>7776</c:v>
                </c:pt>
                <c:pt idx="108927">
                  <c:v>7777</c:v>
                </c:pt>
                <c:pt idx="108878">
                  <c:v>7778</c:v>
                </c:pt>
                <c:pt idx="108829">
                  <c:v>7779</c:v>
                </c:pt>
                <c:pt idx="108780">
                  <c:v>7780</c:v>
                </c:pt>
                <c:pt idx="108731">
                  <c:v>7781</c:v>
                </c:pt>
                <c:pt idx="108682">
                  <c:v>7782</c:v>
                </c:pt>
                <c:pt idx="108633">
                  <c:v>7783</c:v>
                </c:pt>
                <c:pt idx="108584">
                  <c:v>7784</c:v>
                </c:pt>
                <c:pt idx="108535">
                  <c:v>7785</c:v>
                </c:pt>
                <c:pt idx="108486">
                  <c:v>7786</c:v>
                </c:pt>
                <c:pt idx="108437">
                  <c:v>7787</c:v>
                </c:pt>
                <c:pt idx="108388">
                  <c:v>7788</c:v>
                </c:pt>
                <c:pt idx="108339">
                  <c:v>7789</c:v>
                </c:pt>
                <c:pt idx="108290">
                  <c:v>7790</c:v>
                </c:pt>
                <c:pt idx="108241">
                  <c:v>7791</c:v>
                </c:pt>
                <c:pt idx="108192">
                  <c:v>7792</c:v>
                </c:pt>
                <c:pt idx="108143">
                  <c:v>7793</c:v>
                </c:pt>
                <c:pt idx="108094">
                  <c:v>7794</c:v>
                </c:pt>
                <c:pt idx="108045">
                  <c:v>7795</c:v>
                </c:pt>
                <c:pt idx="107996">
                  <c:v>7796</c:v>
                </c:pt>
                <c:pt idx="107947">
                  <c:v>7797</c:v>
                </c:pt>
                <c:pt idx="107898">
                  <c:v>7798</c:v>
                </c:pt>
                <c:pt idx="107849">
                  <c:v>7799</c:v>
                </c:pt>
                <c:pt idx="107800">
                  <c:v>7800</c:v>
                </c:pt>
                <c:pt idx="107751">
                  <c:v>7801</c:v>
                </c:pt>
                <c:pt idx="107702">
                  <c:v>7802</c:v>
                </c:pt>
                <c:pt idx="107653">
                  <c:v>7803</c:v>
                </c:pt>
                <c:pt idx="107604">
                  <c:v>7804</c:v>
                </c:pt>
                <c:pt idx="107555">
                  <c:v>7805</c:v>
                </c:pt>
                <c:pt idx="107506">
                  <c:v>7806</c:v>
                </c:pt>
                <c:pt idx="107457">
                  <c:v>7807</c:v>
                </c:pt>
                <c:pt idx="107408">
                  <c:v>7808</c:v>
                </c:pt>
                <c:pt idx="107359">
                  <c:v>7809</c:v>
                </c:pt>
                <c:pt idx="107310">
                  <c:v>7810</c:v>
                </c:pt>
                <c:pt idx="107261">
                  <c:v>7811</c:v>
                </c:pt>
                <c:pt idx="107212">
                  <c:v>7812</c:v>
                </c:pt>
                <c:pt idx="107163">
                  <c:v>7813</c:v>
                </c:pt>
                <c:pt idx="107114">
                  <c:v>7814</c:v>
                </c:pt>
                <c:pt idx="107065">
                  <c:v>7815</c:v>
                </c:pt>
                <c:pt idx="107016">
                  <c:v>7816</c:v>
                </c:pt>
                <c:pt idx="106967">
                  <c:v>7817</c:v>
                </c:pt>
                <c:pt idx="106918">
                  <c:v>7818</c:v>
                </c:pt>
                <c:pt idx="106869">
                  <c:v>7819</c:v>
                </c:pt>
                <c:pt idx="106820">
                  <c:v>7820</c:v>
                </c:pt>
                <c:pt idx="106771">
                  <c:v>7821</c:v>
                </c:pt>
                <c:pt idx="106722">
                  <c:v>7822</c:v>
                </c:pt>
                <c:pt idx="106673">
                  <c:v>7823</c:v>
                </c:pt>
                <c:pt idx="106624">
                  <c:v>7824</c:v>
                </c:pt>
                <c:pt idx="106575">
                  <c:v>7825</c:v>
                </c:pt>
                <c:pt idx="106526">
                  <c:v>7826</c:v>
                </c:pt>
                <c:pt idx="106477">
                  <c:v>7827</c:v>
                </c:pt>
                <c:pt idx="106428">
                  <c:v>7828</c:v>
                </c:pt>
                <c:pt idx="106379">
                  <c:v>7829</c:v>
                </c:pt>
                <c:pt idx="106330">
                  <c:v>7830</c:v>
                </c:pt>
                <c:pt idx="106281">
                  <c:v>7831</c:v>
                </c:pt>
                <c:pt idx="106232">
                  <c:v>7832</c:v>
                </c:pt>
                <c:pt idx="106183">
                  <c:v>7833</c:v>
                </c:pt>
                <c:pt idx="106134">
                  <c:v>7834</c:v>
                </c:pt>
                <c:pt idx="106085">
                  <c:v>7835</c:v>
                </c:pt>
                <c:pt idx="106036">
                  <c:v>7836</c:v>
                </c:pt>
                <c:pt idx="105987">
                  <c:v>7837</c:v>
                </c:pt>
                <c:pt idx="105938">
                  <c:v>7838</c:v>
                </c:pt>
                <c:pt idx="105889">
                  <c:v>7839</c:v>
                </c:pt>
                <c:pt idx="105840">
                  <c:v>7840</c:v>
                </c:pt>
                <c:pt idx="105791">
                  <c:v>7841</c:v>
                </c:pt>
                <c:pt idx="105742">
                  <c:v>7842</c:v>
                </c:pt>
                <c:pt idx="105693">
                  <c:v>7843</c:v>
                </c:pt>
                <c:pt idx="105644">
                  <c:v>7844</c:v>
                </c:pt>
                <c:pt idx="105595">
                  <c:v>7845</c:v>
                </c:pt>
                <c:pt idx="105546">
                  <c:v>7846</c:v>
                </c:pt>
                <c:pt idx="105497">
                  <c:v>7847</c:v>
                </c:pt>
                <c:pt idx="105448">
                  <c:v>7848</c:v>
                </c:pt>
                <c:pt idx="105399">
                  <c:v>7849</c:v>
                </c:pt>
                <c:pt idx="105350">
                  <c:v>7850</c:v>
                </c:pt>
                <c:pt idx="105301">
                  <c:v>7851</c:v>
                </c:pt>
                <c:pt idx="105252">
                  <c:v>7852</c:v>
                </c:pt>
                <c:pt idx="105203">
                  <c:v>7853</c:v>
                </c:pt>
                <c:pt idx="105154">
                  <c:v>7854</c:v>
                </c:pt>
                <c:pt idx="105105">
                  <c:v>7855</c:v>
                </c:pt>
                <c:pt idx="105056">
                  <c:v>7856</c:v>
                </c:pt>
                <c:pt idx="105007">
                  <c:v>7857</c:v>
                </c:pt>
                <c:pt idx="104958">
                  <c:v>7858</c:v>
                </c:pt>
                <c:pt idx="104909">
                  <c:v>7859</c:v>
                </c:pt>
                <c:pt idx="104860">
                  <c:v>7860</c:v>
                </c:pt>
                <c:pt idx="104811">
                  <c:v>7861</c:v>
                </c:pt>
                <c:pt idx="104762">
                  <c:v>7862</c:v>
                </c:pt>
                <c:pt idx="104713">
                  <c:v>7863</c:v>
                </c:pt>
                <c:pt idx="104664">
                  <c:v>7864</c:v>
                </c:pt>
                <c:pt idx="104615">
                  <c:v>7865</c:v>
                </c:pt>
                <c:pt idx="104566">
                  <c:v>7866</c:v>
                </c:pt>
                <c:pt idx="104517">
                  <c:v>7867</c:v>
                </c:pt>
                <c:pt idx="104468">
                  <c:v>7868</c:v>
                </c:pt>
                <c:pt idx="104419">
                  <c:v>7869</c:v>
                </c:pt>
                <c:pt idx="104370">
                  <c:v>7870</c:v>
                </c:pt>
                <c:pt idx="104321">
                  <c:v>7871</c:v>
                </c:pt>
                <c:pt idx="104272">
                  <c:v>7872</c:v>
                </c:pt>
                <c:pt idx="104223">
                  <c:v>7873</c:v>
                </c:pt>
                <c:pt idx="104174">
                  <c:v>7874</c:v>
                </c:pt>
                <c:pt idx="104125">
                  <c:v>7875</c:v>
                </c:pt>
                <c:pt idx="104076">
                  <c:v>7876</c:v>
                </c:pt>
                <c:pt idx="104027">
                  <c:v>7877</c:v>
                </c:pt>
                <c:pt idx="103978">
                  <c:v>7878</c:v>
                </c:pt>
                <c:pt idx="103929">
                  <c:v>7879</c:v>
                </c:pt>
                <c:pt idx="103880">
                  <c:v>7880</c:v>
                </c:pt>
                <c:pt idx="103831">
                  <c:v>7881</c:v>
                </c:pt>
                <c:pt idx="103782">
                  <c:v>7882</c:v>
                </c:pt>
                <c:pt idx="103733">
                  <c:v>7883</c:v>
                </c:pt>
                <c:pt idx="103684">
                  <c:v>7884</c:v>
                </c:pt>
                <c:pt idx="103635">
                  <c:v>7885</c:v>
                </c:pt>
                <c:pt idx="103586">
                  <c:v>7886</c:v>
                </c:pt>
                <c:pt idx="103537">
                  <c:v>7887</c:v>
                </c:pt>
                <c:pt idx="103488">
                  <c:v>7888</c:v>
                </c:pt>
                <c:pt idx="103439">
                  <c:v>7889</c:v>
                </c:pt>
                <c:pt idx="103390">
                  <c:v>7890</c:v>
                </c:pt>
                <c:pt idx="103341">
                  <c:v>7891</c:v>
                </c:pt>
                <c:pt idx="103292">
                  <c:v>7892</c:v>
                </c:pt>
                <c:pt idx="103243">
                  <c:v>7893</c:v>
                </c:pt>
                <c:pt idx="103194">
                  <c:v>7894</c:v>
                </c:pt>
                <c:pt idx="103145">
                  <c:v>7895</c:v>
                </c:pt>
                <c:pt idx="103096">
                  <c:v>7896</c:v>
                </c:pt>
                <c:pt idx="103047">
                  <c:v>7897</c:v>
                </c:pt>
                <c:pt idx="102998">
                  <c:v>7898</c:v>
                </c:pt>
                <c:pt idx="102949">
                  <c:v>7899</c:v>
                </c:pt>
                <c:pt idx="102900">
                  <c:v>7900</c:v>
                </c:pt>
                <c:pt idx="102851">
                  <c:v>7901</c:v>
                </c:pt>
                <c:pt idx="102802">
                  <c:v>7902</c:v>
                </c:pt>
                <c:pt idx="102753">
                  <c:v>7903</c:v>
                </c:pt>
                <c:pt idx="102704">
                  <c:v>7904</c:v>
                </c:pt>
                <c:pt idx="102655">
                  <c:v>7905</c:v>
                </c:pt>
                <c:pt idx="102606">
                  <c:v>7906</c:v>
                </c:pt>
                <c:pt idx="102557">
                  <c:v>7907</c:v>
                </c:pt>
                <c:pt idx="102508">
                  <c:v>7908</c:v>
                </c:pt>
                <c:pt idx="102459">
                  <c:v>7909</c:v>
                </c:pt>
                <c:pt idx="102410">
                  <c:v>7910</c:v>
                </c:pt>
                <c:pt idx="102361">
                  <c:v>7911</c:v>
                </c:pt>
                <c:pt idx="102312">
                  <c:v>7912</c:v>
                </c:pt>
                <c:pt idx="102263">
                  <c:v>7913</c:v>
                </c:pt>
                <c:pt idx="102214">
                  <c:v>7914</c:v>
                </c:pt>
                <c:pt idx="102165">
                  <c:v>7915</c:v>
                </c:pt>
                <c:pt idx="102116">
                  <c:v>7916</c:v>
                </c:pt>
                <c:pt idx="102067">
                  <c:v>7917</c:v>
                </c:pt>
                <c:pt idx="102018">
                  <c:v>7918</c:v>
                </c:pt>
                <c:pt idx="101969">
                  <c:v>7919</c:v>
                </c:pt>
                <c:pt idx="101920">
                  <c:v>7920</c:v>
                </c:pt>
                <c:pt idx="101871">
                  <c:v>7921</c:v>
                </c:pt>
                <c:pt idx="101822">
                  <c:v>7922</c:v>
                </c:pt>
                <c:pt idx="101773">
                  <c:v>7923</c:v>
                </c:pt>
                <c:pt idx="101724">
                  <c:v>7924</c:v>
                </c:pt>
                <c:pt idx="101675">
                  <c:v>7925</c:v>
                </c:pt>
                <c:pt idx="101626">
                  <c:v>7926</c:v>
                </c:pt>
                <c:pt idx="101577">
                  <c:v>7927</c:v>
                </c:pt>
                <c:pt idx="101528">
                  <c:v>7928</c:v>
                </c:pt>
                <c:pt idx="101479">
                  <c:v>7929</c:v>
                </c:pt>
                <c:pt idx="101430">
                  <c:v>7930</c:v>
                </c:pt>
                <c:pt idx="101381">
                  <c:v>7931</c:v>
                </c:pt>
                <c:pt idx="101332">
                  <c:v>7932</c:v>
                </c:pt>
                <c:pt idx="101283">
                  <c:v>7933</c:v>
                </c:pt>
                <c:pt idx="101234">
                  <c:v>7934</c:v>
                </c:pt>
                <c:pt idx="101185">
                  <c:v>7935</c:v>
                </c:pt>
                <c:pt idx="101136">
                  <c:v>7936</c:v>
                </c:pt>
                <c:pt idx="101087">
                  <c:v>7937</c:v>
                </c:pt>
                <c:pt idx="101038">
                  <c:v>7938</c:v>
                </c:pt>
                <c:pt idx="100989">
                  <c:v>7939</c:v>
                </c:pt>
                <c:pt idx="100940">
                  <c:v>7940</c:v>
                </c:pt>
                <c:pt idx="100891">
                  <c:v>7941</c:v>
                </c:pt>
                <c:pt idx="100842">
                  <c:v>7942</c:v>
                </c:pt>
                <c:pt idx="100793">
                  <c:v>7943</c:v>
                </c:pt>
                <c:pt idx="100744">
                  <c:v>7944</c:v>
                </c:pt>
                <c:pt idx="100695">
                  <c:v>7945</c:v>
                </c:pt>
                <c:pt idx="100646">
                  <c:v>7946</c:v>
                </c:pt>
                <c:pt idx="100597">
                  <c:v>7947</c:v>
                </c:pt>
                <c:pt idx="100548">
                  <c:v>7948</c:v>
                </c:pt>
                <c:pt idx="100499">
                  <c:v>7949</c:v>
                </c:pt>
                <c:pt idx="100450">
                  <c:v>7950</c:v>
                </c:pt>
                <c:pt idx="100401">
                  <c:v>7951</c:v>
                </c:pt>
                <c:pt idx="100352">
                  <c:v>7952</c:v>
                </c:pt>
                <c:pt idx="100303">
                  <c:v>7953</c:v>
                </c:pt>
                <c:pt idx="100254">
                  <c:v>7954</c:v>
                </c:pt>
                <c:pt idx="100205">
                  <c:v>7955</c:v>
                </c:pt>
                <c:pt idx="100156">
                  <c:v>7956</c:v>
                </c:pt>
                <c:pt idx="100107">
                  <c:v>7957</c:v>
                </c:pt>
                <c:pt idx="100058">
                  <c:v>7958</c:v>
                </c:pt>
                <c:pt idx="100009">
                  <c:v>7959</c:v>
                </c:pt>
                <c:pt idx="99960">
                  <c:v>7960</c:v>
                </c:pt>
                <c:pt idx="99911">
                  <c:v>7961</c:v>
                </c:pt>
                <c:pt idx="99862">
                  <c:v>7962</c:v>
                </c:pt>
                <c:pt idx="99813">
                  <c:v>7963</c:v>
                </c:pt>
                <c:pt idx="99764">
                  <c:v>7964</c:v>
                </c:pt>
                <c:pt idx="99715">
                  <c:v>7965</c:v>
                </c:pt>
                <c:pt idx="99666">
                  <c:v>7966</c:v>
                </c:pt>
                <c:pt idx="99617">
                  <c:v>7967</c:v>
                </c:pt>
                <c:pt idx="99568">
                  <c:v>7968</c:v>
                </c:pt>
                <c:pt idx="99519">
                  <c:v>7969</c:v>
                </c:pt>
                <c:pt idx="99470">
                  <c:v>7970</c:v>
                </c:pt>
                <c:pt idx="99421">
                  <c:v>7971</c:v>
                </c:pt>
                <c:pt idx="99372">
                  <c:v>7972</c:v>
                </c:pt>
                <c:pt idx="99323">
                  <c:v>7973</c:v>
                </c:pt>
                <c:pt idx="99274">
                  <c:v>7974</c:v>
                </c:pt>
                <c:pt idx="99225">
                  <c:v>7975</c:v>
                </c:pt>
                <c:pt idx="99176">
                  <c:v>7976</c:v>
                </c:pt>
                <c:pt idx="99127">
                  <c:v>7977</c:v>
                </c:pt>
                <c:pt idx="99078">
                  <c:v>7978</c:v>
                </c:pt>
                <c:pt idx="99029">
                  <c:v>7979</c:v>
                </c:pt>
                <c:pt idx="98980">
                  <c:v>7980</c:v>
                </c:pt>
                <c:pt idx="98931">
                  <c:v>7981</c:v>
                </c:pt>
                <c:pt idx="98882">
                  <c:v>7982</c:v>
                </c:pt>
                <c:pt idx="98833">
                  <c:v>7983</c:v>
                </c:pt>
                <c:pt idx="98784">
                  <c:v>7984</c:v>
                </c:pt>
                <c:pt idx="98735">
                  <c:v>7985</c:v>
                </c:pt>
                <c:pt idx="98686">
                  <c:v>7986</c:v>
                </c:pt>
                <c:pt idx="98637">
                  <c:v>7987</c:v>
                </c:pt>
                <c:pt idx="98588">
                  <c:v>7988</c:v>
                </c:pt>
                <c:pt idx="98539">
                  <c:v>7989</c:v>
                </c:pt>
                <c:pt idx="98490">
                  <c:v>7990</c:v>
                </c:pt>
                <c:pt idx="98441">
                  <c:v>7991</c:v>
                </c:pt>
                <c:pt idx="98392">
                  <c:v>7992</c:v>
                </c:pt>
                <c:pt idx="98343">
                  <c:v>7993</c:v>
                </c:pt>
                <c:pt idx="98294">
                  <c:v>7994</c:v>
                </c:pt>
                <c:pt idx="98245">
                  <c:v>7995</c:v>
                </c:pt>
                <c:pt idx="98196">
                  <c:v>7996</c:v>
                </c:pt>
                <c:pt idx="98147">
                  <c:v>7997</c:v>
                </c:pt>
                <c:pt idx="98098">
                  <c:v>7998</c:v>
                </c:pt>
                <c:pt idx="98049">
                  <c:v>7999</c:v>
                </c:pt>
                <c:pt idx="98000">
                  <c:v>8000</c:v>
                </c:pt>
                <c:pt idx="97951">
                  <c:v>8001</c:v>
                </c:pt>
                <c:pt idx="97902">
                  <c:v>8002</c:v>
                </c:pt>
                <c:pt idx="97853">
                  <c:v>8003</c:v>
                </c:pt>
                <c:pt idx="97804">
                  <c:v>8004</c:v>
                </c:pt>
                <c:pt idx="97755">
                  <c:v>8005</c:v>
                </c:pt>
                <c:pt idx="97706">
                  <c:v>8006</c:v>
                </c:pt>
                <c:pt idx="97657">
                  <c:v>8007</c:v>
                </c:pt>
                <c:pt idx="97608">
                  <c:v>8008</c:v>
                </c:pt>
                <c:pt idx="97559">
                  <c:v>8009</c:v>
                </c:pt>
                <c:pt idx="97510">
                  <c:v>8010</c:v>
                </c:pt>
                <c:pt idx="97461">
                  <c:v>8011</c:v>
                </c:pt>
                <c:pt idx="97412">
                  <c:v>8012</c:v>
                </c:pt>
                <c:pt idx="97363">
                  <c:v>8013</c:v>
                </c:pt>
                <c:pt idx="97314">
                  <c:v>8014</c:v>
                </c:pt>
                <c:pt idx="97265">
                  <c:v>8015</c:v>
                </c:pt>
                <c:pt idx="97216">
                  <c:v>8016</c:v>
                </c:pt>
                <c:pt idx="97167">
                  <c:v>8017</c:v>
                </c:pt>
                <c:pt idx="97118">
                  <c:v>8018</c:v>
                </c:pt>
                <c:pt idx="97069">
                  <c:v>8019</c:v>
                </c:pt>
                <c:pt idx="97020">
                  <c:v>8020</c:v>
                </c:pt>
                <c:pt idx="96971">
                  <c:v>8021</c:v>
                </c:pt>
                <c:pt idx="96922">
                  <c:v>8022</c:v>
                </c:pt>
                <c:pt idx="96873">
                  <c:v>8023</c:v>
                </c:pt>
                <c:pt idx="96824">
                  <c:v>8024</c:v>
                </c:pt>
                <c:pt idx="96775">
                  <c:v>8025</c:v>
                </c:pt>
                <c:pt idx="96726">
                  <c:v>8026</c:v>
                </c:pt>
                <c:pt idx="96677">
                  <c:v>8027</c:v>
                </c:pt>
                <c:pt idx="96628">
                  <c:v>8028</c:v>
                </c:pt>
                <c:pt idx="96579">
                  <c:v>8029</c:v>
                </c:pt>
                <c:pt idx="96530">
                  <c:v>8030</c:v>
                </c:pt>
                <c:pt idx="96481">
                  <c:v>8031</c:v>
                </c:pt>
                <c:pt idx="96432">
                  <c:v>8032</c:v>
                </c:pt>
                <c:pt idx="96383">
                  <c:v>8033</c:v>
                </c:pt>
                <c:pt idx="96334">
                  <c:v>8034</c:v>
                </c:pt>
                <c:pt idx="96285">
                  <c:v>8035</c:v>
                </c:pt>
                <c:pt idx="96236">
                  <c:v>8036</c:v>
                </c:pt>
                <c:pt idx="96187">
                  <c:v>8037</c:v>
                </c:pt>
                <c:pt idx="96138">
                  <c:v>8038</c:v>
                </c:pt>
                <c:pt idx="96089">
                  <c:v>8039</c:v>
                </c:pt>
                <c:pt idx="96040">
                  <c:v>8040</c:v>
                </c:pt>
                <c:pt idx="95991">
                  <c:v>8041</c:v>
                </c:pt>
                <c:pt idx="95942">
                  <c:v>8042</c:v>
                </c:pt>
                <c:pt idx="95893">
                  <c:v>8043</c:v>
                </c:pt>
                <c:pt idx="95844">
                  <c:v>8044</c:v>
                </c:pt>
                <c:pt idx="95795">
                  <c:v>8045</c:v>
                </c:pt>
                <c:pt idx="95746">
                  <c:v>8046</c:v>
                </c:pt>
                <c:pt idx="95697">
                  <c:v>8047</c:v>
                </c:pt>
                <c:pt idx="95648">
                  <c:v>8048</c:v>
                </c:pt>
                <c:pt idx="95599">
                  <c:v>8049</c:v>
                </c:pt>
                <c:pt idx="95550">
                  <c:v>8050</c:v>
                </c:pt>
                <c:pt idx="95501">
                  <c:v>8051</c:v>
                </c:pt>
                <c:pt idx="95452">
                  <c:v>8052</c:v>
                </c:pt>
                <c:pt idx="95403">
                  <c:v>8053</c:v>
                </c:pt>
                <c:pt idx="95354">
                  <c:v>8054</c:v>
                </c:pt>
                <c:pt idx="95305">
                  <c:v>8055</c:v>
                </c:pt>
                <c:pt idx="95256">
                  <c:v>8056</c:v>
                </c:pt>
                <c:pt idx="95207">
                  <c:v>8057</c:v>
                </c:pt>
                <c:pt idx="95158">
                  <c:v>8058</c:v>
                </c:pt>
                <c:pt idx="95109">
                  <c:v>8059</c:v>
                </c:pt>
                <c:pt idx="95060">
                  <c:v>8060</c:v>
                </c:pt>
                <c:pt idx="95011">
                  <c:v>8061</c:v>
                </c:pt>
                <c:pt idx="94962">
                  <c:v>8062</c:v>
                </c:pt>
                <c:pt idx="94913">
                  <c:v>8063</c:v>
                </c:pt>
                <c:pt idx="94864">
                  <c:v>8064</c:v>
                </c:pt>
                <c:pt idx="94815">
                  <c:v>8065</c:v>
                </c:pt>
                <c:pt idx="94766">
                  <c:v>8066</c:v>
                </c:pt>
                <c:pt idx="94717">
                  <c:v>8067</c:v>
                </c:pt>
                <c:pt idx="94668">
                  <c:v>8068</c:v>
                </c:pt>
                <c:pt idx="94619">
                  <c:v>8069</c:v>
                </c:pt>
                <c:pt idx="94570">
                  <c:v>8070</c:v>
                </c:pt>
                <c:pt idx="94521">
                  <c:v>8071</c:v>
                </c:pt>
                <c:pt idx="94472">
                  <c:v>8072</c:v>
                </c:pt>
                <c:pt idx="94423">
                  <c:v>8073</c:v>
                </c:pt>
                <c:pt idx="94374">
                  <c:v>8074</c:v>
                </c:pt>
                <c:pt idx="94325">
                  <c:v>8075</c:v>
                </c:pt>
                <c:pt idx="94276">
                  <c:v>8076</c:v>
                </c:pt>
                <c:pt idx="94227">
                  <c:v>8077</c:v>
                </c:pt>
                <c:pt idx="94178">
                  <c:v>8078</c:v>
                </c:pt>
                <c:pt idx="94129">
                  <c:v>8079</c:v>
                </c:pt>
                <c:pt idx="94080">
                  <c:v>8080</c:v>
                </c:pt>
                <c:pt idx="94031">
                  <c:v>8081</c:v>
                </c:pt>
                <c:pt idx="93982">
                  <c:v>8082</c:v>
                </c:pt>
                <c:pt idx="93933">
                  <c:v>8083</c:v>
                </c:pt>
                <c:pt idx="93884">
                  <c:v>8084</c:v>
                </c:pt>
                <c:pt idx="93835">
                  <c:v>8085</c:v>
                </c:pt>
                <c:pt idx="93786">
                  <c:v>8086</c:v>
                </c:pt>
                <c:pt idx="93737">
                  <c:v>8087</c:v>
                </c:pt>
                <c:pt idx="93688">
                  <c:v>8088</c:v>
                </c:pt>
                <c:pt idx="93639">
                  <c:v>8089</c:v>
                </c:pt>
                <c:pt idx="93590">
                  <c:v>8090</c:v>
                </c:pt>
                <c:pt idx="93541">
                  <c:v>8091</c:v>
                </c:pt>
                <c:pt idx="93492">
                  <c:v>8092</c:v>
                </c:pt>
                <c:pt idx="93443">
                  <c:v>8093</c:v>
                </c:pt>
                <c:pt idx="93394">
                  <c:v>8094</c:v>
                </c:pt>
                <c:pt idx="93345">
                  <c:v>8095</c:v>
                </c:pt>
                <c:pt idx="93296">
                  <c:v>8096</c:v>
                </c:pt>
                <c:pt idx="93247">
                  <c:v>8097</c:v>
                </c:pt>
                <c:pt idx="93198">
                  <c:v>8098</c:v>
                </c:pt>
                <c:pt idx="93149">
                  <c:v>8099</c:v>
                </c:pt>
                <c:pt idx="93100">
                  <c:v>8100</c:v>
                </c:pt>
                <c:pt idx="93051">
                  <c:v>8101</c:v>
                </c:pt>
                <c:pt idx="93002">
                  <c:v>8102</c:v>
                </c:pt>
                <c:pt idx="92953">
                  <c:v>8103</c:v>
                </c:pt>
                <c:pt idx="92904">
                  <c:v>8104</c:v>
                </c:pt>
                <c:pt idx="92855">
                  <c:v>8105</c:v>
                </c:pt>
                <c:pt idx="92806">
                  <c:v>8106</c:v>
                </c:pt>
                <c:pt idx="92757">
                  <c:v>8107</c:v>
                </c:pt>
                <c:pt idx="92708">
                  <c:v>8108</c:v>
                </c:pt>
                <c:pt idx="92659">
                  <c:v>8109</c:v>
                </c:pt>
                <c:pt idx="92610">
                  <c:v>8110</c:v>
                </c:pt>
                <c:pt idx="92561">
                  <c:v>8111</c:v>
                </c:pt>
                <c:pt idx="92512">
                  <c:v>8112</c:v>
                </c:pt>
                <c:pt idx="92463">
                  <c:v>8113</c:v>
                </c:pt>
                <c:pt idx="92414">
                  <c:v>8114</c:v>
                </c:pt>
                <c:pt idx="92365">
                  <c:v>8115</c:v>
                </c:pt>
                <c:pt idx="92316">
                  <c:v>8116</c:v>
                </c:pt>
                <c:pt idx="92267">
                  <c:v>8117</c:v>
                </c:pt>
                <c:pt idx="92218">
                  <c:v>8118</c:v>
                </c:pt>
                <c:pt idx="92169">
                  <c:v>8119</c:v>
                </c:pt>
                <c:pt idx="92120">
                  <c:v>8120</c:v>
                </c:pt>
                <c:pt idx="92071">
                  <c:v>8121</c:v>
                </c:pt>
                <c:pt idx="92022">
                  <c:v>8122</c:v>
                </c:pt>
                <c:pt idx="91973">
                  <c:v>8123</c:v>
                </c:pt>
                <c:pt idx="91924">
                  <c:v>8124</c:v>
                </c:pt>
                <c:pt idx="91875">
                  <c:v>8125</c:v>
                </c:pt>
                <c:pt idx="91826">
                  <c:v>8126</c:v>
                </c:pt>
                <c:pt idx="91777">
                  <c:v>8127</c:v>
                </c:pt>
                <c:pt idx="91728">
                  <c:v>8128</c:v>
                </c:pt>
                <c:pt idx="91679">
                  <c:v>8129</c:v>
                </c:pt>
                <c:pt idx="91630">
                  <c:v>8130</c:v>
                </c:pt>
                <c:pt idx="91581">
                  <c:v>8131</c:v>
                </c:pt>
                <c:pt idx="91532">
                  <c:v>8132</c:v>
                </c:pt>
                <c:pt idx="91483">
                  <c:v>8133</c:v>
                </c:pt>
                <c:pt idx="91434">
                  <c:v>8134</c:v>
                </c:pt>
                <c:pt idx="91385">
                  <c:v>8135</c:v>
                </c:pt>
                <c:pt idx="91336">
                  <c:v>8136</c:v>
                </c:pt>
                <c:pt idx="91287">
                  <c:v>8137</c:v>
                </c:pt>
                <c:pt idx="91238">
                  <c:v>8138</c:v>
                </c:pt>
                <c:pt idx="91189">
                  <c:v>8139</c:v>
                </c:pt>
                <c:pt idx="91140">
                  <c:v>8140</c:v>
                </c:pt>
                <c:pt idx="91091">
                  <c:v>8141</c:v>
                </c:pt>
                <c:pt idx="91042">
                  <c:v>8142</c:v>
                </c:pt>
                <c:pt idx="90993">
                  <c:v>8143</c:v>
                </c:pt>
                <c:pt idx="90944">
                  <c:v>8144</c:v>
                </c:pt>
                <c:pt idx="90895">
                  <c:v>8145</c:v>
                </c:pt>
                <c:pt idx="90846">
                  <c:v>8146</c:v>
                </c:pt>
                <c:pt idx="90797">
                  <c:v>8147</c:v>
                </c:pt>
                <c:pt idx="90748">
                  <c:v>8148</c:v>
                </c:pt>
                <c:pt idx="90699">
                  <c:v>8149</c:v>
                </c:pt>
                <c:pt idx="90650">
                  <c:v>8150</c:v>
                </c:pt>
                <c:pt idx="90601">
                  <c:v>8151</c:v>
                </c:pt>
                <c:pt idx="90552">
                  <c:v>8152</c:v>
                </c:pt>
                <c:pt idx="90503">
                  <c:v>8153</c:v>
                </c:pt>
                <c:pt idx="90454">
                  <c:v>8154</c:v>
                </c:pt>
                <c:pt idx="90405">
                  <c:v>8155</c:v>
                </c:pt>
                <c:pt idx="90356">
                  <c:v>8156</c:v>
                </c:pt>
                <c:pt idx="90307">
                  <c:v>8157</c:v>
                </c:pt>
                <c:pt idx="90258">
                  <c:v>8158</c:v>
                </c:pt>
                <c:pt idx="90209">
                  <c:v>8159</c:v>
                </c:pt>
                <c:pt idx="90160">
                  <c:v>8160</c:v>
                </c:pt>
                <c:pt idx="90111">
                  <c:v>8161</c:v>
                </c:pt>
                <c:pt idx="90062">
                  <c:v>8162</c:v>
                </c:pt>
                <c:pt idx="90013">
                  <c:v>8163</c:v>
                </c:pt>
                <c:pt idx="89964">
                  <c:v>8164</c:v>
                </c:pt>
                <c:pt idx="89915">
                  <c:v>8165</c:v>
                </c:pt>
                <c:pt idx="89866">
                  <c:v>8166</c:v>
                </c:pt>
                <c:pt idx="89817">
                  <c:v>8167</c:v>
                </c:pt>
                <c:pt idx="89768">
                  <c:v>8168</c:v>
                </c:pt>
                <c:pt idx="89719">
                  <c:v>8169</c:v>
                </c:pt>
                <c:pt idx="89670">
                  <c:v>8170</c:v>
                </c:pt>
                <c:pt idx="89621">
                  <c:v>8171</c:v>
                </c:pt>
                <c:pt idx="89572">
                  <c:v>8172</c:v>
                </c:pt>
                <c:pt idx="89523">
                  <c:v>8173</c:v>
                </c:pt>
                <c:pt idx="89474">
                  <c:v>8174</c:v>
                </c:pt>
                <c:pt idx="89425">
                  <c:v>8175</c:v>
                </c:pt>
                <c:pt idx="89376">
                  <c:v>8176</c:v>
                </c:pt>
                <c:pt idx="89327">
                  <c:v>8177</c:v>
                </c:pt>
                <c:pt idx="89278">
                  <c:v>8178</c:v>
                </c:pt>
                <c:pt idx="89229">
                  <c:v>8179</c:v>
                </c:pt>
                <c:pt idx="89180">
                  <c:v>8180</c:v>
                </c:pt>
                <c:pt idx="89131">
                  <c:v>8181</c:v>
                </c:pt>
                <c:pt idx="89082">
                  <c:v>8182</c:v>
                </c:pt>
                <c:pt idx="89033">
                  <c:v>8183</c:v>
                </c:pt>
                <c:pt idx="88984">
                  <c:v>8184</c:v>
                </c:pt>
                <c:pt idx="88935">
                  <c:v>8185</c:v>
                </c:pt>
                <c:pt idx="88886">
                  <c:v>8186</c:v>
                </c:pt>
                <c:pt idx="88837">
                  <c:v>8187</c:v>
                </c:pt>
                <c:pt idx="88788">
                  <c:v>8188</c:v>
                </c:pt>
                <c:pt idx="88739">
                  <c:v>8189</c:v>
                </c:pt>
                <c:pt idx="88690">
                  <c:v>8190</c:v>
                </c:pt>
                <c:pt idx="88641">
                  <c:v>8191</c:v>
                </c:pt>
                <c:pt idx="88592">
                  <c:v>8192</c:v>
                </c:pt>
                <c:pt idx="88543">
                  <c:v>8193</c:v>
                </c:pt>
                <c:pt idx="88494">
                  <c:v>8194</c:v>
                </c:pt>
                <c:pt idx="88445">
                  <c:v>8195</c:v>
                </c:pt>
                <c:pt idx="88396">
                  <c:v>8196</c:v>
                </c:pt>
                <c:pt idx="88347">
                  <c:v>8197</c:v>
                </c:pt>
                <c:pt idx="88298">
                  <c:v>8198</c:v>
                </c:pt>
                <c:pt idx="88249">
                  <c:v>8199</c:v>
                </c:pt>
                <c:pt idx="88200">
                  <c:v>8200</c:v>
                </c:pt>
                <c:pt idx="88151">
                  <c:v>8201</c:v>
                </c:pt>
                <c:pt idx="88102">
                  <c:v>8202</c:v>
                </c:pt>
                <c:pt idx="88053">
                  <c:v>8203</c:v>
                </c:pt>
                <c:pt idx="88004">
                  <c:v>8204</c:v>
                </c:pt>
                <c:pt idx="87955">
                  <c:v>8205</c:v>
                </c:pt>
                <c:pt idx="87906">
                  <c:v>8206</c:v>
                </c:pt>
                <c:pt idx="87857">
                  <c:v>8207</c:v>
                </c:pt>
                <c:pt idx="87808">
                  <c:v>8208</c:v>
                </c:pt>
                <c:pt idx="87759">
                  <c:v>8209</c:v>
                </c:pt>
                <c:pt idx="87710">
                  <c:v>8210</c:v>
                </c:pt>
                <c:pt idx="87661">
                  <c:v>8211</c:v>
                </c:pt>
                <c:pt idx="87612">
                  <c:v>8212</c:v>
                </c:pt>
                <c:pt idx="87563">
                  <c:v>8213</c:v>
                </c:pt>
                <c:pt idx="87514">
                  <c:v>8214</c:v>
                </c:pt>
                <c:pt idx="87465">
                  <c:v>8215</c:v>
                </c:pt>
                <c:pt idx="87416">
                  <c:v>8216</c:v>
                </c:pt>
                <c:pt idx="87367">
                  <c:v>8217</c:v>
                </c:pt>
                <c:pt idx="87318">
                  <c:v>8218</c:v>
                </c:pt>
                <c:pt idx="87269">
                  <c:v>8219</c:v>
                </c:pt>
                <c:pt idx="87220">
                  <c:v>8220</c:v>
                </c:pt>
                <c:pt idx="87171">
                  <c:v>8221</c:v>
                </c:pt>
                <c:pt idx="87122">
                  <c:v>8222</c:v>
                </c:pt>
                <c:pt idx="87073">
                  <c:v>8223</c:v>
                </c:pt>
                <c:pt idx="87024">
                  <c:v>8224</c:v>
                </c:pt>
                <c:pt idx="86975">
                  <c:v>8225</c:v>
                </c:pt>
                <c:pt idx="86926">
                  <c:v>8226</c:v>
                </c:pt>
                <c:pt idx="86877">
                  <c:v>8227</c:v>
                </c:pt>
                <c:pt idx="86828">
                  <c:v>8228</c:v>
                </c:pt>
                <c:pt idx="86779">
                  <c:v>8229</c:v>
                </c:pt>
                <c:pt idx="86730">
                  <c:v>8230</c:v>
                </c:pt>
                <c:pt idx="86681">
                  <c:v>8231</c:v>
                </c:pt>
                <c:pt idx="86632">
                  <c:v>8232</c:v>
                </c:pt>
                <c:pt idx="86583">
                  <c:v>8233</c:v>
                </c:pt>
                <c:pt idx="86534">
                  <c:v>8234</c:v>
                </c:pt>
                <c:pt idx="86485">
                  <c:v>8235</c:v>
                </c:pt>
                <c:pt idx="86436">
                  <c:v>8236</c:v>
                </c:pt>
                <c:pt idx="86387">
                  <c:v>8237</c:v>
                </c:pt>
                <c:pt idx="86338">
                  <c:v>8238</c:v>
                </c:pt>
                <c:pt idx="86289">
                  <c:v>8239</c:v>
                </c:pt>
                <c:pt idx="86240">
                  <c:v>8240</c:v>
                </c:pt>
                <c:pt idx="86191">
                  <c:v>8241</c:v>
                </c:pt>
                <c:pt idx="86142">
                  <c:v>8242</c:v>
                </c:pt>
                <c:pt idx="86093">
                  <c:v>8243</c:v>
                </c:pt>
                <c:pt idx="86044">
                  <c:v>8244</c:v>
                </c:pt>
                <c:pt idx="85995">
                  <c:v>8245</c:v>
                </c:pt>
                <c:pt idx="85946">
                  <c:v>8246</c:v>
                </c:pt>
                <c:pt idx="85897">
                  <c:v>8247</c:v>
                </c:pt>
                <c:pt idx="85848">
                  <c:v>8248</c:v>
                </c:pt>
                <c:pt idx="85799">
                  <c:v>8249</c:v>
                </c:pt>
                <c:pt idx="85750">
                  <c:v>8250</c:v>
                </c:pt>
                <c:pt idx="85701">
                  <c:v>8251</c:v>
                </c:pt>
                <c:pt idx="85652">
                  <c:v>8252</c:v>
                </c:pt>
                <c:pt idx="85603">
                  <c:v>8253</c:v>
                </c:pt>
                <c:pt idx="85554">
                  <c:v>8254</c:v>
                </c:pt>
                <c:pt idx="85505">
                  <c:v>8255</c:v>
                </c:pt>
                <c:pt idx="85456">
                  <c:v>8256</c:v>
                </c:pt>
                <c:pt idx="85407">
                  <c:v>8257</c:v>
                </c:pt>
                <c:pt idx="85358">
                  <c:v>8258</c:v>
                </c:pt>
                <c:pt idx="85309">
                  <c:v>8259</c:v>
                </c:pt>
                <c:pt idx="85260">
                  <c:v>8260</c:v>
                </c:pt>
                <c:pt idx="85211">
                  <c:v>8261</c:v>
                </c:pt>
                <c:pt idx="85162">
                  <c:v>8262</c:v>
                </c:pt>
                <c:pt idx="85113">
                  <c:v>8263</c:v>
                </c:pt>
                <c:pt idx="85064">
                  <c:v>8264</c:v>
                </c:pt>
                <c:pt idx="85015">
                  <c:v>8265</c:v>
                </c:pt>
                <c:pt idx="84966">
                  <c:v>8266</c:v>
                </c:pt>
                <c:pt idx="84917">
                  <c:v>8267</c:v>
                </c:pt>
                <c:pt idx="84868">
                  <c:v>8268</c:v>
                </c:pt>
                <c:pt idx="84819">
                  <c:v>8269</c:v>
                </c:pt>
                <c:pt idx="84770">
                  <c:v>8270</c:v>
                </c:pt>
                <c:pt idx="84721">
                  <c:v>8271</c:v>
                </c:pt>
                <c:pt idx="84672">
                  <c:v>8272</c:v>
                </c:pt>
                <c:pt idx="84623">
                  <c:v>8273</c:v>
                </c:pt>
                <c:pt idx="84574">
                  <c:v>8274</c:v>
                </c:pt>
                <c:pt idx="84525">
                  <c:v>8275</c:v>
                </c:pt>
                <c:pt idx="84476">
                  <c:v>8276</c:v>
                </c:pt>
                <c:pt idx="84427">
                  <c:v>8277</c:v>
                </c:pt>
                <c:pt idx="84378">
                  <c:v>8278</c:v>
                </c:pt>
                <c:pt idx="84329">
                  <c:v>8279</c:v>
                </c:pt>
                <c:pt idx="84280">
                  <c:v>8280</c:v>
                </c:pt>
                <c:pt idx="84231">
                  <c:v>8281</c:v>
                </c:pt>
                <c:pt idx="84182">
                  <c:v>8282</c:v>
                </c:pt>
                <c:pt idx="84133">
                  <c:v>8283</c:v>
                </c:pt>
                <c:pt idx="84084">
                  <c:v>8284</c:v>
                </c:pt>
                <c:pt idx="84035">
                  <c:v>8285</c:v>
                </c:pt>
                <c:pt idx="83986">
                  <c:v>8286</c:v>
                </c:pt>
                <c:pt idx="83937">
                  <c:v>8287</c:v>
                </c:pt>
                <c:pt idx="83888">
                  <c:v>8288</c:v>
                </c:pt>
                <c:pt idx="83839">
                  <c:v>8289</c:v>
                </c:pt>
                <c:pt idx="83790">
                  <c:v>8290</c:v>
                </c:pt>
                <c:pt idx="83741">
                  <c:v>8291</c:v>
                </c:pt>
                <c:pt idx="83692">
                  <c:v>8292</c:v>
                </c:pt>
                <c:pt idx="83643">
                  <c:v>8293</c:v>
                </c:pt>
                <c:pt idx="83594">
                  <c:v>8294</c:v>
                </c:pt>
                <c:pt idx="83545">
                  <c:v>8295</c:v>
                </c:pt>
                <c:pt idx="83496">
                  <c:v>8296</c:v>
                </c:pt>
                <c:pt idx="83447">
                  <c:v>8297</c:v>
                </c:pt>
                <c:pt idx="83398">
                  <c:v>8298</c:v>
                </c:pt>
                <c:pt idx="83349">
                  <c:v>8299</c:v>
                </c:pt>
                <c:pt idx="83300">
                  <c:v>8300</c:v>
                </c:pt>
                <c:pt idx="83251">
                  <c:v>8301</c:v>
                </c:pt>
                <c:pt idx="83202">
                  <c:v>8302</c:v>
                </c:pt>
                <c:pt idx="83153">
                  <c:v>8303</c:v>
                </c:pt>
                <c:pt idx="83104">
                  <c:v>8304</c:v>
                </c:pt>
                <c:pt idx="83055">
                  <c:v>8305</c:v>
                </c:pt>
                <c:pt idx="83006">
                  <c:v>8306</c:v>
                </c:pt>
                <c:pt idx="82957">
                  <c:v>8307</c:v>
                </c:pt>
                <c:pt idx="82908">
                  <c:v>8308</c:v>
                </c:pt>
                <c:pt idx="82859">
                  <c:v>8309</c:v>
                </c:pt>
                <c:pt idx="82810">
                  <c:v>8310</c:v>
                </c:pt>
                <c:pt idx="82761">
                  <c:v>8311</c:v>
                </c:pt>
                <c:pt idx="82712">
                  <c:v>8312</c:v>
                </c:pt>
                <c:pt idx="82663">
                  <c:v>8313</c:v>
                </c:pt>
                <c:pt idx="82614">
                  <c:v>8314</c:v>
                </c:pt>
                <c:pt idx="82565">
                  <c:v>8315</c:v>
                </c:pt>
                <c:pt idx="82516">
                  <c:v>8316</c:v>
                </c:pt>
                <c:pt idx="82467">
                  <c:v>8317</c:v>
                </c:pt>
                <c:pt idx="82418">
                  <c:v>8318</c:v>
                </c:pt>
                <c:pt idx="82369">
                  <c:v>8319</c:v>
                </c:pt>
                <c:pt idx="82320">
                  <c:v>8320</c:v>
                </c:pt>
                <c:pt idx="82271">
                  <c:v>8321</c:v>
                </c:pt>
                <c:pt idx="82222">
                  <c:v>8322</c:v>
                </c:pt>
                <c:pt idx="82173">
                  <c:v>8323</c:v>
                </c:pt>
                <c:pt idx="82124">
                  <c:v>8324</c:v>
                </c:pt>
                <c:pt idx="82075">
                  <c:v>8325</c:v>
                </c:pt>
                <c:pt idx="82026">
                  <c:v>8326</c:v>
                </c:pt>
                <c:pt idx="81977">
                  <c:v>8327</c:v>
                </c:pt>
                <c:pt idx="81928">
                  <c:v>8328</c:v>
                </c:pt>
                <c:pt idx="81879">
                  <c:v>8329</c:v>
                </c:pt>
                <c:pt idx="81830">
                  <c:v>8330</c:v>
                </c:pt>
                <c:pt idx="81781">
                  <c:v>8331</c:v>
                </c:pt>
                <c:pt idx="81732">
                  <c:v>8332</c:v>
                </c:pt>
                <c:pt idx="81683">
                  <c:v>8333</c:v>
                </c:pt>
                <c:pt idx="81634">
                  <c:v>8334</c:v>
                </c:pt>
                <c:pt idx="81585">
                  <c:v>8335</c:v>
                </c:pt>
                <c:pt idx="81536">
                  <c:v>8336</c:v>
                </c:pt>
                <c:pt idx="81487">
                  <c:v>8337</c:v>
                </c:pt>
                <c:pt idx="81438">
                  <c:v>8338</c:v>
                </c:pt>
                <c:pt idx="81389">
                  <c:v>8339</c:v>
                </c:pt>
                <c:pt idx="81340">
                  <c:v>8340</c:v>
                </c:pt>
                <c:pt idx="81291">
                  <c:v>8341</c:v>
                </c:pt>
                <c:pt idx="81242">
                  <c:v>8342</c:v>
                </c:pt>
                <c:pt idx="81193">
                  <c:v>8343</c:v>
                </c:pt>
                <c:pt idx="81144">
                  <c:v>8344</c:v>
                </c:pt>
                <c:pt idx="81095">
                  <c:v>8345</c:v>
                </c:pt>
                <c:pt idx="81046">
                  <c:v>8346</c:v>
                </c:pt>
                <c:pt idx="80997">
                  <c:v>8347</c:v>
                </c:pt>
                <c:pt idx="80948">
                  <c:v>8348</c:v>
                </c:pt>
                <c:pt idx="80899">
                  <c:v>8349</c:v>
                </c:pt>
                <c:pt idx="80850">
                  <c:v>8350</c:v>
                </c:pt>
                <c:pt idx="80801">
                  <c:v>8351</c:v>
                </c:pt>
                <c:pt idx="80752">
                  <c:v>8352</c:v>
                </c:pt>
                <c:pt idx="80703">
                  <c:v>8353</c:v>
                </c:pt>
                <c:pt idx="80654">
                  <c:v>8354</c:v>
                </c:pt>
                <c:pt idx="80605">
                  <c:v>8355</c:v>
                </c:pt>
                <c:pt idx="80556">
                  <c:v>8356</c:v>
                </c:pt>
                <c:pt idx="80507">
                  <c:v>8357</c:v>
                </c:pt>
                <c:pt idx="80458">
                  <c:v>8358</c:v>
                </c:pt>
                <c:pt idx="80409">
                  <c:v>8359</c:v>
                </c:pt>
                <c:pt idx="80360">
                  <c:v>8360</c:v>
                </c:pt>
                <c:pt idx="80311">
                  <c:v>8361</c:v>
                </c:pt>
                <c:pt idx="80262">
                  <c:v>8362</c:v>
                </c:pt>
                <c:pt idx="80213">
                  <c:v>8363</c:v>
                </c:pt>
                <c:pt idx="80164">
                  <c:v>8364</c:v>
                </c:pt>
                <c:pt idx="80115">
                  <c:v>8365</c:v>
                </c:pt>
                <c:pt idx="80066">
                  <c:v>8366</c:v>
                </c:pt>
                <c:pt idx="80017">
                  <c:v>8367</c:v>
                </c:pt>
                <c:pt idx="79968">
                  <c:v>8368</c:v>
                </c:pt>
                <c:pt idx="79919">
                  <c:v>8369</c:v>
                </c:pt>
                <c:pt idx="79870">
                  <c:v>8370</c:v>
                </c:pt>
                <c:pt idx="79821">
                  <c:v>8371</c:v>
                </c:pt>
                <c:pt idx="79772">
                  <c:v>8372</c:v>
                </c:pt>
                <c:pt idx="79723">
                  <c:v>8373</c:v>
                </c:pt>
                <c:pt idx="79674">
                  <c:v>8374</c:v>
                </c:pt>
                <c:pt idx="79625">
                  <c:v>8375</c:v>
                </c:pt>
                <c:pt idx="79576">
                  <c:v>8376</c:v>
                </c:pt>
                <c:pt idx="79527">
                  <c:v>8377</c:v>
                </c:pt>
                <c:pt idx="79478">
                  <c:v>8378</c:v>
                </c:pt>
                <c:pt idx="79429">
                  <c:v>8379</c:v>
                </c:pt>
                <c:pt idx="79380">
                  <c:v>8380</c:v>
                </c:pt>
                <c:pt idx="79331">
                  <c:v>8381</c:v>
                </c:pt>
                <c:pt idx="79282">
                  <c:v>8382</c:v>
                </c:pt>
                <c:pt idx="79233">
                  <c:v>8383</c:v>
                </c:pt>
                <c:pt idx="79184">
                  <c:v>8384</c:v>
                </c:pt>
                <c:pt idx="79135">
                  <c:v>8385</c:v>
                </c:pt>
                <c:pt idx="79086">
                  <c:v>8386</c:v>
                </c:pt>
                <c:pt idx="79037">
                  <c:v>8387</c:v>
                </c:pt>
                <c:pt idx="78988">
                  <c:v>8388</c:v>
                </c:pt>
                <c:pt idx="78939">
                  <c:v>8389</c:v>
                </c:pt>
                <c:pt idx="78890">
                  <c:v>8390</c:v>
                </c:pt>
                <c:pt idx="78841">
                  <c:v>8391</c:v>
                </c:pt>
                <c:pt idx="78792">
                  <c:v>8392</c:v>
                </c:pt>
                <c:pt idx="78743">
                  <c:v>8393</c:v>
                </c:pt>
                <c:pt idx="78694">
                  <c:v>8394</c:v>
                </c:pt>
                <c:pt idx="78645">
                  <c:v>8395</c:v>
                </c:pt>
                <c:pt idx="78596">
                  <c:v>8396</c:v>
                </c:pt>
                <c:pt idx="78547">
                  <c:v>8397</c:v>
                </c:pt>
                <c:pt idx="78498">
                  <c:v>8398</c:v>
                </c:pt>
                <c:pt idx="78449">
                  <c:v>8399</c:v>
                </c:pt>
                <c:pt idx="78400">
                  <c:v>8400</c:v>
                </c:pt>
                <c:pt idx="78351">
                  <c:v>8401</c:v>
                </c:pt>
                <c:pt idx="78302">
                  <c:v>8402</c:v>
                </c:pt>
                <c:pt idx="78253">
                  <c:v>8403</c:v>
                </c:pt>
                <c:pt idx="78204">
                  <c:v>8404</c:v>
                </c:pt>
                <c:pt idx="78155">
                  <c:v>8405</c:v>
                </c:pt>
                <c:pt idx="78106">
                  <c:v>8406</c:v>
                </c:pt>
                <c:pt idx="78057">
                  <c:v>8407</c:v>
                </c:pt>
                <c:pt idx="78008">
                  <c:v>8408</c:v>
                </c:pt>
                <c:pt idx="77959">
                  <c:v>8409</c:v>
                </c:pt>
                <c:pt idx="77910">
                  <c:v>8410</c:v>
                </c:pt>
                <c:pt idx="77861">
                  <c:v>8411</c:v>
                </c:pt>
                <c:pt idx="77812">
                  <c:v>8412</c:v>
                </c:pt>
                <c:pt idx="77763">
                  <c:v>8413</c:v>
                </c:pt>
                <c:pt idx="77714">
                  <c:v>8414</c:v>
                </c:pt>
                <c:pt idx="77665">
                  <c:v>8415</c:v>
                </c:pt>
                <c:pt idx="77616">
                  <c:v>8416</c:v>
                </c:pt>
                <c:pt idx="77567">
                  <c:v>8417</c:v>
                </c:pt>
                <c:pt idx="77518">
                  <c:v>8418</c:v>
                </c:pt>
                <c:pt idx="77469">
                  <c:v>8419</c:v>
                </c:pt>
                <c:pt idx="77420">
                  <c:v>8420</c:v>
                </c:pt>
                <c:pt idx="77371">
                  <c:v>8421</c:v>
                </c:pt>
                <c:pt idx="77322">
                  <c:v>8422</c:v>
                </c:pt>
                <c:pt idx="77273">
                  <c:v>8423</c:v>
                </c:pt>
                <c:pt idx="77224">
                  <c:v>8424</c:v>
                </c:pt>
                <c:pt idx="77175">
                  <c:v>8425</c:v>
                </c:pt>
                <c:pt idx="77126">
                  <c:v>8426</c:v>
                </c:pt>
                <c:pt idx="77077">
                  <c:v>8427</c:v>
                </c:pt>
                <c:pt idx="77028">
                  <c:v>8428</c:v>
                </c:pt>
                <c:pt idx="76979">
                  <c:v>8429</c:v>
                </c:pt>
                <c:pt idx="76930">
                  <c:v>8430</c:v>
                </c:pt>
                <c:pt idx="76881">
                  <c:v>8431</c:v>
                </c:pt>
                <c:pt idx="76832">
                  <c:v>8432</c:v>
                </c:pt>
                <c:pt idx="76783">
                  <c:v>8433</c:v>
                </c:pt>
                <c:pt idx="76734">
                  <c:v>8434</c:v>
                </c:pt>
                <c:pt idx="76685">
                  <c:v>8435</c:v>
                </c:pt>
                <c:pt idx="76636">
                  <c:v>8436</c:v>
                </c:pt>
                <c:pt idx="76587">
                  <c:v>8437</c:v>
                </c:pt>
                <c:pt idx="76538">
                  <c:v>8438</c:v>
                </c:pt>
                <c:pt idx="76489">
                  <c:v>8439</c:v>
                </c:pt>
                <c:pt idx="76440">
                  <c:v>8440</c:v>
                </c:pt>
                <c:pt idx="76391">
                  <c:v>8441</c:v>
                </c:pt>
                <c:pt idx="76342">
                  <c:v>8442</c:v>
                </c:pt>
                <c:pt idx="76293">
                  <c:v>8443</c:v>
                </c:pt>
                <c:pt idx="76244">
                  <c:v>8444</c:v>
                </c:pt>
                <c:pt idx="76195">
                  <c:v>8445</c:v>
                </c:pt>
                <c:pt idx="76146">
                  <c:v>8446</c:v>
                </c:pt>
                <c:pt idx="76097">
                  <c:v>8447</c:v>
                </c:pt>
                <c:pt idx="76048">
                  <c:v>8448</c:v>
                </c:pt>
                <c:pt idx="75999">
                  <c:v>8449</c:v>
                </c:pt>
                <c:pt idx="75950">
                  <c:v>8450</c:v>
                </c:pt>
                <c:pt idx="75901">
                  <c:v>8451</c:v>
                </c:pt>
                <c:pt idx="75852">
                  <c:v>8452</c:v>
                </c:pt>
                <c:pt idx="75803">
                  <c:v>8453</c:v>
                </c:pt>
                <c:pt idx="75754">
                  <c:v>8454</c:v>
                </c:pt>
                <c:pt idx="75705">
                  <c:v>8455</c:v>
                </c:pt>
                <c:pt idx="75656">
                  <c:v>8456</c:v>
                </c:pt>
                <c:pt idx="75607">
                  <c:v>8457</c:v>
                </c:pt>
                <c:pt idx="75558">
                  <c:v>8458</c:v>
                </c:pt>
                <c:pt idx="75509">
                  <c:v>8459</c:v>
                </c:pt>
                <c:pt idx="75460">
                  <c:v>8460</c:v>
                </c:pt>
                <c:pt idx="75411">
                  <c:v>8461</c:v>
                </c:pt>
                <c:pt idx="75362">
                  <c:v>8462</c:v>
                </c:pt>
                <c:pt idx="75313">
                  <c:v>8463</c:v>
                </c:pt>
                <c:pt idx="75264">
                  <c:v>8464</c:v>
                </c:pt>
                <c:pt idx="75215">
                  <c:v>8465</c:v>
                </c:pt>
                <c:pt idx="75166">
                  <c:v>8466</c:v>
                </c:pt>
                <c:pt idx="75117">
                  <c:v>8467</c:v>
                </c:pt>
                <c:pt idx="75068">
                  <c:v>8468</c:v>
                </c:pt>
                <c:pt idx="75019">
                  <c:v>8469</c:v>
                </c:pt>
                <c:pt idx="74970">
                  <c:v>8470</c:v>
                </c:pt>
                <c:pt idx="74921">
                  <c:v>8471</c:v>
                </c:pt>
                <c:pt idx="74872">
                  <c:v>8472</c:v>
                </c:pt>
                <c:pt idx="74823">
                  <c:v>8473</c:v>
                </c:pt>
                <c:pt idx="74774">
                  <c:v>8474</c:v>
                </c:pt>
                <c:pt idx="74725">
                  <c:v>8475</c:v>
                </c:pt>
                <c:pt idx="74676">
                  <c:v>8476</c:v>
                </c:pt>
                <c:pt idx="74627">
                  <c:v>8477</c:v>
                </c:pt>
                <c:pt idx="74578">
                  <c:v>8478</c:v>
                </c:pt>
                <c:pt idx="74529">
                  <c:v>8479</c:v>
                </c:pt>
                <c:pt idx="74480">
                  <c:v>8480</c:v>
                </c:pt>
                <c:pt idx="74431">
                  <c:v>8481</c:v>
                </c:pt>
                <c:pt idx="74382">
                  <c:v>8482</c:v>
                </c:pt>
                <c:pt idx="74333">
                  <c:v>8483</c:v>
                </c:pt>
                <c:pt idx="74284">
                  <c:v>8484</c:v>
                </c:pt>
                <c:pt idx="74235">
                  <c:v>8485</c:v>
                </c:pt>
                <c:pt idx="74186">
                  <c:v>8486</c:v>
                </c:pt>
                <c:pt idx="74137">
                  <c:v>8487</c:v>
                </c:pt>
                <c:pt idx="74088">
                  <c:v>8488</c:v>
                </c:pt>
                <c:pt idx="74039">
                  <c:v>8489</c:v>
                </c:pt>
                <c:pt idx="73990">
                  <c:v>8490</c:v>
                </c:pt>
                <c:pt idx="73941">
                  <c:v>8491</c:v>
                </c:pt>
                <c:pt idx="73892">
                  <c:v>8492</c:v>
                </c:pt>
                <c:pt idx="73843">
                  <c:v>8493</c:v>
                </c:pt>
                <c:pt idx="73794">
                  <c:v>8494</c:v>
                </c:pt>
                <c:pt idx="73745">
                  <c:v>8495</c:v>
                </c:pt>
                <c:pt idx="73696">
                  <c:v>8496</c:v>
                </c:pt>
                <c:pt idx="73647">
                  <c:v>8497</c:v>
                </c:pt>
                <c:pt idx="73598">
                  <c:v>8498</c:v>
                </c:pt>
                <c:pt idx="73549">
                  <c:v>8499</c:v>
                </c:pt>
                <c:pt idx="73500">
                  <c:v>8500</c:v>
                </c:pt>
                <c:pt idx="73451">
                  <c:v>8501</c:v>
                </c:pt>
                <c:pt idx="73402">
                  <c:v>8502</c:v>
                </c:pt>
                <c:pt idx="73353">
                  <c:v>8503</c:v>
                </c:pt>
                <c:pt idx="73304">
                  <c:v>8504</c:v>
                </c:pt>
                <c:pt idx="73255">
                  <c:v>8505</c:v>
                </c:pt>
                <c:pt idx="73206">
                  <c:v>8506</c:v>
                </c:pt>
                <c:pt idx="73157">
                  <c:v>8507</c:v>
                </c:pt>
                <c:pt idx="73108">
                  <c:v>8508</c:v>
                </c:pt>
                <c:pt idx="73059">
                  <c:v>8509</c:v>
                </c:pt>
                <c:pt idx="73010">
                  <c:v>8510</c:v>
                </c:pt>
                <c:pt idx="72961">
                  <c:v>8511</c:v>
                </c:pt>
                <c:pt idx="72912">
                  <c:v>8512</c:v>
                </c:pt>
                <c:pt idx="72863">
                  <c:v>8513</c:v>
                </c:pt>
                <c:pt idx="72814">
                  <c:v>8514</c:v>
                </c:pt>
                <c:pt idx="72765">
                  <c:v>8515</c:v>
                </c:pt>
                <c:pt idx="72716">
                  <c:v>8516</c:v>
                </c:pt>
                <c:pt idx="72667">
                  <c:v>8517</c:v>
                </c:pt>
                <c:pt idx="72618">
                  <c:v>8518</c:v>
                </c:pt>
                <c:pt idx="72569">
                  <c:v>8519</c:v>
                </c:pt>
                <c:pt idx="72520">
                  <c:v>8520</c:v>
                </c:pt>
                <c:pt idx="72471">
                  <c:v>8521</c:v>
                </c:pt>
                <c:pt idx="72422">
                  <c:v>8522</c:v>
                </c:pt>
                <c:pt idx="72373">
                  <c:v>8523</c:v>
                </c:pt>
                <c:pt idx="72324">
                  <c:v>8524</c:v>
                </c:pt>
                <c:pt idx="72275">
                  <c:v>8525</c:v>
                </c:pt>
                <c:pt idx="72226">
                  <c:v>8526</c:v>
                </c:pt>
                <c:pt idx="72177">
                  <c:v>8527</c:v>
                </c:pt>
                <c:pt idx="72128">
                  <c:v>8528</c:v>
                </c:pt>
                <c:pt idx="72079">
                  <c:v>8529</c:v>
                </c:pt>
                <c:pt idx="72030">
                  <c:v>8530</c:v>
                </c:pt>
                <c:pt idx="71981">
                  <c:v>8531</c:v>
                </c:pt>
                <c:pt idx="71932">
                  <c:v>8532</c:v>
                </c:pt>
                <c:pt idx="71883">
                  <c:v>8533</c:v>
                </c:pt>
                <c:pt idx="71834">
                  <c:v>8534</c:v>
                </c:pt>
                <c:pt idx="71785">
                  <c:v>8535</c:v>
                </c:pt>
                <c:pt idx="71736">
                  <c:v>8536</c:v>
                </c:pt>
                <c:pt idx="71687">
                  <c:v>8537</c:v>
                </c:pt>
                <c:pt idx="71638">
                  <c:v>8538</c:v>
                </c:pt>
                <c:pt idx="71589">
                  <c:v>8539</c:v>
                </c:pt>
                <c:pt idx="71540">
                  <c:v>8540</c:v>
                </c:pt>
                <c:pt idx="71491">
                  <c:v>8541</c:v>
                </c:pt>
                <c:pt idx="71442">
                  <c:v>8542</c:v>
                </c:pt>
                <c:pt idx="71393">
                  <c:v>8543</c:v>
                </c:pt>
                <c:pt idx="71344">
                  <c:v>8544</c:v>
                </c:pt>
                <c:pt idx="71295">
                  <c:v>8545</c:v>
                </c:pt>
                <c:pt idx="71246">
                  <c:v>8546</c:v>
                </c:pt>
                <c:pt idx="71197">
                  <c:v>8547</c:v>
                </c:pt>
                <c:pt idx="71148">
                  <c:v>8548</c:v>
                </c:pt>
                <c:pt idx="71099">
                  <c:v>8549</c:v>
                </c:pt>
                <c:pt idx="71050">
                  <c:v>8550</c:v>
                </c:pt>
                <c:pt idx="71001">
                  <c:v>8551</c:v>
                </c:pt>
                <c:pt idx="70952">
                  <c:v>8552</c:v>
                </c:pt>
                <c:pt idx="70903">
                  <c:v>8553</c:v>
                </c:pt>
                <c:pt idx="70854">
                  <c:v>8554</c:v>
                </c:pt>
                <c:pt idx="70805">
                  <c:v>8555</c:v>
                </c:pt>
                <c:pt idx="70756">
                  <c:v>8556</c:v>
                </c:pt>
                <c:pt idx="70707">
                  <c:v>8557</c:v>
                </c:pt>
                <c:pt idx="70658">
                  <c:v>8558</c:v>
                </c:pt>
                <c:pt idx="70609">
                  <c:v>8559</c:v>
                </c:pt>
                <c:pt idx="70560">
                  <c:v>8560</c:v>
                </c:pt>
                <c:pt idx="70511">
                  <c:v>8561</c:v>
                </c:pt>
                <c:pt idx="70462">
                  <c:v>8562</c:v>
                </c:pt>
                <c:pt idx="70413">
                  <c:v>8563</c:v>
                </c:pt>
                <c:pt idx="70364">
                  <c:v>8564</c:v>
                </c:pt>
                <c:pt idx="70315">
                  <c:v>8565</c:v>
                </c:pt>
                <c:pt idx="70266">
                  <c:v>8566</c:v>
                </c:pt>
                <c:pt idx="70217">
                  <c:v>8567</c:v>
                </c:pt>
                <c:pt idx="70168">
                  <c:v>8568</c:v>
                </c:pt>
                <c:pt idx="70119">
                  <c:v>8569</c:v>
                </c:pt>
                <c:pt idx="70070">
                  <c:v>8570</c:v>
                </c:pt>
                <c:pt idx="70021">
                  <c:v>8571</c:v>
                </c:pt>
                <c:pt idx="69972">
                  <c:v>8572</c:v>
                </c:pt>
                <c:pt idx="69923">
                  <c:v>8573</c:v>
                </c:pt>
                <c:pt idx="69874">
                  <c:v>8574</c:v>
                </c:pt>
                <c:pt idx="69825">
                  <c:v>8575</c:v>
                </c:pt>
                <c:pt idx="69776">
                  <c:v>8576</c:v>
                </c:pt>
                <c:pt idx="69727">
                  <c:v>8577</c:v>
                </c:pt>
                <c:pt idx="69678">
                  <c:v>8578</c:v>
                </c:pt>
                <c:pt idx="69629">
                  <c:v>8579</c:v>
                </c:pt>
                <c:pt idx="69580">
                  <c:v>8580</c:v>
                </c:pt>
                <c:pt idx="69531">
                  <c:v>8581</c:v>
                </c:pt>
                <c:pt idx="69482">
                  <c:v>8582</c:v>
                </c:pt>
                <c:pt idx="69433">
                  <c:v>8583</c:v>
                </c:pt>
                <c:pt idx="69384">
                  <c:v>8584</c:v>
                </c:pt>
                <c:pt idx="69335">
                  <c:v>8585</c:v>
                </c:pt>
                <c:pt idx="69286">
                  <c:v>8586</c:v>
                </c:pt>
                <c:pt idx="69237">
                  <c:v>8587</c:v>
                </c:pt>
                <c:pt idx="69188">
                  <c:v>8588</c:v>
                </c:pt>
                <c:pt idx="69139">
                  <c:v>8589</c:v>
                </c:pt>
                <c:pt idx="69090">
                  <c:v>8590</c:v>
                </c:pt>
                <c:pt idx="69041">
                  <c:v>8591</c:v>
                </c:pt>
                <c:pt idx="68992">
                  <c:v>8592</c:v>
                </c:pt>
                <c:pt idx="68943">
                  <c:v>8593</c:v>
                </c:pt>
                <c:pt idx="68894">
                  <c:v>8594</c:v>
                </c:pt>
                <c:pt idx="68845">
                  <c:v>8595</c:v>
                </c:pt>
                <c:pt idx="68796">
                  <c:v>8596</c:v>
                </c:pt>
                <c:pt idx="68747">
                  <c:v>8597</c:v>
                </c:pt>
                <c:pt idx="68698">
                  <c:v>8598</c:v>
                </c:pt>
                <c:pt idx="68649">
                  <c:v>8599</c:v>
                </c:pt>
                <c:pt idx="68600">
                  <c:v>8600</c:v>
                </c:pt>
                <c:pt idx="68551">
                  <c:v>8601</c:v>
                </c:pt>
                <c:pt idx="68502">
                  <c:v>8602</c:v>
                </c:pt>
                <c:pt idx="68453">
                  <c:v>8603</c:v>
                </c:pt>
                <c:pt idx="68404">
                  <c:v>8604</c:v>
                </c:pt>
                <c:pt idx="68355">
                  <c:v>8605</c:v>
                </c:pt>
                <c:pt idx="68306">
                  <c:v>8606</c:v>
                </c:pt>
                <c:pt idx="68257">
                  <c:v>8607</c:v>
                </c:pt>
                <c:pt idx="68208">
                  <c:v>8608</c:v>
                </c:pt>
                <c:pt idx="68159">
                  <c:v>8609</c:v>
                </c:pt>
                <c:pt idx="68110">
                  <c:v>8610</c:v>
                </c:pt>
                <c:pt idx="68061">
                  <c:v>8611</c:v>
                </c:pt>
                <c:pt idx="68012">
                  <c:v>8612</c:v>
                </c:pt>
                <c:pt idx="67963">
                  <c:v>8613</c:v>
                </c:pt>
                <c:pt idx="67914">
                  <c:v>8614</c:v>
                </c:pt>
                <c:pt idx="67865">
                  <c:v>8615</c:v>
                </c:pt>
                <c:pt idx="67816">
                  <c:v>8616</c:v>
                </c:pt>
                <c:pt idx="67767">
                  <c:v>8617</c:v>
                </c:pt>
                <c:pt idx="67718">
                  <c:v>8618</c:v>
                </c:pt>
                <c:pt idx="67669">
                  <c:v>8619</c:v>
                </c:pt>
                <c:pt idx="67620">
                  <c:v>8620</c:v>
                </c:pt>
                <c:pt idx="67571">
                  <c:v>8621</c:v>
                </c:pt>
                <c:pt idx="67522">
                  <c:v>8622</c:v>
                </c:pt>
                <c:pt idx="67473">
                  <c:v>8623</c:v>
                </c:pt>
                <c:pt idx="67424">
                  <c:v>8624</c:v>
                </c:pt>
                <c:pt idx="67375">
                  <c:v>8625</c:v>
                </c:pt>
                <c:pt idx="67326">
                  <c:v>8626</c:v>
                </c:pt>
                <c:pt idx="67277">
                  <c:v>8627</c:v>
                </c:pt>
                <c:pt idx="67228">
                  <c:v>8628</c:v>
                </c:pt>
                <c:pt idx="67179">
                  <c:v>8629</c:v>
                </c:pt>
                <c:pt idx="67130">
                  <c:v>8630</c:v>
                </c:pt>
                <c:pt idx="67081">
                  <c:v>8631</c:v>
                </c:pt>
                <c:pt idx="67032">
                  <c:v>8632</c:v>
                </c:pt>
                <c:pt idx="66983">
                  <c:v>8633</c:v>
                </c:pt>
                <c:pt idx="66934">
                  <c:v>8634</c:v>
                </c:pt>
                <c:pt idx="66885">
                  <c:v>8635</c:v>
                </c:pt>
                <c:pt idx="66836">
                  <c:v>8636</c:v>
                </c:pt>
                <c:pt idx="66787">
                  <c:v>8637</c:v>
                </c:pt>
                <c:pt idx="66738">
                  <c:v>8638</c:v>
                </c:pt>
                <c:pt idx="66689">
                  <c:v>8639</c:v>
                </c:pt>
                <c:pt idx="66640">
                  <c:v>8640</c:v>
                </c:pt>
                <c:pt idx="66591">
                  <c:v>8641</c:v>
                </c:pt>
                <c:pt idx="66542">
                  <c:v>8642</c:v>
                </c:pt>
                <c:pt idx="66493">
                  <c:v>8643</c:v>
                </c:pt>
                <c:pt idx="66444">
                  <c:v>8644</c:v>
                </c:pt>
                <c:pt idx="66395">
                  <c:v>8645</c:v>
                </c:pt>
                <c:pt idx="66346">
                  <c:v>8646</c:v>
                </c:pt>
                <c:pt idx="66297">
                  <c:v>8647</c:v>
                </c:pt>
                <c:pt idx="66248">
                  <c:v>8648</c:v>
                </c:pt>
                <c:pt idx="66199">
                  <c:v>8649</c:v>
                </c:pt>
                <c:pt idx="66150">
                  <c:v>8650</c:v>
                </c:pt>
                <c:pt idx="66101">
                  <c:v>8651</c:v>
                </c:pt>
                <c:pt idx="66052">
                  <c:v>8652</c:v>
                </c:pt>
                <c:pt idx="66003">
                  <c:v>8653</c:v>
                </c:pt>
                <c:pt idx="65954">
                  <c:v>8654</c:v>
                </c:pt>
                <c:pt idx="65905">
                  <c:v>8655</c:v>
                </c:pt>
                <c:pt idx="65856">
                  <c:v>8656</c:v>
                </c:pt>
                <c:pt idx="65807">
                  <c:v>8657</c:v>
                </c:pt>
                <c:pt idx="65758">
                  <c:v>8658</c:v>
                </c:pt>
                <c:pt idx="65709">
                  <c:v>8659</c:v>
                </c:pt>
                <c:pt idx="65660">
                  <c:v>8660</c:v>
                </c:pt>
                <c:pt idx="65611">
                  <c:v>8661</c:v>
                </c:pt>
                <c:pt idx="65562">
                  <c:v>8662</c:v>
                </c:pt>
                <c:pt idx="65513">
                  <c:v>8663</c:v>
                </c:pt>
                <c:pt idx="65464">
                  <c:v>8664</c:v>
                </c:pt>
                <c:pt idx="65415">
                  <c:v>8665</c:v>
                </c:pt>
                <c:pt idx="65366">
                  <c:v>8666</c:v>
                </c:pt>
                <c:pt idx="65317">
                  <c:v>8667</c:v>
                </c:pt>
                <c:pt idx="65268">
                  <c:v>8668</c:v>
                </c:pt>
                <c:pt idx="65219">
                  <c:v>8669</c:v>
                </c:pt>
                <c:pt idx="65170">
                  <c:v>8670</c:v>
                </c:pt>
                <c:pt idx="65121">
                  <c:v>8671</c:v>
                </c:pt>
                <c:pt idx="65072">
                  <c:v>8672</c:v>
                </c:pt>
                <c:pt idx="65023">
                  <c:v>8673</c:v>
                </c:pt>
                <c:pt idx="64974">
                  <c:v>8674</c:v>
                </c:pt>
                <c:pt idx="64925">
                  <c:v>8675</c:v>
                </c:pt>
                <c:pt idx="64876">
                  <c:v>8676</c:v>
                </c:pt>
                <c:pt idx="64827">
                  <c:v>8677</c:v>
                </c:pt>
                <c:pt idx="64778">
                  <c:v>8678</c:v>
                </c:pt>
                <c:pt idx="64729">
                  <c:v>8679</c:v>
                </c:pt>
                <c:pt idx="64680">
                  <c:v>8680</c:v>
                </c:pt>
                <c:pt idx="64631">
                  <c:v>8681</c:v>
                </c:pt>
                <c:pt idx="64582">
                  <c:v>8682</c:v>
                </c:pt>
                <c:pt idx="64533">
                  <c:v>8683</c:v>
                </c:pt>
                <c:pt idx="64484">
                  <c:v>8684</c:v>
                </c:pt>
                <c:pt idx="64435">
                  <c:v>8685</c:v>
                </c:pt>
                <c:pt idx="64386">
                  <c:v>8686</c:v>
                </c:pt>
                <c:pt idx="64337">
                  <c:v>8687</c:v>
                </c:pt>
                <c:pt idx="64288">
                  <c:v>8688</c:v>
                </c:pt>
                <c:pt idx="64239">
                  <c:v>8689</c:v>
                </c:pt>
                <c:pt idx="64190">
                  <c:v>8690</c:v>
                </c:pt>
                <c:pt idx="64141">
                  <c:v>8691</c:v>
                </c:pt>
                <c:pt idx="64092">
                  <c:v>8692</c:v>
                </c:pt>
                <c:pt idx="64043">
                  <c:v>8693</c:v>
                </c:pt>
                <c:pt idx="63994">
                  <c:v>8694</c:v>
                </c:pt>
                <c:pt idx="63945">
                  <c:v>8695</c:v>
                </c:pt>
                <c:pt idx="63896">
                  <c:v>8696</c:v>
                </c:pt>
                <c:pt idx="63847">
                  <c:v>8697</c:v>
                </c:pt>
                <c:pt idx="63798">
                  <c:v>8698</c:v>
                </c:pt>
                <c:pt idx="63749">
                  <c:v>8699</c:v>
                </c:pt>
                <c:pt idx="63700">
                  <c:v>8700</c:v>
                </c:pt>
                <c:pt idx="63651">
                  <c:v>8701</c:v>
                </c:pt>
                <c:pt idx="63602">
                  <c:v>8702</c:v>
                </c:pt>
                <c:pt idx="63553">
                  <c:v>8703</c:v>
                </c:pt>
                <c:pt idx="63504">
                  <c:v>8704</c:v>
                </c:pt>
                <c:pt idx="63455">
                  <c:v>8705</c:v>
                </c:pt>
                <c:pt idx="63406">
                  <c:v>8706</c:v>
                </c:pt>
                <c:pt idx="63357">
                  <c:v>8707</c:v>
                </c:pt>
                <c:pt idx="63308">
                  <c:v>8708</c:v>
                </c:pt>
                <c:pt idx="63259">
                  <c:v>8709</c:v>
                </c:pt>
                <c:pt idx="63210">
                  <c:v>8710</c:v>
                </c:pt>
                <c:pt idx="63161">
                  <c:v>8711</c:v>
                </c:pt>
                <c:pt idx="63112">
                  <c:v>8712</c:v>
                </c:pt>
                <c:pt idx="63063">
                  <c:v>8713</c:v>
                </c:pt>
                <c:pt idx="63014">
                  <c:v>8714</c:v>
                </c:pt>
                <c:pt idx="62965">
                  <c:v>8715</c:v>
                </c:pt>
                <c:pt idx="62916">
                  <c:v>8716</c:v>
                </c:pt>
                <c:pt idx="62867">
                  <c:v>8717</c:v>
                </c:pt>
                <c:pt idx="62818">
                  <c:v>8718</c:v>
                </c:pt>
                <c:pt idx="62769">
                  <c:v>8719</c:v>
                </c:pt>
                <c:pt idx="62720">
                  <c:v>8720</c:v>
                </c:pt>
                <c:pt idx="62671">
                  <c:v>8721</c:v>
                </c:pt>
                <c:pt idx="62622">
                  <c:v>8722</c:v>
                </c:pt>
                <c:pt idx="62573">
                  <c:v>8723</c:v>
                </c:pt>
                <c:pt idx="62524">
                  <c:v>8724</c:v>
                </c:pt>
                <c:pt idx="62475">
                  <c:v>8725</c:v>
                </c:pt>
                <c:pt idx="62426">
                  <c:v>8726</c:v>
                </c:pt>
                <c:pt idx="62377">
                  <c:v>8727</c:v>
                </c:pt>
                <c:pt idx="62328">
                  <c:v>8728</c:v>
                </c:pt>
                <c:pt idx="62279">
                  <c:v>8729</c:v>
                </c:pt>
                <c:pt idx="62230">
                  <c:v>8730</c:v>
                </c:pt>
                <c:pt idx="62181">
                  <c:v>8731</c:v>
                </c:pt>
                <c:pt idx="62132">
                  <c:v>8732</c:v>
                </c:pt>
                <c:pt idx="62083">
                  <c:v>8733</c:v>
                </c:pt>
                <c:pt idx="62034">
                  <c:v>8734</c:v>
                </c:pt>
                <c:pt idx="61985">
                  <c:v>8735</c:v>
                </c:pt>
                <c:pt idx="61936">
                  <c:v>8736</c:v>
                </c:pt>
                <c:pt idx="61887">
                  <c:v>8737</c:v>
                </c:pt>
                <c:pt idx="61838">
                  <c:v>8738</c:v>
                </c:pt>
                <c:pt idx="61789">
                  <c:v>8739</c:v>
                </c:pt>
                <c:pt idx="61740">
                  <c:v>8740</c:v>
                </c:pt>
                <c:pt idx="61691">
                  <c:v>8741</c:v>
                </c:pt>
                <c:pt idx="61642">
                  <c:v>8742</c:v>
                </c:pt>
                <c:pt idx="61593">
                  <c:v>8743</c:v>
                </c:pt>
                <c:pt idx="61544">
                  <c:v>8744</c:v>
                </c:pt>
                <c:pt idx="61495">
                  <c:v>8745</c:v>
                </c:pt>
                <c:pt idx="61446">
                  <c:v>8746</c:v>
                </c:pt>
                <c:pt idx="61397">
                  <c:v>8747</c:v>
                </c:pt>
                <c:pt idx="61348">
                  <c:v>8748</c:v>
                </c:pt>
                <c:pt idx="61299">
                  <c:v>8749</c:v>
                </c:pt>
                <c:pt idx="61250">
                  <c:v>8750</c:v>
                </c:pt>
                <c:pt idx="61201">
                  <c:v>8751</c:v>
                </c:pt>
                <c:pt idx="61152">
                  <c:v>8752</c:v>
                </c:pt>
                <c:pt idx="61103">
                  <c:v>8753</c:v>
                </c:pt>
                <c:pt idx="61054">
                  <c:v>8754</c:v>
                </c:pt>
                <c:pt idx="61005">
                  <c:v>8755</c:v>
                </c:pt>
                <c:pt idx="60956">
                  <c:v>8756</c:v>
                </c:pt>
                <c:pt idx="60907">
                  <c:v>8757</c:v>
                </c:pt>
                <c:pt idx="60858">
                  <c:v>8758</c:v>
                </c:pt>
                <c:pt idx="60809">
                  <c:v>8759</c:v>
                </c:pt>
                <c:pt idx="60760">
                  <c:v>8760</c:v>
                </c:pt>
                <c:pt idx="60711">
                  <c:v>8761</c:v>
                </c:pt>
                <c:pt idx="60662">
                  <c:v>8762</c:v>
                </c:pt>
                <c:pt idx="60613">
                  <c:v>8763</c:v>
                </c:pt>
                <c:pt idx="60564">
                  <c:v>8764</c:v>
                </c:pt>
                <c:pt idx="60515">
                  <c:v>8765</c:v>
                </c:pt>
                <c:pt idx="60466">
                  <c:v>8766</c:v>
                </c:pt>
                <c:pt idx="60417">
                  <c:v>8767</c:v>
                </c:pt>
                <c:pt idx="60368">
                  <c:v>8768</c:v>
                </c:pt>
                <c:pt idx="60319">
                  <c:v>8769</c:v>
                </c:pt>
                <c:pt idx="60270">
                  <c:v>8770</c:v>
                </c:pt>
                <c:pt idx="60221">
                  <c:v>8771</c:v>
                </c:pt>
                <c:pt idx="60172">
                  <c:v>8772</c:v>
                </c:pt>
                <c:pt idx="60123">
                  <c:v>8773</c:v>
                </c:pt>
                <c:pt idx="60074">
                  <c:v>8774</c:v>
                </c:pt>
                <c:pt idx="60025">
                  <c:v>8775</c:v>
                </c:pt>
                <c:pt idx="59976">
                  <c:v>8776</c:v>
                </c:pt>
                <c:pt idx="59927">
                  <c:v>8777</c:v>
                </c:pt>
                <c:pt idx="59878">
                  <c:v>8778</c:v>
                </c:pt>
                <c:pt idx="59829">
                  <c:v>8779</c:v>
                </c:pt>
                <c:pt idx="59780">
                  <c:v>8780</c:v>
                </c:pt>
                <c:pt idx="59731">
                  <c:v>8781</c:v>
                </c:pt>
                <c:pt idx="59682">
                  <c:v>8782</c:v>
                </c:pt>
                <c:pt idx="59633">
                  <c:v>8783</c:v>
                </c:pt>
                <c:pt idx="59584">
                  <c:v>8784</c:v>
                </c:pt>
                <c:pt idx="59535">
                  <c:v>8785</c:v>
                </c:pt>
                <c:pt idx="59486">
                  <c:v>8786</c:v>
                </c:pt>
                <c:pt idx="59437">
                  <c:v>8787</c:v>
                </c:pt>
                <c:pt idx="59388">
                  <c:v>8788</c:v>
                </c:pt>
                <c:pt idx="59339">
                  <c:v>8789</c:v>
                </c:pt>
                <c:pt idx="59290">
                  <c:v>8790</c:v>
                </c:pt>
                <c:pt idx="59241">
                  <c:v>8791</c:v>
                </c:pt>
                <c:pt idx="59192">
                  <c:v>8792</c:v>
                </c:pt>
                <c:pt idx="59143">
                  <c:v>8793</c:v>
                </c:pt>
                <c:pt idx="59094">
                  <c:v>8794</c:v>
                </c:pt>
                <c:pt idx="59045">
                  <c:v>8795</c:v>
                </c:pt>
                <c:pt idx="58996">
                  <c:v>8796</c:v>
                </c:pt>
                <c:pt idx="58947">
                  <c:v>8797</c:v>
                </c:pt>
                <c:pt idx="58898">
                  <c:v>8798</c:v>
                </c:pt>
                <c:pt idx="58849">
                  <c:v>8799</c:v>
                </c:pt>
                <c:pt idx="58800">
                  <c:v>8800</c:v>
                </c:pt>
                <c:pt idx="58751">
                  <c:v>8801</c:v>
                </c:pt>
                <c:pt idx="58702">
                  <c:v>8802</c:v>
                </c:pt>
                <c:pt idx="58653">
                  <c:v>8803</c:v>
                </c:pt>
                <c:pt idx="58604">
                  <c:v>8804</c:v>
                </c:pt>
                <c:pt idx="58555">
                  <c:v>8805</c:v>
                </c:pt>
                <c:pt idx="58506">
                  <c:v>8806</c:v>
                </c:pt>
                <c:pt idx="58457">
                  <c:v>8807</c:v>
                </c:pt>
                <c:pt idx="58408">
                  <c:v>8808</c:v>
                </c:pt>
                <c:pt idx="58359">
                  <c:v>8809</c:v>
                </c:pt>
                <c:pt idx="58310">
                  <c:v>8810</c:v>
                </c:pt>
                <c:pt idx="58261">
                  <c:v>8811</c:v>
                </c:pt>
                <c:pt idx="58212">
                  <c:v>8812</c:v>
                </c:pt>
                <c:pt idx="58163">
                  <c:v>8813</c:v>
                </c:pt>
                <c:pt idx="58114">
                  <c:v>8814</c:v>
                </c:pt>
                <c:pt idx="58065">
                  <c:v>8815</c:v>
                </c:pt>
                <c:pt idx="58016">
                  <c:v>8816</c:v>
                </c:pt>
                <c:pt idx="57967">
                  <c:v>8817</c:v>
                </c:pt>
                <c:pt idx="57918">
                  <c:v>8818</c:v>
                </c:pt>
                <c:pt idx="57869">
                  <c:v>8819</c:v>
                </c:pt>
                <c:pt idx="57820">
                  <c:v>8820</c:v>
                </c:pt>
                <c:pt idx="57771">
                  <c:v>8821</c:v>
                </c:pt>
                <c:pt idx="57722">
                  <c:v>8822</c:v>
                </c:pt>
                <c:pt idx="57673">
                  <c:v>8823</c:v>
                </c:pt>
                <c:pt idx="57624">
                  <c:v>8824</c:v>
                </c:pt>
                <c:pt idx="57575">
                  <c:v>8825</c:v>
                </c:pt>
                <c:pt idx="57526">
                  <c:v>8826</c:v>
                </c:pt>
                <c:pt idx="57477">
                  <c:v>8827</c:v>
                </c:pt>
                <c:pt idx="57428">
                  <c:v>8828</c:v>
                </c:pt>
                <c:pt idx="57379">
                  <c:v>8829</c:v>
                </c:pt>
                <c:pt idx="57330">
                  <c:v>8830</c:v>
                </c:pt>
                <c:pt idx="57281">
                  <c:v>8831</c:v>
                </c:pt>
                <c:pt idx="57232">
                  <c:v>8832</c:v>
                </c:pt>
                <c:pt idx="57183">
                  <c:v>8833</c:v>
                </c:pt>
                <c:pt idx="57134">
                  <c:v>8834</c:v>
                </c:pt>
                <c:pt idx="57085">
                  <c:v>8835</c:v>
                </c:pt>
                <c:pt idx="57036">
                  <c:v>8836</c:v>
                </c:pt>
                <c:pt idx="56987">
                  <c:v>8837</c:v>
                </c:pt>
                <c:pt idx="56938">
                  <c:v>8838</c:v>
                </c:pt>
                <c:pt idx="56889">
                  <c:v>8839</c:v>
                </c:pt>
                <c:pt idx="56840">
                  <c:v>8840</c:v>
                </c:pt>
                <c:pt idx="56791">
                  <c:v>8841</c:v>
                </c:pt>
                <c:pt idx="56742">
                  <c:v>8842</c:v>
                </c:pt>
                <c:pt idx="56693">
                  <c:v>8843</c:v>
                </c:pt>
                <c:pt idx="56644">
                  <c:v>8844</c:v>
                </c:pt>
                <c:pt idx="56595">
                  <c:v>8845</c:v>
                </c:pt>
                <c:pt idx="56546">
                  <c:v>8846</c:v>
                </c:pt>
                <c:pt idx="56497">
                  <c:v>8847</c:v>
                </c:pt>
                <c:pt idx="56448">
                  <c:v>8848</c:v>
                </c:pt>
                <c:pt idx="56399">
                  <c:v>8849</c:v>
                </c:pt>
                <c:pt idx="56350">
                  <c:v>8850</c:v>
                </c:pt>
                <c:pt idx="56301">
                  <c:v>8851</c:v>
                </c:pt>
                <c:pt idx="56252">
                  <c:v>8852</c:v>
                </c:pt>
                <c:pt idx="56203">
                  <c:v>8853</c:v>
                </c:pt>
                <c:pt idx="56154">
                  <c:v>8854</c:v>
                </c:pt>
                <c:pt idx="56105">
                  <c:v>8855</c:v>
                </c:pt>
                <c:pt idx="56056">
                  <c:v>8856</c:v>
                </c:pt>
                <c:pt idx="56007">
                  <c:v>8857</c:v>
                </c:pt>
                <c:pt idx="55958">
                  <c:v>8858</c:v>
                </c:pt>
                <c:pt idx="55909">
                  <c:v>8859</c:v>
                </c:pt>
                <c:pt idx="55860">
                  <c:v>8860</c:v>
                </c:pt>
                <c:pt idx="55811">
                  <c:v>8861</c:v>
                </c:pt>
                <c:pt idx="55762">
                  <c:v>8862</c:v>
                </c:pt>
                <c:pt idx="55713">
                  <c:v>8863</c:v>
                </c:pt>
                <c:pt idx="55664">
                  <c:v>8864</c:v>
                </c:pt>
                <c:pt idx="55615">
                  <c:v>8865</c:v>
                </c:pt>
                <c:pt idx="55566">
                  <c:v>8866</c:v>
                </c:pt>
                <c:pt idx="55517">
                  <c:v>8867</c:v>
                </c:pt>
                <c:pt idx="55468">
                  <c:v>8868</c:v>
                </c:pt>
                <c:pt idx="55419">
                  <c:v>8869</c:v>
                </c:pt>
                <c:pt idx="55370">
                  <c:v>8870</c:v>
                </c:pt>
                <c:pt idx="55321">
                  <c:v>8871</c:v>
                </c:pt>
                <c:pt idx="55272">
                  <c:v>8872</c:v>
                </c:pt>
                <c:pt idx="55223">
                  <c:v>8873</c:v>
                </c:pt>
                <c:pt idx="55174">
                  <c:v>8874</c:v>
                </c:pt>
                <c:pt idx="55125">
                  <c:v>8875</c:v>
                </c:pt>
                <c:pt idx="55076">
                  <c:v>8876</c:v>
                </c:pt>
                <c:pt idx="55027">
                  <c:v>8877</c:v>
                </c:pt>
                <c:pt idx="54978">
                  <c:v>8878</c:v>
                </c:pt>
                <c:pt idx="54929">
                  <c:v>8879</c:v>
                </c:pt>
                <c:pt idx="54880">
                  <c:v>8880</c:v>
                </c:pt>
                <c:pt idx="54831">
                  <c:v>8881</c:v>
                </c:pt>
                <c:pt idx="54782">
                  <c:v>8882</c:v>
                </c:pt>
                <c:pt idx="54733">
                  <c:v>8883</c:v>
                </c:pt>
                <c:pt idx="54684">
                  <c:v>8884</c:v>
                </c:pt>
                <c:pt idx="54635">
                  <c:v>8885</c:v>
                </c:pt>
                <c:pt idx="54586">
                  <c:v>8886</c:v>
                </c:pt>
                <c:pt idx="54537">
                  <c:v>8887</c:v>
                </c:pt>
                <c:pt idx="54488">
                  <c:v>8888</c:v>
                </c:pt>
                <c:pt idx="54439">
                  <c:v>8889</c:v>
                </c:pt>
                <c:pt idx="54390">
                  <c:v>8890</c:v>
                </c:pt>
                <c:pt idx="54341">
                  <c:v>8891</c:v>
                </c:pt>
                <c:pt idx="54292">
                  <c:v>8892</c:v>
                </c:pt>
                <c:pt idx="54243">
                  <c:v>8893</c:v>
                </c:pt>
                <c:pt idx="54194">
                  <c:v>8894</c:v>
                </c:pt>
                <c:pt idx="54145">
                  <c:v>8895</c:v>
                </c:pt>
                <c:pt idx="54096">
                  <c:v>8896</c:v>
                </c:pt>
                <c:pt idx="54047">
                  <c:v>8897</c:v>
                </c:pt>
                <c:pt idx="53998">
                  <c:v>8898</c:v>
                </c:pt>
                <c:pt idx="53949">
                  <c:v>8899</c:v>
                </c:pt>
                <c:pt idx="53900">
                  <c:v>8900</c:v>
                </c:pt>
                <c:pt idx="53851">
                  <c:v>8901</c:v>
                </c:pt>
                <c:pt idx="53802">
                  <c:v>8902</c:v>
                </c:pt>
                <c:pt idx="53753">
                  <c:v>8903</c:v>
                </c:pt>
                <c:pt idx="53704">
                  <c:v>8904</c:v>
                </c:pt>
                <c:pt idx="53655">
                  <c:v>8905</c:v>
                </c:pt>
                <c:pt idx="53606">
                  <c:v>8906</c:v>
                </c:pt>
                <c:pt idx="53557">
                  <c:v>8907</c:v>
                </c:pt>
                <c:pt idx="53508">
                  <c:v>8908</c:v>
                </c:pt>
                <c:pt idx="53459">
                  <c:v>8909</c:v>
                </c:pt>
                <c:pt idx="53410">
                  <c:v>8910</c:v>
                </c:pt>
                <c:pt idx="53361">
                  <c:v>8911</c:v>
                </c:pt>
                <c:pt idx="53312">
                  <c:v>8912</c:v>
                </c:pt>
                <c:pt idx="53263">
                  <c:v>8913</c:v>
                </c:pt>
                <c:pt idx="53214">
                  <c:v>8914</c:v>
                </c:pt>
                <c:pt idx="53165">
                  <c:v>8915</c:v>
                </c:pt>
                <c:pt idx="53116">
                  <c:v>8916</c:v>
                </c:pt>
                <c:pt idx="53067">
                  <c:v>8917</c:v>
                </c:pt>
                <c:pt idx="53018">
                  <c:v>8918</c:v>
                </c:pt>
                <c:pt idx="52969">
                  <c:v>8919</c:v>
                </c:pt>
                <c:pt idx="52920">
                  <c:v>8920</c:v>
                </c:pt>
                <c:pt idx="52871">
                  <c:v>8921</c:v>
                </c:pt>
                <c:pt idx="52822">
                  <c:v>8922</c:v>
                </c:pt>
                <c:pt idx="52773">
                  <c:v>8923</c:v>
                </c:pt>
                <c:pt idx="52724">
                  <c:v>8924</c:v>
                </c:pt>
                <c:pt idx="52675">
                  <c:v>8925</c:v>
                </c:pt>
                <c:pt idx="52626">
                  <c:v>8926</c:v>
                </c:pt>
                <c:pt idx="52577">
                  <c:v>8927</c:v>
                </c:pt>
                <c:pt idx="52528">
                  <c:v>8928</c:v>
                </c:pt>
                <c:pt idx="52479">
                  <c:v>8929</c:v>
                </c:pt>
                <c:pt idx="52430">
                  <c:v>8930</c:v>
                </c:pt>
                <c:pt idx="52381">
                  <c:v>8931</c:v>
                </c:pt>
                <c:pt idx="52332">
                  <c:v>8932</c:v>
                </c:pt>
                <c:pt idx="52283">
                  <c:v>8933</c:v>
                </c:pt>
                <c:pt idx="52234">
                  <c:v>8934</c:v>
                </c:pt>
                <c:pt idx="52185">
                  <c:v>8935</c:v>
                </c:pt>
                <c:pt idx="52136">
                  <c:v>8936</c:v>
                </c:pt>
                <c:pt idx="52087">
                  <c:v>8937</c:v>
                </c:pt>
                <c:pt idx="52038">
                  <c:v>8938</c:v>
                </c:pt>
                <c:pt idx="51989">
                  <c:v>8939</c:v>
                </c:pt>
                <c:pt idx="51940">
                  <c:v>8940</c:v>
                </c:pt>
                <c:pt idx="51891">
                  <c:v>8941</c:v>
                </c:pt>
                <c:pt idx="51842">
                  <c:v>8942</c:v>
                </c:pt>
                <c:pt idx="51793">
                  <c:v>8943</c:v>
                </c:pt>
                <c:pt idx="51744">
                  <c:v>8944</c:v>
                </c:pt>
                <c:pt idx="51695">
                  <c:v>8945</c:v>
                </c:pt>
                <c:pt idx="51646">
                  <c:v>8946</c:v>
                </c:pt>
                <c:pt idx="51597">
                  <c:v>8947</c:v>
                </c:pt>
                <c:pt idx="51548">
                  <c:v>8948</c:v>
                </c:pt>
                <c:pt idx="51499">
                  <c:v>8949</c:v>
                </c:pt>
                <c:pt idx="51450">
                  <c:v>8950</c:v>
                </c:pt>
                <c:pt idx="51401">
                  <c:v>8951</c:v>
                </c:pt>
                <c:pt idx="51352">
                  <c:v>8952</c:v>
                </c:pt>
                <c:pt idx="51303">
                  <c:v>8953</c:v>
                </c:pt>
                <c:pt idx="51254">
                  <c:v>8954</c:v>
                </c:pt>
                <c:pt idx="51205">
                  <c:v>8955</c:v>
                </c:pt>
                <c:pt idx="51156">
                  <c:v>8956</c:v>
                </c:pt>
                <c:pt idx="51107">
                  <c:v>8957</c:v>
                </c:pt>
                <c:pt idx="51058">
                  <c:v>8958</c:v>
                </c:pt>
                <c:pt idx="51009">
                  <c:v>8959</c:v>
                </c:pt>
                <c:pt idx="50960">
                  <c:v>8960</c:v>
                </c:pt>
                <c:pt idx="50911">
                  <c:v>8961</c:v>
                </c:pt>
                <c:pt idx="50862">
                  <c:v>8962</c:v>
                </c:pt>
                <c:pt idx="50813">
                  <c:v>8963</c:v>
                </c:pt>
                <c:pt idx="50764">
                  <c:v>8964</c:v>
                </c:pt>
                <c:pt idx="50715">
                  <c:v>8965</c:v>
                </c:pt>
                <c:pt idx="50666">
                  <c:v>8966</c:v>
                </c:pt>
                <c:pt idx="50617">
                  <c:v>8967</c:v>
                </c:pt>
                <c:pt idx="50568">
                  <c:v>8968</c:v>
                </c:pt>
                <c:pt idx="50519">
                  <c:v>8969</c:v>
                </c:pt>
                <c:pt idx="50470">
                  <c:v>8970</c:v>
                </c:pt>
                <c:pt idx="50421">
                  <c:v>8971</c:v>
                </c:pt>
                <c:pt idx="50372">
                  <c:v>8972</c:v>
                </c:pt>
                <c:pt idx="50323">
                  <c:v>8973</c:v>
                </c:pt>
                <c:pt idx="50274">
                  <c:v>8974</c:v>
                </c:pt>
                <c:pt idx="50225">
                  <c:v>8975</c:v>
                </c:pt>
                <c:pt idx="50176">
                  <c:v>8976</c:v>
                </c:pt>
                <c:pt idx="50127">
                  <c:v>8977</c:v>
                </c:pt>
                <c:pt idx="50078">
                  <c:v>8978</c:v>
                </c:pt>
                <c:pt idx="50029">
                  <c:v>8979</c:v>
                </c:pt>
                <c:pt idx="49980">
                  <c:v>8980</c:v>
                </c:pt>
                <c:pt idx="49931">
                  <c:v>8981</c:v>
                </c:pt>
                <c:pt idx="49882">
                  <c:v>8982</c:v>
                </c:pt>
                <c:pt idx="49833">
                  <c:v>8983</c:v>
                </c:pt>
                <c:pt idx="49784">
                  <c:v>8984</c:v>
                </c:pt>
                <c:pt idx="49735">
                  <c:v>8985</c:v>
                </c:pt>
                <c:pt idx="49686">
                  <c:v>8986</c:v>
                </c:pt>
                <c:pt idx="49637">
                  <c:v>8987</c:v>
                </c:pt>
                <c:pt idx="49588">
                  <c:v>8988</c:v>
                </c:pt>
                <c:pt idx="49539">
                  <c:v>8989</c:v>
                </c:pt>
                <c:pt idx="49490">
                  <c:v>8990</c:v>
                </c:pt>
                <c:pt idx="49441">
                  <c:v>8991</c:v>
                </c:pt>
                <c:pt idx="49392">
                  <c:v>8992</c:v>
                </c:pt>
                <c:pt idx="49343">
                  <c:v>8993</c:v>
                </c:pt>
                <c:pt idx="49294">
                  <c:v>8994</c:v>
                </c:pt>
                <c:pt idx="49245">
                  <c:v>8995</c:v>
                </c:pt>
                <c:pt idx="49196">
                  <c:v>8996</c:v>
                </c:pt>
                <c:pt idx="49147">
                  <c:v>8997</c:v>
                </c:pt>
                <c:pt idx="49098">
                  <c:v>8998</c:v>
                </c:pt>
                <c:pt idx="49049">
                  <c:v>8999</c:v>
                </c:pt>
                <c:pt idx="49000">
                  <c:v>9000</c:v>
                </c:pt>
                <c:pt idx="48951">
                  <c:v>9001</c:v>
                </c:pt>
                <c:pt idx="48902">
                  <c:v>9002</c:v>
                </c:pt>
                <c:pt idx="48853">
                  <c:v>9003</c:v>
                </c:pt>
                <c:pt idx="48804">
                  <c:v>9004</c:v>
                </c:pt>
                <c:pt idx="48755">
                  <c:v>9005</c:v>
                </c:pt>
                <c:pt idx="48706">
                  <c:v>9006</c:v>
                </c:pt>
                <c:pt idx="48657">
                  <c:v>9007</c:v>
                </c:pt>
                <c:pt idx="48608">
                  <c:v>9008</c:v>
                </c:pt>
                <c:pt idx="48559">
                  <c:v>9009</c:v>
                </c:pt>
                <c:pt idx="48510">
                  <c:v>9010</c:v>
                </c:pt>
                <c:pt idx="48461">
                  <c:v>9011</c:v>
                </c:pt>
                <c:pt idx="48412">
                  <c:v>9012</c:v>
                </c:pt>
                <c:pt idx="48363">
                  <c:v>9013</c:v>
                </c:pt>
                <c:pt idx="48314">
                  <c:v>9014</c:v>
                </c:pt>
                <c:pt idx="48265">
                  <c:v>9015</c:v>
                </c:pt>
                <c:pt idx="48216">
                  <c:v>9016</c:v>
                </c:pt>
                <c:pt idx="48167">
                  <c:v>9017</c:v>
                </c:pt>
                <c:pt idx="48118">
                  <c:v>9018</c:v>
                </c:pt>
                <c:pt idx="48069">
                  <c:v>9019</c:v>
                </c:pt>
                <c:pt idx="48020">
                  <c:v>9020</c:v>
                </c:pt>
                <c:pt idx="47971">
                  <c:v>9021</c:v>
                </c:pt>
                <c:pt idx="47922">
                  <c:v>9022</c:v>
                </c:pt>
                <c:pt idx="47873">
                  <c:v>9023</c:v>
                </c:pt>
                <c:pt idx="47824">
                  <c:v>9024</c:v>
                </c:pt>
                <c:pt idx="47775">
                  <c:v>9025</c:v>
                </c:pt>
                <c:pt idx="47726">
                  <c:v>9026</c:v>
                </c:pt>
                <c:pt idx="47677">
                  <c:v>9027</c:v>
                </c:pt>
                <c:pt idx="47628">
                  <c:v>9028</c:v>
                </c:pt>
                <c:pt idx="47579">
                  <c:v>9029</c:v>
                </c:pt>
                <c:pt idx="47530">
                  <c:v>9030</c:v>
                </c:pt>
                <c:pt idx="47481">
                  <c:v>9031</c:v>
                </c:pt>
                <c:pt idx="47432">
                  <c:v>9032</c:v>
                </c:pt>
                <c:pt idx="47383">
                  <c:v>9033</c:v>
                </c:pt>
                <c:pt idx="47334">
                  <c:v>9034</c:v>
                </c:pt>
                <c:pt idx="47285">
                  <c:v>9035</c:v>
                </c:pt>
                <c:pt idx="47236">
                  <c:v>9036</c:v>
                </c:pt>
                <c:pt idx="47187">
                  <c:v>9037</c:v>
                </c:pt>
                <c:pt idx="47138">
                  <c:v>9038</c:v>
                </c:pt>
                <c:pt idx="47089">
                  <c:v>9039</c:v>
                </c:pt>
                <c:pt idx="47040">
                  <c:v>9040</c:v>
                </c:pt>
                <c:pt idx="46991">
                  <c:v>9041</c:v>
                </c:pt>
                <c:pt idx="46942">
                  <c:v>9042</c:v>
                </c:pt>
                <c:pt idx="46893">
                  <c:v>9043</c:v>
                </c:pt>
                <c:pt idx="46844">
                  <c:v>9044</c:v>
                </c:pt>
                <c:pt idx="46795">
                  <c:v>9045</c:v>
                </c:pt>
                <c:pt idx="46746">
                  <c:v>9046</c:v>
                </c:pt>
                <c:pt idx="46697">
                  <c:v>9047</c:v>
                </c:pt>
                <c:pt idx="46648">
                  <c:v>9048</c:v>
                </c:pt>
                <c:pt idx="46599">
                  <c:v>9049</c:v>
                </c:pt>
                <c:pt idx="46550">
                  <c:v>9050</c:v>
                </c:pt>
                <c:pt idx="46501">
                  <c:v>9051</c:v>
                </c:pt>
                <c:pt idx="46452">
                  <c:v>9052</c:v>
                </c:pt>
                <c:pt idx="46403">
                  <c:v>9053</c:v>
                </c:pt>
                <c:pt idx="46354">
                  <c:v>9054</c:v>
                </c:pt>
                <c:pt idx="46305">
                  <c:v>9055</c:v>
                </c:pt>
                <c:pt idx="46256">
                  <c:v>9056</c:v>
                </c:pt>
                <c:pt idx="46207">
                  <c:v>9057</c:v>
                </c:pt>
                <c:pt idx="46158">
                  <c:v>9058</c:v>
                </c:pt>
                <c:pt idx="46109">
                  <c:v>9059</c:v>
                </c:pt>
                <c:pt idx="46060">
                  <c:v>9060</c:v>
                </c:pt>
                <c:pt idx="46011">
                  <c:v>9061</c:v>
                </c:pt>
                <c:pt idx="45962">
                  <c:v>9062</c:v>
                </c:pt>
                <c:pt idx="45913">
                  <c:v>9063</c:v>
                </c:pt>
                <c:pt idx="45864">
                  <c:v>9064</c:v>
                </c:pt>
                <c:pt idx="45815">
                  <c:v>9065</c:v>
                </c:pt>
                <c:pt idx="45766">
                  <c:v>9066</c:v>
                </c:pt>
                <c:pt idx="45717">
                  <c:v>9067</c:v>
                </c:pt>
                <c:pt idx="45668">
                  <c:v>9068</c:v>
                </c:pt>
                <c:pt idx="45619">
                  <c:v>9069</c:v>
                </c:pt>
                <c:pt idx="45570">
                  <c:v>9070</c:v>
                </c:pt>
                <c:pt idx="45521">
                  <c:v>9071</c:v>
                </c:pt>
                <c:pt idx="45472">
                  <c:v>9072</c:v>
                </c:pt>
                <c:pt idx="45423">
                  <c:v>9073</c:v>
                </c:pt>
                <c:pt idx="45374">
                  <c:v>9074</c:v>
                </c:pt>
                <c:pt idx="45325">
                  <c:v>9075</c:v>
                </c:pt>
                <c:pt idx="45276">
                  <c:v>9076</c:v>
                </c:pt>
                <c:pt idx="45227">
                  <c:v>9077</c:v>
                </c:pt>
                <c:pt idx="45178">
                  <c:v>9078</c:v>
                </c:pt>
                <c:pt idx="45129">
                  <c:v>9079</c:v>
                </c:pt>
                <c:pt idx="45080">
                  <c:v>9080</c:v>
                </c:pt>
                <c:pt idx="45031">
                  <c:v>9081</c:v>
                </c:pt>
                <c:pt idx="44982">
                  <c:v>9082</c:v>
                </c:pt>
                <c:pt idx="44933">
                  <c:v>9083</c:v>
                </c:pt>
                <c:pt idx="44884">
                  <c:v>9084</c:v>
                </c:pt>
                <c:pt idx="44835">
                  <c:v>9085</c:v>
                </c:pt>
                <c:pt idx="44786">
                  <c:v>9086</c:v>
                </c:pt>
                <c:pt idx="44737">
                  <c:v>9087</c:v>
                </c:pt>
                <c:pt idx="44688">
                  <c:v>9088</c:v>
                </c:pt>
                <c:pt idx="44639">
                  <c:v>9089</c:v>
                </c:pt>
                <c:pt idx="44590">
                  <c:v>9090</c:v>
                </c:pt>
                <c:pt idx="44541">
                  <c:v>9091</c:v>
                </c:pt>
                <c:pt idx="44492">
                  <c:v>9092</c:v>
                </c:pt>
                <c:pt idx="44443">
                  <c:v>9093</c:v>
                </c:pt>
                <c:pt idx="44394">
                  <c:v>9094</c:v>
                </c:pt>
                <c:pt idx="44345">
                  <c:v>9095</c:v>
                </c:pt>
                <c:pt idx="44296">
                  <c:v>9096</c:v>
                </c:pt>
                <c:pt idx="44247">
                  <c:v>9097</c:v>
                </c:pt>
                <c:pt idx="44198">
                  <c:v>9098</c:v>
                </c:pt>
                <c:pt idx="44149">
                  <c:v>9099</c:v>
                </c:pt>
                <c:pt idx="44100">
                  <c:v>9100</c:v>
                </c:pt>
                <c:pt idx="44051">
                  <c:v>9101</c:v>
                </c:pt>
                <c:pt idx="44002">
                  <c:v>9102</c:v>
                </c:pt>
                <c:pt idx="43953">
                  <c:v>9103</c:v>
                </c:pt>
                <c:pt idx="43904">
                  <c:v>9104</c:v>
                </c:pt>
                <c:pt idx="43855">
                  <c:v>9105</c:v>
                </c:pt>
                <c:pt idx="43806">
                  <c:v>9106</c:v>
                </c:pt>
                <c:pt idx="43757">
                  <c:v>9107</c:v>
                </c:pt>
                <c:pt idx="43708">
                  <c:v>9108</c:v>
                </c:pt>
                <c:pt idx="43659">
                  <c:v>9109</c:v>
                </c:pt>
                <c:pt idx="43610">
                  <c:v>9110</c:v>
                </c:pt>
                <c:pt idx="43561">
                  <c:v>9111</c:v>
                </c:pt>
                <c:pt idx="43512">
                  <c:v>9112</c:v>
                </c:pt>
                <c:pt idx="43463">
                  <c:v>9113</c:v>
                </c:pt>
                <c:pt idx="43414">
                  <c:v>9114</c:v>
                </c:pt>
                <c:pt idx="43365">
                  <c:v>9115</c:v>
                </c:pt>
                <c:pt idx="43316">
                  <c:v>9116</c:v>
                </c:pt>
                <c:pt idx="43267">
                  <c:v>9117</c:v>
                </c:pt>
                <c:pt idx="43218">
                  <c:v>9118</c:v>
                </c:pt>
                <c:pt idx="43169">
                  <c:v>9119</c:v>
                </c:pt>
                <c:pt idx="43120">
                  <c:v>9120</c:v>
                </c:pt>
                <c:pt idx="43071">
                  <c:v>9121</c:v>
                </c:pt>
                <c:pt idx="43022">
                  <c:v>9122</c:v>
                </c:pt>
                <c:pt idx="42973">
                  <c:v>9123</c:v>
                </c:pt>
                <c:pt idx="42924">
                  <c:v>9124</c:v>
                </c:pt>
                <c:pt idx="42875">
                  <c:v>9125</c:v>
                </c:pt>
                <c:pt idx="42826">
                  <c:v>9126</c:v>
                </c:pt>
                <c:pt idx="42777">
                  <c:v>9127</c:v>
                </c:pt>
                <c:pt idx="42728">
                  <c:v>9128</c:v>
                </c:pt>
                <c:pt idx="42679">
                  <c:v>9129</c:v>
                </c:pt>
                <c:pt idx="42630">
                  <c:v>9130</c:v>
                </c:pt>
                <c:pt idx="42581">
                  <c:v>9131</c:v>
                </c:pt>
                <c:pt idx="42532">
                  <c:v>9132</c:v>
                </c:pt>
                <c:pt idx="42483">
                  <c:v>9133</c:v>
                </c:pt>
                <c:pt idx="42434">
                  <c:v>9134</c:v>
                </c:pt>
                <c:pt idx="42385">
                  <c:v>9135</c:v>
                </c:pt>
                <c:pt idx="42336">
                  <c:v>9136</c:v>
                </c:pt>
                <c:pt idx="42287">
                  <c:v>9137</c:v>
                </c:pt>
                <c:pt idx="42238">
                  <c:v>9138</c:v>
                </c:pt>
                <c:pt idx="42189">
                  <c:v>9139</c:v>
                </c:pt>
                <c:pt idx="42140">
                  <c:v>9140</c:v>
                </c:pt>
                <c:pt idx="42091">
                  <c:v>9141</c:v>
                </c:pt>
                <c:pt idx="42042">
                  <c:v>9142</c:v>
                </c:pt>
                <c:pt idx="41993">
                  <c:v>9143</c:v>
                </c:pt>
                <c:pt idx="41944">
                  <c:v>9144</c:v>
                </c:pt>
                <c:pt idx="41895">
                  <c:v>9145</c:v>
                </c:pt>
                <c:pt idx="41846">
                  <c:v>9146</c:v>
                </c:pt>
                <c:pt idx="41797">
                  <c:v>9147</c:v>
                </c:pt>
                <c:pt idx="41748">
                  <c:v>9148</c:v>
                </c:pt>
                <c:pt idx="41699">
                  <c:v>9149</c:v>
                </c:pt>
                <c:pt idx="41650">
                  <c:v>9150</c:v>
                </c:pt>
                <c:pt idx="41601">
                  <c:v>9151</c:v>
                </c:pt>
                <c:pt idx="41552">
                  <c:v>9152</c:v>
                </c:pt>
                <c:pt idx="41503">
                  <c:v>9153</c:v>
                </c:pt>
                <c:pt idx="41454">
                  <c:v>9154</c:v>
                </c:pt>
                <c:pt idx="41405">
                  <c:v>9155</c:v>
                </c:pt>
                <c:pt idx="41356">
                  <c:v>9156</c:v>
                </c:pt>
                <c:pt idx="41307">
                  <c:v>9157</c:v>
                </c:pt>
                <c:pt idx="41258">
                  <c:v>9158</c:v>
                </c:pt>
                <c:pt idx="41209">
                  <c:v>9159</c:v>
                </c:pt>
                <c:pt idx="41160">
                  <c:v>9160</c:v>
                </c:pt>
                <c:pt idx="41111">
                  <c:v>9161</c:v>
                </c:pt>
                <c:pt idx="41062">
                  <c:v>9162</c:v>
                </c:pt>
                <c:pt idx="41013">
                  <c:v>9163</c:v>
                </c:pt>
                <c:pt idx="40964">
                  <c:v>9164</c:v>
                </c:pt>
                <c:pt idx="40915">
                  <c:v>9165</c:v>
                </c:pt>
                <c:pt idx="40866">
                  <c:v>9166</c:v>
                </c:pt>
                <c:pt idx="40817">
                  <c:v>9167</c:v>
                </c:pt>
                <c:pt idx="40768">
                  <c:v>9168</c:v>
                </c:pt>
                <c:pt idx="40719">
                  <c:v>9169</c:v>
                </c:pt>
                <c:pt idx="40670">
                  <c:v>9170</c:v>
                </c:pt>
                <c:pt idx="40621">
                  <c:v>9171</c:v>
                </c:pt>
                <c:pt idx="40572">
                  <c:v>9172</c:v>
                </c:pt>
                <c:pt idx="40523">
                  <c:v>9173</c:v>
                </c:pt>
                <c:pt idx="40474">
                  <c:v>9174</c:v>
                </c:pt>
                <c:pt idx="40425">
                  <c:v>9175</c:v>
                </c:pt>
                <c:pt idx="40376">
                  <c:v>9176</c:v>
                </c:pt>
                <c:pt idx="40327">
                  <c:v>9177</c:v>
                </c:pt>
                <c:pt idx="40278">
                  <c:v>9178</c:v>
                </c:pt>
                <c:pt idx="40229">
                  <c:v>9179</c:v>
                </c:pt>
                <c:pt idx="40180">
                  <c:v>9180</c:v>
                </c:pt>
                <c:pt idx="40131">
                  <c:v>9181</c:v>
                </c:pt>
                <c:pt idx="40082">
                  <c:v>9182</c:v>
                </c:pt>
                <c:pt idx="40033">
                  <c:v>9183</c:v>
                </c:pt>
                <c:pt idx="39984">
                  <c:v>9184</c:v>
                </c:pt>
                <c:pt idx="39935">
                  <c:v>9185</c:v>
                </c:pt>
                <c:pt idx="39886">
                  <c:v>9186</c:v>
                </c:pt>
                <c:pt idx="39837">
                  <c:v>9187</c:v>
                </c:pt>
                <c:pt idx="39788">
                  <c:v>9188</c:v>
                </c:pt>
                <c:pt idx="39739">
                  <c:v>9189</c:v>
                </c:pt>
                <c:pt idx="39690">
                  <c:v>9190</c:v>
                </c:pt>
                <c:pt idx="39641">
                  <c:v>9191</c:v>
                </c:pt>
                <c:pt idx="39592">
                  <c:v>9192</c:v>
                </c:pt>
                <c:pt idx="39543">
                  <c:v>9193</c:v>
                </c:pt>
                <c:pt idx="39494">
                  <c:v>9194</c:v>
                </c:pt>
                <c:pt idx="39445">
                  <c:v>9195</c:v>
                </c:pt>
                <c:pt idx="39396">
                  <c:v>9196</c:v>
                </c:pt>
                <c:pt idx="39347">
                  <c:v>9197</c:v>
                </c:pt>
                <c:pt idx="39298">
                  <c:v>9198</c:v>
                </c:pt>
                <c:pt idx="39249">
                  <c:v>9199</c:v>
                </c:pt>
                <c:pt idx="39200">
                  <c:v>9200</c:v>
                </c:pt>
                <c:pt idx="39151">
                  <c:v>9201</c:v>
                </c:pt>
                <c:pt idx="39102">
                  <c:v>9202</c:v>
                </c:pt>
                <c:pt idx="39053">
                  <c:v>9203</c:v>
                </c:pt>
                <c:pt idx="39004">
                  <c:v>9204</c:v>
                </c:pt>
                <c:pt idx="38955">
                  <c:v>9205</c:v>
                </c:pt>
                <c:pt idx="38906">
                  <c:v>9206</c:v>
                </c:pt>
                <c:pt idx="38857">
                  <c:v>9207</c:v>
                </c:pt>
                <c:pt idx="38808">
                  <c:v>9208</c:v>
                </c:pt>
                <c:pt idx="38759">
                  <c:v>9209</c:v>
                </c:pt>
                <c:pt idx="38710">
                  <c:v>9210</c:v>
                </c:pt>
                <c:pt idx="38661">
                  <c:v>9211</c:v>
                </c:pt>
                <c:pt idx="38612">
                  <c:v>9212</c:v>
                </c:pt>
                <c:pt idx="38563">
                  <c:v>9213</c:v>
                </c:pt>
                <c:pt idx="38514">
                  <c:v>9214</c:v>
                </c:pt>
                <c:pt idx="38465">
                  <c:v>9215</c:v>
                </c:pt>
                <c:pt idx="38416">
                  <c:v>9216</c:v>
                </c:pt>
                <c:pt idx="38367">
                  <c:v>9217</c:v>
                </c:pt>
                <c:pt idx="38318">
                  <c:v>9218</c:v>
                </c:pt>
                <c:pt idx="38269">
                  <c:v>9219</c:v>
                </c:pt>
                <c:pt idx="38220">
                  <c:v>9220</c:v>
                </c:pt>
                <c:pt idx="38171">
                  <c:v>9221</c:v>
                </c:pt>
                <c:pt idx="38122">
                  <c:v>9222</c:v>
                </c:pt>
                <c:pt idx="38073">
                  <c:v>9223</c:v>
                </c:pt>
                <c:pt idx="38024">
                  <c:v>9224</c:v>
                </c:pt>
                <c:pt idx="37975">
                  <c:v>9225</c:v>
                </c:pt>
                <c:pt idx="37926">
                  <c:v>9226</c:v>
                </c:pt>
                <c:pt idx="37877">
                  <c:v>9227</c:v>
                </c:pt>
                <c:pt idx="37828">
                  <c:v>9228</c:v>
                </c:pt>
                <c:pt idx="37779">
                  <c:v>9229</c:v>
                </c:pt>
                <c:pt idx="37730">
                  <c:v>9230</c:v>
                </c:pt>
                <c:pt idx="37681">
                  <c:v>9231</c:v>
                </c:pt>
                <c:pt idx="37632">
                  <c:v>9232</c:v>
                </c:pt>
                <c:pt idx="37583">
                  <c:v>9233</c:v>
                </c:pt>
                <c:pt idx="37534">
                  <c:v>9234</c:v>
                </c:pt>
                <c:pt idx="37485">
                  <c:v>9235</c:v>
                </c:pt>
                <c:pt idx="37436">
                  <c:v>9236</c:v>
                </c:pt>
                <c:pt idx="37387">
                  <c:v>9237</c:v>
                </c:pt>
                <c:pt idx="37338">
                  <c:v>9238</c:v>
                </c:pt>
                <c:pt idx="37289">
                  <c:v>9239</c:v>
                </c:pt>
                <c:pt idx="37240">
                  <c:v>9240</c:v>
                </c:pt>
                <c:pt idx="37191">
                  <c:v>9241</c:v>
                </c:pt>
                <c:pt idx="37142">
                  <c:v>9242</c:v>
                </c:pt>
                <c:pt idx="37093">
                  <c:v>9243</c:v>
                </c:pt>
                <c:pt idx="37044">
                  <c:v>9244</c:v>
                </c:pt>
                <c:pt idx="36995">
                  <c:v>9245</c:v>
                </c:pt>
                <c:pt idx="36946">
                  <c:v>9246</c:v>
                </c:pt>
                <c:pt idx="36897">
                  <c:v>9247</c:v>
                </c:pt>
                <c:pt idx="36848">
                  <c:v>9248</c:v>
                </c:pt>
                <c:pt idx="36799">
                  <c:v>9249</c:v>
                </c:pt>
                <c:pt idx="36750">
                  <c:v>9250</c:v>
                </c:pt>
                <c:pt idx="36701">
                  <c:v>9251</c:v>
                </c:pt>
                <c:pt idx="36652">
                  <c:v>9252</c:v>
                </c:pt>
                <c:pt idx="36603">
                  <c:v>9253</c:v>
                </c:pt>
                <c:pt idx="36554">
                  <c:v>9254</c:v>
                </c:pt>
                <c:pt idx="36505">
                  <c:v>9255</c:v>
                </c:pt>
                <c:pt idx="36456">
                  <c:v>9256</c:v>
                </c:pt>
                <c:pt idx="36407">
                  <c:v>9257</c:v>
                </c:pt>
                <c:pt idx="36358">
                  <c:v>9258</c:v>
                </c:pt>
                <c:pt idx="36309">
                  <c:v>9259</c:v>
                </c:pt>
                <c:pt idx="36260">
                  <c:v>9260</c:v>
                </c:pt>
                <c:pt idx="36211">
                  <c:v>9261</c:v>
                </c:pt>
                <c:pt idx="36162">
                  <c:v>9262</c:v>
                </c:pt>
                <c:pt idx="36113">
                  <c:v>9263</c:v>
                </c:pt>
                <c:pt idx="36064">
                  <c:v>9264</c:v>
                </c:pt>
                <c:pt idx="36015">
                  <c:v>9265</c:v>
                </c:pt>
                <c:pt idx="35966">
                  <c:v>9266</c:v>
                </c:pt>
                <c:pt idx="35917">
                  <c:v>9267</c:v>
                </c:pt>
                <c:pt idx="35868">
                  <c:v>9268</c:v>
                </c:pt>
                <c:pt idx="35819">
                  <c:v>9269</c:v>
                </c:pt>
                <c:pt idx="35770">
                  <c:v>9270</c:v>
                </c:pt>
                <c:pt idx="35721">
                  <c:v>9271</c:v>
                </c:pt>
                <c:pt idx="35672">
                  <c:v>9272</c:v>
                </c:pt>
                <c:pt idx="35623">
                  <c:v>9273</c:v>
                </c:pt>
                <c:pt idx="35574">
                  <c:v>9274</c:v>
                </c:pt>
                <c:pt idx="35525">
                  <c:v>9275</c:v>
                </c:pt>
                <c:pt idx="35476">
                  <c:v>9276</c:v>
                </c:pt>
                <c:pt idx="35427">
                  <c:v>9277</c:v>
                </c:pt>
                <c:pt idx="35378">
                  <c:v>9278</c:v>
                </c:pt>
                <c:pt idx="35329">
                  <c:v>9279</c:v>
                </c:pt>
                <c:pt idx="35280">
                  <c:v>9280</c:v>
                </c:pt>
                <c:pt idx="35231">
                  <c:v>9281</c:v>
                </c:pt>
                <c:pt idx="35182">
                  <c:v>9282</c:v>
                </c:pt>
                <c:pt idx="35133">
                  <c:v>9283</c:v>
                </c:pt>
                <c:pt idx="35084">
                  <c:v>9284</c:v>
                </c:pt>
                <c:pt idx="35035">
                  <c:v>9285</c:v>
                </c:pt>
                <c:pt idx="34986">
                  <c:v>9286</c:v>
                </c:pt>
                <c:pt idx="34937">
                  <c:v>9287</c:v>
                </c:pt>
                <c:pt idx="34888">
                  <c:v>9288</c:v>
                </c:pt>
                <c:pt idx="34839">
                  <c:v>9289</c:v>
                </c:pt>
                <c:pt idx="34790">
                  <c:v>9290</c:v>
                </c:pt>
                <c:pt idx="34741">
                  <c:v>9291</c:v>
                </c:pt>
                <c:pt idx="34692">
                  <c:v>9292</c:v>
                </c:pt>
                <c:pt idx="34643">
                  <c:v>9293</c:v>
                </c:pt>
                <c:pt idx="34594">
                  <c:v>9294</c:v>
                </c:pt>
                <c:pt idx="34545">
                  <c:v>9295</c:v>
                </c:pt>
                <c:pt idx="34496">
                  <c:v>9296</c:v>
                </c:pt>
                <c:pt idx="34447">
                  <c:v>9297</c:v>
                </c:pt>
                <c:pt idx="34398">
                  <c:v>9298</c:v>
                </c:pt>
                <c:pt idx="34349">
                  <c:v>9299</c:v>
                </c:pt>
                <c:pt idx="34300">
                  <c:v>9300</c:v>
                </c:pt>
                <c:pt idx="34251">
                  <c:v>9301</c:v>
                </c:pt>
                <c:pt idx="34202">
                  <c:v>9302</c:v>
                </c:pt>
                <c:pt idx="34153">
                  <c:v>9303</c:v>
                </c:pt>
                <c:pt idx="34104">
                  <c:v>9304</c:v>
                </c:pt>
                <c:pt idx="34055">
                  <c:v>9305</c:v>
                </c:pt>
                <c:pt idx="34006">
                  <c:v>9306</c:v>
                </c:pt>
                <c:pt idx="33957">
                  <c:v>9307</c:v>
                </c:pt>
                <c:pt idx="33908">
                  <c:v>9308</c:v>
                </c:pt>
                <c:pt idx="33859">
                  <c:v>9309</c:v>
                </c:pt>
                <c:pt idx="33810">
                  <c:v>9310</c:v>
                </c:pt>
                <c:pt idx="33761">
                  <c:v>9311</c:v>
                </c:pt>
                <c:pt idx="33712">
                  <c:v>9312</c:v>
                </c:pt>
                <c:pt idx="33663">
                  <c:v>9313</c:v>
                </c:pt>
                <c:pt idx="33614">
                  <c:v>9314</c:v>
                </c:pt>
                <c:pt idx="33565">
                  <c:v>9315</c:v>
                </c:pt>
                <c:pt idx="33516">
                  <c:v>9316</c:v>
                </c:pt>
                <c:pt idx="33467">
                  <c:v>9317</c:v>
                </c:pt>
                <c:pt idx="33418">
                  <c:v>9318</c:v>
                </c:pt>
                <c:pt idx="33369">
                  <c:v>9319</c:v>
                </c:pt>
                <c:pt idx="33320">
                  <c:v>9320</c:v>
                </c:pt>
                <c:pt idx="33271">
                  <c:v>9321</c:v>
                </c:pt>
                <c:pt idx="33222">
                  <c:v>9322</c:v>
                </c:pt>
                <c:pt idx="33173">
                  <c:v>9323</c:v>
                </c:pt>
                <c:pt idx="33124">
                  <c:v>9324</c:v>
                </c:pt>
                <c:pt idx="33075">
                  <c:v>9325</c:v>
                </c:pt>
                <c:pt idx="33026">
                  <c:v>9326</c:v>
                </c:pt>
                <c:pt idx="32977">
                  <c:v>9327</c:v>
                </c:pt>
                <c:pt idx="32928">
                  <c:v>9328</c:v>
                </c:pt>
                <c:pt idx="32879">
                  <c:v>9329</c:v>
                </c:pt>
                <c:pt idx="32830">
                  <c:v>9330</c:v>
                </c:pt>
                <c:pt idx="32781">
                  <c:v>9331</c:v>
                </c:pt>
                <c:pt idx="32732">
                  <c:v>9332</c:v>
                </c:pt>
                <c:pt idx="32683">
                  <c:v>9333</c:v>
                </c:pt>
                <c:pt idx="32634">
                  <c:v>9334</c:v>
                </c:pt>
                <c:pt idx="32585">
                  <c:v>9335</c:v>
                </c:pt>
                <c:pt idx="32536">
                  <c:v>9336</c:v>
                </c:pt>
                <c:pt idx="32487">
                  <c:v>9337</c:v>
                </c:pt>
                <c:pt idx="32438">
                  <c:v>9338</c:v>
                </c:pt>
                <c:pt idx="32389">
                  <c:v>9339</c:v>
                </c:pt>
                <c:pt idx="32340">
                  <c:v>9340</c:v>
                </c:pt>
                <c:pt idx="32291">
                  <c:v>9341</c:v>
                </c:pt>
                <c:pt idx="32242">
                  <c:v>9342</c:v>
                </c:pt>
                <c:pt idx="32193">
                  <c:v>9343</c:v>
                </c:pt>
                <c:pt idx="32144">
                  <c:v>9344</c:v>
                </c:pt>
                <c:pt idx="32095">
                  <c:v>9345</c:v>
                </c:pt>
                <c:pt idx="32046">
                  <c:v>9346</c:v>
                </c:pt>
                <c:pt idx="31997">
                  <c:v>9347</c:v>
                </c:pt>
                <c:pt idx="31948">
                  <c:v>9348</c:v>
                </c:pt>
                <c:pt idx="31899">
                  <c:v>9349</c:v>
                </c:pt>
                <c:pt idx="31850">
                  <c:v>9350</c:v>
                </c:pt>
                <c:pt idx="31801">
                  <c:v>9351</c:v>
                </c:pt>
                <c:pt idx="31752">
                  <c:v>9352</c:v>
                </c:pt>
                <c:pt idx="31703">
                  <c:v>9353</c:v>
                </c:pt>
                <c:pt idx="31654">
                  <c:v>9354</c:v>
                </c:pt>
                <c:pt idx="31605">
                  <c:v>9355</c:v>
                </c:pt>
                <c:pt idx="31556">
                  <c:v>9356</c:v>
                </c:pt>
                <c:pt idx="31507">
                  <c:v>9357</c:v>
                </c:pt>
                <c:pt idx="31458">
                  <c:v>9358</c:v>
                </c:pt>
                <c:pt idx="31409">
                  <c:v>9359</c:v>
                </c:pt>
                <c:pt idx="31360">
                  <c:v>9360</c:v>
                </c:pt>
                <c:pt idx="31311">
                  <c:v>9361</c:v>
                </c:pt>
                <c:pt idx="31262">
                  <c:v>9362</c:v>
                </c:pt>
                <c:pt idx="31213">
                  <c:v>9363</c:v>
                </c:pt>
                <c:pt idx="31164">
                  <c:v>9364</c:v>
                </c:pt>
                <c:pt idx="31115">
                  <c:v>9365</c:v>
                </c:pt>
                <c:pt idx="31066">
                  <c:v>9366</c:v>
                </c:pt>
                <c:pt idx="31017">
                  <c:v>9367</c:v>
                </c:pt>
                <c:pt idx="30968">
                  <c:v>9368</c:v>
                </c:pt>
                <c:pt idx="30919">
                  <c:v>9369</c:v>
                </c:pt>
                <c:pt idx="30870">
                  <c:v>9370</c:v>
                </c:pt>
                <c:pt idx="30821">
                  <c:v>9371</c:v>
                </c:pt>
                <c:pt idx="30772">
                  <c:v>9372</c:v>
                </c:pt>
                <c:pt idx="30723">
                  <c:v>9373</c:v>
                </c:pt>
                <c:pt idx="30674">
                  <c:v>9374</c:v>
                </c:pt>
                <c:pt idx="30625">
                  <c:v>9375</c:v>
                </c:pt>
                <c:pt idx="30576">
                  <c:v>9376</c:v>
                </c:pt>
                <c:pt idx="30527">
                  <c:v>9377</c:v>
                </c:pt>
                <c:pt idx="30478">
                  <c:v>9378</c:v>
                </c:pt>
                <c:pt idx="30429">
                  <c:v>9379</c:v>
                </c:pt>
                <c:pt idx="30380">
                  <c:v>9380</c:v>
                </c:pt>
                <c:pt idx="30331">
                  <c:v>9381</c:v>
                </c:pt>
                <c:pt idx="30282">
                  <c:v>9382</c:v>
                </c:pt>
                <c:pt idx="30233">
                  <c:v>9383</c:v>
                </c:pt>
                <c:pt idx="30184">
                  <c:v>9384</c:v>
                </c:pt>
                <c:pt idx="30135">
                  <c:v>9385</c:v>
                </c:pt>
                <c:pt idx="30086">
                  <c:v>9386</c:v>
                </c:pt>
                <c:pt idx="30037">
                  <c:v>9387</c:v>
                </c:pt>
                <c:pt idx="29988">
                  <c:v>9388</c:v>
                </c:pt>
                <c:pt idx="29939">
                  <c:v>9389</c:v>
                </c:pt>
                <c:pt idx="29890">
                  <c:v>9390</c:v>
                </c:pt>
                <c:pt idx="29841">
                  <c:v>9391</c:v>
                </c:pt>
                <c:pt idx="29792">
                  <c:v>9392</c:v>
                </c:pt>
                <c:pt idx="29743">
                  <c:v>9393</c:v>
                </c:pt>
                <c:pt idx="29694">
                  <c:v>9394</c:v>
                </c:pt>
                <c:pt idx="29645">
                  <c:v>9395</c:v>
                </c:pt>
                <c:pt idx="29596">
                  <c:v>9396</c:v>
                </c:pt>
                <c:pt idx="29547">
                  <c:v>9397</c:v>
                </c:pt>
                <c:pt idx="29498">
                  <c:v>9398</c:v>
                </c:pt>
                <c:pt idx="29449">
                  <c:v>9399</c:v>
                </c:pt>
                <c:pt idx="29400">
                  <c:v>9400</c:v>
                </c:pt>
                <c:pt idx="29351">
                  <c:v>9401</c:v>
                </c:pt>
                <c:pt idx="29302">
                  <c:v>9402</c:v>
                </c:pt>
                <c:pt idx="29253">
                  <c:v>9403</c:v>
                </c:pt>
                <c:pt idx="29204">
                  <c:v>9404</c:v>
                </c:pt>
                <c:pt idx="29155">
                  <c:v>9405</c:v>
                </c:pt>
                <c:pt idx="29106">
                  <c:v>9406</c:v>
                </c:pt>
                <c:pt idx="29057">
                  <c:v>9407</c:v>
                </c:pt>
                <c:pt idx="29008">
                  <c:v>9408</c:v>
                </c:pt>
                <c:pt idx="28959">
                  <c:v>9409</c:v>
                </c:pt>
                <c:pt idx="28910">
                  <c:v>9410</c:v>
                </c:pt>
                <c:pt idx="28861">
                  <c:v>9411</c:v>
                </c:pt>
                <c:pt idx="28812">
                  <c:v>9412</c:v>
                </c:pt>
                <c:pt idx="28763">
                  <c:v>9413</c:v>
                </c:pt>
                <c:pt idx="28714">
                  <c:v>9414</c:v>
                </c:pt>
                <c:pt idx="28665">
                  <c:v>9415</c:v>
                </c:pt>
                <c:pt idx="28616">
                  <c:v>9416</c:v>
                </c:pt>
                <c:pt idx="28567">
                  <c:v>9417</c:v>
                </c:pt>
                <c:pt idx="28518">
                  <c:v>9418</c:v>
                </c:pt>
                <c:pt idx="28469">
                  <c:v>9419</c:v>
                </c:pt>
                <c:pt idx="28420">
                  <c:v>9420</c:v>
                </c:pt>
                <c:pt idx="28371">
                  <c:v>9421</c:v>
                </c:pt>
                <c:pt idx="28322">
                  <c:v>9422</c:v>
                </c:pt>
                <c:pt idx="28273">
                  <c:v>9423</c:v>
                </c:pt>
                <c:pt idx="28224">
                  <c:v>9424</c:v>
                </c:pt>
                <c:pt idx="28175">
                  <c:v>9425</c:v>
                </c:pt>
                <c:pt idx="28126">
                  <c:v>9426</c:v>
                </c:pt>
                <c:pt idx="28077">
                  <c:v>9427</c:v>
                </c:pt>
                <c:pt idx="28028">
                  <c:v>9428</c:v>
                </c:pt>
                <c:pt idx="27979">
                  <c:v>9429</c:v>
                </c:pt>
                <c:pt idx="27930">
                  <c:v>9430</c:v>
                </c:pt>
                <c:pt idx="27881">
                  <c:v>9431</c:v>
                </c:pt>
                <c:pt idx="27832">
                  <c:v>9432</c:v>
                </c:pt>
                <c:pt idx="27783">
                  <c:v>9433</c:v>
                </c:pt>
                <c:pt idx="27734">
                  <c:v>9434</c:v>
                </c:pt>
                <c:pt idx="27685">
                  <c:v>9435</c:v>
                </c:pt>
                <c:pt idx="27636">
                  <c:v>9436</c:v>
                </c:pt>
                <c:pt idx="27587">
                  <c:v>9437</c:v>
                </c:pt>
                <c:pt idx="27538">
                  <c:v>9438</c:v>
                </c:pt>
                <c:pt idx="27489">
                  <c:v>9439</c:v>
                </c:pt>
                <c:pt idx="27440">
                  <c:v>9440</c:v>
                </c:pt>
                <c:pt idx="27391">
                  <c:v>9441</c:v>
                </c:pt>
                <c:pt idx="27342">
                  <c:v>9442</c:v>
                </c:pt>
                <c:pt idx="27293">
                  <c:v>9443</c:v>
                </c:pt>
                <c:pt idx="27244">
                  <c:v>9444</c:v>
                </c:pt>
                <c:pt idx="27195">
                  <c:v>9445</c:v>
                </c:pt>
                <c:pt idx="27146">
                  <c:v>9446</c:v>
                </c:pt>
                <c:pt idx="27097">
                  <c:v>9447</c:v>
                </c:pt>
                <c:pt idx="27048">
                  <c:v>9448</c:v>
                </c:pt>
                <c:pt idx="26999">
                  <c:v>9449</c:v>
                </c:pt>
                <c:pt idx="26950">
                  <c:v>9450</c:v>
                </c:pt>
                <c:pt idx="26901">
                  <c:v>9451</c:v>
                </c:pt>
                <c:pt idx="26852">
                  <c:v>9452</c:v>
                </c:pt>
                <c:pt idx="26803">
                  <c:v>9453</c:v>
                </c:pt>
                <c:pt idx="26754">
                  <c:v>9454</c:v>
                </c:pt>
                <c:pt idx="26705">
                  <c:v>9455</c:v>
                </c:pt>
                <c:pt idx="26656">
                  <c:v>9456</c:v>
                </c:pt>
                <c:pt idx="26607">
                  <c:v>9457</c:v>
                </c:pt>
                <c:pt idx="26558">
                  <c:v>9458</c:v>
                </c:pt>
                <c:pt idx="26509">
                  <c:v>9459</c:v>
                </c:pt>
                <c:pt idx="26460">
                  <c:v>9460</c:v>
                </c:pt>
                <c:pt idx="26411">
                  <c:v>9461</c:v>
                </c:pt>
                <c:pt idx="26362">
                  <c:v>9462</c:v>
                </c:pt>
                <c:pt idx="26313">
                  <c:v>9463</c:v>
                </c:pt>
                <c:pt idx="26264">
                  <c:v>9464</c:v>
                </c:pt>
                <c:pt idx="26215">
                  <c:v>9465</c:v>
                </c:pt>
                <c:pt idx="26166">
                  <c:v>9466</c:v>
                </c:pt>
                <c:pt idx="26117">
                  <c:v>9467</c:v>
                </c:pt>
                <c:pt idx="26068">
                  <c:v>9468</c:v>
                </c:pt>
                <c:pt idx="26019">
                  <c:v>9469</c:v>
                </c:pt>
                <c:pt idx="25970">
                  <c:v>9470</c:v>
                </c:pt>
                <c:pt idx="25921">
                  <c:v>9471</c:v>
                </c:pt>
                <c:pt idx="25872">
                  <c:v>9472</c:v>
                </c:pt>
                <c:pt idx="25823">
                  <c:v>9473</c:v>
                </c:pt>
                <c:pt idx="25774">
                  <c:v>9474</c:v>
                </c:pt>
                <c:pt idx="25725">
                  <c:v>9475</c:v>
                </c:pt>
                <c:pt idx="25676">
                  <c:v>9476</c:v>
                </c:pt>
                <c:pt idx="25627">
                  <c:v>9477</c:v>
                </c:pt>
                <c:pt idx="25578">
                  <c:v>9478</c:v>
                </c:pt>
                <c:pt idx="25529">
                  <c:v>9479</c:v>
                </c:pt>
                <c:pt idx="25480">
                  <c:v>9480</c:v>
                </c:pt>
                <c:pt idx="25431">
                  <c:v>9481</c:v>
                </c:pt>
                <c:pt idx="25382">
                  <c:v>9482</c:v>
                </c:pt>
                <c:pt idx="25333">
                  <c:v>9483</c:v>
                </c:pt>
                <c:pt idx="25284">
                  <c:v>9484</c:v>
                </c:pt>
                <c:pt idx="25235">
                  <c:v>9485</c:v>
                </c:pt>
                <c:pt idx="25186">
                  <c:v>9486</c:v>
                </c:pt>
                <c:pt idx="25137">
                  <c:v>9487</c:v>
                </c:pt>
                <c:pt idx="25088">
                  <c:v>9488</c:v>
                </c:pt>
                <c:pt idx="25039">
                  <c:v>9489</c:v>
                </c:pt>
                <c:pt idx="24990">
                  <c:v>9490</c:v>
                </c:pt>
                <c:pt idx="24941">
                  <c:v>9491</c:v>
                </c:pt>
                <c:pt idx="24892">
                  <c:v>9492</c:v>
                </c:pt>
                <c:pt idx="24843">
                  <c:v>9493</c:v>
                </c:pt>
                <c:pt idx="24794">
                  <c:v>9494</c:v>
                </c:pt>
                <c:pt idx="24745">
                  <c:v>9495</c:v>
                </c:pt>
                <c:pt idx="24696">
                  <c:v>9496</c:v>
                </c:pt>
                <c:pt idx="24647">
                  <c:v>9497</c:v>
                </c:pt>
                <c:pt idx="24598">
                  <c:v>9498</c:v>
                </c:pt>
                <c:pt idx="24549">
                  <c:v>9499</c:v>
                </c:pt>
                <c:pt idx="24500">
                  <c:v>9500</c:v>
                </c:pt>
                <c:pt idx="24451">
                  <c:v>9501</c:v>
                </c:pt>
                <c:pt idx="24402">
                  <c:v>9502</c:v>
                </c:pt>
                <c:pt idx="24353">
                  <c:v>9503</c:v>
                </c:pt>
                <c:pt idx="24304">
                  <c:v>9504</c:v>
                </c:pt>
                <c:pt idx="24255">
                  <c:v>9505</c:v>
                </c:pt>
                <c:pt idx="24206">
                  <c:v>9506</c:v>
                </c:pt>
                <c:pt idx="24157">
                  <c:v>9507</c:v>
                </c:pt>
                <c:pt idx="24108">
                  <c:v>9508</c:v>
                </c:pt>
                <c:pt idx="24059">
                  <c:v>9509</c:v>
                </c:pt>
                <c:pt idx="24010">
                  <c:v>9510</c:v>
                </c:pt>
                <c:pt idx="23961">
                  <c:v>9511</c:v>
                </c:pt>
                <c:pt idx="23912">
                  <c:v>9512</c:v>
                </c:pt>
                <c:pt idx="23863">
                  <c:v>9513</c:v>
                </c:pt>
                <c:pt idx="23814">
                  <c:v>9514</c:v>
                </c:pt>
                <c:pt idx="23765">
                  <c:v>9515</c:v>
                </c:pt>
                <c:pt idx="23716">
                  <c:v>9516</c:v>
                </c:pt>
                <c:pt idx="23667">
                  <c:v>9517</c:v>
                </c:pt>
                <c:pt idx="23618">
                  <c:v>9518</c:v>
                </c:pt>
                <c:pt idx="23569">
                  <c:v>9519</c:v>
                </c:pt>
                <c:pt idx="23520">
                  <c:v>9520</c:v>
                </c:pt>
                <c:pt idx="23471">
                  <c:v>9521</c:v>
                </c:pt>
                <c:pt idx="23422">
                  <c:v>9522</c:v>
                </c:pt>
                <c:pt idx="23373">
                  <c:v>9523</c:v>
                </c:pt>
                <c:pt idx="23324">
                  <c:v>9524</c:v>
                </c:pt>
                <c:pt idx="23275">
                  <c:v>9525</c:v>
                </c:pt>
                <c:pt idx="23226">
                  <c:v>9526</c:v>
                </c:pt>
                <c:pt idx="23177">
                  <c:v>9527</c:v>
                </c:pt>
                <c:pt idx="23128">
                  <c:v>9528</c:v>
                </c:pt>
                <c:pt idx="23079">
                  <c:v>9529</c:v>
                </c:pt>
                <c:pt idx="23030">
                  <c:v>9530</c:v>
                </c:pt>
                <c:pt idx="22981">
                  <c:v>9531</c:v>
                </c:pt>
                <c:pt idx="22932">
                  <c:v>9532</c:v>
                </c:pt>
                <c:pt idx="22883">
                  <c:v>9533</c:v>
                </c:pt>
                <c:pt idx="22834">
                  <c:v>9534</c:v>
                </c:pt>
                <c:pt idx="22785">
                  <c:v>9535</c:v>
                </c:pt>
                <c:pt idx="22736">
                  <c:v>9536</c:v>
                </c:pt>
                <c:pt idx="22687">
                  <c:v>9537</c:v>
                </c:pt>
                <c:pt idx="22638">
                  <c:v>9538</c:v>
                </c:pt>
                <c:pt idx="22589">
                  <c:v>9539</c:v>
                </c:pt>
                <c:pt idx="22540">
                  <c:v>9540</c:v>
                </c:pt>
                <c:pt idx="22491">
                  <c:v>9541</c:v>
                </c:pt>
                <c:pt idx="22442">
                  <c:v>9542</c:v>
                </c:pt>
                <c:pt idx="22393">
                  <c:v>9543</c:v>
                </c:pt>
                <c:pt idx="22344">
                  <c:v>9544</c:v>
                </c:pt>
                <c:pt idx="22295">
                  <c:v>9545</c:v>
                </c:pt>
                <c:pt idx="22246">
                  <c:v>9546</c:v>
                </c:pt>
                <c:pt idx="22197">
                  <c:v>9547</c:v>
                </c:pt>
                <c:pt idx="22148">
                  <c:v>9548</c:v>
                </c:pt>
                <c:pt idx="22099">
                  <c:v>9549</c:v>
                </c:pt>
                <c:pt idx="22050">
                  <c:v>9550</c:v>
                </c:pt>
                <c:pt idx="22001">
                  <c:v>9551</c:v>
                </c:pt>
                <c:pt idx="21952">
                  <c:v>9552</c:v>
                </c:pt>
                <c:pt idx="21903">
                  <c:v>9553</c:v>
                </c:pt>
                <c:pt idx="21854">
                  <c:v>9554</c:v>
                </c:pt>
                <c:pt idx="21805">
                  <c:v>9555</c:v>
                </c:pt>
                <c:pt idx="21756">
                  <c:v>9556</c:v>
                </c:pt>
                <c:pt idx="21707">
                  <c:v>9557</c:v>
                </c:pt>
                <c:pt idx="21658">
                  <c:v>9558</c:v>
                </c:pt>
                <c:pt idx="21609">
                  <c:v>9559</c:v>
                </c:pt>
                <c:pt idx="21560">
                  <c:v>9560</c:v>
                </c:pt>
                <c:pt idx="21511">
                  <c:v>9561</c:v>
                </c:pt>
                <c:pt idx="21462">
                  <c:v>9562</c:v>
                </c:pt>
                <c:pt idx="21413">
                  <c:v>9563</c:v>
                </c:pt>
                <c:pt idx="21364">
                  <c:v>9564</c:v>
                </c:pt>
                <c:pt idx="21315">
                  <c:v>9565</c:v>
                </c:pt>
                <c:pt idx="21266">
                  <c:v>9566</c:v>
                </c:pt>
                <c:pt idx="21217">
                  <c:v>9567</c:v>
                </c:pt>
                <c:pt idx="21168">
                  <c:v>9568</c:v>
                </c:pt>
                <c:pt idx="21119">
                  <c:v>9569</c:v>
                </c:pt>
                <c:pt idx="21070">
                  <c:v>9570</c:v>
                </c:pt>
                <c:pt idx="21021">
                  <c:v>9571</c:v>
                </c:pt>
                <c:pt idx="20972">
                  <c:v>9572</c:v>
                </c:pt>
                <c:pt idx="20923">
                  <c:v>9573</c:v>
                </c:pt>
                <c:pt idx="20874">
                  <c:v>9574</c:v>
                </c:pt>
                <c:pt idx="20825">
                  <c:v>9575</c:v>
                </c:pt>
                <c:pt idx="20776">
                  <c:v>9576</c:v>
                </c:pt>
                <c:pt idx="20727">
                  <c:v>9577</c:v>
                </c:pt>
                <c:pt idx="20678">
                  <c:v>9578</c:v>
                </c:pt>
                <c:pt idx="20629">
                  <c:v>9579</c:v>
                </c:pt>
                <c:pt idx="20580">
                  <c:v>9580</c:v>
                </c:pt>
                <c:pt idx="20531">
                  <c:v>9581</c:v>
                </c:pt>
                <c:pt idx="20482">
                  <c:v>9582</c:v>
                </c:pt>
                <c:pt idx="20433">
                  <c:v>9583</c:v>
                </c:pt>
                <c:pt idx="20384">
                  <c:v>9584</c:v>
                </c:pt>
                <c:pt idx="20335">
                  <c:v>9585</c:v>
                </c:pt>
                <c:pt idx="20286">
                  <c:v>9586</c:v>
                </c:pt>
                <c:pt idx="20237">
                  <c:v>9587</c:v>
                </c:pt>
                <c:pt idx="20188">
                  <c:v>9588</c:v>
                </c:pt>
                <c:pt idx="20139">
                  <c:v>9589</c:v>
                </c:pt>
                <c:pt idx="20090">
                  <c:v>9590</c:v>
                </c:pt>
                <c:pt idx="20041">
                  <c:v>9591</c:v>
                </c:pt>
                <c:pt idx="19992">
                  <c:v>9592</c:v>
                </c:pt>
                <c:pt idx="19943">
                  <c:v>9593</c:v>
                </c:pt>
                <c:pt idx="19894">
                  <c:v>9594</c:v>
                </c:pt>
                <c:pt idx="19845">
                  <c:v>9595</c:v>
                </c:pt>
                <c:pt idx="19796">
                  <c:v>9596</c:v>
                </c:pt>
                <c:pt idx="19747">
                  <c:v>9597</c:v>
                </c:pt>
                <c:pt idx="19698">
                  <c:v>9598</c:v>
                </c:pt>
                <c:pt idx="19649">
                  <c:v>9599</c:v>
                </c:pt>
                <c:pt idx="19600">
                  <c:v>9600</c:v>
                </c:pt>
                <c:pt idx="19551">
                  <c:v>9601</c:v>
                </c:pt>
                <c:pt idx="19502">
                  <c:v>9602</c:v>
                </c:pt>
                <c:pt idx="19453">
                  <c:v>9603</c:v>
                </c:pt>
                <c:pt idx="19404">
                  <c:v>9604</c:v>
                </c:pt>
                <c:pt idx="19355">
                  <c:v>9605</c:v>
                </c:pt>
                <c:pt idx="19306">
                  <c:v>9606</c:v>
                </c:pt>
                <c:pt idx="19257">
                  <c:v>9607</c:v>
                </c:pt>
                <c:pt idx="19208">
                  <c:v>9608</c:v>
                </c:pt>
                <c:pt idx="19159">
                  <c:v>9609</c:v>
                </c:pt>
                <c:pt idx="19110">
                  <c:v>9610</c:v>
                </c:pt>
                <c:pt idx="19061">
                  <c:v>9611</c:v>
                </c:pt>
                <c:pt idx="19012">
                  <c:v>9612</c:v>
                </c:pt>
                <c:pt idx="18963">
                  <c:v>9613</c:v>
                </c:pt>
                <c:pt idx="18914">
                  <c:v>9614</c:v>
                </c:pt>
                <c:pt idx="18865">
                  <c:v>9615</c:v>
                </c:pt>
                <c:pt idx="18816">
                  <c:v>9616</c:v>
                </c:pt>
                <c:pt idx="18767">
                  <c:v>9617</c:v>
                </c:pt>
                <c:pt idx="18718">
                  <c:v>9618</c:v>
                </c:pt>
                <c:pt idx="18669">
                  <c:v>9619</c:v>
                </c:pt>
                <c:pt idx="18620">
                  <c:v>9620</c:v>
                </c:pt>
                <c:pt idx="18571">
                  <c:v>9621</c:v>
                </c:pt>
                <c:pt idx="18522">
                  <c:v>9622</c:v>
                </c:pt>
                <c:pt idx="18473">
                  <c:v>9623</c:v>
                </c:pt>
                <c:pt idx="18424">
                  <c:v>9624</c:v>
                </c:pt>
                <c:pt idx="18375">
                  <c:v>9625</c:v>
                </c:pt>
                <c:pt idx="18326">
                  <c:v>9626</c:v>
                </c:pt>
                <c:pt idx="18277">
                  <c:v>9627</c:v>
                </c:pt>
                <c:pt idx="18228">
                  <c:v>9628</c:v>
                </c:pt>
                <c:pt idx="18179">
                  <c:v>9629</c:v>
                </c:pt>
                <c:pt idx="18130">
                  <c:v>9630</c:v>
                </c:pt>
                <c:pt idx="18081">
                  <c:v>9631</c:v>
                </c:pt>
                <c:pt idx="18032">
                  <c:v>9632</c:v>
                </c:pt>
                <c:pt idx="17983">
                  <c:v>9633</c:v>
                </c:pt>
                <c:pt idx="17934">
                  <c:v>9634</c:v>
                </c:pt>
                <c:pt idx="17885">
                  <c:v>9635</c:v>
                </c:pt>
                <c:pt idx="17836">
                  <c:v>9636</c:v>
                </c:pt>
                <c:pt idx="17787">
                  <c:v>9637</c:v>
                </c:pt>
                <c:pt idx="17738">
                  <c:v>9638</c:v>
                </c:pt>
                <c:pt idx="17689">
                  <c:v>9639</c:v>
                </c:pt>
                <c:pt idx="17640">
                  <c:v>9640</c:v>
                </c:pt>
                <c:pt idx="17591">
                  <c:v>9641</c:v>
                </c:pt>
                <c:pt idx="17542">
                  <c:v>9642</c:v>
                </c:pt>
                <c:pt idx="17493">
                  <c:v>9643</c:v>
                </c:pt>
                <c:pt idx="17444">
                  <c:v>9644</c:v>
                </c:pt>
                <c:pt idx="17395">
                  <c:v>9645</c:v>
                </c:pt>
                <c:pt idx="17346">
                  <c:v>9646</c:v>
                </c:pt>
                <c:pt idx="17297">
                  <c:v>9647</c:v>
                </c:pt>
                <c:pt idx="17248">
                  <c:v>9648</c:v>
                </c:pt>
                <c:pt idx="17199">
                  <c:v>9649</c:v>
                </c:pt>
                <c:pt idx="17150">
                  <c:v>9650</c:v>
                </c:pt>
                <c:pt idx="17101">
                  <c:v>9651</c:v>
                </c:pt>
                <c:pt idx="17052">
                  <c:v>9652</c:v>
                </c:pt>
                <c:pt idx="17003">
                  <c:v>9653</c:v>
                </c:pt>
                <c:pt idx="16954">
                  <c:v>9654</c:v>
                </c:pt>
                <c:pt idx="16905">
                  <c:v>9655</c:v>
                </c:pt>
                <c:pt idx="16856">
                  <c:v>9656</c:v>
                </c:pt>
                <c:pt idx="16807">
                  <c:v>9657</c:v>
                </c:pt>
                <c:pt idx="16758">
                  <c:v>9658</c:v>
                </c:pt>
                <c:pt idx="16709">
                  <c:v>9659</c:v>
                </c:pt>
                <c:pt idx="16660">
                  <c:v>9660</c:v>
                </c:pt>
                <c:pt idx="16611">
                  <c:v>9661</c:v>
                </c:pt>
                <c:pt idx="16562">
                  <c:v>9662</c:v>
                </c:pt>
                <c:pt idx="16513">
                  <c:v>9663</c:v>
                </c:pt>
                <c:pt idx="16464">
                  <c:v>9664</c:v>
                </c:pt>
                <c:pt idx="16415">
                  <c:v>9665</c:v>
                </c:pt>
                <c:pt idx="16366">
                  <c:v>9666</c:v>
                </c:pt>
                <c:pt idx="16317">
                  <c:v>9667</c:v>
                </c:pt>
                <c:pt idx="16268">
                  <c:v>9668</c:v>
                </c:pt>
                <c:pt idx="16219">
                  <c:v>9669</c:v>
                </c:pt>
                <c:pt idx="16170">
                  <c:v>9670</c:v>
                </c:pt>
                <c:pt idx="16121">
                  <c:v>9671</c:v>
                </c:pt>
                <c:pt idx="16072">
                  <c:v>9672</c:v>
                </c:pt>
                <c:pt idx="16023">
                  <c:v>9673</c:v>
                </c:pt>
                <c:pt idx="15974">
                  <c:v>9674</c:v>
                </c:pt>
                <c:pt idx="15925">
                  <c:v>9675</c:v>
                </c:pt>
                <c:pt idx="15876">
                  <c:v>9676</c:v>
                </c:pt>
                <c:pt idx="15827">
                  <c:v>9677</c:v>
                </c:pt>
                <c:pt idx="15778">
                  <c:v>9678</c:v>
                </c:pt>
                <c:pt idx="15729">
                  <c:v>9679</c:v>
                </c:pt>
                <c:pt idx="15680">
                  <c:v>9680</c:v>
                </c:pt>
                <c:pt idx="15631">
                  <c:v>9681</c:v>
                </c:pt>
                <c:pt idx="15582">
                  <c:v>9682</c:v>
                </c:pt>
                <c:pt idx="15533">
                  <c:v>9683</c:v>
                </c:pt>
                <c:pt idx="15484">
                  <c:v>9684</c:v>
                </c:pt>
                <c:pt idx="15435">
                  <c:v>9685</c:v>
                </c:pt>
                <c:pt idx="15386">
                  <c:v>9686</c:v>
                </c:pt>
                <c:pt idx="15337">
                  <c:v>9687</c:v>
                </c:pt>
                <c:pt idx="15288">
                  <c:v>9688</c:v>
                </c:pt>
                <c:pt idx="15239">
                  <c:v>9689</c:v>
                </c:pt>
                <c:pt idx="15190">
                  <c:v>9690</c:v>
                </c:pt>
                <c:pt idx="15141">
                  <c:v>9691</c:v>
                </c:pt>
                <c:pt idx="15092">
                  <c:v>9692</c:v>
                </c:pt>
                <c:pt idx="15043">
                  <c:v>9693</c:v>
                </c:pt>
                <c:pt idx="14994">
                  <c:v>9694</c:v>
                </c:pt>
                <c:pt idx="14945">
                  <c:v>9695</c:v>
                </c:pt>
                <c:pt idx="14896">
                  <c:v>9696</c:v>
                </c:pt>
                <c:pt idx="14847">
                  <c:v>9697</c:v>
                </c:pt>
                <c:pt idx="14798">
                  <c:v>9698</c:v>
                </c:pt>
                <c:pt idx="14749">
                  <c:v>9699</c:v>
                </c:pt>
                <c:pt idx="14700">
                  <c:v>9700</c:v>
                </c:pt>
                <c:pt idx="14651">
                  <c:v>9701</c:v>
                </c:pt>
                <c:pt idx="14602">
                  <c:v>9702</c:v>
                </c:pt>
                <c:pt idx="14553">
                  <c:v>9703</c:v>
                </c:pt>
                <c:pt idx="14504">
                  <c:v>9704</c:v>
                </c:pt>
                <c:pt idx="14455">
                  <c:v>9705</c:v>
                </c:pt>
                <c:pt idx="14406">
                  <c:v>9706</c:v>
                </c:pt>
                <c:pt idx="14357">
                  <c:v>9707</c:v>
                </c:pt>
                <c:pt idx="14308">
                  <c:v>9708</c:v>
                </c:pt>
                <c:pt idx="14259">
                  <c:v>9709</c:v>
                </c:pt>
                <c:pt idx="14210">
                  <c:v>9710</c:v>
                </c:pt>
                <c:pt idx="14161">
                  <c:v>9711</c:v>
                </c:pt>
                <c:pt idx="14112">
                  <c:v>9712</c:v>
                </c:pt>
                <c:pt idx="14063">
                  <c:v>9713</c:v>
                </c:pt>
                <c:pt idx="14014">
                  <c:v>9714</c:v>
                </c:pt>
                <c:pt idx="13965">
                  <c:v>9715</c:v>
                </c:pt>
                <c:pt idx="13916">
                  <c:v>9716</c:v>
                </c:pt>
                <c:pt idx="13867">
                  <c:v>9717</c:v>
                </c:pt>
                <c:pt idx="13818">
                  <c:v>9718</c:v>
                </c:pt>
                <c:pt idx="13769">
                  <c:v>9719</c:v>
                </c:pt>
                <c:pt idx="13720">
                  <c:v>9720</c:v>
                </c:pt>
                <c:pt idx="13671">
                  <c:v>9721</c:v>
                </c:pt>
                <c:pt idx="13622">
                  <c:v>9722</c:v>
                </c:pt>
                <c:pt idx="13573">
                  <c:v>9723</c:v>
                </c:pt>
                <c:pt idx="13524">
                  <c:v>9724</c:v>
                </c:pt>
                <c:pt idx="13475">
                  <c:v>9725</c:v>
                </c:pt>
                <c:pt idx="13426">
                  <c:v>9726</c:v>
                </c:pt>
                <c:pt idx="13377">
                  <c:v>9727</c:v>
                </c:pt>
                <c:pt idx="13328">
                  <c:v>9728</c:v>
                </c:pt>
                <c:pt idx="13279">
                  <c:v>9729</c:v>
                </c:pt>
                <c:pt idx="13230">
                  <c:v>9730</c:v>
                </c:pt>
                <c:pt idx="13181">
                  <c:v>9731</c:v>
                </c:pt>
                <c:pt idx="13132">
                  <c:v>9732</c:v>
                </c:pt>
                <c:pt idx="13083">
                  <c:v>9733</c:v>
                </c:pt>
                <c:pt idx="13034">
                  <c:v>9734</c:v>
                </c:pt>
                <c:pt idx="12985">
                  <c:v>9735</c:v>
                </c:pt>
                <c:pt idx="12936">
                  <c:v>9736</c:v>
                </c:pt>
                <c:pt idx="12887">
                  <c:v>9737</c:v>
                </c:pt>
                <c:pt idx="12838">
                  <c:v>9738</c:v>
                </c:pt>
                <c:pt idx="12789">
                  <c:v>9739</c:v>
                </c:pt>
                <c:pt idx="12740">
                  <c:v>9740</c:v>
                </c:pt>
                <c:pt idx="12691">
                  <c:v>9741</c:v>
                </c:pt>
                <c:pt idx="12642">
                  <c:v>9742</c:v>
                </c:pt>
                <c:pt idx="12593">
                  <c:v>9743</c:v>
                </c:pt>
                <c:pt idx="12544">
                  <c:v>9744</c:v>
                </c:pt>
                <c:pt idx="12495">
                  <c:v>9745</c:v>
                </c:pt>
                <c:pt idx="12446">
                  <c:v>9746</c:v>
                </c:pt>
                <c:pt idx="12397">
                  <c:v>9747</c:v>
                </c:pt>
                <c:pt idx="12348">
                  <c:v>9748</c:v>
                </c:pt>
                <c:pt idx="12299">
                  <c:v>9749</c:v>
                </c:pt>
                <c:pt idx="12250">
                  <c:v>9750</c:v>
                </c:pt>
                <c:pt idx="12201">
                  <c:v>9751</c:v>
                </c:pt>
                <c:pt idx="12152">
                  <c:v>9752</c:v>
                </c:pt>
                <c:pt idx="12103">
                  <c:v>9753</c:v>
                </c:pt>
                <c:pt idx="12054">
                  <c:v>9754</c:v>
                </c:pt>
                <c:pt idx="12005">
                  <c:v>9755</c:v>
                </c:pt>
                <c:pt idx="11956">
                  <c:v>9756</c:v>
                </c:pt>
                <c:pt idx="11907">
                  <c:v>9757</c:v>
                </c:pt>
                <c:pt idx="11858">
                  <c:v>9758</c:v>
                </c:pt>
                <c:pt idx="11809">
                  <c:v>9759</c:v>
                </c:pt>
                <c:pt idx="11760">
                  <c:v>9760</c:v>
                </c:pt>
                <c:pt idx="11711">
                  <c:v>9761</c:v>
                </c:pt>
                <c:pt idx="11662">
                  <c:v>9762</c:v>
                </c:pt>
                <c:pt idx="11613">
                  <c:v>9763</c:v>
                </c:pt>
                <c:pt idx="11564">
                  <c:v>9764</c:v>
                </c:pt>
                <c:pt idx="11515">
                  <c:v>9765</c:v>
                </c:pt>
                <c:pt idx="11466">
                  <c:v>9766</c:v>
                </c:pt>
                <c:pt idx="11417">
                  <c:v>9767</c:v>
                </c:pt>
                <c:pt idx="11368">
                  <c:v>9768</c:v>
                </c:pt>
                <c:pt idx="11319">
                  <c:v>9769</c:v>
                </c:pt>
                <c:pt idx="11270">
                  <c:v>9770</c:v>
                </c:pt>
                <c:pt idx="11221">
                  <c:v>9771</c:v>
                </c:pt>
                <c:pt idx="11172">
                  <c:v>9772</c:v>
                </c:pt>
                <c:pt idx="11123">
                  <c:v>9773</c:v>
                </c:pt>
                <c:pt idx="11074">
                  <c:v>9774</c:v>
                </c:pt>
                <c:pt idx="11025">
                  <c:v>9775</c:v>
                </c:pt>
                <c:pt idx="10976">
                  <c:v>9776</c:v>
                </c:pt>
                <c:pt idx="10927">
                  <c:v>9777</c:v>
                </c:pt>
                <c:pt idx="10878">
                  <c:v>9778</c:v>
                </c:pt>
                <c:pt idx="10829">
                  <c:v>9779</c:v>
                </c:pt>
                <c:pt idx="10780">
                  <c:v>9780</c:v>
                </c:pt>
                <c:pt idx="10731">
                  <c:v>9781</c:v>
                </c:pt>
                <c:pt idx="10682">
                  <c:v>9782</c:v>
                </c:pt>
                <c:pt idx="10633">
                  <c:v>9783</c:v>
                </c:pt>
                <c:pt idx="10584">
                  <c:v>9784</c:v>
                </c:pt>
                <c:pt idx="10535">
                  <c:v>9785</c:v>
                </c:pt>
                <c:pt idx="10486">
                  <c:v>9786</c:v>
                </c:pt>
                <c:pt idx="10437">
                  <c:v>9787</c:v>
                </c:pt>
                <c:pt idx="10388">
                  <c:v>9788</c:v>
                </c:pt>
                <c:pt idx="10339">
                  <c:v>9789</c:v>
                </c:pt>
                <c:pt idx="10290">
                  <c:v>9790</c:v>
                </c:pt>
                <c:pt idx="10241">
                  <c:v>9791</c:v>
                </c:pt>
                <c:pt idx="10192">
                  <c:v>9792</c:v>
                </c:pt>
                <c:pt idx="10143">
                  <c:v>9793</c:v>
                </c:pt>
                <c:pt idx="10094">
                  <c:v>9794</c:v>
                </c:pt>
                <c:pt idx="10045">
                  <c:v>9795</c:v>
                </c:pt>
                <c:pt idx="9996">
                  <c:v>9796</c:v>
                </c:pt>
                <c:pt idx="9947">
                  <c:v>9797</c:v>
                </c:pt>
                <c:pt idx="9898">
                  <c:v>9798</c:v>
                </c:pt>
                <c:pt idx="9849">
                  <c:v>9799</c:v>
                </c:pt>
                <c:pt idx="9800">
                  <c:v>9800</c:v>
                </c:pt>
                <c:pt idx="9751">
                  <c:v>9801</c:v>
                </c:pt>
                <c:pt idx="9702">
                  <c:v>9802</c:v>
                </c:pt>
                <c:pt idx="9653">
                  <c:v>9803</c:v>
                </c:pt>
                <c:pt idx="9604">
                  <c:v>9804</c:v>
                </c:pt>
                <c:pt idx="9555">
                  <c:v>9805</c:v>
                </c:pt>
                <c:pt idx="9506">
                  <c:v>9806</c:v>
                </c:pt>
                <c:pt idx="9457">
                  <c:v>9807</c:v>
                </c:pt>
                <c:pt idx="9408">
                  <c:v>9808</c:v>
                </c:pt>
                <c:pt idx="9359">
                  <c:v>9809</c:v>
                </c:pt>
                <c:pt idx="9310">
                  <c:v>9810</c:v>
                </c:pt>
                <c:pt idx="9261">
                  <c:v>9811</c:v>
                </c:pt>
                <c:pt idx="9212">
                  <c:v>9812</c:v>
                </c:pt>
                <c:pt idx="9163">
                  <c:v>9813</c:v>
                </c:pt>
                <c:pt idx="9114">
                  <c:v>9814</c:v>
                </c:pt>
                <c:pt idx="9065">
                  <c:v>9815</c:v>
                </c:pt>
                <c:pt idx="9016">
                  <c:v>9816</c:v>
                </c:pt>
                <c:pt idx="8967">
                  <c:v>9817</c:v>
                </c:pt>
                <c:pt idx="8918">
                  <c:v>9818</c:v>
                </c:pt>
                <c:pt idx="8869">
                  <c:v>9819</c:v>
                </c:pt>
                <c:pt idx="8820">
                  <c:v>9820</c:v>
                </c:pt>
                <c:pt idx="8771">
                  <c:v>9821</c:v>
                </c:pt>
                <c:pt idx="8722">
                  <c:v>9822</c:v>
                </c:pt>
                <c:pt idx="8673">
                  <c:v>9823</c:v>
                </c:pt>
                <c:pt idx="8624">
                  <c:v>9824</c:v>
                </c:pt>
                <c:pt idx="8575">
                  <c:v>9825</c:v>
                </c:pt>
                <c:pt idx="8526">
                  <c:v>9826</c:v>
                </c:pt>
                <c:pt idx="8477">
                  <c:v>9827</c:v>
                </c:pt>
                <c:pt idx="8428">
                  <c:v>9828</c:v>
                </c:pt>
                <c:pt idx="8379">
                  <c:v>9829</c:v>
                </c:pt>
                <c:pt idx="8330">
                  <c:v>9830</c:v>
                </c:pt>
                <c:pt idx="8281">
                  <c:v>9831</c:v>
                </c:pt>
                <c:pt idx="8232">
                  <c:v>9832</c:v>
                </c:pt>
                <c:pt idx="8183">
                  <c:v>9833</c:v>
                </c:pt>
                <c:pt idx="8134">
                  <c:v>9834</c:v>
                </c:pt>
                <c:pt idx="8085">
                  <c:v>9835</c:v>
                </c:pt>
                <c:pt idx="8036">
                  <c:v>9836</c:v>
                </c:pt>
                <c:pt idx="7987">
                  <c:v>9837</c:v>
                </c:pt>
                <c:pt idx="7938">
                  <c:v>9838</c:v>
                </c:pt>
                <c:pt idx="7889">
                  <c:v>9839</c:v>
                </c:pt>
                <c:pt idx="7840">
                  <c:v>9840</c:v>
                </c:pt>
                <c:pt idx="7791">
                  <c:v>9841</c:v>
                </c:pt>
                <c:pt idx="7742">
                  <c:v>9842</c:v>
                </c:pt>
                <c:pt idx="7693">
                  <c:v>9843</c:v>
                </c:pt>
                <c:pt idx="7644">
                  <c:v>9844</c:v>
                </c:pt>
                <c:pt idx="7595">
                  <c:v>9845</c:v>
                </c:pt>
                <c:pt idx="7546">
                  <c:v>9846</c:v>
                </c:pt>
                <c:pt idx="7497">
                  <c:v>9847</c:v>
                </c:pt>
                <c:pt idx="7448">
                  <c:v>9848</c:v>
                </c:pt>
                <c:pt idx="7399">
                  <c:v>9849</c:v>
                </c:pt>
                <c:pt idx="7350">
                  <c:v>9850</c:v>
                </c:pt>
                <c:pt idx="7301">
                  <c:v>9851</c:v>
                </c:pt>
                <c:pt idx="7252">
                  <c:v>9852</c:v>
                </c:pt>
                <c:pt idx="7203">
                  <c:v>9853</c:v>
                </c:pt>
                <c:pt idx="7154">
                  <c:v>9854</c:v>
                </c:pt>
                <c:pt idx="7105">
                  <c:v>9855</c:v>
                </c:pt>
                <c:pt idx="7056">
                  <c:v>9856</c:v>
                </c:pt>
                <c:pt idx="7007">
                  <c:v>9857</c:v>
                </c:pt>
                <c:pt idx="6958">
                  <c:v>9858</c:v>
                </c:pt>
                <c:pt idx="6909">
                  <c:v>9859</c:v>
                </c:pt>
                <c:pt idx="6860">
                  <c:v>9860</c:v>
                </c:pt>
                <c:pt idx="6811">
                  <c:v>9861</c:v>
                </c:pt>
                <c:pt idx="6762">
                  <c:v>9862</c:v>
                </c:pt>
                <c:pt idx="6713">
                  <c:v>9863</c:v>
                </c:pt>
                <c:pt idx="6664">
                  <c:v>9864</c:v>
                </c:pt>
                <c:pt idx="6615">
                  <c:v>9865</c:v>
                </c:pt>
                <c:pt idx="6566">
                  <c:v>9866</c:v>
                </c:pt>
                <c:pt idx="6517">
                  <c:v>9867</c:v>
                </c:pt>
                <c:pt idx="6468">
                  <c:v>9868</c:v>
                </c:pt>
                <c:pt idx="6419">
                  <c:v>9869</c:v>
                </c:pt>
                <c:pt idx="6370">
                  <c:v>9870</c:v>
                </c:pt>
                <c:pt idx="6321">
                  <c:v>9871</c:v>
                </c:pt>
                <c:pt idx="6272">
                  <c:v>9872</c:v>
                </c:pt>
                <c:pt idx="6223">
                  <c:v>9873</c:v>
                </c:pt>
                <c:pt idx="6174">
                  <c:v>9874</c:v>
                </c:pt>
                <c:pt idx="6125">
                  <c:v>9875</c:v>
                </c:pt>
                <c:pt idx="6076">
                  <c:v>9876</c:v>
                </c:pt>
                <c:pt idx="6027">
                  <c:v>9877</c:v>
                </c:pt>
                <c:pt idx="5978">
                  <c:v>9878</c:v>
                </c:pt>
                <c:pt idx="5929">
                  <c:v>9879</c:v>
                </c:pt>
                <c:pt idx="5880">
                  <c:v>9880</c:v>
                </c:pt>
                <c:pt idx="5831">
                  <c:v>9881</c:v>
                </c:pt>
                <c:pt idx="5782">
                  <c:v>9882</c:v>
                </c:pt>
                <c:pt idx="5733">
                  <c:v>9883</c:v>
                </c:pt>
                <c:pt idx="5684">
                  <c:v>9884</c:v>
                </c:pt>
                <c:pt idx="5635">
                  <c:v>9885</c:v>
                </c:pt>
                <c:pt idx="5586">
                  <c:v>9886</c:v>
                </c:pt>
                <c:pt idx="5537">
                  <c:v>9887</c:v>
                </c:pt>
                <c:pt idx="5488">
                  <c:v>9888</c:v>
                </c:pt>
                <c:pt idx="5439">
                  <c:v>9889</c:v>
                </c:pt>
                <c:pt idx="5390">
                  <c:v>9890</c:v>
                </c:pt>
                <c:pt idx="5341">
                  <c:v>9891</c:v>
                </c:pt>
                <c:pt idx="5292">
                  <c:v>9892</c:v>
                </c:pt>
                <c:pt idx="5243">
                  <c:v>9893</c:v>
                </c:pt>
                <c:pt idx="5194">
                  <c:v>9894</c:v>
                </c:pt>
                <c:pt idx="5145">
                  <c:v>9895</c:v>
                </c:pt>
                <c:pt idx="5096">
                  <c:v>9896</c:v>
                </c:pt>
                <c:pt idx="5047">
                  <c:v>9897</c:v>
                </c:pt>
                <c:pt idx="4998">
                  <c:v>9898</c:v>
                </c:pt>
                <c:pt idx="4949">
                  <c:v>9899</c:v>
                </c:pt>
                <c:pt idx="4900">
                  <c:v>9900</c:v>
                </c:pt>
                <c:pt idx="4851">
                  <c:v>9901</c:v>
                </c:pt>
                <c:pt idx="4802">
                  <c:v>9902</c:v>
                </c:pt>
                <c:pt idx="4753">
                  <c:v>9903</c:v>
                </c:pt>
                <c:pt idx="4704">
                  <c:v>9904</c:v>
                </c:pt>
                <c:pt idx="4655">
                  <c:v>9905</c:v>
                </c:pt>
                <c:pt idx="4606">
                  <c:v>9906</c:v>
                </c:pt>
                <c:pt idx="4557">
                  <c:v>9907</c:v>
                </c:pt>
                <c:pt idx="4508">
                  <c:v>9908</c:v>
                </c:pt>
                <c:pt idx="4459">
                  <c:v>9909</c:v>
                </c:pt>
                <c:pt idx="4410">
                  <c:v>9910</c:v>
                </c:pt>
                <c:pt idx="4361">
                  <c:v>9911</c:v>
                </c:pt>
                <c:pt idx="4312">
                  <c:v>9912</c:v>
                </c:pt>
                <c:pt idx="4263">
                  <c:v>9913</c:v>
                </c:pt>
                <c:pt idx="4214">
                  <c:v>9914</c:v>
                </c:pt>
                <c:pt idx="4165">
                  <c:v>9915</c:v>
                </c:pt>
                <c:pt idx="4116">
                  <c:v>9916</c:v>
                </c:pt>
                <c:pt idx="4067">
                  <c:v>9917</c:v>
                </c:pt>
                <c:pt idx="4018">
                  <c:v>9918</c:v>
                </c:pt>
                <c:pt idx="3969">
                  <c:v>9919</c:v>
                </c:pt>
                <c:pt idx="3920">
                  <c:v>9920</c:v>
                </c:pt>
                <c:pt idx="3871">
                  <c:v>9921</c:v>
                </c:pt>
                <c:pt idx="3822">
                  <c:v>9922</c:v>
                </c:pt>
                <c:pt idx="3773">
                  <c:v>9923</c:v>
                </c:pt>
                <c:pt idx="3724">
                  <c:v>9924</c:v>
                </c:pt>
                <c:pt idx="3675">
                  <c:v>9925</c:v>
                </c:pt>
                <c:pt idx="3626">
                  <c:v>9926</c:v>
                </c:pt>
                <c:pt idx="3577">
                  <c:v>9927</c:v>
                </c:pt>
                <c:pt idx="3528">
                  <c:v>9928</c:v>
                </c:pt>
                <c:pt idx="3479">
                  <c:v>9929</c:v>
                </c:pt>
                <c:pt idx="3430">
                  <c:v>9930</c:v>
                </c:pt>
                <c:pt idx="3381">
                  <c:v>9931</c:v>
                </c:pt>
                <c:pt idx="3332">
                  <c:v>9932</c:v>
                </c:pt>
                <c:pt idx="3283">
                  <c:v>9933</c:v>
                </c:pt>
                <c:pt idx="3234">
                  <c:v>9934</c:v>
                </c:pt>
                <c:pt idx="3185">
                  <c:v>9935</c:v>
                </c:pt>
                <c:pt idx="3136">
                  <c:v>9936</c:v>
                </c:pt>
                <c:pt idx="3087">
                  <c:v>9937</c:v>
                </c:pt>
                <c:pt idx="3038">
                  <c:v>9938</c:v>
                </c:pt>
                <c:pt idx="2989">
                  <c:v>9939</c:v>
                </c:pt>
                <c:pt idx="2940">
                  <c:v>9940</c:v>
                </c:pt>
                <c:pt idx="2891">
                  <c:v>9941</c:v>
                </c:pt>
                <c:pt idx="2842">
                  <c:v>9942</c:v>
                </c:pt>
                <c:pt idx="2793">
                  <c:v>9943</c:v>
                </c:pt>
                <c:pt idx="2744">
                  <c:v>9944</c:v>
                </c:pt>
                <c:pt idx="2695">
                  <c:v>9945</c:v>
                </c:pt>
                <c:pt idx="2646">
                  <c:v>9946</c:v>
                </c:pt>
                <c:pt idx="2597">
                  <c:v>9947</c:v>
                </c:pt>
                <c:pt idx="2548">
                  <c:v>9948</c:v>
                </c:pt>
                <c:pt idx="2499">
                  <c:v>9949</c:v>
                </c:pt>
                <c:pt idx="2450">
                  <c:v>9950</c:v>
                </c:pt>
                <c:pt idx="2401">
                  <c:v>9951</c:v>
                </c:pt>
                <c:pt idx="2352">
                  <c:v>9952</c:v>
                </c:pt>
                <c:pt idx="2303">
                  <c:v>9953</c:v>
                </c:pt>
                <c:pt idx="2254">
                  <c:v>9954</c:v>
                </c:pt>
                <c:pt idx="2205">
                  <c:v>9955</c:v>
                </c:pt>
                <c:pt idx="2156">
                  <c:v>9956</c:v>
                </c:pt>
                <c:pt idx="2107">
                  <c:v>9957</c:v>
                </c:pt>
                <c:pt idx="2058">
                  <c:v>9958</c:v>
                </c:pt>
                <c:pt idx="2009">
                  <c:v>9959</c:v>
                </c:pt>
                <c:pt idx="1960">
                  <c:v>9960</c:v>
                </c:pt>
                <c:pt idx="1911">
                  <c:v>9961</c:v>
                </c:pt>
                <c:pt idx="1862">
                  <c:v>9962</c:v>
                </c:pt>
                <c:pt idx="1813">
                  <c:v>9963</c:v>
                </c:pt>
                <c:pt idx="1764">
                  <c:v>9964</c:v>
                </c:pt>
                <c:pt idx="1715">
                  <c:v>9965</c:v>
                </c:pt>
                <c:pt idx="1666">
                  <c:v>9966</c:v>
                </c:pt>
                <c:pt idx="1617">
                  <c:v>9967</c:v>
                </c:pt>
                <c:pt idx="1568">
                  <c:v>9968</c:v>
                </c:pt>
                <c:pt idx="1519">
                  <c:v>9969</c:v>
                </c:pt>
                <c:pt idx="1470">
                  <c:v>9970</c:v>
                </c:pt>
                <c:pt idx="1421">
                  <c:v>9971</c:v>
                </c:pt>
                <c:pt idx="1372">
                  <c:v>9972</c:v>
                </c:pt>
                <c:pt idx="1323">
                  <c:v>9973</c:v>
                </c:pt>
                <c:pt idx="1274">
                  <c:v>9974</c:v>
                </c:pt>
                <c:pt idx="1225">
                  <c:v>9975</c:v>
                </c:pt>
                <c:pt idx="1176">
                  <c:v>9976</c:v>
                </c:pt>
                <c:pt idx="1127">
                  <c:v>9977</c:v>
                </c:pt>
                <c:pt idx="1078">
                  <c:v>9978</c:v>
                </c:pt>
                <c:pt idx="1029">
                  <c:v>9979</c:v>
                </c:pt>
                <c:pt idx="980">
                  <c:v>9980</c:v>
                </c:pt>
                <c:pt idx="931">
                  <c:v>9981</c:v>
                </c:pt>
                <c:pt idx="882">
                  <c:v>9982</c:v>
                </c:pt>
                <c:pt idx="833">
                  <c:v>9983</c:v>
                </c:pt>
                <c:pt idx="784">
                  <c:v>9984</c:v>
                </c:pt>
                <c:pt idx="735">
                  <c:v>9985</c:v>
                </c:pt>
                <c:pt idx="686">
                  <c:v>9986</c:v>
                </c:pt>
                <c:pt idx="637">
                  <c:v>9987</c:v>
                </c:pt>
                <c:pt idx="588">
                  <c:v>9988</c:v>
                </c:pt>
                <c:pt idx="539">
                  <c:v>9989</c:v>
                </c:pt>
                <c:pt idx="490">
                  <c:v>9990</c:v>
                </c:pt>
                <c:pt idx="441">
                  <c:v>9991</c:v>
                </c:pt>
                <c:pt idx="392">
                  <c:v>9992</c:v>
                </c:pt>
                <c:pt idx="343">
                  <c:v>9993</c:v>
                </c:pt>
                <c:pt idx="294">
                  <c:v>9994</c:v>
                </c:pt>
                <c:pt idx="245">
                  <c:v>9995</c:v>
                </c:pt>
                <c:pt idx="196">
                  <c:v>9996</c:v>
                </c:pt>
                <c:pt idx="147">
                  <c:v>9997</c:v>
                </c:pt>
                <c:pt idx="98">
                  <c:v>9998</c:v>
                </c:pt>
                <c:pt idx="49">
                  <c:v>9999</c:v>
                </c:pt>
              </c:numCache>
            </c:numRef>
          </c:val>
        </c:ser>
      </c:barChart>
    </c:plotArea>
  </c:chart>
</c:chartSpace>
</file>

<file path=ppt/slides/_rels/slide1.xml.rels><Relationships xmlns="http://schemas.openxmlformats.org/package/2006/relationships"><Relationship Id="__proto__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graphicFrame>
        <p:nvGraphicFramePr>
          <p:cNvPr id="6" name="c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chart">
            <c:chart xmlns:c="http://schemas.openxmlformats.org/drawingml/2006/chart" r:id="__proto__"/>
          </a:graphicData>
        </a:graphic>
      </p:graphicFrame>
    </p:spTree>
  </p:cSld>
</p:sld>
</file>