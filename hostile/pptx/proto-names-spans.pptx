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__proto__"/>
    <p:sldId id="257" r:id="constructor"/>
  </p:sldIdLst>
</p:presentation>
</file>

<file path=ppt/_rels/presentation.xml.rels><Relationships xmlns="http://schemas.openxmlformats.org/package/2006/relationships"><Relationship Id="__proto__" Type="http://schemas.openxmlformats.org/officeDocument/2006/relationships/slide" Target="slides/slide1.xml"/><Relationship Id="constructor" Type="http://schemas.openxmlformats.org/officeDocument/2006/relationships/slide" Target="slides/slide2.xml"/></Relationships>
</file>

<file path=ppt/slides/_rels/slide1.xml.rels><Relationships xmlns="http://schemas.openxmlformats.org/package/2006/relationships"><Relationship Id="constructor" Type="http://schemas.openxmlformats.org/officeDocument/2006/relationships/slideLayout" Target="../slideLayouts/missing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"/>
          <p:cNvSpPr/>
          <p:nvPr>
            <p:ph type="__proto__" idx="constructor"/>
          </p:nvPr>
        </p:nvSpPr>
        <p:spPr>
          <a:xfrm>
            <a:off x="0" y="0"/>
            <a:ext cx="1" cy="1"/>
          </a:xfrm>
        </p:spPr>
        <p:txBody>
          <a:p>
            <a:r>
              <a:t>__proto__</a:t>
            </a:r>
          </a:p>
        </p:txBody>
      </p:sp>
      <p:graphicFrame>
        <p:nvGraphicFramePr>
          <p:cNvPr id="5" name="t"/>
          <p:cNvGraphicFramePr/>
          <p:nvPr/>
        </p:nvGraphicFramePr>
        <p:xfrm>
          <a:off x="0" y="0"/>
          <a:ext cx="1" cy="1"/>
        </p:xfrm>
        <a:graphic>
          <a:graphicData uri="t">
            <a:tbl>
              <a:tr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  <a:tc gridSpan="999999" rowSpan="999999">
                  <a:txBody>
                    <a:p>
                      <a:r>
                        <a:t>x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"/>
          <p:cNvSpPr/>
          <p:nvPr>
            <p:ph type="title"/>
          </p:nvPr>
        </p:nvSpPr>
        <p:spPr>
          <a:xfrm>
            <a:off x="0" y="0"/>
            <a:ext cx="1" cy="1"/>
          </a:xfrm>
        </p:spPr>
        <p:txBody>
          <a:p>
            <a:r>
              <a:t>ok</a:t>
            </a:r>
          </a:p>
        </p:txBody>
      </p:sp>
    </p:spTree>
  </p:cSld>
</p:sld>
</file>