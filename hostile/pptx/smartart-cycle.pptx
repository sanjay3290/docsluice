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0">
      <dgm:t>
        <a:p>
          <a:r>
            <a:t>n0</a:t>
          </a:r>
        </a:p>
      </dgm:t>
    </dgm:pt>
    <dgm:pt modelId="1">
      <dgm:t>
        <a:p>
          <a:r>
            <a:t>n1</a:t>
          </a:r>
        </a:p>
      </dgm:t>
    </dgm:pt>
    <dgm:pt modelId="2">
      <dgm:t>
        <a:p>
          <a:r>
            <a:t>n2</a:t>
          </a:r>
        </a:p>
      </dgm:t>
    </dgm:pt>
    <dgm:pt modelId="3">
      <dgm:t>
        <a:p>
          <a:r>
            <a:t>n3</a:t>
          </a:r>
        </a:p>
      </dgm:t>
    </dgm:pt>
    <dgm:pt modelId="4">
      <dgm:t>
        <a:p>
          <a:r>
            <a:t>n4</a:t>
          </a:r>
        </a:p>
      </dgm:t>
    </dgm:pt>
    <dgm:pt modelId="5">
      <dgm:t>
        <a:p>
          <a:r>
            <a:t>n5</a:t>
          </a:r>
        </a:p>
      </dgm:t>
    </dgm:pt>
    <dgm:pt modelId="6">
      <dgm:t>
        <a:p>
          <a:r>
            <a:t>n6</a:t>
          </a:r>
        </a:p>
      </dgm:t>
    </dgm:pt>
    <dgm:pt modelId="7">
      <dgm:t>
        <a:p>
          <a:r>
            <a:t>n7</a:t>
          </a:r>
        </a:p>
      </dgm:t>
    </dgm:pt>
    <dgm:pt modelId="8">
      <dgm:t>
        <a:p>
          <a:r>
            <a:t>n8</a:t>
          </a:r>
        </a:p>
      </dgm:t>
    </dgm:pt>
    <dgm:pt modelId="9">
      <dgm:t>
        <a:p>
          <a:r>
            <a:t>n9</a:t>
          </a:r>
        </a:p>
      </dgm:t>
    </dgm:pt>
    <dgm:pt modelId="10">
      <dgm:t>
        <a:p>
          <a:r>
            <a:t>n10</a:t>
          </a:r>
        </a:p>
      </dgm:t>
    </dgm:pt>
    <dgm:pt modelId="11">
      <dgm:t>
        <a:p>
          <a:r>
            <a:t>n11</a:t>
          </a:r>
        </a:p>
      </dgm:t>
    </dgm:pt>
    <dgm:pt modelId="12">
      <dgm:t>
        <a:p>
          <a:r>
            <a:t>n12</a:t>
          </a:r>
        </a:p>
      </dgm:t>
    </dgm:pt>
    <dgm:pt modelId="13">
      <dgm:t>
        <a:p>
          <a:r>
            <a:t>n13</a:t>
          </a:r>
        </a:p>
      </dgm:t>
    </dgm:pt>
    <dgm:pt modelId="14">
      <dgm:t>
        <a:p>
          <a:r>
            <a:t>n14</a:t>
          </a:r>
        </a:p>
      </dgm:t>
    </dgm:pt>
    <dgm:pt modelId="15">
      <dgm:t>
        <a:p>
          <a:r>
            <a:t>n15</a:t>
          </a:r>
        </a:p>
      </dgm:t>
    </dgm:pt>
    <dgm:pt modelId="16">
      <dgm:t>
        <a:p>
          <a:r>
            <a:t>n16</a:t>
          </a:r>
        </a:p>
      </dgm:t>
    </dgm:pt>
    <dgm:pt modelId="17">
      <dgm:t>
        <a:p>
          <a:r>
            <a:t>n17</a:t>
          </a:r>
        </a:p>
      </dgm:t>
    </dgm:pt>
    <dgm:pt modelId="18">
      <dgm:t>
        <a:p>
          <a:r>
            <a:t>n18</a:t>
          </a:r>
        </a:p>
      </dgm:t>
    </dgm:pt>
    <dgm:pt modelId="19">
      <dgm:t>
        <a:p>
          <a:r>
            <a:t>n19</a:t>
          </a:r>
        </a:p>
      </dgm:t>
    </dgm:pt>
    <dgm:pt modelId="20">
      <dgm:t>
        <a:p>
          <a:r>
            <a:t>n20</a:t>
          </a:r>
        </a:p>
      </dgm:t>
    </dgm:pt>
    <dgm:pt modelId="21">
      <dgm:t>
        <a:p>
          <a:r>
            <a:t>n21</a:t>
          </a:r>
        </a:p>
      </dgm:t>
    </dgm:pt>
    <dgm:pt modelId="22">
      <dgm:t>
        <a:p>
          <a:r>
            <a:t>n22</a:t>
          </a:r>
        </a:p>
      </dgm:t>
    </dgm:pt>
    <dgm:pt modelId="23">
      <dgm:t>
        <a:p>
          <a:r>
            <a:t>n23</a:t>
          </a:r>
        </a:p>
      </dgm:t>
    </dgm:pt>
    <dgm:pt modelId="24">
      <dgm:t>
        <a:p>
          <a:r>
            <a:t>n24</a:t>
          </a:r>
        </a:p>
      </dgm:t>
    </dgm:pt>
    <dgm:pt modelId="25">
      <dgm:t>
        <a:p>
          <a:r>
            <a:t>n25</a:t>
          </a:r>
        </a:p>
      </dgm:t>
    </dgm:pt>
    <dgm:pt modelId="26">
      <dgm:t>
        <a:p>
          <a:r>
            <a:t>n26</a:t>
          </a:r>
        </a:p>
      </dgm:t>
    </dgm:pt>
    <dgm:pt modelId="27">
      <dgm:t>
        <a:p>
          <a:r>
            <a:t>n27</a:t>
          </a:r>
        </a:p>
      </dgm:t>
    </dgm:pt>
    <dgm:pt modelId="28">
      <dgm:t>
        <a:p>
          <a:r>
            <a:t>n28</a:t>
          </a:r>
        </a:p>
      </dgm:t>
    </dgm:pt>
    <dgm:pt modelId="29">
      <dgm:t>
        <a:p>
          <a:r>
            <a:t>n29</a:t>
          </a:r>
        </a:p>
      </dgm:t>
    </dgm:pt>
    <dgm:pt modelId="30">
      <dgm:t>
        <a:p>
          <a:r>
            <a:t>n30</a:t>
          </a:r>
        </a:p>
      </dgm:t>
    </dgm:pt>
    <dgm:pt modelId="31">
      <dgm:t>
        <a:p>
          <a:r>
            <a:t>n31</a:t>
          </a:r>
        </a:p>
      </dgm:t>
    </dgm:pt>
    <dgm:pt modelId="32">
      <dgm:t>
        <a:p>
          <a:r>
            <a:t>n32</a:t>
          </a:r>
        </a:p>
      </dgm:t>
    </dgm:pt>
    <dgm:pt modelId="33">
      <dgm:t>
        <a:p>
          <a:r>
            <a:t>n33</a:t>
          </a:r>
        </a:p>
      </dgm:t>
    </dgm:pt>
    <dgm:pt modelId="34">
      <dgm:t>
        <a:p>
          <a:r>
            <a:t>n34</a:t>
          </a:r>
        </a:p>
      </dgm:t>
    </dgm:pt>
    <dgm:pt modelId="35">
      <dgm:t>
        <a:p>
          <a:r>
            <a:t>n35</a:t>
          </a:r>
        </a:p>
      </dgm:t>
    </dgm:pt>
    <dgm:pt modelId="36">
      <dgm:t>
        <a:p>
          <a:r>
            <a:t>n36</a:t>
          </a:r>
        </a:p>
      </dgm:t>
    </dgm:pt>
    <dgm:pt modelId="37">
      <dgm:t>
        <a:p>
          <a:r>
            <a:t>n37</a:t>
          </a:r>
        </a:p>
      </dgm:t>
    </dgm:pt>
    <dgm:pt modelId="38">
      <dgm:t>
        <a:p>
          <a:r>
            <a:t>n38</a:t>
          </a:r>
        </a:p>
      </dgm:t>
    </dgm:pt>
    <dgm:pt modelId="39">
      <dgm:t>
        <a:p>
          <a:r>
            <a:t>n39</a:t>
          </a:r>
        </a:p>
      </dgm:t>
    </dgm:pt>
    <dgm:pt modelId="40">
      <dgm:t>
        <a:p>
          <a:r>
            <a:t>n40</a:t>
          </a:r>
        </a:p>
      </dgm:t>
    </dgm:pt>
    <dgm:pt modelId="41">
      <dgm:t>
        <a:p>
          <a:r>
            <a:t>n41</a:t>
          </a:r>
        </a:p>
      </dgm:t>
    </dgm:pt>
    <dgm:pt modelId="42">
      <dgm:t>
        <a:p>
          <a:r>
            <a:t>n42</a:t>
          </a:r>
        </a:p>
      </dgm:t>
    </dgm:pt>
    <dgm:pt modelId="43">
      <dgm:t>
        <a:p>
          <a:r>
            <a:t>n43</a:t>
          </a:r>
        </a:p>
      </dgm:t>
    </dgm:pt>
    <dgm:pt modelId="44">
      <dgm:t>
        <a:p>
          <a:r>
            <a:t>n44</a:t>
          </a:r>
        </a:p>
      </dgm:t>
    </dgm:pt>
    <dgm:pt modelId="45">
      <dgm:t>
        <a:p>
          <a:r>
            <a:t>n45</a:t>
          </a:r>
        </a:p>
      </dgm:t>
    </dgm:pt>
    <dgm:pt modelId="46">
      <dgm:t>
        <a:p>
          <a:r>
            <a:t>n46</a:t>
          </a:r>
        </a:p>
      </dgm:t>
    </dgm:pt>
    <dgm:pt modelId="47">
      <dgm:t>
        <a:p>
          <a:r>
            <a:t>n47</a:t>
          </a:r>
        </a:p>
      </dgm:t>
    </dgm:pt>
    <dgm:pt modelId="48">
      <dgm:t>
        <a:p>
          <a:r>
            <a:t>n48</a:t>
          </a:r>
        </a:p>
      </dgm:t>
    </dgm:pt>
    <dgm:pt modelId="49">
      <dgm:t>
        <a:p>
          <a:r>
            <a:t>n49</a:t>
          </a:r>
        </a:p>
      </dgm:t>
    </dgm:pt>
    <dgm:pt modelId="50">
      <dgm:t>
        <a:p>
          <a:r>
            <a:t>n50</a:t>
          </a:r>
        </a:p>
      </dgm:t>
    </dgm:pt>
    <dgm:pt modelId="51">
      <dgm:t>
        <a:p>
          <a:r>
            <a:t>n51</a:t>
          </a:r>
        </a:p>
      </dgm:t>
    </dgm:pt>
    <dgm:pt modelId="52">
      <dgm:t>
        <a:p>
          <a:r>
            <a:t>n52</a:t>
          </a:r>
        </a:p>
      </dgm:t>
    </dgm:pt>
    <dgm:pt modelId="53">
      <dgm:t>
        <a:p>
          <a:r>
            <a:t>n53</a:t>
          </a:r>
        </a:p>
      </dgm:t>
    </dgm:pt>
    <dgm:pt modelId="54">
      <dgm:t>
        <a:p>
          <a:r>
            <a:t>n54</a:t>
          </a:r>
        </a:p>
      </dgm:t>
    </dgm:pt>
    <dgm:pt modelId="55">
      <dgm:t>
        <a:p>
          <a:r>
            <a:t>n55</a:t>
          </a:r>
        </a:p>
      </dgm:t>
    </dgm:pt>
    <dgm:pt modelId="56">
      <dgm:t>
        <a:p>
          <a:r>
            <a:t>n56</a:t>
          </a:r>
        </a:p>
      </dgm:t>
    </dgm:pt>
    <dgm:pt modelId="57">
      <dgm:t>
        <a:p>
          <a:r>
            <a:t>n57</a:t>
          </a:r>
        </a:p>
      </dgm:t>
    </dgm:pt>
    <dgm:pt modelId="58">
      <dgm:t>
        <a:p>
          <a:r>
            <a:t>n58</a:t>
          </a:r>
        </a:p>
      </dgm:t>
    </dgm:pt>
    <dgm:pt modelId="59">
      <dgm:t>
        <a:p>
          <a:r>
            <a:t>n59</a:t>
          </a:r>
        </a:p>
      </dgm:t>
    </dgm:pt>
    <dgm:pt modelId="60">
      <dgm:t>
        <a:p>
          <a:r>
            <a:t>n60</a:t>
          </a:r>
        </a:p>
      </dgm:t>
    </dgm:pt>
    <dgm:pt modelId="61">
      <dgm:t>
        <a:p>
          <a:r>
            <a:t>n61</a:t>
          </a:r>
        </a:p>
      </dgm:t>
    </dgm:pt>
    <dgm:pt modelId="62">
      <dgm:t>
        <a:p>
          <a:r>
            <a:t>n62</a:t>
          </a:r>
        </a:p>
      </dgm:t>
    </dgm:pt>
    <dgm:pt modelId="63">
      <dgm:t>
        <a:p>
          <a:r>
            <a:t>n63</a:t>
          </a:r>
        </a:p>
      </dgm:t>
    </dgm:pt>
    <dgm:pt modelId="64">
      <dgm:t>
        <a:p>
          <a:r>
            <a:t>n64</a:t>
          </a:r>
        </a:p>
      </dgm:t>
    </dgm:pt>
    <dgm:pt modelId="65">
      <dgm:t>
        <a:p>
          <a:r>
            <a:t>n65</a:t>
          </a:r>
        </a:p>
      </dgm:t>
    </dgm:pt>
    <dgm:pt modelId="66">
      <dgm:t>
        <a:p>
          <a:r>
            <a:t>n66</a:t>
          </a:r>
        </a:p>
      </dgm:t>
    </dgm:pt>
    <dgm:pt modelId="67">
      <dgm:t>
        <a:p>
          <a:r>
            <a:t>n67</a:t>
          </a:r>
        </a:p>
      </dgm:t>
    </dgm:pt>
    <dgm:pt modelId="68">
      <dgm:t>
        <a:p>
          <a:r>
            <a:t>n68</a:t>
          </a:r>
        </a:p>
      </dgm:t>
    </dgm:pt>
    <dgm:pt modelId="69">
      <dgm:t>
        <a:p>
          <a:r>
            <a:t>n69</a:t>
          </a:r>
        </a:p>
      </dgm:t>
    </dgm:pt>
    <dgm:pt modelId="70">
      <dgm:t>
        <a:p>
          <a:r>
            <a:t>n70</a:t>
          </a:r>
        </a:p>
      </dgm:t>
    </dgm:pt>
    <dgm:pt modelId="71">
      <dgm:t>
        <a:p>
          <a:r>
            <a:t>n71</a:t>
          </a:r>
        </a:p>
      </dgm:t>
    </dgm:pt>
    <dgm:pt modelId="72">
      <dgm:t>
        <a:p>
          <a:r>
            <a:t>n72</a:t>
          </a:r>
        </a:p>
      </dgm:t>
    </dgm:pt>
    <dgm:pt modelId="73">
      <dgm:t>
        <a:p>
          <a:r>
            <a:t>n73</a:t>
          </a:r>
        </a:p>
      </dgm:t>
    </dgm:pt>
    <dgm:pt modelId="74">
      <dgm:t>
        <a:p>
          <a:r>
            <a:t>n74</a:t>
          </a:r>
        </a:p>
      </dgm:t>
    </dgm:pt>
    <dgm:pt modelId="75">
      <dgm:t>
        <a:p>
          <a:r>
            <a:t>n75</a:t>
          </a:r>
        </a:p>
      </dgm:t>
    </dgm:pt>
    <dgm:pt modelId="76">
      <dgm:t>
        <a:p>
          <a:r>
            <a:t>n76</a:t>
          </a:r>
        </a:p>
      </dgm:t>
    </dgm:pt>
    <dgm:pt modelId="77">
      <dgm:t>
        <a:p>
          <a:r>
            <a:t>n77</a:t>
          </a:r>
        </a:p>
      </dgm:t>
    </dgm:pt>
    <dgm:pt modelId="78">
      <dgm:t>
        <a:p>
          <a:r>
            <a:t>n78</a:t>
          </a:r>
        </a:p>
      </dgm:t>
    </dgm:pt>
    <dgm:pt modelId="79">
      <dgm:t>
        <a:p>
          <a:r>
            <a:t>n79</a:t>
          </a:r>
        </a:p>
      </dgm:t>
    </dgm:pt>
    <dgm:pt modelId="80">
      <dgm:t>
        <a:p>
          <a:r>
            <a:t>n80</a:t>
          </a:r>
        </a:p>
      </dgm:t>
    </dgm:pt>
    <dgm:pt modelId="81">
      <dgm:t>
        <a:p>
          <a:r>
            <a:t>n81</a:t>
          </a:r>
        </a:p>
      </dgm:t>
    </dgm:pt>
    <dgm:pt modelId="82">
      <dgm:t>
        <a:p>
          <a:r>
            <a:t>n82</a:t>
          </a:r>
        </a:p>
      </dgm:t>
    </dgm:pt>
    <dgm:pt modelId="83">
      <dgm:t>
        <a:p>
          <a:r>
            <a:t>n83</a:t>
          </a:r>
        </a:p>
      </dgm:t>
    </dgm:pt>
    <dgm:pt modelId="84">
      <dgm:t>
        <a:p>
          <a:r>
            <a:t>n84</a:t>
          </a:r>
        </a:p>
      </dgm:t>
    </dgm:pt>
    <dgm:pt modelId="85">
      <dgm:t>
        <a:p>
          <a:r>
            <a:t>n85</a:t>
          </a:r>
        </a:p>
      </dgm:t>
    </dgm:pt>
    <dgm:pt modelId="86">
      <dgm:t>
        <a:p>
          <a:r>
            <a:t>n86</a:t>
          </a:r>
        </a:p>
      </dgm:t>
    </dgm:pt>
    <dgm:pt modelId="87">
      <dgm:t>
        <a:p>
          <a:r>
            <a:t>n87</a:t>
          </a:r>
        </a:p>
      </dgm:t>
    </dgm:pt>
    <dgm:pt modelId="88">
      <dgm:t>
        <a:p>
          <a:r>
            <a:t>n88</a:t>
          </a:r>
        </a:p>
      </dgm:t>
    </dgm:pt>
    <dgm:pt modelId="89">
      <dgm:t>
        <a:p>
          <a:r>
            <a:t>n89</a:t>
          </a:r>
        </a:p>
      </dgm:t>
    </dgm:pt>
    <dgm:pt modelId="90">
      <dgm:t>
        <a:p>
          <a:r>
            <a:t>n90</a:t>
          </a:r>
        </a:p>
      </dgm:t>
    </dgm:pt>
    <dgm:pt modelId="91">
      <dgm:t>
        <a:p>
          <a:r>
            <a:t>n91</a:t>
          </a:r>
        </a:p>
      </dgm:t>
    </dgm:pt>
    <dgm:pt modelId="92">
      <dgm:t>
        <a:p>
          <a:r>
            <a:t>n92</a:t>
          </a:r>
        </a:p>
      </dgm:t>
    </dgm:pt>
    <dgm:pt modelId="93">
      <dgm:t>
        <a:p>
          <a:r>
            <a:t>n93</a:t>
          </a:r>
        </a:p>
      </dgm:t>
    </dgm:pt>
    <dgm:pt modelId="94">
      <dgm:t>
        <a:p>
          <a:r>
            <a:t>n94</a:t>
          </a:r>
        </a:p>
      </dgm:t>
    </dgm:pt>
    <dgm:pt modelId="95">
      <dgm:t>
        <a:p>
          <a:r>
            <a:t>n95</a:t>
          </a:r>
        </a:p>
      </dgm:t>
    </dgm:pt>
    <dgm:pt modelId="96">
      <dgm:t>
        <a:p>
          <a:r>
            <a:t>n96</a:t>
          </a:r>
        </a:p>
      </dgm:t>
    </dgm:pt>
    <dgm:pt modelId="97">
      <dgm:t>
        <a:p>
          <a:r>
            <a:t>n97</a:t>
          </a:r>
        </a:p>
      </dgm:t>
    </dgm:pt>
    <dgm:pt modelId="98">
      <dgm:t>
        <a:p>
          <a:r>
            <a:t>n98</a:t>
          </a:r>
        </a:p>
      </dgm:t>
    </dgm:pt>
    <dgm:pt modelId="99">
      <dgm:t>
        <a:p>
          <a:r>
            <a:t>n99</a:t>
          </a:r>
        </a:p>
      </dgm:t>
    </dgm:pt>
    <dgm:pt modelId="100">
      <dgm:t>
        <a:p>
          <a:r>
            <a:t>n100</a:t>
          </a:r>
        </a:p>
      </dgm:t>
    </dgm:pt>
    <dgm:pt modelId="101">
      <dgm:t>
        <a:p>
          <a:r>
            <a:t>n101</a:t>
          </a:r>
        </a:p>
      </dgm:t>
    </dgm:pt>
    <dgm:pt modelId="102">
      <dgm:t>
        <a:p>
          <a:r>
            <a:t>n102</a:t>
          </a:r>
        </a:p>
      </dgm:t>
    </dgm:pt>
    <dgm:pt modelId="103">
      <dgm:t>
        <a:p>
          <a:r>
            <a:t>n103</a:t>
          </a:r>
        </a:p>
      </dgm:t>
    </dgm:pt>
    <dgm:pt modelId="104">
      <dgm:t>
        <a:p>
          <a:r>
            <a:t>n104</a:t>
          </a:r>
        </a:p>
      </dgm:t>
    </dgm:pt>
    <dgm:pt modelId="105">
      <dgm:t>
        <a:p>
          <a:r>
            <a:t>n105</a:t>
          </a:r>
        </a:p>
      </dgm:t>
    </dgm:pt>
    <dgm:pt modelId="106">
      <dgm:t>
        <a:p>
          <a:r>
            <a:t>n106</a:t>
          </a:r>
        </a:p>
      </dgm:t>
    </dgm:pt>
    <dgm:pt modelId="107">
      <dgm:t>
        <a:p>
          <a:r>
            <a:t>n107</a:t>
          </a:r>
        </a:p>
      </dgm:t>
    </dgm:pt>
    <dgm:pt modelId="108">
      <dgm:t>
        <a:p>
          <a:r>
            <a:t>n108</a:t>
          </a:r>
        </a:p>
      </dgm:t>
    </dgm:pt>
    <dgm:pt modelId="109">
      <dgm:t>
        <a:p>
          <a:r>
            <a:t>n109</a:t>
          </a:r>
        </a:p>
      </dgm:t>
    </dgm:pt>
    <dgm:pt modelId="110">
      <dgm:t>
        <a:p>
          <a:r>
            <a:t>n110</a:t>
          </a:r>
        </a:p>
      </dgm:t>
    </dgm:pt>
    <dgm:pt modelId="111">
      <dgm:t>
        <a:p>
          <a:r>
            <a:t>n111</a:t>
          </a:r>
        </a:p>
      </dgm:t>
    </dgm:pt>
    <dgm:pt modelId="112">
      <dgm:t>
        <a:p>
          <a:r>
            <a:t>n112</a:t>
          </a:r>
        </a:p>
      </dgm:t>
    </dgm:pt>
    <dgm:pt modelId="113">
      <dgm:t>
        <a:p>
          <a:r>
            <a:t>n113</a:t>
          </a:r>
        </a:p>
      </dgm:t>
    </dgm:pt>
    <dgm:pt modelId="114">
      <dgm:t>
        <a:p>
          <a:r>
            <a:t>n114</a:t>
          </a:r>
        </a:p>
      </dgm:t>
    </dgm:pt>
    <dgm:pt modelId="115">
      <dgm:t>
        <a:p>
          <a:r>
            <a:t>n115</a:t>
          </a:r>
        </a:p>
      </dgm:t>
    </dgm:pt>
    <dgm:pt modelId="116">
      <dgm:t>
        <a:p>
          <a:r>
            <a:t>n116</a:t>
          </a:r>
        </a:p>
      </dgm:t>
    </dgm:pt>
    <dgm:pt modelId="117">
      <dgm:t>
        <a:p>
          <a:r>
            <a:t>n117</a:t>
          </a:r>
        </a:p>
      </dgm:t>
    </dgm:pt>
    <dgm:pt modelId="118">
      <dgm:t>
        <a:p>
          <a:r>
            <a:t>n118</a:t>
          </a:r>
        </a:p>
      </dgm:t>
    </dgm:pt>
    <dgm:pt modelId="119">
      <dgm:t>
        <a:p>
          <a:r>
            <a:t>n119</a:t>
          </a:r>
        </a:p>
      </dgm:t>
    </dgm:pt>
    <dgm:pt modelId="120">
      <dgm:t>
        <a:p>
          <a:r>
            <a:t>n120</a:t>
          </a:r>
        </a:p>
      </dgm:t>
    </dgm:pt>
    <dgm:pt modelId="121">
      <dgm:t>
        <a:p>
          <a:r>
            <a:t>n121</a:t>
          </a:r>
        </a:p>
      </dgm:t>
    </dgm:pt>
    <dgm:pt modelId="122">
      <dgm:t>
        <a:p>
          <a:r>
            <a:t>n122</a:t>
          </a:r>
        </a:p>
      </dgm:t>
    </dgm:pt>
    <dgm:pt modelId="123">
      <dgm:t>
        <a:p>
          <a:r>
            <a:t>n123</a:t>
          </a:r>
        </a:p>
      </dgm:t>
    </dgm:pt>
    <dgm:pt modelId="124">
      <dgm:t>
        <a:p>
          <a:r>
            <a:t>n124</a:t>
          </a:r>
        </a:p>
      </dgm:t>
    </dgm:pt>
    <dgm:pt modelId="125">
      <dgm:t>
        <a:p>
          <a:r>
            <a:t>n125</a:t>
          </a:r>
        </a:p>
      </dgm:t>
    </dgm:pt>
    <dgm:pt modelId="126">
      <dgm:t>
        <a:p>
          <a:r>
            <a:t>n126</a:t>
          </a:r>
        </a:p>
      </dgm:t>
    </dgm:pt>
    <dgm:pt modelId="127">
      <dgm:t>
        <a:p>
          <a:r>
            <a:t>n127</a:t>
          </a:r>
        </a:p>
      </dgm:t>
    </dgm:pt>
    <dgm:pt modelId="128">
      <dgm:t>
        <a:p>
          <a:r>
            <a:t>n128</a:t>
          </a:r>
        </a:p>
      </dgm:t>
    </dgm:pt>
    <dgm:pt modelId="129">
      <dgm:t>
        <a:p>
          <a:r>
            <a:t>n129</a:t>
          </a:r>
        </a:p>
      </dgm:t>
    </dgm:pt>
    <dgm:pt modelId="130">
      <dgm:t>
        <a:p>
          <a:r>
            <a:t>n130</a:t>
          </a:r>
        </a:p>
      </dgm:t>
    </dgm:pt>
    <dgm:pt modelId="131">
      <dgm:t>
        <a:p>
          <a:r>
            <a:t>n131</a:t>
          </a:r>
        </a:p>
      </dgm:t>
    </dgm:pt>
    <dgm:pt modelId="132">
      <dgm:t>
        <a:p>
          <a:r>
            <a:t>n132</a:t>
          </a:r>
        </a:p>
      </dgm:t>
    </dgm:pt>
    <dgm:pt modelId="133">
      <dgm:t>
        <a:p>
          <a:r>
            <a:t>n133</a:t>
          </a:r>
        </a:p>
      </dgm:t>
    </dgm:pt>
    <dgm:pt modelId="134">
      <dgm:t>
        <a:p>
          <a:r>
            <a:t>n134</a:t>
          </a:r>
        </a:p>
      </dgm:t>
    </dgm:pt>
    <dgm:pt modelId="135">
      <dgm:t>
        <a:p>
          <a:r>
            <a:t>n135</a:t>
          </a:r>
        </a:p>
      </dgm:t>
    </dgm:pt>
    <dgm:pt modelId="136">
      <dgm:t>
        <a:p>
          <a:r>
            <a:t>n136</a:t>
          </a:r>
        </a:p>
      </dgm:t>
    </dgm:pt>
    <dgm:pt modelId="137">
      <dgm:t>
        <a:p>
          <a:r>
            <a:t>n137</a:t>
          </a:r>
        </a:p>
      </dgm:t>
    </dgm:pt>
    <dgm:pt modelId="138">
      <dgm:t>
        <a:p>
          <a:r>
            <a:t>n138</a:t>
          </a:r>
        </a:p>
      </dgm:t>
    </dgm:pt>
    <dgm:pt modelId="139">
      <dgm:t>
        <a:p>
          <a:r>
            <a:t>n139</a:t>
          </a:r>
        </a:p>
      </dgm:t>
    </dgm:pt>
    <dgm:pt modelId="140">
      <dgm:t>
        <a:p>
          <a:r>
            <a:t>n140</a:t>
          </a:r>
        </a:p>
      </dgm:t>
    </dgm:pt>
    <dgm:pt modelId="141">
      <dgm:t>
        <a:p>
          <a:r>
            <a:t>n141</a:t>
          </a:r>
        </a:p>
      </dgm:t>
    </dgm:pt>
    <dgm:pt modelId="142">
      <dgm:t>
        <a:p>
          <a:r>
            <a:t>n142</a:t>
          </a:r>
        </a:p>
      </dgm:t>
    </dgm:pt>
    <dgm:pt modelId="143">
      <dgm:t>
        <a:p>
          <a:r>
            <a:t>n143</a:t>
          </a:r>
        </a:p>
      </dgm:t>
    </dgm:pt>
    <dgm:pt modelId="144">
      <dgm:t>
        <a:p>
          <a:r>
            <a:t>n144</a:t>
          </a:r>
        </a:p>
      </dgm:t>
    </dgm:pt>
    <dgm:pt modelId="145">
      <dgm:t>
        <a:p>
          <a:r>
            <a:t>n145</a:t>
          </a:r>
        </a:p>
      </dgm:t>
    </dgm:pt>
    <dgm:pt modelId="146">
      <dgm:t>
        <a:p>
          <a:r>
            <a:t>n146</a:t>
          </a:r>
        </a:p>
      </dgm:t>
    </dgm:pt>
    <dgm:pt modelId="147">
      <dgm:t>
        <a:p>
          <a:r>
            <a:t>n147</a:t>
          </a:r>
        </a:p>
      </dgm:t>
    </dgm:pt>
    <dgm:pt modelId="148">
      <dgm:t>
        <a:p>
          <a:r>
            <a:t>n148</a:t>
          </a:r>
        </a:p>
      </dgm:t>
    </dgm:pt>
    <dgm:pt modelId="149">
      <dgm:t>
        <a:p>
          <a:r>
            <a:t>n149</a:t>
          </a:r>
        </a:p>
      </dgm:t>
    </dgm:pt>
    <dgm:pt modelId="150">
      <dgm:t>
        <a:p>
          <a:r>
            <a:t>n150</a:t>
          </a:r>
        </a:p>
      </dgm:t>
    </dgm:pt>
    <dgm:pt modelId="151">
      <dgm:t>
        <a:p>
          <a:r>
            <a:t>n151</a:t>
          </a:r>
        </a:p>
      </dgm:t>
    </dgm:pt>
    <dgm:pt modelId="152">
      <dgm:t>
        <a:p>
          <a:r>
            <a:t>n152</a:t>
          </a:r>
        </a:p>
      </dgm:t>
    </dgm:pt>
    <dgm:pt modelId="153">
      <dgm:t>
        <a:p>
          <a:r>
            <a:t>n153</a:t>
          </a:r>
        </a:p>
      </dgm:t>
    </dgm:pt>
    <dgm:pt modelId="154">
      <dgm:t>
        <a:p>
          <a:r>
            <a:t>n154</a:t>
          </a:r>
        </a:p>
      </dgm:t>
    </dgm:pt>
    <dgm:pt modelId="155">
      <dgm:t>
        <a:p>
          <a:r>
            <a:t>n155</a:t>
          </a:r>
        </a:p>
      </dgm:t>
    </dgm:pt>
    <dgm:pt modelId="156">
      <dgm:t>
        <a:p>
          <a:r>
            <a:t>n156</a:t>
          </a:r>
        </a:p>
      </dgm:t>
    </dgm:pt>
    <dgm:pt modelId="157">
      <dgm:t>
        <a:p>
          <a:r>
            <a:t>n157</a:t>
          </a:r>
        </a:p>
      </dgm:t>
    </dgm:pt>
    <dgm:pt modelId="158">
      <dgm:t>
        <a:p>
          <a:r>
            <a:t>n158</a:t>
          </a:r>
        </a:p>
      </dgm:t>
    </dgm:pt>
    <dgm:pt modelId="159">
      <dgm:t>
        <a:p>
          <a:r>
            <a:t>n159</a:t>
          </a:r>
        </a:p>
      </dgm:t>
    </dgm:pt>
    <dgm:pt modelId="160">
      <dgm:t>
        <a:p>
          <a:r>
            <a:t>n160</a:t>
          </a:r>
        </a:p>
      </dgm:t>
    </dgm:pt>
    <dgm:pt modelId="161">
      <dgm:t>
        <a:p>
          <a:r>
            <a:t>n161</a:t>
          </a:r>
        </a:p>
      </dgm:t>
    </dgm:pt>
    <dgm:pt modelId="162">
      <dgm:t>
        <a:p>
          <a:r>
            <a:t>n162</a:t>
          </a:r>
        </a:p>
      </dgm:t>
    </dgm:pt>
    <dgm:pt modelId="163">
      <dgm:t>
        <a:p>
          <a:r>
            <a:t>n163</a:t>
          </a:r>
        </a:p>
      </dgm:t>
    </dgm:pt>
    <dgm:pt modelId="164">
      <dgm:t>
        <a:p>
          <a:r>
            <a:t>n164</a:t>
          </a:r>
        </a:p>
      </dgm:t>
    </dgm:pt>
    <dgm:pt modelId="165">
      <dgm:t>
        <a:p>
          <a:r>
            <a:t>n165</a:t>
          </a:r>
        </a:p>
      </dgm:t>
    </dgm:pt>
    <dgm:pt modelId="166">
      <dgm:t>
        <a:p>
          <a:r>
            <a:t>n166</a:t>
          </a:r>
        </a:p>
      </dgm:t>
    </dgm:pt>
    <dgm:pt modelId="167">
      <dgm:t>
        <a:p>
          <a:r>
            <a:t>n167</a:t>
          </a:r>
        </a:p>
      </dgm:t>
    </dgm:pt>
    <dgm:pt modelId="168">
      <dgm:t>
        <a:p>
          <a:r>
            <a:t>n168</a:t>
          </a:r>
        </a:p>
      </dgm:t>
    </dgm:pt>
    <dgm:pt modelId="169">
      <dgm:t>
        <a:p>
          <a:r>
            <a:t>n169</a:t>
          </a:r>
        </a:p>
      </dgm:t>
    </dgm:pt>
    <dgm:pt modelId="170">
      <dgm:t>
        <a:p>
          <a:r>
            <a:t>n170</a:t>
          </a:r>
        </a:p>
      </dgm:t>
    </dgm:pt>
    <dgm:pt modelId="171">
      <dgm:t>
        <a:p>
          <a:r>
            <a:t>n171</a:t>
          </a:r>
        </a:p>
      </dgm:t>
    </dgm:pt>
    <dgm:pt modelId="172">
      <dgm:t>
        <a:p>
          <a:r>
            <a:t>n172</a:t>
          </a:r>
        </a:p>
      </dgm:t>
    </dgm:pt>
    <dgm:pt modelId="173">
      <dgm:t>
        <a:p>
          <a:r>
            <a:t>n173</a:t>
          </a:r>
        </a:p>
      </dgm:t>
    </dgm:pt>
    <dgm:pt modelId="174">
      <dgm:t>
        <a:p>
          <a:r>
            <a:t>n174</a:t>
          </a:r>
        </a:p>
      </dgm:t>
    </dgm:pt>
    <dgm:pt modelId="175">
      <dgm:t>
        <a:p>
          <a:r>
            <a:t>n175</a:t>
          </a:r>
        </a:p>
      </dgm:t>
    </dgm:pt>
    <dgm:pt modelId="176">
      <dgm:t>
        <a:p>
          <a:r>
            <a:t>n176</a:t>
          </a:r>
        </a:p>
      </dgm:t>
    </dgm:pt>
    <dgm:pt modelId="177">
      <dgm:t>
        <a:p>
          <a:r>
            <a:t>n177</a:t>
          </a:r>
        </a:p>
      </dgm:t>
    </dgm:pt>
    <dgm:pt modelId="178">
      <dgm:t>
        <a:p>
          <a:r>
            <a:t>n178</a:t>
          </a:r>
        </a:p>
      </dgm:t>
    </dgm:pt>
    <dgm:pt modelId="179">
      <dgm:t>
        <a:p>
          <a:r>
            <a:t>n179</a:t>
          </a:r>
        </a:p>
      </dgm:t>
    </dgm:pt>
    <dgm:pt modelId="180">
      <dgm:t>
        <a:p>
          <a:r>
            <a:t>n180</a:t>
          </a:r>
        </a:p>
      </dgm:t>
    </dgm:pt>
    <dgm:pt modelId="181">
      <dgm:t>
        <a:p>
          <a:r>
            <a:t>n181</a:t>
          </a:r>
        </a:p>
      </dgm:t>
    </dgm:pt>
    <dgm:pt modelId="182">
      <dgm:t>
        <a:p>
          <a:r>
            <a:t>n182</a:t>
          </a:r>
        </a:p>
      </dgm:t>
    </dgm:pt>
    <dgm:pt modelId="183">
      <dgm:t>
        <a:p>
          <a:r>
            <a:t>n183</a:t>
          </a:r>
        </a:p>
      </dgm:t>
    </dgm:pt>
    <dgm:pt modelId="184">
      <dgm:t>
        <a:p>
          <a:r>
            <a:t>n184</a:t>
          </a:r>
        </a:p>
      </dgm:t>
    </dgm:pt>
    <dgm:pt modelId="185">
      <dgm:t>
        <a:p>
          <a:r>
            <a:t>n185</a:t>
          </a:r>
        </a:p>
      </dgm:t>
    </dgm:pt>
    <dgm:pt modelId="186">
      <dgm:t>
        <a:p>
          <a:r>
            <a:t>n186</a:t>
          </a:r>
        </a:p>
      </dgm:t>
    </dgm:pt>
    <dgm:pt modelId="187">
      <dgm:t>
        <a:p>
          <a:r>
            <a:t>n187</a:t>
          </a:r>
        </a:p>
      </dgm:t>
    </dgm:pt>
    <dgm:pt modelId="188">
      <dgm:t>
        <a:p>
          <a:r>
            <a:t>n188</a:t>
          </a:r>
        </a:p>
      </dgm:t>
    </dgm:pt>
    <dgm:pt modelId="189">
      <dgm:t>
        <a:p>
          <a:r>
            <a:t>n189</a:t>
          </a:r>
        </a:p>
      </dgm:t>
    </dgm:pt>
    <dgm:pt modelId="190">
      <dgm:t>
        <a:p>
          <a:r>
            <a:t>n190</a:t>
          </a:r>
        </a:p>
      </dgm:t>
    </dgm:pt>
    <dgm:pt modelId="191">
      <dgm:t>
        <a:p>
          <a:r>
            <a:t>n191</a:t>
          </a:r>
        </a:p>
      </dgm:t>
    </dgm:pt>
    <dgm:pt modelId="192">
      <dgm:t>
        <a:p>
          <a:r>
            <a:t>n192</a:t>
          </a:r>
        </a:p>
      </dgm:t>
    </dgm:pt>
    <dgm:pt modelId="193">
      <dgm:t>
        <a:p>
          <a:r>
            <a:t>n193</a:t>
          </a:r>
        </a:p>
      </dgm:t>
    </dgm:pt>
    <dgm:pt modelId="194">
      <dgm:t>
        <a:p>
          <a:r>
            <a:t>n194</a:t>
          </a:r>
        </a:p>
      </dgm:t>
    </dgm:pt>
    <dgm:pt modelId="195">
      <dgm:t>
        <a:p>
          <a:r>
            <a:t>n195</a:t>
          </a:r>
        </a:p>
      </dgm:t>
    </dgm:pt>
    <dgm:pt modelId="196">
      <dgm:t>
        <a:p>
          <a:r>
            <a:t>n196</a:t>
          </a:r>
        </a:p>
      </dgm:t>
    </dgm:pt>
    <dgm:pt modelId="197">
      <dgm:t>
        <a:p>
          <a:r>
            <a:t>n197</a:t>
          </a:r>
        </a:p>
      </dgm:t>
    </dgm:pt>
    <dgm:pt modelId="198">
      <dgm:t>
        <a:p>
          <a:r>
            <a:t>n198</a:t>
          </a:r>
        </a:p>
      </dgm:t>
    </dgm:pt>
    <dgm:pt modelId="199">
      <dgm:t>
        <a:p>
          <a:r>
            <a:t>n199</a:t>
          </a:r>
        </a:p>
      </dgm:t>
    </dgm:pt>
    <dgm:pt modelId="200">
      <dgm:t>
        <a:p>
          <a:r>
            <a:t>n200</a:t>
          </a:r>
        </a:p>
      </dgm:t>
    </dgm:pt>
    <dgm:pt modelId="201">
      <dgm:t>
        <a:p>
          <a:r>
            <a:t>n201</a:t>
          </a:r>
        </a:p>
      </dgm:t>
    </dgm:pt>
    <dgm:pt modelId="202">
      <dgm:t>
        <a:p>
          <a:r>
            <a:t>n202</a:t>
          </a:r>
        </a:p>
      </dgm:t>
    </dgm:pt>
    <dgm:pt modelId="203">
      <dgm:t>
        <a:p>
          <a:r>
            <a:t>n203</a:t>
          </a:r>
        </a:p>
      </dgm:t>
    </dgm:pt>
    <dgm:pt modelId="204">
      <dgm:t>
        <a:p>
          <a:r>
            <a:t>n204</a:t>
          </a:r>
        </a:p>
      </dgm:t>
    </dgm:pt>
    <dgm:pt modelId="205">
      <dgm:t>
        <a:p>
          <a:r>
            <a:t>n205</a:t>
          </a:r>
        </a:p>
      </dgm:t>
    </dgm:pt>
    <dgm:pt modelId="206">
      <dgm:t>
        <a:p>
          <a:r>
            <a:t>n206</a:t>
          </a:r>
        </a:p>
      </dgm:t>
    </dgm:pt>
    <dgm:pt modelId="207">
      <dgm:t>
        <a:p>
          <a:r>
            <a:t>n207</a:t>
          </a:r>
        </a:p>
      </dgm:t>
    </dgm:pt>
    <dgm:pt modelId="208">
      <dgm:t>
        <a:p>
          <a:r>
            <a:t>n208</a:t>
          </a:r>
        </a:p>
      </dgm:t>
    </dgm:pt>
    <dgm:pt modelId="209">
      <dgm:t>
        <a:p>
          <a:r>
            <a:t>n209</a:t>
          </a:r>
        </a:p>
      </dgm:t>
    </dgm:pt>
    <dgm:pt modelId="210">
      <dgm:t>
        <a:p>
          <a:r>
            <a:t>n210</a:t>
          </a:r>
        </a:p>
      </dgm:t>
    </dgm:pt>
    <dgm:pt modelId="211">
      <dgm:t>
        <a:p>
          <a:r>
            <a:t>n211</a:t>
          </a:r>
        </a:p>
      </dgm:t>
    </dgm:pt>
    <dgm:pt modelId="212">
      <dgm:t>
        <a:p>
          <a:r>
            <a:t>n212</a:t>
          </a:r>
        </a:p>
      </dgm:t>
    </dgm:pt>
    <dgm:pt modelId="213">
      <dgm:t>
        <a:p>
          <a:r>
            <a:t>n213</a:t>
          </a:r>
        </a:p>
      </dgm:t>
    </dgm:pt>
    <dgm:pt modelId="214">
      <dgm:t>
        <a:p>
          <a:r>
            <a:t>n214</a:t>
          </a:r>
        </a:p>
      </dgm:t>
    </dgm:pt>
    <dgm:pt modelId="215">
      <dgm:t>
        <a:p>
          <a:r>
            <a:t>n215</a:t>
          </a:r>
        </a:p>
      </dgm:t>
    </dgm:pt>
    <dgm:pt modelId="216">
      <dgm:t>
        <a:p>
          <a:r>
            <a:t>n216</a:t>
          </a:r>
        </a:p>
      </dgm:t>
    </dgm:pt>
    <dgm:pt modelId="217">
      <dgm:t>
        <a:p>
          <a:r>
            <a:t>n217</a:t>
          </a:r>
        </a:p>
      </dgm:t>
    </dgm:pt>
    <dgm:pt modelId="218">
      <dgm:t>
        <a:p>
          <a:r>
            <a:t>n218</a:t>
          </a:r>
        </a:p>
      </dgm:t>
    </dgm:pt>
    <dgm:pt modelId="219">
      <dgm:t>
        <a:p>
          <a:r>
            <a:t>n219</a:t>
          </a:r>
        </a:p>
      </dgm:t>
    </dgm:pt>
    <dgm:pt modelId="220">
      <dgm:t>
        <a:p>
          <a:r>
            <a:t>n220</a:t>
          </a:r>
        </a:p>
      </dgm:t>
    </dgm:pt>
    <dgm:pt modelId="221">
      <dgm:t>
        <a:p>
          <a:r>
            <a:t>n221</a:t>
          </a:r>
        </a:p>
      </dgm:t>
    </dgm:pt>
    <dgm:pt modelId="222">
      <dgm:t>
        <a:p>
          <a:r>
            <a:t>n222</a:t>
          </a:r>
        </a:p>
      </dgm:t>
    </dgm:pt>
    <dgm:pt modelId="223">
      <dgm:t>
        <a:p>
          <a:r>
            <a:t>n223</a:t>
          </a:r>
        </a:p>
      </dgm:t>
    </dgm:pt>
    <dgm:pt modelId="224">
      <dgm:t>
        <a:p>
          <a:r>
            <a:t>n224</a:t>
          </a:r>
        </a:p>
      </dgm:t>
    </dgm:pt>
    <dgm:pt modelId="225">
      <dgm:t>
        <a:p>
          <a:r>
            <a:t>n225</a:t>
          </a:r>
        </a:p>
      </dgm:t>
    </dgm:pt>
    <dgm:pt modelId="226">
      <dgm:t>
        <a:p>
          <a:r>
            <a:t>n226</a:t>
          </a:r>
        </a:p>
      </dgm:t>
    </dgm:pt>
    <dgm:pt modelId="227">
      <dgm:t>
        <a:p>
          <a:r>
            <a:t>n227</a:t>
          </a:r>
        </a:p>
      </dgm:t>
    </dgm:pt>
    <dgm:pt modelId="228">
      <dgm:t>
        <a:p>
          <a:r>
            <a:t>n228</a:t>
          </a:r>
        </a:p>
      </dgm:t>
    </dgm:pt>
    <dgm:pt modelId="229">
      <dgm:t>
        <a:p>
          <a:r>
            <a:t>n229</a:t>
          </a:r>
        </a:p>
      </dgm:t>
    </dgm:pt>
    <dgm:pt modelId="230">
      <dgm:t>
        <a:p>
          <a:r>
            <a:t>n230</a:t>
          </a:r>
        </a:p>
      </dgm:t>
    </dgm:pt>
    <dgm:pt modelId="231">
      <dgm:t>
        <a:p>
          <a:r>
            <a:t>n231</a:t>
          </a:r>
        </a:p>
      </dgm:t>
    </dgm:pt>
    <dgm:pt modelId="232">
      <dgm:t>
        <a:p>
          <a:r>
            <a:t>n232</a:t>
          </a:r>
        </a:p>
      </dgm:t>
    </dgm:pt>
    <dgm:pt modelId="233">
      <dgm:t>
        <a:p>
          <a:r>
            <a:t>n233</a:t>
          </a:r>
        </a:p>
      </dgm:t>
    </dgm:pt>
    <dgm:pt modelId="234">
      <dgm:t>
        <a:p>
          <a:r>
            <a:t>n234</a:t>
          </a:r>
        </a:p>
      </dgm:t>
    </dgm:pt>
    <dgm:pt modelId="235">
      <dgm:t>
        <a:p>
          <a:r>
            <a:t>n235</a:t>
          </a:r>
        </a:p>
      </dgm:t>
    </dgm:pt>
    <dgm:pt modelId="236">
      <dgm:t>
        <a:p>
          <a:r>
            <a:t>n236</a:t>
          </a:r>
        </a:p>
      </dgm:t>
    </dgm:pt>
    <dgm:pt modelId="237">
      <dgm:t>
        <a:p>
          <a:r>
            <a:t>n237</a:t>
          </a:r>
        </a:p>
      </dgm:t>
    </dgm:pt>
    <dgm:pt modelId="238">
      <dgm:t>
        <a:p>
          <a:r>
            <a:t>n238</a:t>
          </a:r>
        </a:p>
      </dgm:t>
    </dgm:pt>
    <dgm:pt modelId="239">
      <dgm:t>
        <a:p>
          <a:r>
            <a:t>n239</a:t>
          </a:r>
        </a:p>
      </dgm:t>
    </dgm:pt>
    <dgm:pt modelId="240">
      <dgm:t>
        <a:p>
          <a:r>
            <a:t>n240</a:t>
          </a:r>
        </a:p>
      </dgm:t>
    </dgm:pt>
    <dgm:pt modelId="241">
      <dgm:t>
        <a:p>
          <a:r>
            <a:t>n241</a:t>
          </a:r>
        </a:p>
      </dgm:t>
    </dgm:pt>
    <dgm:pt modelId="242">
      <dgm:t>
        <a:p>
          <a:r>
            <a:t>n242</a:t>
          </a:r>
        </a:p>
      </dgm:t>
    </dgm:pt>
    <dgm:pt modelId="243">
      <dgm:t>
        <a:p>
          <a:r>
            <a:t>n243</a:t>
          </a:r>
        </a:p>
      </dgm:t>
    </dgm:pt>
    <dgm:pt modelId="244">
      <dgm:t>
        <a:p>
          <a:r>
            <a:t>n244</a:t>
          </a:r>
        </a:p>
      </dgm:t>
    </dgm:pt>
    <dgm:pt modelId="245">
      <dgm:t>
        <a:p>
          <a:r>
            <a:t>n245</a:t>
          </a:r>
        </a:p>
      </dgm:t>
    </dgm:pt>
    <dgm:pt modelId="246">
      <dgm:t>
        <a:p>
          <a:r>
            <a:t>n246</a:t>
          </a:r>
        </a:p>
      </dgm:t>
    </dgm:pt>
    <dgm:pt modelId="247">
      <dgm:t>
        <a:p>
          <a:r>
            <a:t>n247</a:t>
          </a:r>
        </a:p>
      </dgm:t>
    </dgm:pt>
    <dgm:pt modelId="248">
      <dgm:t>
        <a:p>
          <a:r>
            <a:t>n248</a:t>
          </a:r>
        </a:p>
      </dgm:t>
    </dgm:pt>
    <dgm:pt modelId="249">
      <dgm:t>
        <a:p>
          <a:r>
            <a:t>n249</a:t>
          </a:r>
        </a:p>
      </dgm:t>
    </dgm:pt>
    <dgm:pt modelId="250">
      <dgm:t>
        <a:p>
          <a:r>
            <a:t>n250</a:t>
          </a:r>
        </a:p>
      </dgm:t>
    </dgm:pt>
    <dgm:pt modelId="251">
      <dgm:t>
        <a:p>
          <a:r>
            <a:t>n251</a:t>
          </a:r>
        </a:p>
      </dgm:t>
    </dgm:pt>
    <dgm:pt modelId="252">
      <dgm:t>
        <a:p>
          <a:r>
            <a:t>n252</a:t>
          </a:r>
        </a:p>
      </dgm:t>
    </dgm:pt>
    <dgm:pt modelId="253">
      <dgm:t>
        <a:p>
          <a:r>
            <a:t>n253</a:t>
          </a:r>
        </a:p>
      </dgm:t>
    </dgm:pt>
    <dgm:pt modelId="254">
      <dgm:t>
        <a:p>
          <a:r>
            <a:t>n254</a:t>
          </a:r>
        </a:p>
      </dgm:t>
    </dgm:pt>
    <dgm:pt modelId="255">
      <dgm:t>
        <a:p>
          <a:r>
            <a:t>n255</a:t>
          </a:r>
        </a:p>
      </dgm:t>
    </dgm:pt>
    <dgm:pt modelId="256">
      <dgm:t>
        <a:p>
          <a:r>
            <a:t>n256</a:t>
          </a:r>
        </a:p>
      </dgm:t>
    </dgm:pt>
    <dgm:pt modelId="257">
      <dgm:t>
        <a:p>
          <a:r>
            <a:t>n257</a:t>
          </a:r>
        </a:p>
      </dgm:t>
    </dgm:pt>
    <dgm:pt modelId="258">
      <dgm:t>
        <a:p>
          <a:r>
            <a:t>n258</a:t>
          </a:r>
        </a:p>
      </dgm:t>
    </dgm:pt>
    <dgm:pt modelId="259">
      <dgm:t>
        <a:p>
          <a:r>
            <a:t>n259</a:t>
          </a:r>
        </a:p>
      </dgm:t>
    </dgm:pt>
    <dgm:pt modelId="260">
      <dgm:t>
        <a:p>
          <a:r>
            <a:t>n260</a:t>
          </a:r>
        </a:p>
      </dgm:t>
    </dgm:pt>
    <dgm:pt modelId="261">
      <dgm:t>
        <a:p>
          <a:r>
            <a:t>n261</a:t>
          </a:r>
        </a:p>
      </dgm:t>
    </dgm:pt>
    <dgm:pt modelId="262">
      <dgm:t>
        <a:p>
          <a:r>
            <a:t>n262</a:t>
          </a:r>
        </a:p>
      </dgm:t>
    </dgm:pt>
    <dgm:pt modelId="263">
      <dgm:t>
        <a:p>
          <a:r>
            <a:t>n263</a:t>
          </a:r>
        </a:p>
      </dgm:t>
    </dgm:pt>
    <dgm:pt modelId="264">
      <dgm:t>
        <a:p>
          <a:r>
            <a:t>n264</a:t>
          </a:r>
        </a:p>
      </dgm:t>
    </dgm:pt>
    <dgm:pt modelId="265">
      <dgm:t>
        <a:p>
          <a:r>
            <a:t>n265</a:t>
          </a:r>
        </a:p>
      </dgm:t>
    </dgm:pt>
    <dgm:pt modelId="266">
      <dgm:t>
        <a:p>
          <a:r>
            <a:t>n266</a:t>
          </a:r>
        </a:p>
      </dgm:t>
    </dgm:pt>
    <dgm:pt modelId="267">
      <dgm:t>
        <a:p>
          <a:r>
            <a:t>n267</a:t>
          </a:r>
        </a:p>
      </dgm:t>
    </dgm:pt>
    <dgm:pt modelId="268">
      <dgm:t>
        <a:p>
          <a:r>
            <a:t>n268</a:t>
          </a:r>
        </a:p>
      </dgm:t>
    </dgm:pt>
    <dgm:pt modelId="269">
      <dgm:t>
        <a:p>
          <a:r>
            <a:t>n269</a:t>
          </a:r>
        </a:p>
      </dgm:t>
    </dgm:pt>
    <dgm:pt modelId="270">
      <dgm:t>
        <a:p>
          <a:r>
            <a:t>n270</a:t>
          </a:r>
        </a:p>
      </dgm:t>
    </dgm:pt>
    <dgm:pt modelId="271">
      <dgm:t>
        <a:p>
          <a:r>
            <a:t>n271</a:t>
          </a:r>
        </a:p>
      </dgm:t>
    </dgm:pt>
    <dgm:pt modelId="272">
      <dgm:t>
        <a:p>
          <a:r>
            <a:t>n272</a:t>
          </a:r>
        </a:p>
      </dgm:t>
    </dgm:pt>
    <dgm:pt modelId="273">
      <dgm:t>
        <a:p>
          <a:r>
            <a:t>n273</a:t>
          </a:r>
        </a:p>
      </dgm:t>
    </dgm:pt>
    <dgm:pt modelId="274">
      <dgm:t>
        <a:p>
          <a:r>
            <a:t>n274</a:t>
          </a:r>
        </a:p>
      </dgm:t>
    </dgm:pt>
    <dgm:pt modelId="275">
      <dgm:t>
        <a:p>
          <a:r>
            <a:t>n275</a:t>
          </a:r>
        </a:p>
      </dgm:t>
    </dgm:pt>
    <dgm:pt modelId="276">
      <dgm:t>
        <a:p>
          <a:r>
            <a:t>n276</a:t>
          </a:r>
        </a:p>
      </dgm:t>
    </dgm:pt>
    <dgm:pt modelId="277">
      <dgm:t>
        <a:p>
          <a:r>
            <a:t>n277</a:t>
          </a:r>
        </a:p>
      </dgm:t>
    </dgm:pt>
    <dgm:pt modelId="278">
      <dgm:t>
        <a:p>
          <a:r>
            <a:t>n278</a:t>
          </a:r>
        </a:p>
      </dgm:t>
    </dgm:pt>
    <dgm:pt modelId="279">
      <dgm:t>
        <a:p>
          <a:r>
            <a:t>n279</a:t>
          </a:r>
        </a:p>
      </dgm:t>
    </dgm:pt>
    <dgm:pt modelId="280">
      <dgm:t>
        <a:p>
          <a:r>
            <a:t>n280</a:t>
          </a:r>
        </a:p>
      </dgm:t>
    </dgm:pt>
    <dgm:pt modelId="281">
      <dgm:t>
        <a:p>
          <a:r>
            <a:t>n281</a:t>
          </a:r>
        </a:p>
      </dgm:t>
    </dgm:pt>
    <dgm:pt modelId="282">
      <dgm:t>
        <a:p>
          <a:r>
            <a:t>n282</a:t>
          </a:r>
        </a:p>
      </dgm:t>
    </dgm:pt>
    <dgm:pt modelId="283">
      <dgm:t>
        <a:p>
          <a:r>
            <a:t>n283</a:t>
          </a:r>
        </a:p>
      </dgm:t>
    </dgm:pt>
    <dgm:pt modelId="284">
      <dgm:t>
        <a:p>
          <a:r>
            <a:t>n284</a:t>
          </a:r>
        </a:p>
      </dgm:t>
    </dgm:pt>
    <dgm:pt modelId="285">
      <dgm:t>
        <a:p>
          <a:r>
            <a:t>n285</a:t>
          </a:r>
        </a:p>
      </dgm:t>
    </dgm:pt>
    <dgm:pt modelId="286">
      <dgm:t>
        <a:p>
          <a:r>
            <a:t>n286</a:t>
          </a:r>
        </a:p>
      </dgm:t>
    </dgm:pt>
    <dgm:pt modelId="287">
      <dgm:t>
        <a:p>
          <a:r>
            <a:t>n287</a:t>
          </a:r>
        </a:p>
      </dgm:t>
    </dgm:pt>
    <dgm:pt modelId="288">
      <dgm:t>
        <a:p>
          <a:r>
            <a:t>n288</a:t>
          </a:r>
        </a:p>
      </dgm:t>
    </dgm:pt>
    <dgm:pt modelId="289">
      <dgm:t>
        <a:p>
          <a:r>
            <a:t>n289</a:t>
          </a:r>
        </a:p>
      </dgm:t>
    </dgm:pt>
    <dgm:pt modelId="290">
      <dgm:t>
        <a:p>
          <a:r>
            <a:t>n290</a:t>
          </a:r>
        </a:p>
      </dgm:t>
    </dgm:pt>
    <dgm:pt modelId="291">
      <dgm:t>
        <a:p>
          <a:r>
            <a:t>n291</a:t>
          </a:r>
        </a:p>
      </dgm:t>
    </dgm:pt>
    <dgm:pt modelId="292">
      <dgm:t>
        <a:p>
          <a:r>
            <a:t>n292</a:t>
          </a:r>
        </a:p>
      </dgm:t>
    </dgm:pt>
    <dgm:pt modelId="293">
      <dgm:t>
        <a:p>
          <a:r>
            <a:t>n293</a:t>
          </a:r>
        </a:p>
      </dgm:t>
    </dgm:pt>
    <dgm:pt modelId="294">
      <dgm:t>
        <a:p>
          <a:r>
            <a:t>n294</a:t>
          </a:r>
        </a:p>
      </dgm:t>
    </dgm:pt>
    <dgm:pt modelId="295">
      <dgm:t>
        <a:p>
          <a:r>
            <a:t>n295</a:t>
          </a:r>
        </a:p>
      </dgm:t>
    </dgm:pt>
    <dgm:pt modelId="296">
      <dgm:t>
        <a:p>
          <a:r>
            <a:t>n296</a:t>
          </a:r>
        </a:p>
      </dgm:t>
    </dgm:pt>
    <dgm:pt modelId="297">
      <dgm:t>
        <a:p>
          <a:r>
            <a:t>n297</a:t>
          </a:r>
        </a:p>
      </dgm:t>
    </dgm:pt>
    <dgm:pt modelId="298">
      <dgm:t>
        <a:p>
          <a:r>
            <a:t>n298</a:t>
          </a:r>
        </a:p>
      </dgm:t>
    </dgm:pt>
    <dgm:pt modelId="299">
      <dgm:t>
        <a:p>
          <a:r>
            <a:t>n299</a:t>
          </a:r>
        </a:p>
      </dgm:t>
    </dgm:pt>
    <dgm:pt modelId="300">
      <dgm:t>
        <a:p>
          <a:r>
            <a:t>n300</a:t>
          </a:r>
        </a:p>
      </dgm:t>
    </dgm:pt>
    <dgm:pt modelId="301">
      <dgm:t>
        <a:p>
          <a:r>
            <a:t>n301</a:t>
          </a:r>
        </a:p>
      </dgm:t>
    </dgm:pt>
    <dgm:pt modelId="302">
      <dgm:t>
        <a:p>
          <a:r>
            <a:t>n302</a:t>
          </a:r>
        </a:p>
      </dgm:t>
    </dgm:pt>
    <dgm:pt modelId="303">
      <dgm:t>
        <a:p>
          <a:r>
            <a:t>n303</a:t>
          </a:r>
        </a:p>
      </dgm:t>
    </dgm:pt>
    <dgm:pt modelId="304">
      <dgm:t>
        <a:p>
          <a:r>
            <a:t>n304</a:t>
          </a:r>
        </a:p>
      </dgm:t>
    </dgm:pt>
    <dgm:pt modelId="305">
      <dgm:t>
        <a:p>
          <a:r>
            <a:t>n305</a:t>
          </a:r>
        </a:p>
      </dgm:t>
    </dgm:pt>
    <dgm:pt modelId="306">
      <dgm:t>
        <a:p>
          <a:r>
            <a:t>n306</a:t>
          </a:r>
        </a:p>
      </dgm:t>
    </dgm:pt>
    <dgm:pt modelId="307">
      <dgm:t>
        <a:p>
          <a:r>
            <a:t>n307</a:t>
          </a:r>
        </a:p>
      </dgm:t>
    </dgm:pt>
    <dgm:pt modelId="308">
      <dgm:t>
        <a:p>
          <a:r>
            <a:t>n308</a:t>
          </a:r>
        </a:p>
      </dgm:t>
    </dgm:pt>
    <dgm:pt modelId="309">
      <dgm:t>
        <a:p>
          <a:r>
            <a:t>n309</a:t>
          </a:r>
        </a:p>
      </dgm:t>
    </dgm:pt>
    <dgm:pt modelId="310">
      <dgm:t>
        <a:p>
          <a:r>
            <a:t>n310</a:t>
          </a:r>
        </a:p>
      </dgm:t>
    </dgm:pt>
    <dgm:pt modelId="311">
      <dgm:t>
        <a:p>
          <a:r>
            <a:t>n311</a:t>
          </a:r>
        </a:p>
      </dgm:t>
    </dgm:pt>
    <dgm:pt modelId="312">
      <dgm:t>
        <a:p>
          <a:r>
            <a:t>n312</a:t>
          </a:r>
        </a:p>
      </dgm:t>
    </dgm:pt>
    <dgm:pt modelId="313">
      <dgm:t>
        <a:p>
          <a:r>
            <a:t>n313</a:t>
          </a:r>
        </a:p>
      </dgm:t>
    </dgm:pt>
    <dgm:pt modelId="314">
      <dgm:t>
        <a:p>
          <a:r>
            <a:t>n314</a:t>
          </a:r>
        </a:p>
      </dgm:t>
    </dgm:pt>
    <dgm:pt modelId="315">
      <dgm:t>
        <a:p>
          <a:r>
            <a:t>n315</a:t>
          </a:r>
        </a:p>
      </dgm:t>
    </dgm:pt>
    <dgm:pt modelId="316">
      <dgm:t>
        <a:p>
          <a:r>
            <a:t>n316</a:t>
          </a:r>
        </a:p>
      </dgm:t>
    </dgm:pt>
    <dgm:pt modelId="317">
      <dgm:t>
        <a:p>
          <a:r>
            <a:t>n317</a:t>
          </a:r>
        </a:p>
      </dgm:t>
    </dgm:pt>
    <dgm:pt modelId="318">
      <dgm:t>
        <a:p>
          <a:r>
            <a:t>n318</a:t>
          </a:r>
        </a:p>
      </dgm:t>
    </dgm:pt>
    <dgm:pt modelId="319">
      <dgm:t>
        <a:p>
          <a:r>
            <a:t>n319</a:t>
          </a:r>
        </a:p>
      </dgm:t>
    </dgm:pt>
    <dgm:pt modelId="320">
      <dgm:t>
        <a:p>
          <a:r>
            <a:t>n320</a:t>
          </a:r>
        </a:p>
      </dgm:t>
    </dgm:pt>
    <dgm:pt modelId="321">
      <dgm:t>
        <a:p>
          <a:r>
            <a:t>n321</a:t>
          </a:r>
        </a:p>
      </dgm:t>
    </dgm:pt>
    <dgm:pt modelId="322">
      <dgm:t>
        <a:p>
          <a:r>
            <a:t>n322</a:t>
          </a:r>
        </a:p>
      </dgm:t>
    </dgm:pt>
    <dgm:pt modelId="323">
      <dgm:t>
        <a:p>
          <a:r>
            <a:t>n323</a:t>
          </a:r>
        </a:p>
      </dgm:t>
    </dgm:pt>
    <dgm:pt modelId="324">
      <dgm:t>
        <a:p>
          <a:r>
            <a:t>n324</a:t>
          </a:r>
        </a:p>
      </dgm:t>
    </dgm:pt>
    <dgm:pt modelId="325">
      <dgm:t>
        <a:p>
          <a:r>
            <a:t>n325</a:t>
          </a:r>
        </a:p>
      </dgm:t>
    </dgm:pt>
    <dgm:pt modelId="326">
      <dgm:t>
        <a:p>
          <a:r>
            <a:t>n326</a:t>
          </a:r>
        </a:p>
      </dgm:t>
    </dgm:pt>
    <dgm:pt modelId="327">
      <dgm:t>
        <a:p>
          <a:r>
            <a:t>n327</a:t>
          </a:r>
        </a:p>
      </dgm:t>
    </dgm:pt>
    <dgm:pt modelId="328">
      <dgm:t>
        <a:p>
          <a:r>
            <a:t>n328</a:t>
          </a:r>
        </a:p>
      </dgm:t>
    </dgm:pt>
    <dgm:pt modelId="329">
      <dgm:t>
        <a:p>
          <a:r>
            <a:t>n329</a:t>
          </a:r>
        </a:p>
      </dgm:t>
    </dgm:pt>
    <dgm:pt modelId="330">
      <dgm:t>
        <a:p>
          <a:r>
            <a:t>n330</a:t>
          </a:r>
        </a:p>
      </dgm:t>
    </dgm:pt>
    <dgm:pt modelId="331">
      <dgm:t>
        <a:p>
          <a:r>
            <a:t>n331</a:t>
          </a:r>
        </a:p>
      </dgm:t>
    </dgm:pt>
    <dgm:pt modelId="332">
      <dgm:t>
        <a:p>
          <a:r>
            <a:t>n332</a:t>
          </a:r>
        </a:p>
      </dgm:t>
    </dgm:pt>
    <dgm:pt modelId="333">
      <dgm:t>
        <a:p>
          <a:r>
            <a:t>n333</a:t>
          </a:r>
        </a:p>
      </dgm:t>
    </dgm:pt>
    <dgm:pt modelId="334">
      <dgm:t>
        <a:p>
          <a:r>
            <a:t>n334</a:t>
          </a:r>
        </a:p>
      </dgm:t>
    </dgm:pt>
    <dgm:pt modelId="335">
      <dgm:t>
        <a:p>
          <a:r>
            <a:t>n335</a:t>
          </a:r>
        </a:p>
      </dgm:t>
    </dgm:pt>
    <dgm:pt modelId="336">
      <dgm:t>
        <a:p>
          <a:r>
            <a:t>n336</a:t>
          </a:r>
        </a:p>
      </dgm:t>
    </dgm:pt>
    <dgm:pt modelId="337">
      <dgm:t>
        <a:p>
          <a:r>
            <a:t>n337</a:t>
          </a:r>
        </a:p>
      </dgm:t>
    </dgm:pt>
    <dgm:pt modelId="338">
      <dgm:t>
        <a:p>
          <a:r>
            <a:t>n338</a:t>
          </a:r>
        </a:p>
      </dgm:t>
    </dgm:pt>
    <dgm:pt modelId="339">
      <dgm:t>
        <a:p>
          <a:r>
            <a:t>n339</a:t>
          </a:r>
        </a:p>
      </dgm:t>
    </dgm:pt>
    <dgm:pt modelId="340">
      <dgm:t>
        <a:p>
          <a:r>
            <a:t>n340</a:t>
          </a:r>
        </a:p>
      </dgm:t>
    </dgm:pt>
    <dgm:pt modelId="341">
      <dgm:t>
        <a:p>
          <a:r>
            <a:t>n341</a:t>
          </a:r>
        </a:p>
      </dgm:t>
    </dgm:pt>
    <dgm:pt modelId="342">
      <dgm:t>
        <a:p>
          <a:r>
            <a:t>n342</a:t>
          </a:r>
        </a:p>
      </dgm:t>
    </dgm:pt>
    <dgm:pt modelId="343">
      <dgm:t>
        <a:p>
          <a:r>
            <a:t>n343</a:t>
          </a:r>
        </a:p>
      </dgm:t>
    </dgm:pt>
    <dgm:pt modelId="344">
      <dgm:t>
        <a:p>
          <a:r>
            <a:t>n344</a:t>
          </a:r>
        </a:p>
      </dgm:t>
    </dgm:pt>
    <dgm:pt modelId="345">
      <dgm:t>
        <a:p>
          <a:r>
            <a:t>n345</a:t>
          </a:r>
        </a:p>
      </dgm:t>
    </dgm:pt>
    <dgm:pt modelId="346">
      <dgm:t>
        <a:p>
          <a:r>
            <a:t>n346</a:t>
          </a:r>
        </a:p>
      </dgm:t>
    </dgm:pt>
    <dgm:pt modelId="347">
      <dgm:t>
        <a:p>
          <a:r>
            <a:t>n347</a:t>
          </a:r>
        </a:p>
      </dgm:t>
    </dgm:pt>
    <dgm:pt modelId="348">
      <dgm:t>
        <a:p>
          <a:r>
            <a:t>n348</a:t>
          </a:r>
        </a:p>
      </dgm:t>
    </dgm:pt>
    <dgm:pt modelId="349">
      <dgm:t>
        <a:p>
          <a:r>
            <a:t>n349</a:t>
          </a:r>
        </a:p>
      </dgm:t>
    </dgm:pt>
    <dgm:pt modelId="350">
      <dgm:t>
        <a:p>
          <a:r>
            <a:t>n350</a:t>
          </a:r>
        </a:p>
      </dgm:t>
    </dgm:pt>
    <dgm:pt modelId="351">
      <dgm:t>
        <a:p>
          <a:r>
            <a:t>n351</a:t>
          </a:r>
        </a:p>
      </dgm:t>
    </dgm:pt>
    <dgm:pt modelId="352">
      <dgm:t>
        <a:p>
          <a:r>
            <a:t>n352</a:t>
          </a:r>
        </a:p>
      </dgm:t>
    </dgm:pt>
    <dgm:pt modelId="353">
      <dgm:t>
        <a:p>
          <a:r>
            <a:t>n353</a:t>
          </a:r>
        </a:p>
      </dgm:t>
    </dgm:pt>
    <dgm:pt modelId="354">
      <dgm:t>
        <a:p>
          <a:r>
            <a:t>n354</a:t>
          </a:r>
        </a:p>
      </dgm:t>
    </dgm:pt>
    <dgm:pt modelId="355">
      <dgm:t>
        <a:p>
          <a:r>
            <a:t>n355</a:t>
          </a:r>
        </a:p>
      </dgm:t>
    </dgm:pt>
    <dgm:pt modelId="356">
      <dgm:t>
        <a:p>
          <a:r>
            <a:t>n356</a:t>
          </a:r>
        </a:p>
      </dgm:t>
    </dgm:pt>
    <dgm:pt modelId="357">
      <dgm:t>
        <a:p>
          <a:r>
            <a:t>n357</a:t>
          </a:r>
        </a:p>
      </dgm:t>
    </dgm:pt>
    <dgm:pt modelId="358">
      <dgm:t>
        <a:p>
          <a:r>
            <a:t>n358</a:t>
          </a:r>
        </a:p>
      </dgm:t>
    </dgm:pt>
    <dgm:pt modelId="359">
      <dgm:t>
        <a:p>
          <a:r>
            <a:t>n359</a:t>
          </a:r>
        </a:p>
      </dgm:t>
    </dgm:pt>
    <dgm:pt modelId="360">
      <dgm:t>
        <a:p>
          <a:r>
            <a:t>n360</a:t>
          </a:r>
        </a:p>
      </dgm:t>
    </dgm:pt>
    <dgm:pt modelId="361">
      <dgm:t>
        <a:p>
          <a:r>
            <a:t>n361</a:t>
          </a:r>
        </a:p>
      </dgm:t>
    </dgm:pt>
    <dgm:pt modelId="362">
      <dgm:t>
        <a:p>
          <a:r>
            <a:t>n362</a:t>
          </a:r>
        </a:p>
      </dgm:t>
    </dgm:pt>
    <dgm:pt modelId="363">
      <dgm:t>
        <a:p>
          <a:r>
            <a:t>n363</a:t>
          </a:r>
        </a:p>
      </dgm:t>
    </dgm:pt>
    <dgm:pt modelId="364">
      <dgm:t>
        <a:p>
          <a:r>
            <a:t>n364</a:t>
          </a:r>
        </a:p>
      </dgm:t>
    </dgm:pt>
    <dgm:pt modelId="365">
      <dgm:t>
        <a:p>
          <a:r>
            <a:t>n365</a:t>
          </a:r>
        </a:p>
      </dgm:t>
    </dgm:pt>
    <dgm:pt modelId="366">
      <dgm:t>
        <a:p>
          <a:r>
            <a:t>n366</a:t>
          </a:r>
        </a:p>
      </dgm:t>
    </dgm:pt>
    <dgm:pt modelId="367">
      <dgm:t>
        <a:p>
          <a:r>
            <a:t>n367</a:t>
          </a:r>
        </a:p>
      </dgm:t>
    </dgm:pt>
    <dgm:pt modelId="368">
      <dgm:t>
        <a:p>
          <a:r>
            <a:t>n368</a:t>
          </a:r>
        </a:p>
      </dgm:t>
    </dgm:pt>
    <dgm:pt modelId="369">
      <dgm:t>
        <a:p>
          <a:r>
            <a:t>n369</a:t>
          </a:r>
        </a:p>
      </dgm:t>
    </dgm:pt>
    <dgm:pt modelId="370">
      <dgm:t>
        <a:p>
          <a:r>
            <a:t>n370</a:t>
          </a:r>
        </a:p>
      </dgm:t>
    </dgm:pt>
    <dgm:pt modelId="371">
      <dgm:t>
        <a:p>
          <a:r>
            <a:t>n371</a:t>
          </a:r>
        </a:p>
      </dgm:t>
    </dgm:pt>
    <dgm:pt modelId="372">
      <dgm:t>
        <a:p>
          <a:r>
            <a:t>n372</a:t>
          </a:r>
        </a:p>
      </dgm:t>
    </dgm:pt>
    <dgm:pt modelId="373">
      <dgm:t>
        <a:p>
          <a:r>
            <a:t>n373</a:t>
          </a:r>
        </a:p>
      </dgm:t>
    </dgm:pt>
    <dgm:pt modelId="374">
      <dgm:t>
        <a:p>
          <a:r>
            <a:t>n374</a:t>
          </a:r>
        </a:p>
      </dgm:t>
    </dgm:pt>
    <dgm:pt modelId="375">
      <dgm:t>
        <a:p>
          <a:r>
            <a:t>n375</a:t>
          </a:r>
        </a:p>
      </dgm:t>
    </dgm:pt>
    <dgm:pt modelId="376">
      <dgm:t>
        <a:p>
          <a:r>
            <a:t>n376</a:t>
          </a:r>
        </a:p>
      </dgm:t>
    </dgm:pt>
    <dgm:pt modelId="377">
      <dgm:t>
        <a:p>
          <a:r>
            <a:t>n377</a:t>
          </a:r>
        </a:p>
      </dgm:t>
    </dgm:pt>
    <dgm:pt modelId="378">
      <dgm:t>
        <a:p>
          <a:r>
            <a:t>n378</a:t>
          </a:r>
        </a:p>
      </dgm:t>
    </dgm:pt>
    <dgm:pt modelId="379">
      <dgm:t>
        <a:p>
          <a:r>
            <a:t>n379</a:t>
          </a:r>
        </a:p>
      </dgm:t>
    </dgm:pt>
    <dgm:pt modelId="380">
      <dgm:t>
        <a:p>
          <a:r>
            <a:t>n380</a:t>
          </a:r>
        </a:p>
      </dgm:t>
    </dgm:pt>
    <dgm:pt modelId="381">
      <dgm:t>
        <a:p>
          <a:r>
            <a:t>n381</a:t>
          </a:r>
        </a:p>
      </dgm:t>
    </dgm:pt>
    <dgm:pt modelId="382">
      <dgm:t>
        <a:p>
          <a:r>
            <a:t>n382</a:t>
          </a:r>
        </a:p>
      </dgm:t>
    </dgm:pt>
    <dgm:pt modelId="383">
      <dgm:t>
        <a:p>
          <a:r>
            <a:t>n383</a:t>
          </a:r>
        </a:p>
      </dgm:t>
    </dgm:pt>
    <dgm:pt modelId="384">
      <dgm:t>
        <a:p>
          <a:r>
            <a:t>n384</a:t>
          </a:r>
        </a:p>
      </dgm:t>
    </dgm:pt>
    <dgm:pt modelId="385">
      <dgm:t>
        <a:p>
          <a:r>
            <a:t>n385</a:t>
          </a:r>
        </a:p>
      </dgm:t>
    </dgm:pt>
    <dgm:pt modelId="386">
      <dgm:t>
        <a:p>
          <a:r>
            <a:t>n386</a:t>
          </a:r>
        </a:p>
      </dgm:t>
    </dgm:pt>
    <dgm:pt modelId="387">
      <dgm:t>
        <a:p>
          <a:r>
            <a:t>n387</a:t>
          </a:r>
        </a:p>
      </dgm:t>
    </dgm:pt>
    <dgm:pt modelId="388">
      <dgm:t>
        <a:p>
          <a:r>
            <a:t>n388</a:t>
          </a:r>
        </a:p>
      </dgm:t>
    </dgm:pt>
    <dgm:pt modelId="389">
      <dgm:t>
        <a:p>
          <a:r>
            <a:t>n389</a:t>
          </a:r>
        </a:p>
      </dgm:t>
    </dgm:pt>
    <dgm:pt modelId="390">
      <dgm:t>
        <a:p>
          <a:r>
            <a:t>n390</a:t>
          </a:r>
        </a:p>
      </dgm:t>
    </dgm:pt>
    <dgm:pt modelId="391">
      <dgm:t>
        <a:p>
          <a:r>
            <a:t>n391</a:t>
          </a:r>
        </a:p>
      </dgm:t>
    </dgm:pt>
    <dgm:pt modelId="392">
      <dgm:t>
        <a:p>
          <a:r>
            <a:t>n392</a:t>
          </a:r>
        </a:p>
      </dgm:t>
    </dgm:pt>
    <dgm:pt modelId="393">
      <dgm:t>
        <a:p>
          <a:r>
            <a:t>n393</a:t>
          </a:r>
        </a:p>
      </dgm:t>
    </dgm:pt>
    <dgm:pt modelId="394">
      <dgm:t>
        <a:p>
          <a:r>
            <a:t>n394</a:t>
          </a:r>
        </a:p>
      </dgm:t>
    </dgm:pt>
    <dgm:pt modelId="395">
      <dgm:t>
        <a:p>
          <a:r>
            <a:t>n395</a:t>
          </a:r>
        </a:p>
      </dgm:t>
    </dgm:pt>
    <dgm:pt modelId="396">
      <dgm:t>
        <a:p>
          <a:r>
            <a:t>n396</a:t>
          </a:r>
        </a:p>
      </dgm:t>
    </dgm:pt>
    <dgm:pt modelId="397">
      <dgm:t>
        <a:p>
          <a:r>
            <a:t>n397</a:t>
          </a:r>
        </a:p>
      </dgm:t>
    </dgm:pt>
    <dgm:pt modelId="398">
      <dgm:t>
        <a:p>
          <a:r>
            <a:t>n398</a:t>
          </a:r>
        </a:p>
      </dgm:t>
    </dgm:pt>
    <dgm:pt modelId="399">
      <dgm:t>
        <a:p>
          <a:r>
            <a:t>n399</a:t>
          </a:r>
        </a:p>
      </dgm:t>
    </dgm:pt>
    <dgm:pt modelId="400">
      <dgm:t>
        <a:p>
          <a:r>
            <a:t>n400</a:t>
          </a:r>
        </a:p>
      </dgm:t>
    </dgm:pt>
    <dgm:pt modelId="401">
      <dgm:t>
        <a:p>
          <a:r>
            <a:t>n401</a:t>
          </a:r>
        </a:p>
      </dgm:t>
    </dgm:pt>
    <dgm:pt modelId="402">
      <dgm:t>
        <a:p>
          <a:r>
            <a:t>n402</a:t>
          </a:r>
        </a:p>
      </dgm:t>
    </dgm:pt>
    <dgm:pt modelId="403">
      <dgm:t>
        <a:p>
          <a:r>
            <a:t>n403</a:t>
          </a:r>
        </a:p>
      </dgm:t>
    </dgm:pt>
    <dgm:pt modelId="404">
      <dgm:t>
        <a:p>
          <a:r>
            <a:t>n404</a:t>
          </a:r>
        </a:p>
      </dgm:t>
    </dgm:pt>
    <dgm:pt modelId="405">
      <dgm:t>
        <a:p>
          <a:r>
            <a:t>n405</a:t>
          </a:r>
        </a:p>
      </dgm:t>
    </dgm:pt>
    <dgm:pt modelId="406">
      <dgm:t>
        <a:p>
          <a:r>
            <a:t>n406</a:t>
          </a:r>
        </a:p>
      </dgm:t>
    </dgm:pt>
    <dgm:pt modelId="407">
      <dgm:t>
        <a:p>
          <a:r>
            <a:t>n407</a:t>
          </a:r>
        </a:p>
      </dgm:t>
    </dgm:pt>
    <dgm:pt modelId="408">
      <dgm:t>
        <a:p>
          <a:r>
            <a:t>n408</a:t>
          </a:r>
        </a:p>
      </dgm:t>
    </dgm:pt>
    <dgm:pt modelId="409">
      <dgm:t>
        <a:p>
          <a:r>
            <a:t>n409</a:t>
          </a:r>
        </a:p>
      </dgm:t>
    </dgm:pt>
    <dgm:pt modelId="410">
      <dgm:t>
        <a:p>
          <a:r>
            <a:t>n410</a:t>
          </a:r>
        </a:p>
      </dgm:t>
    </dgm:pt>
    <dgm:pt modelId="411">
      <dgm:t>
        <a:p>
          <a:r>
            <a:t>n411</a:t>
          </a:r>
        </a:p>
      </dgm:t>
    </dgm:pt>
    <dgm:pt modelId="412">
      <dgm:t>
        <a:p>
          <a:r>
            <a:t>n412</a:t>
          </a:r>
        </a:p>
      </dgm:t>
    </dgm:pt>
    <dgm:pt modelId="413">
      <dgm:t>
        <a:p>
          <a:r>
            <a:t>n413</a:t>
          </a:r>
        </a:p>
      </dgm:t>
    </dgm:pt>
    <dgm:pt modelId="414">
      <dgm:t>
        <a:p>
          <a:r>
            <a:t>n414</a:t>
          </a:r>
        </a:p>
      </dgm:t>
    </dgm:pt>
    <dgm:pt modelId="415">
      <dgm:t>
        <a:p>
          <a:r>
            <a:t>n415</a:t>
          </a:r>
        </a:p>
      </dgm:t>
    </dgm:pt>
    <dgm:pt modelId="416">
      <dgm:t>
        <a:p>
          <a:r>
            <a:t>n416</a:t>
          </a:r>
        </a:p>
      </dgm:t>
    </dgm:pt>
    <dgm:pt modelId="417">
      <dgm:t>
        <a:p>
          <a:r>
            <a:t>n417</a:t>
          </a:r>
        </a:p>
      </dgm:t>
    </dgm:pt>
    <dgm:pt modelId="418">
      <dgm:t>
        <a:p>
          <a:r>
            <a:t>n418</a:t>
          </a:r>
        </a:p>
      </dgm:t>
    </dgm:pt>
    <dgm:pt modelId="419">
      <dgm:t>
        <a:p>
          <a:r>
            <a:t>n419</a:t>
          </a:r>
        </a:p>
      </dgm:t>
    </dgm:pt>
    <dgm:pt modelId="420">
      <dgm:t>
        <a:p>
          <a:r>
            <a:t>n420</a:t>
          </a:r>
        </a:p>
      </dgm:t>
    </dgm:pt>
    <dgm:pt modelId="421">
      <dgm:t>
        <a:p>
          <a:r>
            <a:t>n421</a:t>
          </a:r>
        </a:p>
      </dgm:t>
    </dgm:pt>
    <dgm:pt modelId="422">
      <dgm:t>
        <a:p>
          <a:r>
            <a:t>n422</a:t>
          </a:r>
        </a:p>
      </dgm:t>
    </dgm:pt>
    <dgm:pt modelId="423">
      <dgm:t>
        <a:p>
          <a:r>
            <a:t>n423</a:t>
          </a:r>
        </a:p>
      </dgm:t>
    </dgm:pt>
    <dgm:pt modelId="424">
      <dgm:t>
        <a:p>
          <a:r>
            <a:t>n424</a:t>
          </a:r>
        </a:p>
      </dgm:t>
    </dgm:pt>
    <dgm:pt modelId="425">
      <dgm:t>
        <a:p>
          <a:r>
            <a:t>n425</a:t>
          </a:r>
        </a:p>
      </dgm:t>
    </dgm:pt>
    <dgm:pt modelId="426">
      <dgm:t>
        <a:p>
          <a:r>
            <a:t>n426</a:t>
          </a:r>
        </a:p>
      </dgm:t>
    </dgm:pt>
    <dgm:pt modelId="427">
      <dgm:t>
        <a:p>
          <a:r>
            <a:t>n427</a:t>
          </a:r>
        </a:p>
      </dgm:t>
    </dgm:pt>
    <dgm:pt modelId="428">
      <dgm:t>
        <a:p>
          <a:r>
            <a:t>n428</a:t>
          </a:r>
        </a:p>
      </dgm:t>
    </dgm:pt>
    <dgm:pt modelId="429">
      <dgm:t>
        <a:p>
          <a:r>
            <a:t>n429</a:t>
          </a:r>
        </a:p>
      </dgm:t>
    </dgm:pt>
    <dgm:pt modelId="430">
      <dgm:t>
        <a:p>
          <a:r>
            <a:t>n430</a:t>
          </a:r>
        </a:p>
      </dgm:t>
    </dgm:pt>
    <dgm:pt modelId="431">
      <dgm:t>
        <a:p>
          <a:r>
            <a:t>n431</a:t>
          </a:r>
        </a:p>
      </dgm:t>
    </dgm:pt>
    <dgm:pt modelId="432">
      <dgm:t>
        <a:p>
          <a:r>
            <a:t>n432</a:t>
          </a:r>
        </a:p>
      </dgm:t>
    </dgm:pt>
    <dgm:pt modelId="433">
      <dgm:t>
        <a:p>
          <a:r>
            <a:t>n433</a:t>
          </a:r>
        </a:p>
      </dgm:t>
    </dgm:pt>
    <dgm:pt modelId="434">
      <dgm:t>
        <a:p>
          <a:r>
            <a:t>n434</a:t>
          </a:r>
        </a:p>
      </dgm:t>
    </dgm:pt>
    <dgm:pt modelId="435">
      <dgm:t>
        <a:p>
          <a:r>
            <a:t>n435</a:t>
          </a:r>
        </a:p>
      </dgm:t>
    </dgm:pt>
    <dgm:pt modelId="436">
      <dgm:t>
        <a:p>
          <a:r>
            <a:t>n436</a:t>
          </a:r>
        </a:p>
      </dgm:t>
    </dgm:pt>
    <dgm:pt modelId="437">
      <dgm:t>
        <a:p>
          <a:r>
            <a:t>n437</a:t>
          </a:r>
        </a:p>
      </dgm:t>
    </dgm:pt>
    <dgm:pt modelId="438">
      <dgm:t>
        <a:p>
          <a:r>
            <a:t>n438</a:t>
          </a:r>
        </a:p>
      </dgm:t>
    </dgm:pt>
    <dgm:pt modelId="439">
      <dgm:t>
        <a:p>
          <a:r>
            <a:t>n439</a:t>
          </a:r>
        </a:p>
      </dgm:t>
    </dgm:pt>
    <dgm:pt modelId="440">
      <dgm:t>
        <a:p>
          <a:r>
            <a:t>n440</a:t>
          </a:r>
        </a:p>
      </dgm:t>
    </dgm:pt>
    <dgm:pt modelId="441">
      <dgm:t>
        <a:p>
          <a:r>
            <a:t>n441</a:t>
          </a:r>
        </a:p>
      </dgm:t>
    </dgm:pt>
    <dgm:pt modelId="442">
      <dgm:t>
        <a:p>
          <a:r>
            <a:t>n442</a:t>
          </a:r>
        </a:p>
      </dgm:t>
    </dgm:pt>
    <dgm:pt modelId="443">
      <dgm:t>
        <a:p>
          <a:r>
            <a:t>n443</a:t>
          </a:r>
        </a:p>
      </dgm:t>
    </dgm:pt>
    <dgm:pt modelId="444">
      <dgm:t>
        <a:p>
          <a:r>
            <a:t>n444</a:t>
          </a:r>
        </a:p>
      </dgm:t>
    </dgm:pt>
    <dgm:pt modelId="445">
      <dgm:t>
        <a:p>
          <a:r>
            <a:t>n445</a:t>
          </a:r>
        </a:p>
      </dgm:t>
    </dgm:pt>
    <dgm:pt modelId="446">
      <dgm:t>
        <a:p>
          <a:r>
            <a:t>n446</a:t>
          </a:r>
        </a:p>
      </dgm:t>
    </dgm:pt>
    <dgm:pt modelId="447">
      <dgm:t>
        <a:p>
          <a:r>
            <a:t>n447</a:t>
          </a:r>
        </a:p>
      </dgm:t>
    </dgm:pt>
    <dgm:pt modelId="448">
      <dgm:t>
        <a:p>
          <a:r>
            <a:t>n448</a:t>
          </a:r>
        </a:p>
      </dgm:t>
    </dgm:pt>
    <dgm:pt modelId="449">
      <dgm:t>
        <a:p>
          <a:r>
            <a:t>n449</a:t>
          </a:r>
        </a:p>
      </dgm:t>
    </dgm:pt>
    <dgm:pt modelId="450">
      <dgm:t>
        <a:p>
          <a:r>
            <a:t>n450</a:t>
          </a:r>
        </a:p>
      </dgm:t>
    </dgm:pt>
    <dgm:pt modelId="451">
      <dgm:t>
        <a:p>
          <a:r>
            <a:t>n451</a:t>
          </a:r>
        </a:p>
      </dgm:t>
    </dgm:pt>
    <dgm:pt modelId="452">
      <dgm:t>
        <a:p>
          <a:r>
            <a:t>n452</a:t>
          </a:r>
        </a:p>
      </dgm:t>
    </dgm:pt>
    <dgm:pt modelId="453">
      <dgm:t>
        <a:p>
          <a:r>
            <a:t>n453</a:t>
          </a:r>
        </a:p>
      </dgm:t>
    </dgm:pt>
    <dgm:pt modelId="454">
      <dgm:t>
        <a:p>
          <a:r>
            <a:t>n454</a:t>
          </a:r>
        </a:p>
      </dgm:t>
    </dgm:pt>
    <dgm:pt modelId="455">
      <dgm:t>
        <a:p>
          <a:r>
            <a:t>n455</a:t>
          </a:r>
        </a:p>
      </dgm:t>
    </dgm:pt>
    <dgm:pt modelId="456">
      <dgm:t>
        <a:p>
          <a:r>
            <a:t>n456</a:t>
          </a:r>
        </a:p>
      </dgm:t>
    </dgm:pt>
    <dgm:pt modelId="457">
      <dgm:t>
        <a:p>
          <a:r>
            <a:t>n457</a:t>
          </a:r>
        </a:p>
      </dgm:t>
    </dgm:pt>
    <dgm:pt modelId="458">
      <dgm:t>
        <a:p>
          <a:r>
            <a:t>n458</a:t>
          </a:r>
        </a:p>
      </dgm:t>
    </dgm:pt>
    <dgm:pt modelId="459">
      <dgm:t>
        <a:p>
          <a:r>
            <a:t>n459</a:t>
          </a:r>
        </a:p>
      </dgm:t>
    </dgm:pt>
    <dgm:pt modelId="460">
      <dgm:t>
        <a:p>
          <a:r>
            <a:t>n460</a:t>
          </a:r>
        </a:p>
      </dgm:t>
    </dgm:pt>
    <dgm:pt modelId="461">
      <dgm:t>
        <a:p>
          <a:r>
            <a:t>n461</a:t>
          </a:r>
        </a:p>
      </dgm:t>
    </dgm:pt>
    <dgm:pt modelId="462">
      <dgm:t>
        <a:p>
          <a:r>
            <a:t>n462</a:t>
          </a:r>
        </a:p>
      </dgm:t>
    </dgm:pt>
    <dgm:pt modelId="463">
      <dgm:t>
        <a:p>
          <a:r>
            <a:t>n463</a:t>
          </a:r>
        </a:p>
      </dgm:t>
    </dgm:pt>
    <dgm:pt modelId="464">
      <dgm:t>
        <a:p>
          <a:r>
            <a:t>n464</a:t>
          </a:r>
        </a:p>
      </dgm:t>
    </dgm:pt>
    <dgm:pt modelId="465">
      <dgm:t>
        <a:p>
          <a:r>
            <a:t>n465</a:t>
          </a:r>
        </a:p>
      </dgm:t>
    </dgm:pt>
    <dgm:pt modelId="466">
      <dgm:t>
        <a:p>
          <a:r>
            <a:t>n466</a:t>
          </a:r>
        </a:p>
      </dgm:t>
    </dgm:pt>
    <dgm:pt modelId="467">
      <dgm:t>
        <a:p>
          <a:r>
            <a:t>n467</a:t>
          </a:r>
        </a:p>
      </dgm:t>
    </dgm:pt>
    <dgm:pt modelId="468">
      <dgm:t>
        <a:p>
          <a:r>
            <a:t>n468</a:t>
          </a:r>
        </a:p>
      </dgm:t>
    </dgm:pt>
    <dgm:pt modelId="469">
      <dgm:t>
        <a:p>
          <a:r>
            <a:t>n469</a:t>
          </a:r>
        </a:p>
      </dgm:t>
    </dgm:pt>
    <dgm:pt modelId="470">
      <dgm:t>
        <a:p>
          <a:r>
            <a:t>n470</a:t>
          </a:r>
        </a:p>
      </dgm:t>
    </dgm:pt>
    <dgm:pt modelId="471">
      <dgm:t>
        <a:p>
          <a:r>
            <a:t>n471</a:t>
          </a:r>
        </a:p>
      </dgm:t>
    </dgm:pt>
    <dgm:pt modelId="472">
      <dgm:t>
        <a:p>
          <a:r>
            <a:t>n472</a:t>
          </a:r>
        </a:p>
      </dgm:t>
    </dgm:pt>
    <dgm:pt modelId="473">
      <dgm:t>
        <a:p>
          <a:r>
            <a:t>n473</a:t>
          </a:r>
        </a:p>
      </dgm:t>
    </dgm:pt>
    <dgm:pt modelId="474">
      <dgm:t>
        <a:p>
          <a:r>
            <a:t>n474</a:t>
          </a:r>
        </a:p>
      </dgm:t>
    </dgm:pt>
    <dgm:pt modelId="475">
      <dgm:t>
        <a:p>
          <a:r>
            <a:t>n475</a:t>
          </a:r>
        </a:p>
      </dgm:t>
    </dgm:pt>
    <dgm:pt modelId="476">
      <dgm:t>
        <a:p>
          <a:r>
            <a:t>n476</a:t>
          </a:r>
        </a:p>
      </dgm:t>
    </dgm:pt>
    <dgm:pt modelId="477">
      <dgm:t>
        <a:p>
          <a:r>
            <a:t>n477</a:t>
          </a:r>
        </a:p>
      </dgm:t>
    </dgm:pt>
    <dgm:pt modelId="478">
      <dgm:t>
        <a:p>
          <a:r>
            <a:t>n478</a:t>
          </a:r>
        </a:p>
      </dgm:t>
    </dgm:pt>
    <dgm:pt modelId="479">
      <dgm:t>
        <a:p>
          <a:r>
            <a:t>n479</a:t>
          </a:r>
        </a:p>
      </dgm:t>
    </dgm:pt>
    <dgm:pt modelId="480">
      <dgm:t>
        <a:p>
          <a:r>
            <a:t>n480</a:t>
          </a:r>
        </a:p>
      </dgm:t>
    </dgm:pt>
    <dgm:pt modelId="481">
      <dgm:t>
        <a:p>
          <a:r>
            <a:t>n481</a:t>
          </a:r>
        </a:p>
      </dgm:t>
    </dgm:pt>
    <dgm:pt modelId="482">
      <dgm:t>
        <a:p>
          <a:r>
            <a:t>n482</a:t>
          </a:r>
        </a:p>
      </dgm:t>
    </dgm:pt>
    <dgm:pt modelId="483">
      <dgm:t>
        <a:p>
          <a:r>
            <a:t>n483</a:t>
          </a:r>
        </a:p>
      </dgm:t>
    </dgm:pt>
    <dgm:pt modelId="484">
      <dgm:t>
        <a:p>
          <a:r>
            <a:t>n484</a:t>
          </a:r>
        </a:p>
      </dgm:t>
    </dgm:pt>
    <dgm:pt modelId="485">
      <dgm:t>
        <a:p>
          <a:r>
            <a:t>n485</a:t>
          </a:r>
        </a:p>
      </dgm:t>
    </dgm:pt>
    <dgm:pt modelId="486">
      <dgm:t>
        <a:p>
          <a:r>
            <a:t>n486</a:t>
          </a:r>
        </a:p>
      </dgm:t>
    </dgm:pt>
    <dgm:pt modelId="487">
      <dgm:t>
        <a:p>
          <a:r>
            <a:t>n487</a:t>
          </a:r>
        </a:p>
      </dgm:t>
    </dgm:pt>
    <dgm:pt modelId="488">
      <dgm:t>
        <a:p>
          <a:r>
            <a:t>n488</a:t>
          </a:r>
        </a:p>
      </dgm:t>
    </dgm:pt>
    <dgm:pt modelId="489">
      <dgm:t>
        <a:p>
          <a:r>
            <a:t>n489</a:t>
          </a:r>
        </a:p>
      </dgm:t>
    </dgm:pt>
    <dgm:pt modelId="490">
      <dgm:t>
        <a:p>
          <a:r>
            <a:t>n490</a:t>
          </a:r>
        </a:p>
      </dgm:t>
    </dgm:pt>
    <dgm:pt modelId="491">
      <dgm:t>
        <a:p>
          <a:r>
            <a:t>n491</a:t>
          </a:r>
        </a:p>
      </dgm:t>
    </dgm:pt>
    <dgm:pt modelId="492">
      <dgm:t>
        <a:p>
          <a:r>
            <a:t>n492</a:t>
          </a:r>
        </a:p>
      </dgm:t>
    </dgm:pt>
    <dgm:pt modelId="493">
      <dgm:t>
        <a:p>
          <a:r>
            <a:t>n493</a:t>
          </a:r>
        </a:p>
      </dgm:t>
    </dgm:pt>
    <dgm:pt modelId="494">
      <dgm:t>
        <a:p>
          <a:r>
            <a:t>n494</a:t>
          </a:r>
        </a:p>
      </dgm:t>
    </dgm:pt>
    <dgm:pt modelId="495">
      <dgm:t>
        <a:p>
          <a:r>
            <a:t>n495</a:t>
          </a:r>
        </a:p>
      </dgm:t>
    </dgm:pt>
    <dgm:pt modelId="496">
      <dgm:t>
        <a:p>
          <a:r>
            <a:t>n496</a:t>
          </a:r>
        </a:p>
      </dgm:t>
    </dgm:pt>
    <dgm:pt modelId="497">
      <dgm:t>
        <a:p>
          <a:r>
            <a:t>n497</a:t>
          </a:r>
        </a:p>
      </dgm:t>
    </dgm:pt>
    <dgm:pt modelId="498">
      <dgm:t>
        <a:p>
          <a:r>
            <a:t>n498</a:t>
          </a:r>
        </a:p>
      </dgm:t>
    </dgm:pt>
    <dgm:pt modelId="499">
      <dgm:t>
        <a:p>
          <a:r>
            <a:t>n499</a:t>
          </a:r>
        </a:p>
      </dgm:t>
    </dgm:pt>
    <dgm:pt modelId="500">
      <dgm:t>
        <a:p>
          <a:r>
            <a:t>n500</a:t>
          </a:r>
        </a:p>
      </dgm:t>
    </dgm:pt>
    <dgm:pt modelId="501">
      <dgm:t>
        <a:p>
          <a:r>
            <a:t>n501</a:t>
          </a:r>
        </a:p>
      </dgm:t>
    </dgm:pt>
    <dgm:pt modelId="502">
      <dgm:t>
        <a:p>
          <a:r>
            <a:t>n502</a:t>
          </a:r>
        </a:p>
      </dgm:t>
    </dgm:pt>
    <dgm:pt modelId="503">
      <dgm:t>
        <a:p>
          <a:r>
            <a:t>n503</a:t>
          </a:r>
        </a:p>
      </dgm:t>
    </dgm:pt>
    <dgm:pt modelId="504">
      <dgm:t>
        <a:p>
          <a:r>
            <a:t>n504</a:t>
          </a:r>
        </a:p>
      </dgm:t>
    </dgm:pt>
    <dgm:pt modelId="505">
      <dgm:t>
        <a:p>
          <a:r>
            <a:t>n505</a:t>
          </a:r>
        </a:p>
      </dgm:t>
    </dgm:pt>
    <dgm:pt modelId="506">
      <dgm:t>
        <a:p>
          <a:r>
            <a:t>n506</a:t>
          </a:r>
        </a:p>
      </dgm:t>
    </dgm:pt>
    <dgm:pt modelId="507">
      <dgm:t>
        <a:p>
          <a:r>
            <a:t>n507</a:t>
          </a:r>
        </a:p>
      </dgm:t>
    </dgm:pt>
    <dgm:pt modelId="508">
      <dgm:t>
        <a:p>
          <a:r>
            <a:t>n508</a:t>
          </a:r>
        </a:p>
      </dgm:t>
    </dgm:pt>
    <dgm:pt modelId="509">
      <dgm:t>
        <a:p>
          <a:r>
            <a:t>n509</a:t>
          </a:r>
        </a:p>
      </dgm:t>
    </dgm:pt>
    <dgm:pt modelId="510">
      <dgm:t>
        <a:p>
          <a:r>
            <a:t>n510</a:t>
          </a:r>
        </a:p>
      </dgm:t>
    </dgm:pt>
    <dgm:pt modelId="511">
      <dgm:t>
        <a:p>
          <a:r>
            <a:t>n511</a:t>
          </a:r>
        </a:p>
      </dgm:t>
    </dgm:pt>
    <dgm:pt modelId="512">
      <dgm:t>
        <a:p>
          <a:r>
            <a:t>n512</a:t>
          </a:r>
        </a:p>
      </dgm:t>
    </dgm:pt>
    <dgm:pt modelId="513">
      <dgm:t>
        <a:p>
          <a:r>
            <a:t>n513</a:t>
          </a:r>
        </a:p>
      </dgm:t>
    </dgm:pt>
    <dgm:pt modelId="514">
      <dgm:t>
        <a:p>
          <a:r>
            <a:t>n514</a:t>
          </a:r>
        </a:p>
      </dgm:t>
    </dgm:pt>
    <dgm:pt modelId="515">
      <dgm:t>
        <a:p>
          <a:r>
            <a:t>n515</a:t>
          </a:r>
        </a:p>
      </dgm:t>
    </dgm:pt>
    <dgm:pt modelId="516">
      <dgm:t>
        <a:p>
          <a:r>
            <a:t>n516</a:t>
          </a:r>
        </a:p>
      </dgm:t>
    </dgm:pt>
    <dgm:pt modelId="517">
      <dgm:t>
        <a:p>
          <a:r>
            <a:t>n517</a:t>
          </a:r>
        </a:p>
      </dgm:t>
    </dgm:pt>
    <dgm:pt modelId="518">
      <dgm:t>
        <a:p>
          <a:r>
            <a:t>n518</a:t>
          </a:r>
        </a:p>
      </dgm:t>
    </dgm:pt>
    <dgm:pt modelId="519">
      <dgm:t>
        <a:p>
          <a:r>
            <a:t>n519</a:t>
          </a:r>
        </a:p>
      </dgm:t>
    </dgm:pt>
    <dgm:pt modelId="520">
      <dgm:t>
        <a:p>
          <a:r>
            <a:t>n520</a:t>
          </a:r>
        </a:p>
      </dgm:t>
    </dgm:pt>
    <dgm:pt modelId="521">
      <dgm:t>
        <a:p>
          <a:r>
            <a:t>n521</a:t>
          </a:r>
        </a:p>
      </dgm:t>
    </dgm:pt>
    <dgm:pt modelId="522">
      <dgm:t>
        <a:p>
          <a:r>
            <a:t>n522</a:t>
          </a:r>
        </a:p>
      </dgm:t>
    </dgm:pt>
    <dgm:pt modelId="523">
      <dgm:t>
        <a:p>
          <a:r>
            <a:t>n523</a:t>
          </a:r>
        </a:p>
      </dgm:t>
    </dgm:pt>
    <dgm:pt modelId="524">
      <dgm:t>
        <a:p>
          <a:r>
            <a:t>n524</a:t>
          </a:r>
        </a:p>
      </dgm:t>
    </dgm:pt>
    <dgm:pt modelId="525">
      <dgm:t>
        <a:p>
          <a:r>
            <a:t>n525</a:t>
          </a:r>
        </a:p>
      </dgm:t>
    </dgm:pt>
    <dgm:pt modelId="526">
      <dgm:t>
        <a:p>
          <a:r>
            <a:t>n526</a:t>
          </a:r>
        </a:p>
      </dgm:t>
    </dgm:pt>
    <dgm:pt modelId="527">
      <dgm:t>
        <a:p>
          <a:r>
            <a:t>n527</a:t>
          </a:r>
        </a:p>
      </dgm:t>
    </dgm:pt>
    <dgm:pt modelId="528">
      <dgm:t>
        <a:p>
          <a:r>
            <a:t>n528</a:t>
          </a:r>
        </a:p>
      </dgm:t>
    </dgm:pt>
    <dgm:pt modelId="529">
      <dgm:t>
        <a:p>
          <a:r>
            <a:t>n529</a:t>
          </a:r>
        </a:p>
      </dgm:t>
    </dgm:pt>
    <dgm:pt modelId="530">
      <dgm:t>
        <a:p>
          <a:r>
            <a:t>n530</a:t>
          </a:r>
        </a:p>
      </dgm:t>
    </dgm:pt>
    <dgm:pt modelId="531">
      <dgm:t>
        <a:p>
          <a:r>
            <a:t>n531</a:t>
          </a:r>
        </a:p>
      </dgm:t>
    </dgm:pt>
    <dgm:pt modelId="532">
      <dgm:t>
        <a:p>
          <a:r>
            <a:t>n532</a:t>
          </a:r>
        </a:p>
      </dgm:t>
    </dgm:pt>
    <dgm:pt modelId="533">
      <dgm:t>
        <a:p>
          <a:r>
            <a:t>n533</a:t>
          </a:r>
        </a:p>
      </dgm:t>
    </dgm:pt>
    <dgm:pt modelId="534">
      <dgm:t>
        <a:p>
          <a:r>
            <a:t>n534</a:t>
          </a:r>
        </a:p>
      </dgm:t>
    </dgm:pt>
    <dgm:pt modelId="535">
      <dgm:t>
        <a:p>
          <a:r>
            <a:t>n535</a:t>
          </a:r>
        </a:p>
      </dgm:t>
    </dgm:pt>
    <dgm:pt modelId="536">
      <dgm:t>
        <a:p>
          <a:r>
            <a:t>n536</a:t>
          </a:r>
        </a:p>
      </dgm:t>
    </dgm:pt>
    <dgm:pt modelId="537">
      <dgm:t>
        <a:p>
          <a:r>
            <a:t>n537</a:t>
          </a:r>
        </a:p>
      </dgm:t>
    </dgm:pt>
    <dgm:pt modelId="538">
      <dgm:t>
        <a:p>
          <a:r>
            <a:t>n538</a:t>
          </a:r>
        </a:p>
      </dgm:t>
    </dgm:pt>
    <dgm:pt modelId="539">
      <dgm:t>
        <a:p>
          <a:r>
            <a:t>n539</a:t>
          </a:r>
        </a:p>
      </dgm:t>
    </dgm:pt>
    <dgm:pt modelId="540">
      <dgm:t>
        <a:p>
          <a:r>
            <a:t>n540</a:t>
          </a:r>
        </a:p>
      </dgm:t>
    </dgm:pt>
    <dgm:pt modelId="541">
      <dgm:t>
        <a:p>
          <a:r>
            <a:t>n541</a:t>
          </a:r>
        </a:p>
      </dgm:t>
    </dgm:pt>
    <dgm:pt modelId="542">
      <dgm:t>
        <a:p>
          <a:r>
            <a:t>n542</a:t>
          </a:r>
        </a:p>
      </dgm:t>
    </dgm:pt>
    <dgm:pt modelId="543">
      <dgm:t>
        <a:p>
          <a:r>
            <a:t>n543</a:t>
          </a:r>
        </a:p>
      </dgm:t>
    </dgm:pt>
    <dgm:pt modelId="544">
      <dgm:t>
        <a:p>
          <a:r>
            <a:t>n544</a:t>
          </a:r>
        </a:p>
      </dgm:t>
    </dgm:pt>
    <dgm:pt modelId="545">
      <dgm:t>
        <a:p>
          <a:r>
            <a:t>n545</a:t>
          </a:r>
        </a:p>
      </dgm:t>
    </dgm:pt>
    <dgm:pt modelId="546">
      <dgm:t>
        <a:p>
          <a:r>
            <a:t>n546</a:t>
          </a:r>
        </a:p>
      </dgm:t>
    </dgm:pt>
    <dgm:pt modelId="547">
      <dgm:t>
        <a:p>
          <a:r>
            <a:t>n547</a:t>
          </a:r>
        </a:p>
      </dgm:t>
    </dgm:pt>
    <dgm:pt modelId="548">
      <dgm:t>
        <a:p>
          <a:r>
            <a:t>n548</a:t>
          </a:r>
        </a:p>
      </dgm:t>
    </dgm:pt>
    <dgm:pt modelId="549">
      <dgm:t>
        <a:p>
          <a:r>
            <a:t>n549</a:t>
          </a:r>
        </a:p>
      </dgm:t>
    </dgm:pt>
    <dgm:pt modelId="550">
      <dgm:t>
        <a:p>
          <a:r>
            <a:t>n550</a:t>
          </a:r>
        </a:p>
      </dgm:t>
    </dgm:pt>
    <dgm:pt modelId="551">
      <dgm:t>
        <a:p>
          <a:r>
            <a:t>n551</a:t>
          </a:r>
        </a:p>
      </dgm:t>
    </dgm:pt>
    <dgm:pt modelId="552">
      <dgm:t>
        <a:p>
          <a:r>
            <a:t>n552</a:t>
          </a:r>
        </a:p>
      </dgm:t>
    </dgm:pt>
    <dgm:pt modelId="553">
      <dgm:t>
        <a:p>
          <a:r>
            <a:t>n553</a:t>
          </a:r>
        </a:p>
      </dgm:t>
    </dgm:pt>
    <dgm:pt modelId="554">
      <dgm:t>
        <a:p>
          <a:r>
            <a:t>n554</a:t>
          </a:r>
        </a:p>
      </dgm:t>
    </dgm:pt>
    <dgm:pt modelId="555">
      <dgm:t>
        <a:p>
          <a:r>
            <a:t>n555</a:t>
          </a:r>
        </a:p>
      </dgm:t>
    </dgm:pt>
    <dgm:pt modelId="556">
      <dgm:t>
        <a:p>
          <a:r>
            <a:t>n556</a:t>
          </a:r>
        </a:p>
      </dgm:t>
    </dgm:pt>
    <dgm:pt modelId="557">
      <dgm:t>
        <a:p>
          <a:r>
            <a:t>n557</a:t>
          </a:r>
        </a:p>
      </dgm:t>
    </dgm:pt>
    <dgm:pt modelId="558">
      <dgm:t>
        <a:p>
          <a:r>
            <a:t>n558</a:t>
          </a:r>
        </a:p>
      </dgm:t>
    </dgm:pt>
    <dgm:pt modelId="559">
      <dgm:t>
        <a:p>
          <a:r>
            <a:t>n559</a:t>
          </a:r>
        </a:p>
      </dgm:t>
    </dgm:pt>
    <dgm:pt modelId="560">
      <dgm:t>
        <a:p>
          <a:r>
            <a:t>n560</a:t>
          </a:r>
        </a:p>
      </dgm:t>
    </dgm:pt>
    <dgm:pt modelId="561">
      <dgm:t>
        <a:p>
          <a:r>
            <a:t>n561</a:t>
          </a:r>
        </a:p>
      </dgm:t>
    </dgm:pt>
    <dgm:pt modelId="562">
      <dgm:t>
        <a:p>
          <a:r>
            <a:t>n562</a:t>
          </a:r>
        </a:p>
      </dgm:t>
    </dgm:pt>
    <dgm:pt modelId="563">
      <dgm:t>
        <a:p>
          <a:r>
            <a:t>n563</a:t>
          </a:r>
        </a:p>
      </dgm:t>
    </dgm:pt>
    <dgm:pt modelId="564">
      <dgm:t>
        <a:p>
          <a:r>
            <a:t>n564</a:t>
          </a:r>
        </a:p>
      </dgm:t>
    </dgm:pt>
    <dgm:pt modelId="565">
      <dgm:t>
        <a:p>
          <a:r>
            <a:t>n565</a:t>
          </a:r>
        </a:p>
      </dgm:t>
    </dgm:pt>
    <dgm:pt modelId="566">
      <dgm:t>
        <a:p>
          <a:r>
            <a:t>n566</a:t>
          </a:r>
        </a:p>
      </dgm:t>
    </dgm:pt>
    <dgm:pt modelId="567">
      <dgm:t>
        <a:p>
          <a:r>
            <a:t>n567</a:t>
          </a:r>
        </a:p>
      </dgm:t>
    </dgm:pt>
    <dgm:pt modelId="568">
      <dgm:t>
        <a:p>
          <a:r>
            <a:t>n568</a:t>
          </a:r>
        </a:p>
      </dgm:t>
    </dgm:pt>
    <dgm:pt modelId="569">
      <dgm:t>
        <a:p>
          <a:r>
            <a:t>n569</a:t>
          </a:r>
        </a:p>
      </dgm:t>
    </dgm:pt>
    <dgm:pt modelId="570">
      <dgm:t>
        <a:p>
          <a:r>
            <a:t>n570</a:t>
          </a:r>
        </a:p>
      </dgm:t>
    </dgm:pt>
    <dgm:pt modelId="571">
      <dgm:t>
        <a:p>
          <a:r>
            <a:t>n571</a:t>
          </a:r>
        </a:p>
      </dgm:t>
    </dgm:pt>
    <dgm:pt modelId="572">
      <dgm:t>
        <a:p>
          <a:r>
            <a:t>n572</a:t>
          </a:r>
        </a:p>
      </dgm:t>
    </dgm:pt>
    <dgm:pt modelId="573">
      <dgm:t>
        <a:p>
          <a:r>
            <a:t>n573</a:t>
          </a:r>
        </a:p>
      </dgm:t>
    </dgm:pt>
    <dgm:pt modelId="574">
      <dgm:t>
        <a:p>
          <a:r>
            <a:t>n574</a:t>
          </a:r>
        </a:p>
      </dgm:t>
    </dgm:pt>
    <dgm:pt modelId="575">
      <dgm:t>
        <a:p>
          <a:r>
            <a:t>n575</a:t>
          </a:r>
        </a:p>
      </dgm:t>
    </dgm:pt>
    <dgm:pt modelId="576">
      <dgm:t>
        <a:p>
          <a:r>
            <a:t>n576</a:t>
          </a:r>
        </a:p>
      </dgm:t>
    </dgm:pt>
    <dgm:pt modelId="577">
      <dgm:t>
        <a:p>
          <a:r>
            <a:t>n577</a:t>
          </a:r>
        </a:p>
      </dgm:t>
    </dgm:pt>
    <dgm:pt modelId="578">
      <dgm:t>
        <a:p>
          <a:r>
            <a:t>n578</a:t>
          </a:r>
        </a:p>
      </dgm:t>
    </dgm:pt>
    <dgm:pt modelId="579">
      <dgm:t>
        <a:p>
          <a:r>
            <a:t>n579</a:t>
          </a:r>
        </a:p>
      </dgm:t>
    </dgm:pt>
    <dgm:pt modelId="580">
      <dgm:t>
        <a:p>
          <a:r>
            <a:t>n580</a:t>
          </a:r>
        </a:p>
      </dgm:t>
    </dgm:pt>
    <dgm:pt modelId="581">
      <dgm:t>
        <a:p>
          <a:r>
            <a:t>n581</a:t>
          </a:r>
        </a:p>
      </dgm:t>
    </dgm:pt>
    <dgm:pt modelId="582">
      <dgm:t>
        <a:p>
          <a:r>
            <a:t>n582</a:t>
          </a:r>
        </a:p>
      </dgm:t>
    </dgm:pt>
    <dgm:pt modelId="583">
      <dgm:t>
        <a:p>
          <a:r>
            <a:t>n583</a:t>
          </a:r>
        </a:p>
      </dgm:t>
    </dgm:pt>
    <dgm:pt modelId="584">
      <dgm:t>
        <a:p>
          <a:r>
            <a:t>n584</a:t>
          </a:r>
        </a:p>
      </dgm:t>
    </dgm:pt>
    <dgm:pt modelId="585">
      <dgm:t>
        <a:p>
          <a:r>
            <a:t>n585</a:t>
          </a:r>
        </a:p>
      </dgm:t>
    </dgm:pt>
    <dgm:pt modelId="586">
      <dgm:t>
        <a:p>
          <a:r>
            <a:t>n586</a:t>
          </a:r>
        </a:p>
      </dgm:t>
    </dgm:pt>
    <dgm:pt modelId="587">
      <dgm:t>
        <a:p>
          <a:r>
            <a:t>n587</a:t>
          </a:r>
        </a:p>
      </dgm:t>
    </dgm:pt>
    <dgm:pt modelId="588">
      <dgm:t>
        <a:p>
          <a:r>
            <a:t>n588</a:t>
          </a:r>
        </a:p>
      </dgm:t>
    </dgm:pt>
    <dgm:pt modelId="589">
      <dgm:t>
        <a:p>
          <a:r>
            <a:t>n589</a:t>
          </a:r>
        </a:p>
      </dgm:t>
    </dgm:pt>
    <dgm:pt modelId="590">
      <dgm:t>
        <a:p>
          <a:r>
            <a:t>n590</a:t>
          </a:r>
        </a:p>
      </dgm:t>
    </dgm:pt>
    <dgm:pt modelId="591">
      <dgm:t>
        <a:p>
          <a:r>
            <a:t>n591</a:t>
          </a:r>
        </a:p>
      </dgm:t>
    </dgm:pt>
    <dgm:pt modelId="592">
      <dgm:t>
        <a:p>
          <a:r>
            <a:t>n592</a:t>
          </a:r>
        </a:p>
      </dgm:t>
    </dgm:pt>
    <dgm:pt modelId="593">
      <dgm:t>
        <a:p>
          <a:r>
            <a:t>n593</a:t>
          </a:r>
        </a:p>
      </dgm:t>
    </dgm:pt>
    <dgm:pt modelId="594">
      <dgm:t>
        <a:p>
          <a:r>
            <a:t>n594</a:t>
          </a:r>
        </a:p>
      </dgm:t>
    </dgm:pt>
    <dgm:pt modelId="595">
      <dgm:t>
        <a:p>
          <a:r>
            <a:t>n595</a:t>
          </a:r>
        </a:p>
      </dgm:t>
    </dgm:pt>
    <dgm:pt modelId="596">
      <dgm:t>
        <a:p>
          <a:r>
            <a:t>n596</a:t>
          </a:r>
        </a:p>
      </dgm:t>
    </dgm:pt>
    <dgm:pt modelId="597">
      <dgm:t>
        <a:p>
          <a:r>
            <a:t>n597</a:t>
          </a:r>
        </a:p>
      </dgm:t>
    </dgm:pt>
    <dgm:pt modelId="598">
      <dgm:t>
        <a:p>
          <a:r>
            <a:t>n598</a:t>
          </a:r>
        </a:p>
      </dgm:t>
    </dgm:pt>
    <dgm:pt modelId="599">
      <dgm:t>
        <a:p>
          <a:r>
            <a:t>n599</a:t>
          </a:r>
        </a:p>
      </dgm:t>
    </dgm:pt>
    <dgm:pt modelId="600">
      <dgm:t>
        <a:p>
          <a:r>
            <a:t>n600</a:t>
          </a:r>
        </a:p>
      </dgm:t>
    </dgm:pt>
    <dgm:pt modelId="601">
      <dgm:t>
        <a:p>
          <a:r>
            <a:t>n601</a:t>
          </a:r>
        </a:p>
      </dgm:t>
    </dgm:pt>
    <dgm:pt modelId="602">
      <dgm:t>
        <a:p>
          <a:r>
            <a:t>n602</a:t>
          </a:r>
        </a:p>
      </dgm:t>
    </dgm:pt>
    <dgm:pt modelId="603">
      <dgm:t>
        <a:p>
          <a:r>
            <a:t>n603</a:t>
          </a:r>
        </a:p>
      </dgm:t>
    </dgm:pt>
    <dgm:pt modelId="604">
      <dgm:t>
        <a:p>
          <a:r>
            <a:t>n604</a:t>
          </a:r>
        </a:p>
      </dgm:t>
    </dgm:pt>
    <dgm:pt modelId="605">
      <dgm:t>
        <a:p>
          <a:r>
            <a:t>n605</a:t>
          </a:r>
        </a:p>
      </dgm:t>
    </dgm:pt>
    <dgm:pt modelId="606">
      <dgm:t>
        <a:p>
          <a:r>
            <a:t>n606</a:t>
          </a:r>
        </a:p>
      </dgm:t>
    </dgm:pt>
    <dgm:pt modelId="607">
      <dgm:t>
        <a:p>
          <a:r>
            <a:t>n607</a:t>
          </a:r>
        </a:p>
      </dgm:t>
    </dgm:pt>
    <dgm:pt modelId="608">
      <dgm:t>
        <a:p>
          <a:r>
            <a:t>n608</a:t>
          </a:r>
        </a:p>
      </dgm:t>
    </dgm:pt>
    <dgm:pt modelId="609">
      <dgm:t>
        <a:p>
          <a:r>
            <a:t>n609</a:t>
          </a:r>
        </a:p>
      </dgm:t>
    </dgm:pt>
    <dgm:pt modelId="610">
      <dgm:t>
        <a:p>
          <a:r>
            <a:t>n610</a:t>
          </a:r>
        </a:p>
      </dgm:t>
    </dgm:pt>
    <dgm:pt modelId="611">
      <dgm:t>
        <a:p>
          <a:r>
            <a:t>n611</a:t>
          </a:r>
        </a:p>
      </dgm:t>
    </dgm:pt>
    <dgm:pt modelId="612">
      <dgm:t>
        <a:p>
          <a:r>
            <a:t>n612</a:t>
          </a:r>
        </a:p>
      </dgm:t>
    </dgm:pt>
    <dgm:pt modelId="613">
      <dgm:t>
        <a:p>
          <a:r>
            <a:t>n613</a:t>
          </a:r>
        </a:p>
      </dgm:t>
    </dgm:pt>
    <dgm:pt modelId="614">
      <dgm:t>
        <a:p>
          <a:r>
            <a:t>n614</a:t>
          </a:r>
        </a:p>
      </dgm:t>
    </dgm:pt>
    <dgm:pt modelId="615">
      <dgm:t>
        <a:p>
          <a:r>
            <a:t>n615</a:t>
          </a:r>
        </a:p>
      </dgm:t>
    </dgm:pt>
    <dgm:pt modelId="616">
      <dgm:t>
        <a:p>
          <a:r>
            <a:t>n616</a:t>
          </a:r>
        </a:p>
      </dgm:t>
    </dgm:pt>
    <dgm:pt modelId="617">
      <dgm:t>
        <a:p>
          <a:r>
            <a:t>n617</a:t>
          </a:r>
        </a:p>
      </dgm:t>
    </dgm:pt>
    <dgm:pt modelId="618">
      <dgm:t>
        <a:p>
          <a:r>
            <a:t>n618</a:t>
          </a:r>
        </a:p>
      </dgm:t>
    </dgm:pt>
    <dgm:pt modelId="619">
      <dgm:t>
        <a:p>
          <a:r>
            <a:t>n619</a:t>
          </a:r>
        </a:p>
      </dgm:t>
    </dgm:pt>
    <dgm:pt modelId="620">
      <dgm:t>
        <a:p>
          <a:r>
            <a:t>n620</a:t>
          </a:r>
        </a:p>
      </dgm:t>
    </dgm:pt>
    <dgm:pt modelId="621">
      <dgm:t>
        <a:p>
          <a:r>
            <a:t>n621</a:t>
          </a:r>
        </a:p>
      </dgm:t>
    </dgm:pt>
    <dgm:pt modelId="622">
      <dgm:t>
        <a:p>
          <a:r>
            <a:t>n622</a:t>
          </a:r>
        </a:p>
      </dgm:t>
    </dgm:pt>
    <dgm:pt modelId="623">
      <dgm:t>
        <a:p>
          <a:r>
            <a:t>n623</a:t>
          </a:r>
        </a:p>
      </dgm:t>
    </dgm:pt>
    <dgm:pt modelId="624">
      <dgm:t>
        <a:p>
          <a:r>
            <a:t>n624</a:t>
          </a:r>
        </a:p>
      </dgm:t>
    </dgm:pt>
    <dgm:pt modelId="625">
      <dgm:t>
        <a:p>
          <a:r>
            <a:t>n625</a:t>
          </a:r>
        </a:p>
      </dgm:t>
    </dgm:pt>
    <dgm:pt modelId="626">
      <dgm:t>
        <a:p>
          <a:r>
            <a:t>n626</a:t>
          </a:r>
        </a:p>
      </dgm:t>
    </dgm:pt>
    <dgm:pt modelId="627">
      <dgm:t>
        <a:p>
          <a:r>
            <a:t>n627</a:t>
          </a:r>
        </a:p>
      </dgm:t>
    </dgm:pt>
    <dgm:pt modelId="628">
      <dgm:t>
        <a:p>
          <a:r>
            <a:t>n628</a:t>
          </a:r>
        </a:p>
      </dgm:t>
    </dgm:pt>
    <dgm:pt modelId="629">
      <dgm:t>
        <a:p>
          <a:r>
            <a:t>n629</a:t>
          </a:r>
        </a:p>
      </dgm:t>
    </dgm:pt>
    <dgm:pt modelId="630">
      <dgm:t>
        <a:p>
          <a:r>
            <a:t>n630</a:t>
          </a:r>
        </a:p>
      </dgm:t>
    </dgm:pt>
    <dgm:pt modelId="631">
      <dgm:t>
        <a:p>
          <a:r>
            <a:t>n631</a:t>
          </a:r>
        </a:p>
      </dgm:t>
    </dgm:pt>
    <dgm:pt modelId="632">
      <dgm:t>
        <a:p>
          <a:r>
            <a:t>n632</a:t>
          </a:r>
        </a:p>
      </dgm:t>
    </dgm:pt>
    <dgm:pt modelId="633">
      <dgm:t>
        <a:p>
          <a:r>
            <a:t>n633</a:t>
          </a:r>
        </a:p>
      </dgm:t>
    </dgm:pt>
    <dgm:pt modelId="634">
      <dgm:t>
        <a:p>
          <a:r>
            <a:t>n634</a:t>
          </a:r>
        </a:p>
      </dgm:t>
    </dgm:pt>
    <dgm:pt modelId="635">
      <dgm:t>
        <a:p>
          <a:r>
            <a:t>n635</a:t>
          </a:r>
        </a:p>
      </dgm:t>
    </dgm:pt>
    <dgm:pt modelId="636">
      <dgm:t>
        <a:p>
          <a:r>
            <a:t>n636</a:t>
          </a:r>
        </a:p>
      </dgm:t>
    </dgm:pt>
    <dgm:pt modelId="637">
      <dgm:t>
        <a:p>
          <a:r>
            <a:t>n637</a:t>
          </a:r>
        </a:p>
      </dgm:t>
    </dgm:pt>
    <dgm:pt modelId="638">
      <dgm:t>
        <a:p>
          <a:r>
            <a:t>n638</a:t>
          </a:r>
        </a:p>
      </dgm:t>
    </dgm:pt>
    <dgm:pt modelId="639">
      <dgm:t>
        <a:p>
          <a:r>
            <a:t>n639</a:t>
          </a:r>
        </a:p>
      </dgm:t>
    </dgm:pt>
    <dgm:pt modelId="640">
      <dgm:t>
        <a:p>
          <a:r>
            <a:t>n640</a:t>
          </a:r>
        </a:p>
      </dgm:t>
    </dgm:pt>
    <dgm:pt modelId="641">
      <dgm:t>
        <a:p>
          <a:r>
            <a:t>n641</a:t>
          </a:r>
        </a:p>
      </dgm:t>
    </dgm:pt>
    <dgm:pt modelId="642">
      <dgm:t>
        <a:p>
          <a:r>
            <a:t>n642</a:t>
          </a:r>
        </a:p>
      </dgm:t>
    </dgm:pt>
    <dgm:pt modelId="643">
      <dgm:t>
        <a:p>
          <a:r>
            <a:t>n643</a:t>
          </a:r>
        </a:p>
      </dgm:t>
    </dgm:pt>
    <dgm:pt modelId="644">
      <dgm:t>
        <a:p>
          <a:r>
            <a:t>n644</a:t>
          </a:r>
        </a:p>
      </dgm:t>
    </dgm:pt>
    <dgm:pt modelId="645">
      <dgm:t>
        <a:p>
          <a:r>
            <a:t>n645</a:t>
          </a:r>
        </a:p>
      </dgm:t>
    </dgm:pt>
    <dgm:pt modelId="646">
      <dgm:t>
        <a:p>
          <a:r>
            <a:t>n646</a:t>
          </a:r>
        </a:p>
      </dgm:t>
    </dgm:pt>
    <dgm:pt modelId="647">
      <dgm:t>
        <a:p>
          <a:r>
            <a:t>n647</a:t>
          </a:r>
        </a:p>
      </dgm:t>
    </dgm:pt>
    <dgm:pt modelId="648">
      <dgm:t>
        <a:p>
          <a:r>
            <a:t>n648</a:t>
          </a:r>
        </a:p>
      </dgm:t>
    </dgm:pt>
    <dgm:pt modelId="649">
      <dgm:t>
        <a:p>
          <a:r>
            <a:t>n649</a:t>
          </a:r>
        </a:p>
      </dgm:t>
    </dgm:pt>
    <dgm:pt modelId="650">
      <dgm:t>
        <a:p>
          <a:r>
            <a:t>n650</a:t>
          </a:r>
        </a:p>
      </dgm:t>
    </dgm:pt>
    <dgm:pt modelId="651">
      <dgm:t>
        <a:p>
          <a:r>
            <a:t>n651</a:t>
          </a:r>
        </a:p>
      </dgm:t>
    </dgm:pt>
    <dgm:pt modelId="652">
      <dgm:t>
        <a:p>
          <a:r>
            <a:t>n652</a:t>
          </a:r>
        </a:p>
      </dgm:t>
    </dgm:pt>
    <dgm:pt modelId="653">
      <dgm:t>
        <a:p>
          <a:r>
            <a:t>n653</a:t>
          </a:r>
        </a:p>
      </dgm:t>
    </dgm:pt>
    <dgm:pt modelId="654">
      <dgm:t>
        <a:p>
          <a:r>
            <a:t>n654</a:t>
          </a:r>
        </a:p>
      </dgm:t>
    </dgm:pt>
    <dgm:pt modelId="655">
      <dgm:t>
        <a:p>
          <a:r>
            <a:t>n655</a:t>
          </a:r>
        </a:p>
      </dgm:t>
    </dgm:pt>
    <dgm:pt modelId="656">
      <dgm:t>
        <a:p>
          <a:r>
            <a:t>n656</a:t>
          </a:r>
        </a:p>
      </dgm:t>
    </dgm:pt>
    <dgm:pt modelId="657">
      <dgm:t>
        <a:p>
          <a:r>
            <a:t>n657</a:t>
          </a:r>
        </a:p>
      </dgm:t>
    </dgm:pt>
    <dgm:pt modelId="658">
      <dgm:t>
        <a:p>
          <a:r>
            <a:t>n658</a:t>
          </a:r>
        </a:p>
      </dgm:t>
    </dgm:pt>
    <dgm:pt modelId="659">
      <dgm:t>
        <a:p>
          <a:r>
            <a:t>n659</a:t>
          </a:r>
        </a:p>
      </dgm:t>
    </dgm:pt>
    <dgm:pt modelId="660">
      <dgm:t>
        <a:p>
          <a:r>
            <a:t>n660</a:t>
          </a:r>
        </a:p>
      </dgm:t>
    </dgm:pt>
    <dgm:pt modelId="661">
      <dgm:t>
        <a:p>
          <a:r>
            <a:t>n661</a:t>
          </a:r>
        </a:p>
      </dgm:t>
    </dgm:pt>
    <dgm:pt modelId="662">
      <dgm:t>
        <a:p>
          <a:r>
            <a:t>n662</a:t>
          </a:r>
        </a:p>
      </dgm:t>
    </dgm:pt>
    <dgm:pt modelId="663">
      <dgm:t>
        <a:p>
          <a:r>
            <a:t>n663</a:t>
          </a:r>
        </a:p>
      </dgm:t>
    </dgm:pt>
    <dgm:pt modelId="664">
      <dgm:t>
        <a:p>
          <a:r>
            <a:t>n664</a:t>
          </a:r>
        </a:p>
      </dgm:t>
    </dgm:pt>
    <dgm:pt modelId="665">
      <dgm:t>
        <a:p>
          <a:r>
            <a:t>n665</a:t>
          </a:r>
        </a:p>
      </dgm:t>
    </dgm:pt>
    <dgm:pt modelId="666">
      <dgm:t>
        <a:p>
          <a:r>
            <a:t>n666</a:t>
          </a:r>
        </a:p>
      </dgm:t>
    </dgm:pt>
    <dgm:pt modelId="667">
      <dgm:t>
        <a:p>
          <a:r>
            <a:t>n667</a:t>
          </a:r>
        </a:p>
      </dgm:t>
    </dgm:pt>
    <dgm:pt modelId="668">
      <dgm:t>
        <a:p>
          <a:r>
            <a:t>n668</a:t>
          </a:r>
        </a:p>
      </dgm:t>
    </dgm:pt>
    <dgm:pt modelId="669">
      <dgm:t>
        <a:p>
          <a:r>
            <a:t>n669</a:t>
          </a:r>
        </a:p>
      </dgm:t>
    </dgm:pt>
    <dgm:pt modelId="670">
      <dgm:t>
        <a:p>
          <a:r>
            <a:t>n670</a:t>
          </a:r>
        </a:p>
      </dgm:t>
    </dgm:pt>
    <dgm:pt modelId="671">
      <dgm:t>
        <a:p>
          <a:r>
            <a:t>n671</a:t>
          </a:r>
        </a:p>
      </dgm:t>
    </dgm:pt>
    <dgm:pt modelId="672">
      <dgm:t>
        <a:p>
          <a:r>
            <a:t>n672</a:t>
          </a:r>
        </a:p>
      </dgm:t>
    </dgm:pt>
    <dgm:pt modelId="673">
      <dgm:t>
        <a:p>
          <a:r>
            <a:t>n673</a:t>
          </a:r>
        </a:p>
      </dgm:t>
    </dgm:pt>
    <dgm:pt modelId="674">
      <dgm:t>
        <a:p>
          <a:r>
            <a:t>n674</a:t>
          </a:r>
        </a:p>
      </dgm:t>
    </dgm:pt>
    <dgm:pt modelId="675">
      <dgm:t>
        <a:p>
          <a:r>
            <a:t>n675</a:t>
          </a:r>
        </a:p>
      </dgm:t>
    </dgm:pt>
    <dgm:pt modelId="676">
      <dgm:t>
        <a:p>
          <a:r>
            <a:t>n676</a:t>
          </a:r>
        </a:p>
      </dgm:t>
    </dgm:pt>
    <dgm:pt modelId="677">
      <dgm:t>
        <a:p>
          <a:r>
            <a:t>n677</a:t>
          </a:r>
        </a:p>
      </dgm:t>
    </dgm:pt>
    <dgm:pt modelId="678">
      <dgm:t>
        <a:p>
          <a:r>
            <a:t>n678</a:t>
          </a:r>
        </a:p>
      </dgm:t>
    </dgm:pt>
    <dgm:pt modelId="679">
      <dgm:t>
        <a:p>
          <a:r>
            <a:t>n679</a:t>
          </a:r>
        </a:p>
      </dgm:t>
    </dgm:pt>
    <dgm:pt modelId="680">
      <dgm:t>
        <a:p>
          <a:r>
            <a:t>n680</a:t>
          </a:r>
        </a:p>
      </dgm:t>
    </dgm:pt>
    <dgm:pt modelId="681">
      <dgm:t>
        <a:p>
          <a:r>
            <a:t>n681</a:t>
          </a:r>
        </a:p>
      </dgm:t>
    </dgm:pt>
    <dgm:pt modelId="682">
      <dgm:t>
        <a:p>
          <a:r>
            <a:t>n682</a:t>
          </a:r>
        </a:p>
      </dgm:t>
    </dgm:pt>
    <dgm:pt modelId="683">
      <dgm:t>
        <a:p>
          <a:r>
            <a:t>n683</a:t>
          </a:r>
        </a:p>
      </dgm:t>
    </dgm:pt>
    <dgm:pt modelId="684">
      <dgm:t>
        <a:p>
          <a:r>
            <a:t>n684</a:t>
          </a:r>
        </a:p>
      </dgm:t>
    </dgm:pt>
    <dgm:pt modelId="685">
      <dgm:t>
        <a:p>
          <a:r>
            <a:t>n685</a:t>
          </a:r>
        </a:p>
      </dgm:t>
    </dgm:pt>
    <dgm:pt modelId="686">
      <dgm:t>
        <a:p>
          <a:r>
            <a:t>n686</a:t>
          </a:r>
        </a:p>
      </dgm:t>
    </dgm:pt>
    <dgm:pt modelId="687">
      <dgm:t>
        <a:p>
          <a:r>
            <a:t>n687</a:t>
          </a:r>
        </a:p>
      </dgm:t>
    </dgm:pt>
    <dgm:pt modelId="688">
      <dgm:t>
        <a:p>
          <a:r>
            <a:t>n688</a:t>
          </a:r>
        </a:p>
      </dgm:t>
    </dgm:pt>
    <dgm:pt modelId="689">
      <dgm:t>
        <a:p>
          <a:r>
            <a:t>n689</a:t>
          </a:r>
        </a:p>
      </dgm:t>
    </dgm:pt>
    <dgm:pt modelId="690">
      <dgm:t>
        <a:p>
          <a:r>
            <a:t>n690</a:t>
          </a:r>
        </a:p>
      </dgm:t>
    </dgm:pt>
    <dgm:pt modelId="691">
      <dgm:t>
        <a:p>
          <a:r>
            <a:t>n691</a:t>
          </a:r>
        </a:p>
      </dgm:t>
    </dgm:pt>
    <dgm:pt modelId="692">
      <dgm:t>
        <a:p>
          <a:r>
            <a:t>n692</a:t>
          </a:r>
        </a:p>
      </dgm:t>
    </dgm:pt>
    <dgm:pt modelId="693">
      <dgm:t>
        <a:p>
          <a:r>
            <a:t>n693</a:t>
          </a:r>
        </a:p>
      </dgm:t>
    </dgm:pt>
    <dgm:pt modelId="694">
      <dgm:t>
        <a:p>
          <a:r>
            <a:t>n694</a:t>
          </a:r>
        </a:p>
      </dgm:t>
    </dgm:pt>
    <dgm:pt modelId="695">
      <dgm:t>
        <a:p>
          <a:r>
            <a:t>n695</a:t>
          </a:r>
        </a:p>
      </dgm:t>
    </dgm:pt>
    <dgm:pt modelId="696">
      <dgm:t>
        <a:p>
          <a:r>
            <a:t>n696</a:t>
          </a:r>
        </a:p>
      </dgm:t>
    </dgm:pt>
    <dgm:pt modelId="697">
      <dgm:t>
        <a:p>
          <a:r>
            <a:t>n697</a:t>
          </a:r>
        </a:p>
      </dgm:t>
    </dgm:pt>
    <dgm:pt modelId="698">
      <dgm:t>
        <a:p>
          <a:r>
            <a:t>n698</a:t>
          </a:r>
        </a:p>
      </dgm:t>
    </dgm:pt>
    <dgm:pt modelId="699">
      <dgm:t>
        <a:p>
          <a:r>
            <a:t>n699</a:t>
          </a:r>
        </a:p>
      </dgm:t>
    </dgm:pt>
    <dgm:pt modelId="700">
      <dgm:t>
        <a:p>
          <a:r>
            <a:t>n700</a:t>
          </a:r>
        </a:p>
      </dgm:t>
    </dgm:pt>
    <dgm:pt modelId="701">
      <dgm:t>
        <a:p>
          <a:r>
            <a:t>n701</a:t>
          </a:r>
        </a:p>
      </dgm:t>
    </dgm:pt>
    <dgm:pt modelId="702">
      <dgm:t>
        <a:p>
          <a:r>
            <a:t>n702</a:t>
          </a:r>
        </a:p>
      </dgm:t>
    </dgm:pt>
    <dgm:pt modelId="703">
      <dgm:t>
        <a:p>
          <a:r>
            <a:t>n703</a:t>
          </a:r>
        </a:p>
      </dgm:t>
    </dgm:pt>
    <dgm:pt modelId="704">
      <dgm:t>
        <a:p>
          <a:r>
            <a:t>n704</a:t>
          </a:r>
        </a:p>
      </dgm:t>
    </dgm:pt>
    <dgm:pt modelId="705">
      <dgm:t>
        <a:p>
          <a:r>
            <a:t>n705</a:t>
          </a:r>
        </a:p>
      </dgm:t>
    </dgm:pt>
    <dgm:pt modelId="706">
      <dgm:t>
        <a:p>
          <a:r>
            <a:t>n706</a:t>
          </a:r>
        </a:p>
      </dgm:t>
    </dgm:pt>
    <dgm:pt modelId="707">
      <dgm:t>
        <a:p>
          <a:r>
            <a:t>n707</a:t>
          </a:r>
        </a:p>
      </dgm:t>
    </dgm:pt>
    <dgm:pt modelId="708">
      <dgm:t>
        <a:p>
          <a:r>
            <a:t>n708</a:t>
          </a:r>
        </a:p>
      </dgm:t>
    </dgm:pt>
    <dgm:pt modelId="709">
      <dgm:t>
        <a:p>
          <a:r>
            <a:t>n709</a:t>
          </a:r>
        </a:p>
      </dgm:t>
    </dgm:pt>
    <dgm:pt modelId="710">
      <dgm:t>
        <a:p>
          <a:r>
            <a:t>n710</a:t>
          </a:r>
        </a:p>
      </dgm:t>
    </dgm:pt>
    <dgm:pt modelId="711">
      <dgm:t>
        <a:p>
          <a:r>
            <a:t>n711</a:t>
          </a:r>
        </a:p>
      </dgm:t>
    </dgm:pt>
    <dgm:pt modelId="712">
      <dgm:t>
        <a:p>
          <a:r>
            <a:t>n712</a:t>
          </a:r>
        </a:p>
      </dgm:t>
    </dgm:pt>
    <dgm:pt modelId="713">
      <dgm:t>
        <a:p>
          <a:r>
            <a:t>n713</a:t>
          </a:r>
        </a:p>
      </dgm:t>
    </dgm:pt>
    <dgm:pt modelId="714">
      <dgm:t>
        <a:p>
          <a:r>
            <a:t>n714</a:t>
          </a:r>
        </a:p>
      </dgm:t>
    </dgm:pt>
    <dgm:pt modelId="715">
      <dgm:t>
        <a:p>
          <a:r>
            <a:t>n715</a:t>
          </a:r>
        </a:p>
      </dgm:t>
    </dgm:pt>
    <dgm:pt modelId="716">
      <dgm:t>
        <a:p>
          <a:r>
            <a:t>n716</a:t>
          </a:r>
        </a:p>
      </dgm:t>
    </dgm:pt>
    <dgm:pt modelId="717">
      <dgm:t>
        <a:p>
          <a:r>
            <a:t>n717</a:t>
          </a:r>
        </a:p>
      </dgm:t>
    </dgm:pt>
    <dgm:pt modelId="718">
      <dgm:t>
        <a:p>
          <a:r>
            <a:t>n718</a:t>
          </a:r>
        </a:p>
      </dgm:t>
    </dgm:pt>
    <dgm:pt modelId="719">
      <dgm:t>
        <a:p>
          <a:r>
            <a:t>n719</a:t>
          </a:r>
        </a:p>
      </dgm:t>
    </dgm:pt>
    <dgm:pt modelId="720">
      <dgm:t>
        <a:p>
          <a:r>
            <a:t>n720</a:t>
          </a:r>
        </a:p>
      </dgm:t>
    </dgm:pt>
    <dgm:pt modelId="721">
      <dgm:t>
        <a:p>
          <a:r>
            <a:t>n721</a:t>
          </a:r>
        </a:p>
      </dgm:t>
    </dgm:pt>
    <dgm:pt modelId="722">
      <dgm:t>
        <a:p>
          <a:r>
            <a:t>n722</a:t>
          </a:r>
        </a:p>
      </dgm:t>
    </dgm:pt>
    <dgm:pt modelId="723">
      <dgm:t>
        <a:p>
          <a:r>
            <a:t>n723</a:t>
          </a:r>
        </a:p>
      </dgm:t>
    </dgm:pt>
    <dgm:pt modelId="724">
      <dgm:t>
        <a:p>
          <a:r>
            <a:t>n724</a:t>
          </a:r>
        </a:p>
      </dgm:t>
    </dgm:pt>
    <dgm:pt modelId="725">
      <dgm:t>
        <a:p>
          <a:r>
            <a:t>n725</a:t>
          </a:r>
        </a:p>
      </dgm:t>
    </dgm:pt>
    <dgm:pt modelId="726">
      <dgm:t>
        <a:p>
          <a:r>
            <a:t>n726</a:t>
          </a:r>
        </a:p>
      </dgm:t>
    </dgm:pt>
    <dgm:pt modelId="727">
      <dgm:t>
        <a:p>
          <a:r>
            <a:t>n727</a:t>
          </a:r>
        </a:p>
      </dgm:t>
    </dgm:pt>
    <dgm:pt modelId="728">
      <dgm:t>
        <a:p>
          <a:r>
            <a:t>n728</a:t>
          </a:r>
        </a:p>
      </dgm:t>
    </dgm:pt>
    <dgm:pt modelId="729">
      <dgm:t>
        <a:p>
          <a:r>
            <a:t>n729</a:t>
          </a:r>
        </a:p>
      </dgm:t>
    </dgm:pt>
    <dgm:pt modelId="730">
      <dgm:t>
        <a:p>
          <a:r>
            <a:t>n730</a:t>
          </a:r>
        </a:p>
      </dgm:t>
    </dgm:pt>
    <dgm:pt modelId="731">
      <dgm:t>
        <a:p>
          <a:r>
            <a:t>n731</a:t>
          </a:r>
        </a:p>
      </dgm:t>
    </dgm:pt>
    <dgm:pt modelId="732">
      <dgm:t>
        <a:p>
          <a:r>
            <a:t>n732</a:t>
          </a:r>
        </a:p>
      </dgm:t>
    </dgm:pt>
    <dgm:pt modelId="733">
      <dgm:t>
        <a:p>
          <a:r>
            <a:t>n733</a:t>
          </a:r>
        </a:p>
      </dgm:t>
    </dgm:pt>
    <dgm:pt modelId="734">
      <dgm:t>
        <a:p>
          <a:r>
            <a:t>n734</a:t>
          </a:r>
        </a:p>
      </dgm:t>
    </dgm:pt>
    <dgm:pt modelId="735">
      <dgm:t>
        <a:p>
          <a:r>
            <a:t>n735</a:t>
          </a:r>
        </a:p>
      </dgm:t>
    </dgm:pt>
    <dgm:pt modelId="736">
      <dgm:t>
        <a:p>
          <a:r>
            <a:t>n736</a:t>
          </a:r>
        </a:p>
      </dgm:t>
    </dgm:pt>
    <dgm:pt modelId="737">
      <dgm:t>
        <a:p>
          <a:r>
            <a:t>n737</a:t>
          </a:r>
        </a:p>
      </dgm:t>
    </dgm:pt>
    <dgm:pt modelId="738">
      <dgm:t>
        <a:p>
          <a:r>
            <a:t>n738</a:t>
          </a:r>
        </a:p>
      </dgm:t>
    </dgm:pt>
    <dgm:pt modelId="739">
      <dgm:t>
        <a:p>
          <a:r>
            <a:t>n739</a:t>
          </a:r>
        </a:p>
      </dgm:t>
    </dgm:pt>
    <dgm:pt modelId="740">
      <dgm:t>
        <a:p>
          <a:r>
            <a:t>n740</a:t>
          </a:r>
        </a:p>
      </dgm:t>
    </dgm:pt>
    <dgm:pt modelId="741">
      <dgm:t>
        <a:p>
          <a:r>
            <a:t>n741</a:t>
          </a:r>
        </a:p>
      </dgm:t>
    </dgm:pt>
    <dgm:pt modelId="742">
      <dgm:t>
        <a:p>
          <a:r>
            <a:t>n742</a:t>
          </a:r>
        </a:p>
      </dgm:t>
    </dgm:pt>
    <dgm:pt modelId="743">
      <dgm:t>
        <a:p>
          <a:r>
            <a:t>n743</a:t>
          </a:r>
        </a:p>
      </dgm:t>
    </dgm:pt>
    <dgm:pt modelId="744">
      <dgm:t>
        <a:p>
          <a:r>
            <a:t>n744</a:t>
          </a:r>
        </a:p>
      </dgm:t>
    </dgm:pt>
    <dgm:pt modelId="745">
      <dgm:t>
        <a:p>
          <a:r>
            <a:t>n745</a:t>
          </a:r>
        </a:p>
      </dgm:t>
    </dgm:pt>
    <dgm:pt modelId="746">
      <dgm:t>
        <a:p>
          <a:r>
            <a:t>n746</a:t>
          </a:r>
        </a:p>
      </dgm:t>
    </dgm:pt>
    <dgm:pt modelId="747">
      <dgm:t>
        <a:p>
          <a:r>
            <a:t>n747</a:t>
          </a:r>
        </a:p>
      </dgm:t>
    </dgm:pt>
    <dgm:pt modelId="748">
      <dgm:t>
        <a:p>
          <a:r>
            <a:t>n748</a:t>
          </a:r>
        </a:p>
      </dgm:t>
    </dgm:pt>
    <dgm:pt modelId="749">
      <dgm:t>
        <a:p>
          <a:r>
            <a:t>n749</a:t>
          </a:r>
        </a:p>
      </dgm:t>
    </dgm:pt>
    <dgm:pt modelId="750">
      <dgm:t>
        <a:p>
          <a:r>
            <a:t>n750</a:t>
          </a:r>
        </a:p>
      </dgm:t>
    </dgm:pt>
    <dgm:pt modelId="751">
      <dgm:t>
        <a:p>
          <a:r>
            <a:t>n751</a:t>
          </a:r>
        </a:p>
      </dgm:t>
    </dgm:pt>
    <dgm:pt modelId="752">
      <dgm:t>
        <a:p>
          <a:r>
            <a:t>n752</a:t>
          </a:r>
        </a:p>
      </dgm:t>
    </dgm:pt>
    <dgm:pt modelId="753">
      <dgm:t>
        <a:p>
          <a:r>
            <a:t>n753</a:t>
          </a:r>
        </a:p>
      </dgm:t>
    </dgm:pt>
    <dgm:pt modelId="754">
      <dgm:t>
        <a:p>
          <a:r>
            <a:t>n754</a:t>
          </a:r>
        </a:p>
      </dgm:t>
    </dgm:pt>
    <dgm:pt modelId="755">
      <dgm:t>
        <a:p>
          <a:r>
            <a:t>n755</a:t>
          </a:r>
        </a:p>
      </dgm:t>
    </dgm:pt>
    <dgm:pt modelId="756">
      <dgm:t>
        <a:p>
          <a:r>
            <a:t>n756</a:t>
          </a:r>
        </a:p>
      </dgm:t>
    </dgm:pt>
    <dgm:pt modelId="757">
      <dgm:t>
        <a:p>
          <a:r>
            <a:t>n757</a:t>
          </a:r>
        </a:p>
      </dgm:t>
    </dgm:pt>
    <dgm:pt modelId="758">
      <dgm:t>
        <a:p>
          <a:r>
            <a:t>n758</a:t>
          </a:r>
        </a:p>
      </dgm:t>
    </dgm:pt>
    <dgm:pt modelId="759">
      <dgm:t>
        <a:p>
          <a:r>
            <a:t>n759</a:t>
          </a:r>
        </a:p>
      </dgm:t>
    </dgm:pt>
    <dgm:pt modelId="760">
      <dgm:t>
        <a:p>
          <a:r>
            <a:t>n760</a:t>
          </a:r>
        </a:p>
      </dgm:t>
    </dgm:pt>
    <dgm:pt modelId="761">
      <dgm:t>
        <a:p>
          <a:r>
            <a:t>n761</a:t>
          </a:r>
        </a:p>
      </dgm:t>
    </dgm:pt>
    <dgm:pt modelId="762">
      <dgm:t>
        <a:p>
          <a:r>
            <a:t>n762</a:t>
          </a:r>
        </a:p>
      </dgm:t>
    </dgm:pt>
    <dgm:pt modelId="763">
      <dgm:t>
        <a:p>
          <a:r>
            <a:t>n763</a:t>
          </a:r>
        </a:p>
      </dgm:t>
    </dgm:pt>
    <dgm:pt modelId="764">
      <dgm:t>
        <a:p>
          <a:r>
            <a:t>n764</a:t>
          </a:r>
        </a:p>
      </dgm:t>
    </dgm:pt>
    <dgm:pt modelId="765">
      <dgm:t>
        <a:p>
          <a:r>
            <a:t>n765</a:t>
          </a:r>
        </a:p>
      </dgm:t>
    </dgm:pt>
    <dgm:pt modelId="766">
      <dgm:t>
        <a:p>
          <a:r>
            <a:t>n766</a:t>
          </a:r>
        </a:p>
      </dgm:t>
    </dgm:pt>
    <dgm:pt modelId="767">
      <dgm:t>
        <a:p>
          <a:r>
            <a:t>n767</a:t>
          </a:r>
        </a:p>
      </dgm:t>
    </dgm:pt>
    <dgm:pt modelId="768">
      <dgm:t>
        <a:p>
          <a:r>
            <a:t>n768</a:t>
          </a:r>
        </a:p>
      </dgm:t>
    </dgm:pt>
    <dgm:pt modelId="769">
      <dgm:t>
        <a:p>
          <a:r>
            <a:t>n769</a:t>
          </a:r>
        </a:p>
      </dgm:t>
    </dgm:pt>
    <dgm:pt modelId="770">
      <dgm:t>
        <a:p>
          <a:r>
            <a:t>n770</a:t>
          </a:r>
        </a:p>
      </dgm:t>
    </dgm:pt>
    <dgm:pt modelId="771">
      <dgm:t>
        <a:p>
          <a:r>
            <a:t>n771</a:t>
          </a:r>
        </a:p>
      </dgm:t>
    </dgm:pt>
    <dgm:pt modelId="772">
      <dgm:t>
        <a:p>
          <a:r>
            <a:t>n772</a:t>
          </a:r>
        </a:p>
      </dgm:t>
    </dgm:pt>
    <dgm:pt modelId="773">
      <dgm:t>
        <a:p>
          <a:r>
            <a:t>n773</a:t>
          </a:r>
        </a:p>
      </dgm:t>
    </dgm:pt>
    <dgm:pt modelId="774">
      <dgm:t>
        <a:p>
          <a:r>
            <a:t>n774</a:t>
          </a:r>
        </a:p>
      </dgm:t>
    </dgm:pt>
    <dgm:pt modelId="775">
      <dgm:t>
        <a:p>
          <a:r>
            <a:t>n775</a:t>
          </a:r>
        </a:p>
      </dgm:t>
    </dgm:pt>
    <dgm:pt modelId="776">
      <dgm:t>
        <a:p>
          <a:r>
            <a:t>n776</a:t>
          </a:r>
        </a:p>
      </dgm:t>
    </dgm:pt>
    <dgm:pt modelId="777">
      <dgm:t>
        <a:p>
          <a:r>
            <a:t>n777</a:t>
          </a:r>
        </a:p>
      </dgm:t>
    </dgm:pt>
    <dgm:pt modelId="778">
      <dgm:t>
        <a:p>
          <a:r>
            <a:t>n778</a:t>
          </a:r>
        </a:p>
      </dgm:t>
    </dgm:pt>
    <dgm:pt modelId="779">
      <dgm:t>
        <a:p>
          <a:r>
            <a:t>n779</a:t>
          </a:r>
        </a:p>
      </dgm:t>
    </dgm:pt>
    <dgm:pt modelId="780">
      <dgm:t>
        <a:p>
          <a:r>
            <a:t>n780</a:t>
          </a:r>
        </a:p>
      </dgm:t>
    </dgm:pt>
    <dgm:pt modelId="781">
      <dgm:t>
        <a:p>
          <a:r>
            <a:t>n781</a:t>
          </a:r>
        </a:p>
      </dgm:t>
    </dgm:pt>
    <dgm:pt modelId="782">
      <dgm:t>
        <a:p>
          <a:r>
            <a:t>n782</a:t>
          </a:r>
        </a:p>
      </dgm:t>
    </dgm:pt>
    <dgm:pt modelId="783">
      <dgm:t>
        <a:p>
          <a:r>
            <a:t>n783</a:t>
          </a:r>
        </a:p>
      </dgm:t>
    </dgm:pt>
    <dgm:pt modelId="784">
      <dgm:t>
        <a:p>
          <a:r>
            <a:t>n784</a:t>
          </a:r>
        </a:p>
      </dgm:t>
    </dgm:pt>
    <dgm:pt modelId="785">
      <dgm:t>
        <a:p>
          <a:r>
            <a:t>n785</a:t>
          </a:r>
        </a:p>
      </dgm:t>
    </dgm:pt>
    <dgm:pt modelId="786">
      <dgm:t>
        <a:p>
          <a:r>
            <a:t>n786</a:t>
          </a:r>
        </a:p>
      </dgm:t>
    </dgm:pt>
    <dgm:pt modelId="787">
      <dgm:t>
        <a:p>
          <a:r>
            <a:t>n787</a:t>
          </a:r>
        </a:p>
      </dgm:t>
    </dgm:pt>
    <dgm:pt modelId="788">
      <dgm:t>
        <a:p>
          <a:r>
            <a:t>n788</a:t>
          </a:r>
        </a:p>
      </dgm:t>
    </dgm:pt>
    <dgm:pt modelId="789">
      <dgm:t>
        <a:p>
          <a:r>
            <a:t>n789</a:t>
          </a:r>
        </a:p>
      </dgm:t>
    </dgm:pt>
    <dgm:pt modelId="790">
      <dgm:t>
        <a:p>
          <a:r>
            <a:t>n790</a:t>
          </a:r>
        </a:p>
      </dgm:t>
    </dgm:pt>
    <dgm:pt modelId="791">
      <dgm:t>
        <a:p>
          <a:r>
            <a:t>n791</a:t>
          </a:r>
        </a:p>
      </dgm:t>
    </dgm:pt>
    <dgm:pt modelId="792">
      <dgm:t>
        <a:p>
          <a:r>
            <a:t>n792</a:t>
          </a:r>
        </a:p>
      </dgm:t>
    </dgm:pt>
    <dgm:pt modelId="793">
      <dgm:t>
        <a:p>
          <a:r>
            <a:t>n793</a:t>
          </a:r>
        </a:p>
      </dgm:t>
    </dgm:pt>
    <dgm:pt modelId="794">
      <dgm:t>
        <a:p>
          <a:r>
            <a:t>n794</a:t>
          </a:r>
        </a:p>
      </dgm:t>
    </dgm:pt>
    <dgm:pt modelId="795">
      <dgm:t>
        <a:p>
          <a:r>
            <a:t>n795</a:t>
          </a:r>
        </a:p>
      </dgm:t>
    </dgm:pt>
    <dgm:pt modelId="796">
      <dgm:t>
        <a:p>
          <a:r>
            <a:t>n796</a:t>
          </a:r>
        </a:p>
      </dgm:t>
    </dgm:pt>
    <dgm:pt modelId="797">
      <dgm:t>
        <a:p>
          <a:r>
            <a:t>n797</a:t>
          </a:r>
        </a:p>
      </dgm:t>
    </dgm:pt>
    <dgm:pt modelId="798">
      <dgm:t>
        <a:p>
          <a:r>
            <a:t>n798</a:t>
          </a:r>
        </a:p>
      </dgm:t>
    </dgm:pt>
    <dgm:pt modelId="799">
      <dgm:t>
        <a:p>
          <a:r>
            <a:t>n799</a:t>
          </a:r>
        </a:p>
      </dgm:t>
    </dgm:pt>
    <dgm:pt modelId="800">
      <dgm:t>
        <a:p>
          <a:r>
            <a:t>n800</a:t>
          </a:r>
        </a:p>
      </dgm:t>
    </dgm:pt>
    <dgm:pt modelId="801">
      <dgm:t>
        <a:p>
          <a:r>
            <a:t>n801</a:t>
          </a:r>
        </a:p>
      </dgm:t>
    </dgm:pt>
    <dgm:pt modelId="802">
      <dgm:t>
        <a:p>
          <a:r>
            <a:t>n802</a:t>
          </a:r>
        </a:p>
      </dgm:t>
    </dgm:pt>
    <dgm:pt modelId="803">
      <dgm:t>
        <a:p>
          <a:r>
            <a:t>n803</a:t>
          </a:r>
        </a:p>
      </dgm:t>
    </dgm:pt>
    <dgm:pt modelId="804">
      <dgm:t>
        <a:p>
          <a:r>
            <a:t>n804</a:t>
          </a:r>
        </a:p>
      </dgm:t>
    </dgm:pt>
    <dgm:pt modelId="805">
      <dgm:t>
        <a:p>
          <a:r>
            <a:t>n805</a:t>
          </a:r>
        </a:p>
      </dgm:t>
    </dgm:pt>
    <dgm:pt modelId="806">
      <dgm:t>
        <a:p>
          <a:r>
            <a:t>n806</a:t>
          </a:r>
        </a:p>
      </dgm:t>
    </dgm:pt>
    <dgm:pt modelId="807">
      <dgm:t>
        <a:p>
          <a:r>
            <a:t>n807</a:t>
          </a:r>
        </a:p>
      </dgm:t>
    </dgm:pt>
    <dgm:pt modelId="808">
      <dgm:t>
        <a:p>
          <a:r>
            <a:t>n808</a:t>
          </a:r>
        </a:p>
      </dgm:t>
    </dgm:pt>
    <dgm:pt modelId="809">
      <dgm:t>
        <a:p>
          <a:r>
            <a:t>n809</a:t>
          </a:r>
        </a:p>
      </dgm:t>
    </dgm:pt>
    <dgm:pt modelId="810">
      <dgm:t>
        <a:p>
          <a:r>
            <a:t>n810</a:t>
          </a:r>
        </a:p>
      </dgm:t>
    </dgm:pt>
    <dgm:pt modelId="811">
      <dgm:t>
        <a:p>
          <a:r>
            <a:t>n811</a:t>
          </a:r>
        </a:p>
      </dgm:t>
    </dgm:pt>
    <dgm:pt modelId="812">
      <dgm:t>
        <a:p>
          <a:r>
            <a:t>n812</a:t>
          </a:r>
        </a:p>
      </dgm:t>
    </dgm:pt>
    <dgm:pt modelId="813">
      <dgm:t>
        <a:p>
          <a:r>
            <a:t>n813</a:t>
          </a:r>
        </a:p>
      </dgm:t>
    </dgm:pt>
    <dgm:pt modelId="814">
      <dgm:t>
        <a:p>
          <a:r>
            <a:t>n814</a:t>
          </a:r>
        </a:p>
      </dgm:t>
    </dgm:pt>
    <dgm:pt modelId="815">
      <dgm:t>
        <a:p>
          <a:r>
            <a:t>n815</a:t>
          </a:r>
        </a:p>
      </dgm:t>
    </dgm:pt>
    <dgm:pt modelId="816">
      <dgm:t>
        <a:p>
          <a:r>
            <a:t>n816</a:t>
          </a:r>
        </a:p>
      </dgm:t>
    </dgm:pt>
    <dgm:pt modelId="817">
      <dgm:t>
        <a:p>
          <a:r>
            <a:t>n817</a:t>
          </a:r>
        </a:p>
      </dgm:t>
    </dgm:pt>
    <dgm:pt modelId="818">
      <dgm:t>
        <a:p>
          <a:r>
            <a:t>n818</a:t>
          </a:r>
        </a:p>
      </dgm:t>
    </dgm:pt>
    <dgm:pt modelId="819">
      <dgm:t>
        <a:p>
          <a:r>
            <a:t>n819</a:t>
          </a:r>
        </a:p>
      </dgm:t>
    </dgm:pt>
    <dgm:pt modelId="820">
      <dgm:t>
        <a:p>
          <a:r>
            <a:t>n820</a:t>
          </a:r>
        </a:p>
      </dgm:t>
    </dgm:pt>
    <dgm:pt modelId="821">
      <dgm:t>
        <a:p>
          <a:r>
            <a:t>n821</a:t>
          </a:r>
        </a:p>
      </dgm:t>
    </dgm:pt>
    <dgm:pt modelId="822">
      <dgm:t>
        <a:p>
          <a:r>
            <a:t>n822</a:t>
          </a:r>
        </a:p>
      </dgm:t>
    </dgm:pt>
    <dgm:pt modelId="823">
      <dgm:t>
        <a:p>
          <a:r>
            <a:t>n823</a:t>
          </a:r>
        </a:p>
      </dgm:t>
    </dgm:pt>
    <dgm:pt modelId="824">
      <dgm:t>
        <a:p>
          <a:r>
            <a:t>n824</a:t>
          </a:r>
        </a:p>
      </dgm:t>
    </dgm:pt>
    <dgm:pt modelId="825">
      <dgm:t>
        <a:p>
          <a:r>
            <a:t>n825</a:t>
          </a:r>
        </a:p>
      </dgm:t>
    </dgm:pt>
    <dgm:pt modelId="826">
      <dgm:t>
        <a:p>
          <a:r>
            <a:t>n826</a:t>
          </a:r>
        </a:p>
      </dgm:t>
    </dgm:pt>
    <dgm:pt modelId="827">
      <dgm:t>
        <a:p>
          <a:r>
            <a:t>n827</a:t>
          </a:r>
        </a:p>
      </dgm:t>
    </dgm:pt>
    <dgm:pt modelId="828">
      <dgm:t>
        <a:p>
          <a:r>
            <a:t>n828</a:t>
          </a:r>
        </a:p>
      </dgm:t>
    </dgm:pt>
    <dgm:pt modelId="829">
      <dgm:t>
        <a:p>
          <a:r>
            <a:t>n829</a:t>
          </a:r>
        </a:p>
      </dgm:t>
    </dgm:pt>
    <dgm:pt modelId="830">
      <dgm:t>
        <a:p>
          <a:r>
            <a:t>n830</a:t>
          </a:r>
        </a:p>
      </dgm:t>
    </dgm:pt>
    <dgm:pt modelId="831">
      <dgm:t>
        <a:p>
          <a:r>
            <a:t>n831</a:t>
          </a:r>
        </a:p>
      </dgm:t>
    </dgm:pt>
    <dgm:pt modelId="832">
      <dgm:t>
        <a:p>
          <a:r>
            <a:t>n832</a:t>
          </a:r>
        </a:p>
      </dgm:t>
    </dgm:pt>
    <dgm:pt modelId="833">
      <dgm:t>
        <a:p>
          <a:r>
            <a:t>n833</a:t>
          </a:r>
        </a:p>
      </dgm:t>
    </dgm:pt>
    <dgm:pt modelId="834">
      <dgm:t>
        <a:p>
          <a:r>
            <a:t>n834</a:t>
          </a:r>
        </a:p>
      </dgm:t>
    </dgm:pt>
    <dgm:pt modelId="835">
      <dgm:t>
        <a:p>
          <a:r>
            <a:t>n835</a:t>
          </a:r>
        </a:p>
      </dgm:t>
    </dgm:pt>
    <dgm:pt modelId="836">
      <dgm:t>
        <a:p>
          <a:r>
            <a:t>n836</a:t>
          </a:r>
        </a:p>
      </dgm:t>
    </dgm:pt>
    <dgm:pt modelId="837">
      <dgm:t>
        <a:p>
          <a:r>
            <a:t>n837</a:t>
          </a:r>
        </a:p>
      </dgm:t>
    </dgm:pt>
    <dgm:pt modelId="838">
      <dgm:t>
        <a:p>
          <a:r>
            <a:t>n838</a:t>
          </a:r>
        </a:p>
      </dgm:t>
    </dgm:pt>
    <dgm:pt modelId="839">
      <dgm:t>
        <a:p>
          <a:r>
            <a:t>n839</a:t>
          </a:r>
        </a:p>
      </dgm:t>
    </dgm:pt>
    <dgm:pt modelId="840">
      <dgm:t>
        <a:p>
          <a:r>
            <a:t>n840</a:t>
          </a:r>
        </a:p>
      </dgm:t>
    </dgm:pt>
    <dgm:pt modelId="841">
      <dgm:t>
        <a:p>
          <a:r>
            <a:t>n841</a:t>
          </a:r>
        </a:p>
      </dgm:t>
    </dgm:pt>
    <dgm:pt modelId="842">
      <dgm:t>
        <a:p>
          <a:r>
            <a:t>n842</a:t>
          </a:r>
        </a:p>
      </dgm:t>
    </dgm:pt>
    <dgm:pt modelId="843">
      <dgm:t>
        <a:p>
          <a:r>
            <a:t>n843</a:t>
          </a:r>
        </a:p>
      </dgm:t>
    </dgm:pt>
    <dgm:pt modelId="844">
      <dgm:t>
        <a:p>
          <a:r>
            <a:t>n844</a:t>
          </a:r>
        </a:p>
      </dgm:t>
    </dgm:pt>
    <dgm:pt modelId="845">
      <dgm:t>
        <a:p>
          <a:r>
            <a:t>n845</a:t>
          </a:r>
        </a:p>
      </dgm:t>
    </dgm:pt>
    <dgm:pt modelId="846">
      <dgm:t>
        <a:p>
          <a:r>
            <a:t>n846</a:t>
          </a:r>
        </a:p>
      </dgm:t>
    </dgm:pt>
    <dgm:pt modelId="847">
      <dgm:t>
        <a:p>
          <a:r>
            <a:t>n847</a:t>
          </a:r>
        </a:p>
      </dgm:t>
    </dgm:pt>
    <dgm:pt modelId="848">
      <dgm:t>
        <a:p>
          <a:r>
            <a:t>n848</a:t>
          </a:r>
        </a:p>
      </dgm:t>
    </dgm:pt>
    <dgm:pt modelId="849">
      <dgm:t>
        <a:p>
          <a:r>
            <a:t>n849</a:t>
          </a:r>
        </a:p>
      </dgm:t>
    </dgm:pt>
    <dgm:pt modelId="850">
      <dgm:t>
        <a:p>
          <a:r>
            <a:t>n850</a:t>
          </a:r>
        </a:p>
      </dgm:t>
    </dgm:pt>
    <dgm:pt modelId="851">
      <dgm:t>
        <a:p>
          <a:r>
            <a:t>n851</a:t>
          </a:r>
        </a:p>
      </dgm:t>
    </dgm:pt>
    <dgm:pt modelId="852">
      <dgm:t>
        <a:p>
          <a:r>
            <a:t>n852</a:t>
          </a:r>
        </a:p>
      </dgm:t>
    </dgm:pt>
    <dgm:pt modelId="853">
      <dgm:t>
        <a:p>
          <a:r>
            <a:t>n853</a:t>
          </a:r>
        </a:p>
      </dgm:t>
    </dgm:pt>
    <dgm:pt modelId="854">
      <dgm:t>
        <a:p>
          <a:r>
            <a:t>n854</a:t>
          </a:r>
        </a:p>
      </dgm:t>
    </dgm:pt>
    <dgm:pt modelId="855">
      <dgm:t>
        <a:p>
          <a:r>
            <a:t>n855</a:t>
          </a:r>
        </a:p>
      </dgm:t>
    </dgm:pt>
    <dgm:pt modelId="856">
      <dgm:t>
        <a:p>
          <a:r>
            <a:t>n856</a:t>
          </a:r>
        </a:p>
      </dgm:t>
    </dgm:pt>
    <dgm:pt modelId="857">
      <dgm:t>
        <a:p>
          <a:r>
            <a:t>n857</a:t>
          </a:r>
        </a:p>
      </dgm:t>
    </dgm:pt>
    <dgm:pt modelId="858">
      <dgm:t>
        <a:p>
          <a:r>
            <a:t>n858</a:t>
          </a:r>
        </a:p>
      </dgm:t>
    </dgm:pt>
    <dgm:pt modelId="859">
      <dgm:t>
        <a:p>
          <a:r>
            <a:t>n859</a:t>
          </a:r>
        </a:p>
      </dgm:t>
    </dgm:pt>
    <dgm:pt modelId="860">
      <dgm:t>
        <a:p>
          <a:r>
            <a:t>n860</a:t>
          </a:r>
        </a:p>
      </dgm:t>
    </dgm:pt>
    <dgm:pt modelId="861">
      <dgm:t>
        <a:p>
          <a:r>
            <a:t>n861</a:t>
          </a:r>
        </a:p>
      </dgm:t>
    </dgm:pt>
    <dgm:pt modelId="862">
      <dgm:t>
        <a:p>
          <a:r>
            <a:t>n862</a:t>
          </a:r>
        </a:p>
      </dgm:t>
    </dgm:pt>
    <dgm:pt modelId="863">
      <dgm:t>
        <a:p>
          <a:r>
            <a:t>n863</a:t>
          </a:r>
        </a:p>
      </dgm:t>
    </dgm:pt>
    <dgm:pt modelId="864">
      <dgm:t>
        <a:p>
          <a:r>
            <a:t>n864</a:t>
          </a:r>
        </a:p>
      </dgm:t>
    </dgm:pt>
    <dgm:pt modelId="865">
      <dgm:t>
        <a:p>
          <a:r>
            <a:t>n865</a:t>
          </a:r>
        </a:p>
      </dgm:t>
    </dgm:pt>
    <dgm:pt modelId="866">
      <dgm:t>
        <a:p>
          <a:r>
            <a:t>n866</a:t>
          </a:r>
        </a:p>
      </dgm:t>
    </dgm:pt>
    <dgm:pt modelId="867">
      <dgm:t>
        <a:p>
          <a:r>
            <a:t>n867</a:t>
          </a:r>
        </a:p>
      </dgm:t>
    </dgm:pt>
    <dgm:pt modelId="868">
      <dgm:t>
        <a:p>
          <a:r>
            <a:t>n868</a:t>
          </a:r>
        </a:p>
      </dgm:t>
    </dgm:pt>
    <dgm:pt modelId="869">
      <dgm:t>
        <a:p>
          <a:r>
            <a:t>n869</a:t>
          </a:r>
        </a:p>
      </dgm:t>
    </dgm:pt>
    <dgm:pt modelId="870">
      <dgm:t>
        <a:p>
          <a:r>
            <a:t>n870</a:t>
          </a:r>
        </a:p>
      </dgm:t>
    </dgm:pt>
    <dgm:pt modelId="871">
      <dgm:t>
        <a:p>
          <a:r>
            <a:t>n871</a:t>
          </a:r>
        </a:p>
      </dgm:t>
    </dgm:pt>
    <dgm:pt modelId="872">
      <dgm:t>
        <a:p>
          <a:r>
            <a:t>n872</a:t>
          </a:r>
        </a:p>
      </dgm:t>
    </dgm:pt>
    <dgm:pt modelId="873">
      <dgm:t>
        <a:p>
          <a:r>
            <a:t>n873</a:t>
          </a:r>
        </a:p>
      </dgm:t>
    </dgm:pt>
    <dgm:pt modelId="874">
      <dgm:t>
        <a:p>
          <a:r>
            <a:t>n874</a:t>
          </a:r>
        </a:p>
      </dgm:t>
    </dgm:pt>
    <dgm:pt modelId="875">
      <dgm:t>
        <a:p>
          <a:r>
            <a:t>n875</a:t>
          </a:r>
        </a:p>
      </dgm:t>
    </dgm:pt>
    <dgm:pt modelId="876">
      <dgm:t>
        <a:p>
          <a:r>
            <a:t>n876</a:t>
          </a:r>
        </a:p>
      </dgm:t>
    </dgm:pt>
    <dgm:pt modelId="877">
      <dgm:t>
        <a:p>
          <a:r>
            <a:t>n877</a:t>
          </a:r>
        </a:p>
      </dgm:t>
    </dgm:pt>
    <dgm:pt modelId="878">
      <dgm:t>
        <a:p>
          <a:r>
            <a:t>n878</a:t>
          </a:r>
        </a:p>
      </dgm:t>
    </dgm:pt>
    <dgm:pt modelId="879">
      <dgm:t>
        <a:p>
          <a:r>
            <a:t>n879</a:t>
          </a:r>
        </a:p>
      </dgm:t>
    </dgm:pt>
    <dgm:pt modelId="880">
      <dgm:t>
        <a:p>
          <a:r>
            <a:t>n880</a:t>
          </a:r>
        </a:p>
      </dgm:t>
    </dgm:pt>
    <dgm:pt modelId="881">
      <dgm:t>
        <a:p>
          <a:r>
            <a:t>n881</a:t>
          </a:r>
        </a:p>
      </dgm:t>
    </dgm:pt>
    <dgm:pt modelId="882">
      <dgm:t>
        <a:p>
          <a:r>
            <a:t>n882</a:t>
          </a:r>
        </a:p>
      </dgm:t>
    </dgm:pt>
    <dgm:pt modelId="883">
      <dgm:t>
        <a:p>
          <a:r>
            <a:t>n883</a:t>
          </a:r>
        </a:p>
      </dgm:t>
    </dgm:pt>
    <dgm:pt modelId="884">
      <dgm:t>
        <a:p>
          <a:r>
            <a:t>n884</a:t>
          </a:r>
        </a:p>
      </dgm:t>
    </dgm:pt>
    <dgm:pt modelId="885">
      <dgm:t>
        <a:p>
          <a:r>
            <a:t>n885</a:t>
          </a:r>
        </a:p>
      </dgm:t>
    </dgm:pt>
    <dgm:pt modelId="886">
      <dgm:t>
        <a:p>
          <a:r>
            <a:t>n886</a:t>
          </a:r>
        </a:p>
      </dgm:t>
    </dgm:pt>
    <dgm:pt modelId="887">
      <dgm:t>
        <a:p>
          <a:r>
            <a:t>n887</a:t>
          </a:r>
        </a:p>
      </dgm:t>
    </dgm:pt>
    <dgm:pt modelId="888">
      <dgm:t>
        <a:p>
          <a:r>
            <a:t>n888</a:t>
          </a:r>
        </a:p>
      </dgm:t>
    </dgm:pt>
    <dgm:pt modelId="889">
      <dgm:t>
        <a:p>
          <a:r>
            <a:t>n889</a:t>
          </a:r>
        </a:p>
      </dgm:t>
    </dgm:pt>
    <dgm:pt modelId="890">
      <dgm:t>
        <a:p>
          <a:r>
            <a:t>n890</a:t>
          </a:r>
        </a:p>
      </dgm:t>
    </dgm:pt>
    <dgm:pt modelId="891">
      <dgm:t>
        <a:p>
          <a:r>
            <a:t>n891</a:t>
          </a:r>
        </a:p>
      </dgm:t>
    </dgm:pt>
    <dgm:pt modelId="892">
      <dgm:t>
        <a:p>
          <a:r>
            <a:t>n892</a:t>
          </a:r>
        </a:p>
      </dgm:t>
    </dgm:pt>
    <dgm:pt modelId="893">
      <dgm:t>
        <a:p>
          <a:r>
            <a:t>n893</a:t>
          </a:r>
        </a:p>
      </dgm:t>
    </dgm:pt>
    <dgm:pt modelId="894">
      <dgm:t>
        <a:p>
          <a:r>
            <a:t>n894</a:t>
          </a:r>
        </a:p>
      </dgm:t>
    </dgm:pt>
    <dgm:pt modelId="895">
      <dgm:t>
        <a:p>
          <a:r>
            <a:t>n895</a:t>
          </a:r>
        </a:p>
      </dgm:t>
    </dgm:pt>
    <dgm:pt modelId="896">
      <dgm:t>
        <a:p>
          <a:r>
            <a:t>n896</a:t>
          </a:r>
        </a:p>
      </dgm:t>
    </dgm:pt>
    <dgm:pt modelId="897">
      <dgm:t>
        <a:p>
          <a:r>
            <a:t>n897</a:t>
          </a:r>
        </a:p>
      </dgm:t>
    </dgm:pt>
    <dgm:pt modelId="898">
      <dgm:t>
        <a:p>
          <a:r>
            <a:t>n898</a:t>
          </a:r>
        </a:p>
      </dgm:t>
    </dgm:pt>
    <dgm:pt modelId="899">
      <dgm:t>
        <a:p>
          <a:r>
            <a:t>n899</a:t>
          </a:r>
        </a:p>
      </dgm:t>
    </dgm:pt>
    <dgm:pt modelId="900">
      <dgm:t>
        <a:p>
          <a:r>
            <a:t>n900</a:t>
          </a:r>
        </a:p>
      </dgm:t>
    </dgm:pt>
    <dgm:pt modelId="901">
      <dgm:t>
        <a:p>
          <a:r>
            <a:t>n901</a:t>
          </a:r>
        </a:p>
      </dgm:t>
    </dgm:pt>
    <dgm:pt modelId="902">
      <dgm:t>
        <a:p>
          <a:r>
            <a:t>n902</a:t>
          </a:r>
        </a:p>
      </dgm:t>
    </dgm:pt>
    <dgm:pt modelId="903">
      <dgm:t>
        <a:p>
          <a:r>
            <a:t>n903</a:t>
          </a:r>
        </a:p>
      </dgm:t>
    </dgm:pt>
    <dgm:pt modelId="904">
      <dgm:t>
        <a:p>
          <a:r>
            <a:t>n904</a:t>
          </a:r>
        </a:p>
      </dgm:t>
    </dgm:pt>
    <dgm:pt modelId="905">
      <dgm:t>
        <a:p>
          <a:r>
            <a:t>n905</a:t>
          </a:r>
        </a:p>
      </dgm:t>
    </dgm:pt>
    <dgm:pt modelId="906">
      <dgm:t>
        <a:p>
          <a:r>
            <a:t>n906</a:t>
          </a:r>
        </a:p>
      </dgm:t>
    </dgm:pt>
    <dgm:pt modelId="907">
      <dgm:t>
        <a:p>
          <a:r>
            <a:t>n907</a:t>
          </a:r>
        </a:p>
      </dgm:t>
    </dgm:pt>
    <dgm:pt modelId="908">
      <dgm:t>
        <a:p>
          <a:r>
            <a:t>n908</a:t>
          </a:r>
        </a:p>
      </dgm:t>
    </dgm:pt>
    <dgm:pt modelId="909">
      <dgm:t>
        <a:p>
          <a:r>
            <a:t>n909</a:t>
          </a:r>
        </a:p>
      </dgm:t>
    </dgm:pt>
    <dgm:pt modelId="910">
      <dgm:t>
        <a:p>
          <a:r>
            <a:t>n910</a:t>
          </a:r>
        </a:p>
      </dgm:t>
    </dgm:pt>
    <dgm:pt modelId="911">
      <dgm:t>
        <a:p>
          <a:r>
            <a:t>n911</a:t>
          </a:r>
        </a:p>
      </dgm:t>
    </dgm:pt>
    <dgm:pt modelId="912">
      <dgm:t>
        <a:p>
          <a:r>
            <a:t>n912</a:t>
          </a:r>
        </a:p>
      </dgm:t>
    </dgm:pt>
    <dgm:pt modelId="913">
      <dgm:t>
        <a:p>
          <a:r>
            <a:t>n913</a:t>
          </a:r>
        </a:p>
      </dgm:t>
    </dgm:pt>
    <dgm:pt modelId="914">
      <dgm:t>
        <a:p>
          <a:r>
            <a:t>n914</a:t>
          </a:r>
        </a:p>
      </dgm:t>
    </dgm:pt>
    <dgm:pt modelId="915">
      <dgm:t>
        <a:p>
          <a:r>
            <a:t>n915</a:t>
          </a:r>
        </a:p>
      </dgm:t>
    </dgm:pt>
    <dgm:pt modelId="916">
      <dgm:t>
        <a:p>
          <a:r>
            <a:t>n916</a:t>
          </a:r>
        </a:p>
      </dgm:t>
    </dgm:pt>
    <dgm:pt modelId="917">
      <dgm:t>
        <a:p>
          <a:r>
            <a:t>n917</a:t>
          </a:r>
        </a:p>
      </dgm:t>
    </dgm:pt>
    <dgm:pt modelId="918">
      <dgm:t>
        <a:p>
          <a:r>
            <a:t>n918</a:t>
          </a:r>
        </a:p>
      </dgm:t>
    </dgm:pt>
    <dgm:pt modelId="919">
      <dgm:t>
        <a:p>
          <a:r>
            <a:t>n919</a:t>
          </a:r>
        </a:p>
      </dgm:t>
    </dgm:pt>
    <dgm:pt modelId="920">
      <dgm:t>
        <a:p>
          <a:r>
            <a:t>n920</a:t>
          </a:r>
        </a:p>
      </dgm:t>
    </dgm:pt>
    <dgm:pt modelId="921">
      <dgm:t>
        <a:p>
          <a:r>
            <a:t>n921</a:t>
          </a:r>
        </a:p>
      </dgm:t>
    </dgm:pt>
    <dgm:pt modelId="922">
      <dgm:t>
        <a:p>
          <a:r>
            <a:t>n922</a:t>
          </a:r>
        </a:p>
      </dgm:t>
    </dgm:pt>
    <dgm:pt modelId="923">
      <dgm:t>
        <a:p>
          <a:r>
            <a:t>n923</a:t>
          </a:r>
        </a:p>
      </dgm:t>
    </dgm:pt>
    <dgm:pt modelId="924">
      <dgm:t>
        <a:p>
          <a:r>
            <a:t>n924</a:t>
          </a:r>
        </a:p>
      </dgm:t>
    </dgm:pt>
    <dgm:pt modelId="925">
      <dgm:t>
        <a:p>
          <a:r>
            <a:t>n925</a:t>
          </a:r>
        </a:p>
      </dgm:t>
    </dgm:pt>
    <dgm:pt modelId="926">
      <dgm:t>
        <a:p>
          <a:r>
            <a:t>n926</a:t>
          </a:r>
        </a:p>
      </dgm:t>
    </dgm:pt>
    <dgm:pt modelId="927">
      <dgm:t>
        <a:p>
          <a:r>
            <a:t>n927</a:t>
          </a:r>
        </a:p>
      </dgm:t>
    </dgm:pt>
    <dgm:pt modelId="928">
      <dgm:t>
        <a:p>
          <a:r>
            <a:t>n928</a:t>
          </a:r>
        </a:p>
      </dgm:t>
    </dgm:pt>
    <dgm:pt modelId="929">
      <dgm:t>
        <a:p>
          <a:r>
            <a:t>n929</a:t>
          </a:r>
        </a:p>
      </dgm:t>
    </dgm:pt>
    <dgm:pt modelId="930">
      <dgm:t>
        <a:p>
          <a:r>
            <a:t>n930</a:t>
          </a:r>
        </a:p>
      </dgm:t>
    </dgm:pt>
    <dgm:pt modelId="931">
      <dgm:t>
        <a:p>
          <a:r>
            <a:t>n931</a:t>
          </a:r>
        </a:p>
      </dgm:t>
    </dgm:pt>
    <dgm:pt modelId="932">
      <dgm:t>
        <a:p>
          <a:r>
            <a:t>n932</a:t>
          </a:r>
        </a:p>
      </dgm:t>
    </dgm:pt>
    <dgm:pt modelId="933">
      <dgm:t>
        <a:p>
          <a:r>
            <a:t>n933</a:t>
          </a:r>
        </a:p>
      </dgm:t>
    </dgm:pt>
    <dgm:pt modelId="934">
      <dgm:t>
        <a:p>
          <a:r>
            <a:t>n934</a:t>
          </a:r>
        </a:p>
      </dgm:t>
    </dgm:pt>
    <dgm:pt modelId="935">
      <dgm:t>
        <a:p>
          <a:r>
            <a:t>n935</a:t>
          </a:r>
        </a:p>
      </dgm:t>
    </dgm:pt>
    <dgm:pt modelId="936">
      <dgm:t>
        <a:p>
          <a:r>
            <a:t>n936</a:t>
          </a:r>
        </a:p>
      </dgm:t>
    </dgm:pt>
    <dgm:pt modelId="937">
      <dgm:t>
        <a:p>
          <a:r>
            <a:t>n937</a:t>
          </a:r>
        </a:p>
      </dgm:t>
    </dgm:pt>
    <dgm:pt modelId="938">
      <dgm:t>
        <a:p>
          <a:r>
            <a:t>n938</a:t>
          </a:r>
        </a:p>
      </dgm:t>
    </dgm:pt>
    <dgm:pt modelId="939">
      <dgm:t>
        <a:p>
          <a:r>
            <a:t>n939</a:t>
          </a:r>
        </a:p>
      </dgm:t>
    </dgm:pt>
    <dgm:pt modelId="940">
      <dgm:t>
        <a:p>
          <a:r>
            <a:t>n940</a:t>
          </a:r>
        </a:p>
      </dgm:t>
    </dgm:pt>
    <dgm:pt modelId="941">
      <dgm:t>
        <a:p>
          <a:r>
            <a:t>n941</a:t>
          </a:r>
        </a:p>
      </dgm:t>
    </dgm:pt>
    <dgm:pt modelId="942">
      <dgm:t>
        <a:p>
          <a:r>
            <a:t>n942</a:t>
          </a:r>
        </a:p>
      </dgm:t>
    </dgm:pt>
    <dgm:pt modelId="943">
      <dgm:t>
        <a:p>
          <a:r>
            <a:t>n943</a:t>
          </a:r>
        </a:p>
      </dgm:t>
    </dgm:pt>
    <dgm:pt modelId="944">
      <dgm:t>
        <a:p>
          <a:r>
            <a:t>n944</a:t>
          </a:r>
        </a:p>
      </dgm:t>
    </dgm:pt>
    <dgm:pt modelId="945">
      <dgm:t>
        <a:p>
          <a:r>
            <a:t>n945</a:t>
          </a:r>
        </a:p>
      </dgm:t>
    </dgm:pt>
    <dgm:pt modelId="946">
      <dgm:t>
        <a:p>
          <a:r>
            <a:t>n946</a:t>
          </a:r>
        </a:p>
      </dgm:t>
    </dgm:pt>
    <dgm:pt modelId="947">
      <dgm:t>
        <a:p>
          <a:r>
            <a:t>n947</a:t>
          </a:r>
        </a:p>
      </dgm:t>
    </dgm:pt>
    <dgm:pt modelId="948">
      <dgm:t>
        <a:p>
          <a:r>
            <a:t>n948</a:t>
          </a:r>
        </a:p>
      </dgm:t>
    </dgm:pt>
    <dgm:pt modelId="949">
      <dgm:t>
        <a:p>
          <a:r>
            <a:t>n949</a:t>
          </a:r>
        </a:p>
      </dgm:t>
    </dgm:pt>
    <dgm:pt modelId="950">
      <dgm:t>
        <a:p>
          <a:r>
            <a:t>n950</a:t>
          </a:r>
        </a:p>
      </dgm:t>
    </dgm:pt>
    <dgm:pt modelId="951">
      <dgm:t>
        <a:p>
          <a:r>
            <a:t>n951</a:t>
          </a:r>
        </a:p>
      </dgm:t>
    </dgm:pt>
    <dgm:pt modelId="952">
      <dgm:t>
        <a:p>
          <a:r>
            <a:t>n952</a:t>
          </a:r>
        </a:p>
      </dgm:t>
    </dgm:pt>
    <dgm:pt modelId="953">
      <dgm:t>
        <a:p>
          <a:r>
            <a:t>n953</a:t>
          </a:r>
        </a:p>
      </dgm:t>
    </dgm:pt>
    <dgm:pt modelId="954">
      <dgm:t>
        <a:p>
          <a:r>
            <a:t>n954</a:t>
          </a:r>
        </a:p>
      </dgm:t>
    </dgm:pt>
    <dgm:pt modelId="955">
      <dgm:t>
        <a:p>
          <a:r>
            <a:t>n955</a:t>
          </a:r>
        </a:p>
      </dgm:t>
    </dgm:pt>
    <dgm:pt modelId="956">
      <dgm:t>
        <a:p>
          <a:r>
            <a:t>n956</a:t>
          </a:r>
        </a:p>
      </dgm:t>
    </dgm:pt>
    <dgm:pt modelId="957">
      <dgm:t>
        <a:p>
          <a:r>
            <a:t>n957</a:t>
          </a:r>
        </a:p>
      </dgm:t>
    </dgm:pt>
    <dgm:pt modelId="958">
      <dgm:t>
        <a:p>
          <a:r>
            <a:t>n958</a:t>
          </a:r>
        </a:p>
      </dgm:t>
    </dgm:pt>
    <dgm:pt modelId="959">
      <dgm:t>
        <a:p>
          <a:r>
            <a:t>n959</a:t>
          </a:r>
        </a:p>
      </dgm:t>
    </dgm:pt>
    <dgm:pt modelId="960">
      <dgm:t>
        <a:p>
          <a:r>
            <a:t>n960</a:t>
          </a:r>
        </a:p>
      </dgm:t>
    </dgm:pt>
    <dgm:pt modelId="961">
      <dgm:t>
        <a:p>
          <a:r>
            <a:t>n961</a:t>
          </a:r>
        </a:p>
      </dgm:t>
    </dgm:pt>
    <dgm:pt modelId="962">
      <dgm:t>
        <a:p>
          <a:r>
            <a:t>n962</a:t>
          </a:r>
        </a:p>
      </dgm:t>
    </dgm:pt>
    <dgm:pt modelId="963">
      <dgm:t>
        <a:p>
          <a:r>
            <a:t>n963</a:t>
          </a:r>
        </a:p>
      </dgm:t>
    </dgm:pt>
    <dgm:pt modelId="964">
      <dgm:t>
        <a:p>
          <a:r>
            <a:t>n964</a:t>
          </a:r>
        </a:p>
      </dgm:t>
    </dgm:pt>
    <dgm:pt modelId="965">
      <dgm:t>
        <a:p>
          <a:r>
            <a:t>n965</a:t>
          </a:r>
        </a:p>
      </dgm:t>
    </dgm:pt>
    <dgm:pt modelId="966">
      <dgm:t>
        <a:p>
          <a:r>
            <a:t>n966</a:t>
          </a:r>
        </a:p>
      </dgm:t>
    </dgm:pt>
    <dgm:pt modelId="967">
      <dgm:t>
        <a:p>
          <a:r>
            <a:t>n967</a:t>
          </a:r>
        </a:p>
      </dgm:t>
    </dgm:pt>
    <dgm:pt modelId="968">
      <dgm:t>
        <a:p>
          <a:r>
            <a:t>n968</a:t>
          </a:r>
        </a:p>
      </dgm:t>
    </dgm:pt>
    <dgm:pt modelId="969">
      <dgm:t>
        <a:p>
          <a:r>
            <a:t>n969</a:t>
          </a:r>
        </a:p>
      </dgm:t>
    </dgm:pt>
    <dgm:pt modelId="970">
      <dgm:t>
        <a:p>
          <a:r>
            <a:t>n970</a:t>
          </a:r>
        </a:p>
      </dgm:t>
    </dgm:pt>
    <dgm:pt modelId="971">
      <dgm:t>
        <a:p>
          <a:r>
            <a:t>n971</a:t>
          </a:r>
        </a:p>
      </dgm:t>
    </dgm:pt>
    <dgm:pt modelId="972">
      <dgm:t>
        <a:p>
          <a:r>
            <a:t>n972</a:t>
          </a:r>
        </a:p>
      </dgm:t>
    </dgm:pt>
    <dgm:pt modelId="973">
      <dgm:t>
        <a:p>
          <a:r>
            <a:t>n973</a:t>
          </a:r>
        </a:p>
      </dgm:t>
    </dgm:pt>
    <dgm:pt modelId="974">
      <dgm:t>
        <a:p>
          <a:r>
            <a:t>n974</a:t>
          </a:r>
        </a:p>
      </dgm:t>
    </dgm:pt>
    <dgm:pt modelId="975">
      <dgm:t>
        <a:p>
          <a:r>
            <a:t>n975</a:t>
          </a:r>
        </a:p>
      </dgm:t>
    </dgm:pt>
    <dgm:pt modelId="976">
      <dgm:t>
        <a:p>
          <a:r>
            <a:t>n976</a:t>
          </a:r>
        </a:p>
      </dgm:t>
    </dgm:pt>
    <dgm:pt modelId="977">
      <dgm:t>
        <a:p>
          <a:r>
            <a:t>n977</a:t>
          </a:r>
        </a:p>
      </dgm:t>
    </dgm:pt>
    <dgm:pt modelId="978">
      <dgm:t>
        <a:p>
          <a:r>
            <a:t>n978</a:t>
          </a:r>
        </a:p>
      </dgm:t>
    </dgm:pt>
    <dgm:pt modelId="979">
      <dgm:t>
        <a:p>
          <a:r>
            <a:t>n979</a:t>
          </a:r>
        </a:p>
      </dgm:t>
    </dgm:pt>
    <dgm:pt modelId="980">
      <dgm:t>
        <a:p>
          <a:r>
            <a:t>n980</a:t>
          </a:r>
        </a:p>
      </dgm:t>
    </dgm:pt>
    <dgm:pt modelId="981">
      <dgm:t>
        <a:p>
          <a:r>
            <a:t>n981</a:t>
          </a:r>
        </a:p>
      </dgm:t>
    </dgm:pt>
    <dgm:pt modelId="982">
      <dgm:t>
        <a:p>
          <a:r>
            <a:t>n982</a:t>
          </a:r>
        </a:p>
      </dgm:t>
    </dgm:pt>
    <dgm:pt modelId="983">
      <dgm:t>
        <a:p>
          <a:r>
            <a:t>n983</a:t>
          </a:r>
        </a:p>
      </dgm:t>
    </dgm:pt>
    <dgm:pt modelId="984">
      <dgm:t>
        <a:p>
          <a:r>
            <a:t>n984</a:t>
          </a:r>
        </a:p>
      </dgm:t>
    </dgm:pt>
    <dgm:pt modelId="985">
      <dgm:t>
        <a:p>
          <a:r>
            <a:t>n985</a:t>
          </a:r>
        </a:p>
      </dgm:t>
    </dgm:pt>
    <dgm:pt modelId="986">
      <dgm:t>
        <a:p>
          <a:r>
            <a:t>n986</a:t>
          </a:r>
        </a:p>
      </dgm:t>
    </dgm:pt>
    <dgm:pt modelId="987">
      <dgm:t>
        <a:p>
          <a:r>
            <a:t>n987</a:t>
          </a:r>
        </a:p>
      </dgm:t>
    </dgm:pt>
    <dgm:pt modelId="988">
      <dgm:t>
        <a:p>
          <a:r>
            <a:t>n988</a:t>
          </a:r>
        </a:p>
      </dgm:t>
    </dgm:pt>
    <dgm:pt modelId="989">
      <dgm:t>
        <a:p>
          <a:r>
            <a:t>n989</a:t>
          </a:r>
        </a:p>
      </dgm:t>
    </dgm:pt>
    <dgm:pt modelId="990">
      <dgm:t>
        <a:p>
          <a:r>
            <a:t>n990</a:t>
          </a:r>
        </a:p>
      </dgm:t>
    </dgm:pt>
    <dgm:pt modelId="991">
      <dgm:t>
        <a:p>
          <a:r>
            <a:t>n991</a:t>
          </a:r>
        </a:p>
      </dgm:t>
    </dgm:pt>
    <dgm:pt modelId="992">
      <dgm:t>
        <a:p>
          <a:r>
            <a:t>n992</a:t>
          </a:r>
        </a:p>
      </dgm:t>
    </dgm:pt>
    <dgm:pt modelId="993">
      <dgm:t>
        <a:p>
          <a:r>
            <a:t>n993</a:t>
          </a:r>
        </a:p>
      </dgm:t>
    </dgm:pt>
    <dgm:pt modelId="994">
      <dgm:t>
        <a:p>
          <a:r>
            <a:t>n994</a:t>
          </a:r>
        </a:p>
      </dgm:t>
    </dgm:pt>
    <dgm:pt modelId="995">
      <dgm:t>
        <a:p>
          <a:r>
            <a:t>n995</a:t>
          </a:r>
        </a:p>
      </dgm:t>
    </dgm:pt>
    <dgm:pt modelId="996">
      <dgm:t>
        <a:p>
          <a:r>
            <a:t>n996</a:t>
          </a:r>
        </a:p>
      </dgm:t>
    </dgm:pt>
    <dgm:pt modelId="997">
      <dgm:t>
        <a:p>
          <a:r>
            <a:t>n997</a:t>
          </a:r>
        </a:p>
      </dgm:t>
    </dgm:pt>
    <dgm:pt modelId="998">
      <dgm:t>
        <a:p>
          <a:r>
            <a:t>n998</a:t>
          </a:r>
        </a:p>
      </dgm:t>
    </dgm:pt>
    <dgm:pt modelId="999">
      <dgm:t>
        <a:p>
          <a:r>
            <a:t>n999</a:t>
          </a:r>
        </a:p>
      </dgm:t>
    </dgm:pt>
    <dgm:pt modelId="1000">
      <dgm:t>
        <a:p>
          <a:r>
            <a:t>n1000</a:t>
          </a:r>
        </a:p>
      </dgm:t>
    </dgm:pt>
    <dgm:pt modelId="1001">
      <dgm:t>
        <a:p>
          <a:r>
            <a:t>n1001</a:t>
          </a:r>
        </a:p>
      </dgm:t>
    </dgm:pt>
    <dgm:pt modelId="1002">
      <dgm:t>
        <a:p>
          <a:r>
            <a:t>n1002</a:t>
          </a:r>
        </a:p>
      </dgm:t>
    </dgm:pt>
    <dgm:pt modelId="1003">
      <dgm:t>
        <a:p>
          <a:r>
            <a:t>n1003</a:t>
          </a:r>
        </a:p>
      </dgm:t>
    </dgm:pt>
    <dgm:pt modelId="1004">
      <dgm:t>
        <a:p>
          <a:r>
            <a:t>n1004</a:t>
          </a:r>
        </a:p>
      </dgm:t>
    </dgm:pt>
    <dgm:pt modelId="1005">
      <dgm:t>
        <a:p>
          <a:r>
            <a:t>n1005</a:t>
          </a:r>
        </a:p>
      </dgm:t>
    </dgm:pt>
    <dgm:pt modelId="1006">
      <dgm:t>
        <a:p>
          <a:r>
            <a:t>n1006</a:t>
          </a:r>
        </a:p>
      </dgm:t>
    </dgm:pt>
    <dgm:pt modelId="1007">
      <dgm:t>
        <a:p>
          <a:r>
            <a:t>n1007</a:t>
          </a:r>
        </a:p>
      </dgm:t>
    </dgm:pt>
    <dgm:pt modelId="1008">
      <dgm:t>
        <a:p>
          <a:r>
            <a:t>n1008</a:t>
          </a:r>
        </a:p>
      </dgm:t>
    </dgm:pt>
    <dgm:pt modelId="1009">
      <dgm:t>
        <a:p>
          <a:r>
            <a:t>n1009</a:t>
          </a:r>
        </a:p>
      </dgm:t>
    </dgm:pt>
    <dgm:pt modelId="1010">
      <dgm:t>
        <a:p>
          <a:r>
            <a:t>n1010</a:t>
          </a:r>
        </a:p>
      </dgm:t>
    </dgm:pt>
    <dgm:pt modelId="1011">
      <dgm:t>
        <a:p>
          <a:r>
            <a:t>n1011</a:t>
          </a:r>
        </a:p>
      </dgm:t>
    </dgm:pt>
    <dgm:pt modelId="1012">
      <dgm:t>
        <a:p>
          <a:r>
            <a:t>n1012</a:t>
          </a:r>
        </a:p>
      </dgm:t>
    </dgm:pt>
    <dgm:pt modelId="1013">
      <dgm:t>
        <a:p>
          <a:r>
            <a:t>n1013</a:t>
          </a:r>
        </a:p>
      </dgm:t>
    </dgm:pt>
    <dgm:pt modelId="1014">
      <dgm:t>
        <a:p>
          <a:r>
            <a:t>n1014</a:t>
          </a:r>
        </a:p>
      </dgm:t>
    </dgm:pt>
    <dgm:pt modelId="1015">
      <dgm:t>
        <a:p>
          <a:r>
            <a:t>n1015</a:t>
          </a:r>
        </a:p>
      </dgm:t>
    </dgm:pt>
    <dgm:pt modelId="1016">
      <dgm:t>
        <a:p>
          <a:r>
            <a:t>n1016</a:t>
          </a:r>
        </a:p>
      </dgm:t>
    </dgm:pt>
    <dgm:pt modelId="1017">
      <dgm:t>
        <a:p>
          <a:r>
            <a:t>n1017</a:t>
          </a:r>
        </a:p>
      </dgm:t>
    </dgm:pt>
    <dgm:pt modelId="1018">
      <dgm:t>
        <a:p>
          <a:r>
            <a:t>n1018</a:t>
          </a:r>
        </a:p>
      </dgm:t>
    </dgm:pt>
    <dgm:pt modelId="1019">
      <dgm:t>
        <a:p>
          <a:r>
            <a:t>n1019</a:t>
          </a:r>
        </a:p>
      </dgm:t>
    </dgm:pt>
    <dgm:pt modelId="1020">
      <dgm:t>
        <a:p>
          <a:r>
            <a:t>n1020</a:t>
          </a:r>
        </a:p>
      </dgm:t>
    </dgm:pt>
    <dgm:pt modelId="1021">
      <dgm:t>
        <a:p>
          <a:r>
            <a:t>n1021</a:t>
          </a:r>
        </a:p>
      </dgm:t>
    </dgm:pt>
    <dgm:pt modelId="1022">
      <dgm:t>
        <a:p>
          <a:r>
            <a:t>n1022</a:t>
          </a:r>
        </a:p>
      </dgm:t>
    </dgm:pt>
    <dgm:pt modelId="1023">
      <dgm:t>
        <a:p>
          <a:r>
            <a:t>n1023</a:t>
          </a:r>
        </a:p>
      </dgm:t>
    </dgm:pt>
    <dgm:pt modelId="1024">
      <dgm:t>
        <a:p>
          <a:r>
            <a:t>n1024</a:t>
          </a:r>
        </a:p>
      </dgm:t>
    </dgm:pt>
    <dgm:pt modelId="1025">
      <dgm:t>
        <a:p>
          <a:r>
            <a:t>n1025</a:t>
          </a:r>
        </a:p>
      </dgm:t>
    </dgm:pt>
    <dgm:pt modelId="1026">
      <dgm:t>
        <a:p>
          <a:r>
            <a:t>n1026</a:t>
          </a:r>
        </a:p>
      </dgm:t>
    </dgm:pt>
    <dgm:pt modelId="1027">
      <dgm:t>
        <a:p>
          <a:r>
            <a:t>n1027</a:t>
          </a:r>
        </a:p>
      </dgm:t>
    </dgm:pt>
    <dgm:pt modelId="1028">
      <dgm:t>
        <a:p>
          <a:r>
            <a:t>n1028</a:t>
          </a:r>
        </a:p>
      </dgm:t>
    </dgm:pt>
    <dgm:pt modelId="1029">
      <dgm:t>
        <a:p>
          <a:r>
            <a:t>n1029</a:t>
          </a:r>
        </a:p>
      </dgm:t>
    </dgm:pt>
    <dgm:pt modelId="1030">
      <dgm:t>
        <a:p>
          <a:r>
            <a:t>n1030</a:t>
          </a:r>
        </a:p>
      </dgm:t>
    </dgm:pt>
    <dgm:pt modelId="1031">
      <dgm:t>
        <a:p>
          <a:r>
            <a:t>n1031</a:t>
          </a:r>
        </a:p>
      </dgm:t>
    </dgm:pt>
    <dgm:pt modelId="1032">
      <dgm:t>
        <a:p>
          <a:r>
            <a:t>n1032</a:t>
          </a:r>
        </a:p>
      </dgm:t>
    </dgm:pt>
    <dgm:pt modelId="1033">
      <dgm:t>
        <a:p>
          <a:r>
            <a:t>n1033</a:t>
          </a:r>
        </a:p>
      </dgm:t>
    </dgm:pt>
    <dgm:pt modelId="1034">
      <dgm:t>
        <a:p>
          <a:r>
            <a:t>n1034</a:t>
          </a:r>
        </a:p>
      </dgm:t>
    </dgm:pt>
    <dgm:pt modelId="1035">
      <dgm:t>
        <a:p>
          <a:r>
            <a:t>n1035</a:t>
          </a:r>
        </a:p>
      </dgm:t>
    </dgm:pt>
    <dgm:pt modelId="1036">
      <dgm:t>
        <a:p>
          <a:r>
            <a:t>n1036</a:t>
          </a:r>
        </a:p>
      </dgm:t>
    </dgm:pt>
    <dgm:pt modelId="1037">
      <dgm:t>
        <a:p>
          <a:r>
            <a:t>n1037</a:t>
          </a:r>
        </a:p>
      </dgm:t>
    </dgm:pt>
    <dgm:pt modelId="1038">
      <dgm:t>
        <a:p>
          <a:r>
            <a:t>n1038</a:t>
          </a:r>
        </a:p>
      </dgm:t>
    </dgm:pt>
    <dgm:pt modelId="1039">
      <dgm:t>
        <a:p>
          <a:r>
            <a:t>n1039</a:t>
          </a:r>
        </a:p>
      </dgm:t>
    </dgm:pt>
    <dgm:pt modelId="1040">
      <dgm:t>
        <a:p>
          <a:r>
            <a:t>n1040</a:t>
          </a:r>
        </a:p>
      </dgm:t>
    </dgm:pt>
    <dgm:pt modelId="1041">
      <dgm:t>
        <a:p>
          <a:r>
            <a:t>n1041</a:t>
          </a:r>
        </a:p>
      </dgm:t>
    </dgm:pt>
    <dgm:pt modelId="1042">
      <dgm:t>
        <a:p>
          <a:r>
            <a:t>n1042</a:t>
          </a:r>
        </a:p>
      </dgm:t>
    </dgm:pt>
    <dgm:pt modelId="1043">
      <dgm:t>
        <a:p>
          <a:r>
            <a:t>n1043</a:t>
          </a:r>
        </a:p>
      </dgm:t>
    </dgm:pt>
    <dgm:pt modelId="1044">
      <dgm:t>
        <a:p>
          <a:r>
            <a:t>n1044</a:t>
          </a:r>
        </a:p>
      </dgm:t>
    </dgm:pt>
    <dgm:pt modelId="1045">
      <dgm:t>
        <a:p>
          <a:r>
            <a:t>n1045</a:t>
          </a:r>
        </a:p>
      </dgm:t>
    </dgm:pt>
    <dgm:pt modelId="1046">
      <dgm:t>
        <a:p>
          <a:r>
            <a:t>n1046</a:t>
          </a:r>
        </a:p>
      </dgm:t>
    </dgm:pt>
    <dgm:pt modelId="1047">
      <dgm:t>
        <a:p>
          <a:r>
            <a:t>n1047</a:t>
          </a:r>
        </a:p>
      </dgm:t>
    </dgm:pt>
    <dgm:pt modelId="1048">
      <dgm:t>
        <a:p>
          <a:r>
            <a:t>n1048</a:t>
          </a:r>
        </a:p>
      </dgm:t>
    </dgm:pt>
    <dgm:pt modelId="1049">
      <dgm:t>
        <a:p>
          <a:r>
            <a:t>n1049</a:t>
          </a:r>
        </a:p>
      </dgm:t>
    </dgm:pt>
    <dgm:pt modelId="1050">
      <dgm:t>
        <a:p>
          <a:r>
            <a:t>n1050</a:t>
          </a:r>
        </a:p>
      </dgm:t>
    </dgm:pt>
    <dgm:pt modelId="1051">
      <dgm:t>
        <a:p>
          <a:r>
            <a:t>n1051</a:t>
          </a:r>
        </a:p>
      </dgm:t>
    </dgm:pt>
    <dgm:pt modelId="1052">
      <dgm:t>
        <a:p>
          <a:r>
            <a:t>n1052</a:t>
          </a:r>
        </a:p>
      </dgm:t>
    </dgm:pt>
    <dgm:pt modelId="1053">
      <dgm:t>
        <a:p>
          <a:r>
            <a:t>n1053</a:t>
          </a:r>
        </a:p>
      </dgm:t>
    </dgm:pt>
    <dgm:pt modelId="1054">
      <dgm:t>
        <a:p>
          <a:r>
            <a:t>n1054</a:t>
          </a:r>
        </a:p>
      </dgm:t>
    </dgm:pt>
    <dgm:pt modelId="1055">
      <dgm:t>
        <a:p>
          <a:r>
            <a:t>n1055</a:t>
          </a:r>
        </a:p>
      </dgm:t>
    </dgm:pt>
    <dgm:pt modelId="1056">
      <dgm:t>
        <a:p>
          <a:r>
            <a:t>n1056</a:t>
          </a:r>
        </a:p>
      </dgm:t>
    </dgm:pt>
    <dgm:pt modelId="1057">
      <dgm:t>
        <a:p>
          <a:r>
            <a:t>n1057</a:t>
          </a:r>
        </a:p>
      </dgm:t>
    </dgm:pt>
    <dgm:pt modelId="1058">
      <dgm:t>
        <a:p>
          <a:r>
            <a:t>n1058</a:t>
          </a:r>
        </a:p>
      </dgm:t>
    </dgm:pt>
    <dgm:pt modelId="1059">
      <dgm:t>
        <a:p>
          <a:r>
            <a:t>n1059</a:t>
          </a:r>
        </a:p>
      </dgm:t>
    </dgm:pt>
    <dgm:pt modelId="1060">
      <dgm:t>
        <a:p>
          <a:r>
            <a:t>n1060</a:t>
          </a:r>
        </a:p>
      </dgm:t>
    </dgm:pt>
    <dgm:pt modelId="1061">
      <dgm:t>
        <a:p>
          <a:r>
            <a:t>n1061</a:t>
          </a:r>
        </a:p>
      </dgm:t>
    </dgm:pt>
    <dgm:pt modelId="1062">
      <dgm:t>
        <a:p>
          <a:r>
            <a:t>n1062</a:t>
          </a:r>
        </a:p>
      </dgm:t>
    </dgm:pt>
    <dgm:pt modelId="1063">
      <dgm:t>
        <a:p>
          <a:r>
            <a:t>n1063</a:t>
          </a:r>
        </a:p>
      </dgm:t>
    </dgm:pt>
    <dgm:pt modelId="1064">
      <dgm:t>
        <a:p>
          <a:r>
            <a:t>n1064</a:t>
          </a:r>
        </a:p>
      </dgm:t>
    </dgm:pt>
    <dgm:pt modelId="1065">
      <dgm:t>
        <a:p>
          <a:r>
            <a:t>n1065</a:t>
          </a:r>
        </a:p>
      </dgm:t>
    </dgm:pt>
    <dgm:pt modelId="1066">
      <dgm:t>
        <a:p>
          <a:r>
            <a:t>n1066</a:t>
          </a:r>
        </a:p>
      </dgm:t>
    </dgm:pt>
    <dgm:pt modelId="1067">
      <dgm:t>
        <a:p>
          <a:r>
            <a:t>n1067</a:t>
          </a:r>
        </a:p>
      </dgm:t>
    </dgm:pt>
    <dgm:pt modelId="1068">
      <dgm:t>
        <a:p>
          <a:r>
            <a:t>n1068</a:t>
          </a:r>
        </a:p>
      </dgm:t>
    </dgm:pt>
    <dgm:pt modelId="1069">
      <dgm:t>
        <a:p>
          <a:r>
            <a:t>n1069</a:t>
          </a:r>
        </a:p>
      </dgm:t>
    </dgm:pt>
    <dgm:pt modelId="1070">
      <dgm:t>
        <a:p>
          <a:r>
            <a:t>n1070</a:t>
          </a:r>
        </a:p>
      </dgm:t>
    </dgm:pt>
    <dgm:pt modelId="1071">
      <dgm:t>
        <a:p>
          <a:r>
            <a:t>n1071</a:t>
          </a:r>
        </a:p>
      </dgm:t>
    </dgm:pt>
    <dgm:pt modelId="1072">
      <dgm:t>
        <a:p>
          <a:r>
            <a:t>n1072</a:t>
          </a:r>
        </a:p>
      </dgm:t>
    </dgm:pt>
    <dgm:pt modelId="1073">
      <dgm:t>
        <a:p>
          <a:r>
            <a:t>n1073</a:t>
          </a:r>
        </a:p>
      </dgm:t>
    </dgm:pt>
    <dgm:pt modelId="1074">
      <dgm:t>
        <a:p>
          <a:r>
            <a:t>n1074</a:t>
          </a:r>
        </a:p>
      </dgm:t>
    </dgm:pt>
    <dgm:pt modelId="1075">
      <dgm:t>
        <a:p>
          <a:r>
            <a:t>n1075</a:t>
          </a:r>
        </a:p>
      </dgm:t>
    </dgm:pt>
    <dgm:pt modelId="1076">
      <dgm:t>
        <a:p>
          <a:r>
            <a:t>n1076</a:t>
          </a:r>
        </a:p>
      </dgm:t>
    </dgm:pt>
    <dgm:pt modelId="1077">
      <dgm:t>
        <a:p>
          <a:r>
            <a:t>n1077</a:t>
          </a:r>
        </a:p>
      </dgm:t>
    </dgm:pt>
    <dgm:pt modelId="1078">
      <dgm:t>
        <a:p>
          <a:r>
            <a:t>n1078</a:t>
          </a:r>
        </a:p>
      </dgm:t>
    </dgm:pt>
    <dgm:pt modelId="1079">
      <dgm:t>
        <a:p>
          <a:r>
            <a:t>n1079</a:t>
          </a:r>
        </a:p>
      </dgm:t>
    </dgm:pt>
    <dgm:pt modelId="1080">
      <dgm:t>
        <a:p>
          <a:r>
            <a:t>n1080</a:t>
          </a:r>
        </a:p>
      </dgm:t>
    </dgm:pt>
    <dgm:pt modelId="1081">
      <dgm:t>
        <a:p>
          <a:r>
            <a:t>n1081</a:t>
          </a:r>
        </a:p>
      </dgm:t>
    </dgm:pt>
    <dgm:pt modelId="1082">
      <dgm:t>
        <a:p>
          <a:r>
            <a:t>n1082</a:t>
          </a:r>
        </a:p>
      </dgm:t>
    </dgm:pt>
    <dgm:pt modelId="1083">
      <dgm:t>
        <a:p>
          <a:r>
            <a:t>n1083</a:t>
          </a:r>
        </a:p>
      </dgm:t>
    </dgm:pt>
    <dgm:pt modelId="1084">
      <dgm:t>
        <a:p>
          <a:r>
            <a:t>n1084</a:t>
          </a:r>
        </a:p>
      </dgm:t>
    </dgm:pt>
    <dgm:pt modelId="1085">
      <dgm:t>
        <a:p>
          <a:r>
            <a:t>n1085</a:t>
          </a:r>
        </a:p>
      </dgm:t>
    </dgm:pt>
    <dgm:pt modelId="1086">
      <dgm:t>
        <a:p>
          <a:r>
            <a:t>n1086</a:t>
          </a:r>
        </a:p>
      </dgm:t>
    </dgm:pt>
    <dgm:pt modelId="1087">
      <dgm:t>
        <a:p>
          <a:r>
            <a:t>n1087</a:t>
          </a:r>
        </a:p>
      </dgm:t>
    </dgm:pt>
    <dgm:pt modelId="1088">
      <dgm:t>
        <a:p>
          <a:r>
            <a:t>n1088</a:t>
          </a:r>
        </a:p>
      </dgm:t>
    </dgm:pt>
    <dgm:pt modelId="1089">
      <dgm:t>
        <a:p>
          <a:r>
            <a:t>n1089</a:t>
          </a:r>
        </a:p>
      </dgm:t>
    </dgm:pt>
    <dgm:pt modelId="1090">
      <dgm:t>
        <a:p>
          <a:r>
            <a:t>n1090</a:t>
          </a:r>
        </a:p>
      </dgm:t>
    </dgm:pt>
    <dgm:pt modelId="1091">
      <dgm:t>
        <a:p>
          <a:r>
            <a:t>n1091</a:t>
          </a:r>
        </a:p>
      </dgm:t>
    </dgm:pt>
    <dgm:pt modelId="1092">
      <dgm:t>
        <a:p>
          <a:r>
            <a:t>n1092</a:t>
          </a:r>
        </a:p>
      </dgm:t>
    </dgm:pt>
    <dgm:pt modelId="1093">
      <dgm:t>
        <a:p>
          <a:r>
            <a:t>n1093</a:t>
          </a:r>
        </a:p>
      </dgm:t>
    </dgm:pt>
    <dgm:pt modelId="1094">
      <dgm:t>
        <a:p>
          <a:r>
            <a:t>n1094</a:t>
          </a:r>
        </a:p>
      </dgm:t>
    </dgm:pt>
    <dgm:pt modelId="1095">
      <dgm:t>
        <a:p>
          <a:r>
            <a:t>n1095</a:t>
          </a:r>
        </a:p>
      </dgm:t>
    </dgm:pt>
    <dgm:pt modelId="1096">
      <dgm:t>
        <a:p>
          <a:r>
            <a:t>n1096</a:t>
          </a:r>
        </a:p>
      </dgm:t>
    </dgm:pt>
    <dgm:pt modelId="1097">
      <dgm:t>
        <a:p>
          <a:r>
            <a:t>n1097</a:t>
          </a:r>
        </a:p>
      </dgm:t>
    </dgm:pt>
    <dgm:pt modelId="1098">
      <dgm:t>
        <a:p>
          <a:r>
            <a:t>n1098</a:t>
          </a:r>
        </a:p>
      </dgm:t>
    </dgm:pt>
    <dgm:pt modelId="1099">
      <dgm:t>
        <a:p>
          <a:r>
            <a:t>n1099</a:t>
          </a:r>
        </a:p>
      </dgm:t>
    </dgm:pt>
    <dgm:pt modelId="1100">
      <dgm:t>
        <a:p>
          <a:r>
            <a:t>n1100</a:t>
          </a:r>
        </a:p>
      </dgm:t>
    </dgm:pt>
    <dgm:pt modelId="1101">
      <dgm:t>
        <a:p>
          <a:r>
            <a:t>n1101</a:t>
          </a:r>
        </a:p>
      </dgm:t>
    </dgm:pt>
    <dgm:pt modelId="1102">
      <dgm:t>
        <a:p>
          <a:r>
            <a:t>n1102</a:t>
          </a:r>
        </a:p>
      </dgm:t>
    </dgm:pt>
    <dgm:pt modelId="1103">
      <dgm:t>
        <a:p>
          <a:r>
            <a:t>n1103</a:t>
          </a:r>
        </a:p>
      </dgm:t>
    </dgm:pt>
    <dgm:pt modelId="1104">
      <dgm:t>
        <a:p>
          <a:r>
            <a:t>n1104</a:t>
          </a:r>
        </a:p>
      </dgm:t>
    </dgm:pt>
    <dgm:pt modelId="1105">
      <dgm:t>
        <a:p>
          <a:r>
            <a:t>n1105</a:t>
          </a:r>
        </a:p>
      </dgm:t>
    </dgm:pt>
    <dgm:pt modelId="1106">
      <dgm:t>
        <a:p>
          <a:r>
            <a:t>n1106</a:t>
          </a:r>
        </a:p>
      </dgm:t>
    </dgm:pt>
    <dgm:pt modelId="1107">
      <dgm:t>
        <a:p>
          <a:r>
            <a:t>n1107</a:t>
          </a:r>
        </a:p>
      </dgm:t>
    </dgm:pt>
    <dgm:pt modelId="1108">
      <dgm:t>
        <a:p>
          <a:r>
            <a:t>n1108</a:t>
          </a:r>
        </a:p>
      </dgm:t>
    </dgm:pt>
    <dgm:pt modelId="1109">
      <dgm:t>
        <a:p>
          <a:r>
            <a:t>n1109</a:t>
          </a:r>
        </a:p>
      </dgm:t>
    </dgm:pt>
    <dgm:pt modelId="1110">
      <dgm:t>
        <a:p>
          <a:r>
            <a:t>n1110</a:t>
          </a:r>
        </a:p>
      </dgm:t>
    </dgm:pt>
    <dgm:pt modelId="1111">
      <dgm:t>
        <a:p>
          <a:r>
            <a:t>n1111</a:t>
          </a:r>
        </a:p>
      </dgm:t>
    </dgm:pt>
    <dgm:pt modelId="1112">
      <dgm:t>
        <a:p>
          <a:r>
            <a:t>n1112</a:t>
          </a:r>
        </a:p>
      </dgm:t>
    </dgm:pt>
    <dgm:pt modelId="1113">
      <dgm:t>
        <a:p>
          <a:r>
            <a:t>n1113</a:t>
          </a:r>
        </a:p>
      </dgm:t>
    </dgm:pt>
    <dgm:pt modelId="1114">
      <dgm:t>
        <a:p>
          <a:r>
            <a:t>n1114</a:t>
          </a:r>
        </a:p>
      </dgm:t>
    </dgm:pt>
    <dgm:pt modelId="1115">
      <dgm:t>
        <a:p>
          <a:r>
            <a:t>n1115</a:t>
          </a:r>
        </a:p>
      </dgm:t>
    </dgm:pt>
    <dgm:pt modelId="1116">
      <dgm:t>
        <a:p>
          <a:r>
            <a:t>n1116</a:t>
          </a:r>
        </a:p>
      </dgm:t>
    </dgm:pt>
    <dgm:pt modelId="1117">
      <dgm:t>
        <a:p>
          <a:r>
            <a:t>n1117</a:t>
          </a:r>
        </a:p>
      </dgm:t>
    </dgm:pt>
    <dgm:pt modelId="1118">
      <dgm:t>
        <a:p>
          <a:r>
            <a:t>n1118</a:t>
          </a:r>
        </a:p>
      </dgm:t>
    </dgm:pt>
    <dgm:pt modelId="1119">
      <dgm:t>
        <a:p>
          <a:r>
            <a:t>n1119</a:t>
          </a:r>
        </a:p>
      </dgm:t>
    </dgm:pt>
    <dgm:pt modelId="1120">
      <dgm:t>
        <a:p>
          <a:r>
            <a:t>n1120</a:t>
          </a:r>
        </a:p>
      </dgm:t>
    </dgm:pt>
    <dgm:pt modelId="1121">
      <dgm:t>
        <a:p>
          <a:r>
            <a:t>n1121</a:t>
          </a:r>
        </a:p>
      </dgm:t>
    </dgm:pt>
    <dgm:pt modelId="1122">
      <dgm:t>
        <a:p>
          <a:r>
            <a:t>n1122</a:t>
          </a:r>
        </a:p>
      </dgm:t>
    </dgm:pt>
    <dgm:pt modelId="1123">
      <dgm:t>
        <a:p>
          <a:r>
            <a:t>n1123</a:t>
          </a:r>
        </a:p>
      </dgm:t>
    </dgm:pt>
    <dgm:pt modelId="1124">
      <dgm:t>
        <a:p>
          <a:r>
            <a:t>n1124</a:t>
          </a:r>
        </a:p>
      </dgm:t>
    </dgm:pt>
    <dgm:pt modelId="1125">
      <dgm:t>
        <a:p>
          <a:r>
            <a:t>n1125</a:t>
          </a:r>
        </a:p>
      </dgm:t>
    </dgm:pt>
    <dgm:pt modelId="1126">
      <dgm:t>
        <a:p>
          <a:r>
            <a:t>n1126</a:t>
          </a:r>
        </a:p>
      </dgm:t>
    </dgm:pt>
    <dgm:pt modelId="1127">
      <dgm:t>
        <a:p>
          <a:r>
            <a:t>n1127</a:t>
          </a:r>
        </a:p>
      </dgm:t>
    </dgm:pt>
    <dgm:pt modelId="1128">
      <dgm:t>
        <a:p>
          <a:r>
            <a:t>n1128</a:t>
          </a:r>
        </a:p>
      </dgm:t>
    </dgm:pt>
    <dgm:pt modelId="1129">
      <dgm:t>
        <a:p>
          <a:r>
            <a:t>n1129</a:t>
          </a:r>
        </a:p>
      </dgm:t>
    </dgm:pt>
    <dgm:pt modelId="1130">
      <dgm:t>
        <a:p>
          <a:r>
            <a:t>n1130</a:t>
          </a:r>
        </a:p>
      </dgm:t>
    </dgm:pt>
    <dgm:pt modelId="1131">
      <dgm:t>
        <a:p>
          <a:r>
            <a:t>n1131</a:t>
          </a:r>
        </a:p>
      </dgm:t>
    </dgm:pt>
    <dgm:pt modelId="1132">
      <dgm:t>
        <a:p>
          <a:r>
            <a:t>n1132</a:t>
          </a:r>
        </a:p>
      </dgm:t>
    </dgm:pt>
    <dgm:pt modelId="1133">
      <dgm:t>
        <a:p>
          <a:r>
            <a:t>n1133</a:t>
          </a:r>
        </a:p>
      </dgm:t>
    </dgm:pt>
    <dgm:pt modelId="1134">
      <dgm:t>
        <a:p>
          <a:r>
            <a:t>n1134</a:t>
          </a:r>
        </a:p>
      </dgm:t>
    </dgm:pt>
    <dgm:pt modelId="1135">
      <dgm:t>
        <a:p>
          <a:r>
            <a:t>n1135</a:t>
          </a:r>
        </a:p>
      </dgm:t>
    </dgm:pt>
    <dgm:pt modelId="1136">
      <dgm:t>
        <a:p>
          <a:r>
            <a:t>n1136</a:t>
          </a:r>
        </a:p>
      </dgm:t>
    </dgm:pt>
    <dgm:pt modelId="1137">
      <dgm:t>
        <a:p>
          <a:r>
            <a:t>n1137</a:t>
          </a:r>
        </a:p>
      </dgm:t>
    </dgm:pt>
    <dgm:pt modelId="1138">
      <dgm:t>
        <a:p>
          <a:r>
            <a:t>n1138</a:t>
          </a:r>
        </a:p>
      </dgm:t>
    </dgm:pt>
    <dgm:pt modelId="1139">
      <dgm:t>
        <a:p>
          <a:r>
            <a:t>n1139</a:t>
          </a:r>
        </a:p>
      </dgm:t>
    </dgm:pt>
    <dgm:pt modelId="1140">
      <dgm:t>
        <a:p>
          <a:r>
            <a:t>n1140</a:t>
          </a:r>
        </a:p>
      </dgm:t>
    </dgm:pt>
    <dgm:pt modelId="1141">
      <dgm:t>
        <a:p>
          <a:r>
            <a:t>n1141</a:t>
          </a:r>
        </a:p>
      </dgm:t>
    </dgm:pt>
    <dgm:pt modelId="1142">
      <dgm:t>
        <a:p>
          <a:r>
            <a:t>n1142</a:t>
          </a:r>
        </a:p>
      </dgm:t>
    </dgm:pt>
    <dgm:pt modelId="1143">
      <dgm:t>
        <a:p>
          <a:r>
            <a:t>n1143</a:t>
          </a:r>
        </a:p>
      </dgm:t>
    </dgm:pt>
    <dgm:pt modelId="1144">
      <dgm:t>
        <a:p>
          <a:r>
            <a:t>n1144</a:t>
          </a:r>
        </a:p>
      </dgm:t>
    </dgm:pt>
    <dgm:pt modelId="1145">
      <dgm:t>
        <a:p>
          <a:r>
            <a:t>n1145</a:t>
          </a:r>
        </a:p>
      </dgm:t>
    </dgm:pt>
    <dgm:pt modelId="1146">
      <dgm:t>
        <a:p>
          <a:r>
            <a:t>n1146</a:t>
          </a:r>
        </a:p>
      </dgm:t>
    </dgm:pt>
    <dgm:pt modelId="1147">
      <dgm:t>
        <a:p>
          <a:r>
            <a:t>n1147</a:t>
          </a:r>
        </a:p>
      </dgm:t>
    </dgm:pt>
    <dgm:pt modelId="1148">
      <dgm:t>
        <a:p>
          <a:r>
            <a:t>n1148</a:t>
          </a:r>
        </a:p>
      </dgm:t>
    </dgm:pt>
    <dgm:pt modelId="1149">
      <dgm:t>
        <a:p>
          <a:r>
            <a:t>n1149</a:t>
          </a:r>
        </a:p>
      </dgm:t>
    </dgm:pt>
    <dgm:pt modelId="1150">
      <dgm:t>
        <a:p>
          <a:r>
            <a:t>n1150</a:t>
          </a:r>
        </a:p>
      </dgm:t>
    </dgm:pt>
    <dgm:pt modelId="1151">
      <dgm:t>
        <a:p>
          <a:r>
            <a:t>n1151</a:t>
          </a:r>
        </a:p>
      </dgm:t>
    </dgm:pt>
    <dgm:pt modelId="1152">
      <dgm:t>
        <a:p>
          <a:r>
            <a:t>n1152</a:t>
          </a:r>
        </a:p>
      </dgm:t>
    </dgm:pt>
    <dgm:pt modelId="1153">
      <dgm:t>
        <a:p>
          <a:r>
            <a:t>n1153</a:t>
          </a:r>
        </a:p>
      </dgm:t>
    </dgm:pt>
    <dgm:pt modelId="1154">
      <dgm:t>
        <a:p>
          <a:r>
            <a:t>n1154</a:t>
          </a:r>
        </a:p>
      </dgm:t>
    </dgm:pt>
    <dgm:pt modelId="1155">
      <dgm:t>
        <a:p>
          <a:r>
            <a:t>n1155</a:t>
          </a:r>
        </a:p>
      </dgm:t>
    </dgm:pt>
    <dgm:pt modelId="1156">
      <dgm:t>
        <a:p>
          <a:r>
            <a:t>n1156</a:t>
          </a:r>
        </a:p>
      </dgm:t>
    </dgm:pt>
    <dgm:pt modelId="1157">
      <dgm:t>
        <a:p>
          <a:r>
            <a:t>n1157</a:t>
          </a:r>
        </a:p>
      </dgm:t>
    </dgm:pt>
    <dgm:pt modelId="1158">
      <dgm:t>
        <a:p>
          <a:r>
            <a:t>n1158</a:t>
          </a:r>
        </a:p>
      </dgm:t>
    </dgm:pt>
    <dgm:pt modelId="1159">
      <dgm:t>
        <a:p>
          <a:r>
            <a:t>n1159</a:t>
          </a:r>
        </a:p>
      </dgm:t>
    </dgm:pt>
    <dgm:pt modelId="1160">
      <dgm:t>
        <a:p>
          <a:r>
            <a:t>n1160</a:t>
          </a:r>
        </a:p>
      </dgm:t>
    </dgm:pt>
    <dgm:pt modelId="1161">
      <dgm:t>
        <a:p>
          <a:r>
            <a:t>n1161</a:t>
          </a:r>
        </a:p>
      </dgm:t>
    </dgm:pt>
    <dgm:pt modelId="1162">
      <dgm:t>
        <a:p>
          <a:r>
            <a:t>n1162</a:t>
          </a:r>
        </a:p>
      </dgm:t>
    </dgm:pt>
    <dgm:pt modelId="1163">
      <dgm:t>
        <a:p>
          <a:r>
            <a:t>n1163</a:t>
          </a:r>
        </a:p>
      </dgm:t>
    </dgm:pt>
    <dgm:pt modelId="1164">
      <dgm:t>
        <a:p>
          <a:r>
            <a:t>n1164</a:t>
          </a:r>
        </a:p>
      </dgm:t>
    </dgm:pt>
    <dgm:pt modelId="1165">
      <dgm:t>
        <a:p>
          <a:r>
            <a:t>n1165</a:t>
          </a:r>
        </a:p>
      </dgm:t>
    </dgm:pt>
    <dgm:pt modelId="1166">
      <dgm:t>
        <a:p>
          <a:r>
            <a:t>n1166</a:t>
          </a:r>
        </a:p>
      </dgm:t>
    </dgm:pt>
    <dgm:pt modelId="1167">
      <dgm:t>
        <a:p>
          <a:r>
            <a:t>n1167</a:t>
          </a:r>
        </a:p>
      </dgm:t>
    </dgm:pt>
    <dgm:pt modelId="1168">
      <dgm:t>
        <a:p>
          <a:r>
            <a:t>n1168</a:t>
          </a:r>
        </a:p>
      </dgm:t>
    </dgm:pt>
    <dgm:pt modelId="1169">
      <dgm:t>
        <a:p>
          <a:r>
            <a:t>n1169</a:t>
          </a:r>
        </a:p>
      </dgm:t>
    </dgm:pt>
    <dgm:pt modelId="1170">
      <dgm:t>
        <a:p>
          <a:r>
            <a:t>n1170</a:t>
          </a:r>
        </a:p>
      </dgm:t>
    </dgm:pt>
    <dgm:pt modelId="1171">
      <dgm:t>
        <a:p>
          <a:r>
            <a:t>n1171</a:t>
          </a:r>
        </a:p>
      </dgm:t>
    </dgm:pt>
    <dgm:pt modelId="1172">
      <dgm:t>
        <a:p>
          <a:r>
            <a:t>n1172</a:t>
          </a:r>
        </a:p>
      </dgm:t>
    </dgm:pt>
    <dgm:pt modelId="1173">
      <dgm:t>
        <a:p>
          <a:r>
            <a:t>n1173</a:t>
          </a:r>
        </a:p>
      </dgm:t>
    </dgm:pt>
    <dgm:pt modelId="1174">
      <dgm:t>
        <a:p>
          <a:r>
            <a:t>n1174</a:t>
          </a:r>
        </a:p>
      </dgm:t>
    </dgm:pt>
    <dgm:pt modelId="1175">
      <dgm:t>
        <a:p>
          <a:r>
            <a:t>n1175</a:t>
          </a:r>
        </a:p>
      </dgm:t>
    </dgm:pt>
    <dgm:pt modelId="1176">
      <dgm:t>
        <a:p>
          <a:r>
            <a:t>n1176</a:t>
          </a:r>
        </a:p>
      </dgm:t>
    </dgm:pt>
    <dgm:pt modelId="1177">
      <dgm:t>
        <a:p>
          <a:r>
            <a:t>n1177</a:t>
          </a:r>
        </a:p>
      </dgm:t>
    </dgm:pt>
    <dgm:pt modelId="1178">
      <dgm:t>
        <a:p>
          <a:r>
            <a:t>n1178</a:t>
          </a:r>
        </a:p>
      </dgm:t>
    </dgm:pt>
    <dgm:pt modelId="1179">
      <dgm:t>
        <a:p>
          <a:r>
            <a:t>n1179</a:t>
          </a:r>
        </a:p>
      </dgm:t>
    </dgm:pt>
    <dgm:pt modelId="1180">
      <dgm:t>
        <a:p>
          <a:r>
            <a:t>n1180</a:t>
          </a:r>
        </a:p>
      </dgm:t>
    </dgm:pt>
    <dgm:pt modelId="1181">
      <dgm:t>
        <a:p>
          <a:r>
            <a:t>n1181</a:t>
          </a:r>
        </a:p>
      </dgm:t>
    </dgm:pt>
    <dgm:pt modelId="1182">
      <dgm:t>
        <a:p>
          <a:r>
            <a:t>n1182</a:t>
          </a:r>
        </a:p>
      </dgm:t>
    </dgm:pt>
    <dgm:pt modelId="1183">
      <dgm:t>
        <a:p>
          <a:r>
            <a:t>n1183</a:t>
          </a:r>
        </a:p>
      </dgm:t>
    </dgm:pt>
    <dgm:pt modelId="1184">
      <dgm:t>
        <a:p>
          <a:r>
            <a:t>n1184</a:t>
          </a:r>
        </a:p>
      </dgm:t>
    </dgm:pt>
    <dgm:pt modelId="1185">
      <dgm:t>
        <a:p>
          <a:r>
            <a:t>n1185</a:t>
          </a:r>
        </a:p>
      </dgm:t>
    </dgm:pt>
    <dgm:pt modelId="1186">
      <dgm:t>
        <a:p>
          <a:r>
            <a:t>n1186</a:t>
          </a:r>
        </a:p>
      </dgm:t>
    </dgm:pt>
    <dgm:pt modelId="1187">
      <dgm:t>
        <a:p>
          <a:r>
            <a:t>n1187</a:t>
          </a:r>
        </a:p>
      </dgm:t>
    </dgm:pt>
    <dgm:pt modelId="1188">
      <dgm:t>
        <a:p>
          <a:r>
            <a:t>n1188</a:t>
          </a:r>
        </a:p>
      </dgm:t>
    </dgm:pt>
    <dgm:pt modelId="1189">
      <dgm:t>
        <a:p>
          <a:r>
            <a:t>n1189</a:t>
          </a:r>
        </a:p>
      </dgm:t>
    </dgm:pt>
    <dgm:pt modelId="1190">
      <dgm:t>
        <a:p>
          <a:r>
            <a:t>n1190</a:t>
          </a:r>
        </a:p>
      </dgm:t>
    </dgm:pt>
    <dgm:pt modelId="1191">
      <dgm:t>
        <a:p>
          <a:r>
            <a:t>n1191</a:t>
          </a:r>
        </a:p>
      </dgm:t>
    </dgm:pt>
    <dgm:pt modelId="1192">
      <dgm:t>
        <a:p>
          <a:r>
            <a:t>n1192</a:t>
          </a:r>
        </a:p>
      </dgm:t>
    </dgm:pt>
    <dgm:pt modelId="1193">
      <dgm:t>
        <a:p>
          <a:r>
            <a:t>n1193</a:t>
          </a:r>
        </a:p>
      </dgm:t>
    </dgm:pt>
    <dgm:pt modelId="1194">
      <dgm:t>
        <a:p>
          <a:r>
            <a:t>n1194</a:t>
          </a:r>
        </a:p>
      </dgm:t>
    </dgm:pt>
    <dgm:pt modelId="1195">
      <dgm:t>
        <a:p>
          <a:r>
            <a:t>n1195</a:t>
          </a:r>
        </a:p>
      </dgm:t>
    </dgm:pt>
    <dgm:pt modelId="1196">
      <dgm:t>
        <a:p>
          <a:r>
            <a:t>n1196</a:t>
          </a:r>
        </a:p>
      </dgm:t>
    </dgm:pt>
    <dgm:pt modelId="1197">
      <dgm:t>
        <a:p>
          <a:r>
            <a:t>n1197</a:t>
          </a:r>
        </a:p>
      </dgm:t>
    </dgm:pt>
    <dgm:pt modelId="1198">
      <dgm:t>
        <a:p>
          <a:r>
            <a:t>n1198</a:t>
          </a:r>
        </a:p>
      </dgm:t>
    </dgm:pt>
    <dgm:pt modelId="1199">
      <dgm:t>
        <a:p>
          <a:r>
            <a:t>n1199</a:t>
          </a:r>
        </a:p>
      </dgm:t>
    </dgm:pt>
    <dgm:pt modelId="1200">
      <dgm:t>
        <a:p>
          <a:r>
            <a:t>n1200</a:t>
          </a:r>
        </a:p>
      </dgm:t>
    </dgm:pt>
    <dgm:pt modelId="1201">
      <dgm:t>
        <a:p>
          <a:r>
            <a:t>n1201</a:t>
          </a:r>
        </a:p>
      </dgm:t>
    </dgm:pt>
    <dgm:pt modelId="1202">
      <dgm:t>
        <a:p>
          <a:r>
            <a:t>n1202</a:t>
          </a:r>
        </a:p>
      </dgm:t>
    </dgm:pt>
    <dgm:pt modelId="1203">
      <dgm:t>
        <a:p>
          <a:r>
            <a:t>n1203</a:t>
          </a:r>
        </a:p>
      </dgm:t>
    </dgm:pt>
    <dgm:pt modelId="1204">
      <dgm:t>
        <a:p>
          <a:r>
            <a:t>n1204</a:t>
          </a:r>
        </a:p>
      </dgm:t>
    </dgm:pt>
    <dgm:pt modelId="1205">
      <dgm:t>
        <a:p>
          <a:r>
            <a:t>n1205</a:t>
          </a:r>
        </a:p>
      </dgm:t>
    </dgm:pt>
    <dgm:pt modelId="1206">
      <dgm:t>
        <a:p>
          <a:r>
            <a:t>n1206</a:t>
          </a:r>
        </a:p>
      </dgm:t>
    </dgm:pt>
    <dgm:pt modelId="1207">
      <dgm:t>
        <a:p>
          <a:r>
            <a:t>n1207</a:t>
          </a:r>
        </a:p>
      </dgm:t>
    </dgm:pt>
    <dgm:pt modelId="1208">
      <dgm:t>
        <a:p>
          <a:r>
            <a:t>n1208</a:t>
          </a:r>
        </a:p>
      </dgm:t>
    </dgm:pt>
    <dgm:pt modelId="1209">
      <dgm:t>
        <a:p>
          <a:r>
            <a:t>n1209</a:t>
          </a:r>
        </a:p>
      </dgm:t>
    </dgm:pt>
    <dgm:pt modelId="1210">
      <dgm:t>
        <a:p>
          <a:r>
            <a:t>n1210</a:t>
          </a:r>
        </a:p>
      </dgm:t>
    </dgm:pt>
    <dgm:pt modelId="1211">
      <dgm:t>
        <a:p>
          <a:r>
            <a:t>n1211</a:t>
          </a:r>
        </a:p>
      </dgm:t>
    </dgm:pt>
    <dgm:pt modelId="1212">
      <dgm:t>
        <a:p>
          <a:r>
            <a:t>n1212</a:t>
          </a:r>
        </a:p>
      </dgm:t>
    </dgm:pt>
    <dgm:pt modelId="1213">
      <dgm:t>
        <a:p>
          <a:r>
            <a:t>n1213</a:t>
          </a:r>
        </a:p>
      </dgm:t>
    </dgm:pt>
    <dgm:pt modelId="1214">
      <dgm:t>
        <a:p>
          <a:r>
            <a:t>n1214</a:t>
          </a:r>
        </a:p>
      </dgm:t>
    </dgm:pt>
    <dgm:pt modelId="1215">
      <dgm:t>
        <a:p>
          <a:r>
            <a:t>n1215</a:t>
          </a:r>
        </a:p>
      </dgm:t>
    </dgm:pt>
    <dgm:pt modelId="1216">
      <dgm:t>
        <a:p>
          <a:r>
            <a:t>n1216</a:t>
          </a:r>
        </a:p>
      </dgm:t>
    </dgm:pt>
    <dgm:pt modelId="1217">
      <dgm:t>
        <a:p>
          <a:r>
            <a:t>n1217</a:t>
          </a:r>
        </a:p>
      </dgm:t>
    </dgm:pt>
    <dgm:pt modelId="1218">
      <dgm:t>
        <a:p>
          <a:r>
            <a:t>n1218</a:t>
          </a:r>
        </a:p>
      </dgm:t>
    </dgm:pt>
    <dgm:pt modelId="1219">
      <dgm:t>
        <a:p>
          <a:r>
            <a:t>n1219</a:t>
          </a:r>
        </a:p>
      </dgm:t>
    </dgm:pt>
    <dgm:pt modelId="1220">
      <dgm:t>
        <a:p>
          <a:r>
            <a:t>n1220</a:t>
          </a:r>
        </a:p>
      </dgm:t>
    </dgm:pt>
    <dgm:pt modelId="1221">
      <dgm:t>
        <a:p>
          <a:r>
            <a:t>n1221</a:t>
          </a:r>
        </a:p>
      </dgm:t>
    </dgm:pt>
    <dgm:pt modelId="1222">
      <dgm:t>
        <a:p>
          <a:r>
            <a:t>n1222</a:t>
          </a:r>
        </a:p>
      </dgm:t>
    </dgm:pt>
    <dgm:pt modelId="1223">
      <dgm:t>
        <a:p>
          <a:r>
            <a:t>n1223</a:t>
          </a:r>
        </a:p>
      </dgm:t>
    </dgm:pt>
    <dgm:pt modelId="1224">
      <dgm:t>
        <a:p>
          <a:r>
            <a:t>n1224</a:t>
          </a:r>
        </a:p>
      </dgm:t>
    </dgm:pt>
    <dgm:pt modelId="1225">
      <dgm:t>
        <a:p>
          <a:r>
            <a:t>n1225</a:t>
          </a:r>
        </a:p>
      </dgm:t>
    </dgm:pt>
    <dgm:pt modelId="1226">
      <dgm:t>
        <a:p>
          <a:r>
            <a:t>n1226</a:t>
          </a:r>
        </a:p>
      </dgm:t>
    </dgm:pt>
    <dgm:pt modelId="1227">
      <dgm:t>
        <a:p>
          <a:r>
            <a:t>n1227</a:t>
          </a:r>
        </a:p>
      </dgm:t>
    </dgm:pt>
    <dgm:pt modelId="1228">
      <dgm:t>
        <a:p>
          <a:r>
            <a:t>n1228</a:t>
          </a:r>
        </a:p>
      </dgm:t>
    </dgm:pt>
    <dgm:pt modelId="1229">
      <dgm:t>
        <a:p>
          <a:r>
            <a:t>n1229</a:t>
          </a:r>
        </a:p>
      </dgm:t>
    </dgm:pt>
    <dgm:pt modelId="1230">
      <dgm:t>
        <a:p>
          <a:r>
            <a:t>n1230</a:t>
          </a:r>
        </a:p>
      </dgm:t>
    </dgm:pt>
    <dgm:pt modelId="1231">
      <dgm:t>
        <a:p>
          <a:r>
            <a:t>n1231</a:t>
          </a:r>
        </a:p>
      </dgm:t>
    </dgm:pt>
    <dgm:pt modelId="1232">
      <dgm:t>
        <a:p>
          <a:r>
            <a:t>n1232</a:t>
          </a:r>
        </a:p>
      </dgm:t>
    </dgm:pt>
    <dgm:pt modelId="1233">
      <dgm:t>
        <a:p>
          <a:r>
            <a:t>n1233</a:t>
          </a:r>
        </a:p>
      </dgm:t>
    </dgm:pt>
    <dgm:pt modelId="1234">
      <dgm:t>
        <a:p>
          <a:r>
            <a:t>n1234</a:t>
          </a:r>
        </a:p>
      </dgm:t>
    </dgm:pt>
    <dgm:pt modelId="1235">
      <dgm:t>
        <a:p>
          <a:r>
            <a:t>n1235</a:t>
          </a:r>
        </a:p>
      </dgm:t>
    </dgm:pt>
    <dgm:pt modelId="1236">
      <dgm:t>
        <a:p>
          <a:r>
            <a:t>n1236</a:t>
          </a:r>
        </a:p>
      </dgm:t>
    </dgm:pt>
    <dgm:pt modelId="1237">
      <dgm:t>
        <a:p>
          <a:r>
            <a:t>n1237</a:t>
          </a:r>
        </a:p>
      </dgm:t>
    </dgm:pt>
    <dgm:pt modelId="1238">
      <dgm:t>
        <a:p>
          <a:r>
            <a:t>n1238</a:t>
          </a:r>
        </a:p>
      </dgm:t>
    </dgm:pt>
    <dgm:pt modelId="1239">
      <dgm:t>
        <a:p>
          <a:r>
            <a:t>n1239</a:t>
          </a:r>
        </a:p>
      </dgm:t>
    </dgm:pt>
    <dgm:pt modelId="1240">
      <dgm:t>
        <a:p>
          <a:r>
            <a:t>n1240</a:t>
          </a:r>
        </a:p>
      </dgm:t>
    </dgm:pt>
    <dgm:pt modelId="1241">
      <dgm:t>
        <a:p>
          <a:r>
            <a:t>n1241</a:t>
          </a:r>
        </a:p>
      </dgm:t>
    </dgm:pt>
    <dgm:pt modelId="1242">
      <dgm:t>
        <a:p>
          <a:r>
            <a:t>n1242</a:t>
          </a:r>
        </a:p>
      </dgm:t>
    </dgm:pt>
    <dgm:pt modelId="1243">
      <dgm:t>
        <a:p>
          <a:r>
            <a:t>n1243</a:t>
          </a:r>
        </a:p>
      </dgm:t>
    </dgm:pt>
    <dgm:pt modelId="1244">
      <dgm:t>
        <a:p>
          <a:r>
            <a:t>n1244</a:t>
          </a:r>
        </a:p>
      </dgm:t>
    </dgm:pt>
    <dgm:pt modelId="1245">
      <dgm:t>
        <a:p>
          <a:r>
            <a:t>n1245</a:t>
          </a:r>
        </a:p>
      </dgm:t>
    </dgm:pt>
    <dgm:pt modelId="1246">
      <dgm:t>
        <a:p>
          <a:r>
            <a:t>n1246</a:t>
          </a:r>
        </a:p>
      </dgm:t>
    </dgm:pt>
    <dgm:pt modelId="1247">
      <dgm:t>
        <a:p>
          <a:r>
            <a:t>n1247</a:t>
          </a:r>
        </a:p>
      </dgm:t>
    </dgm:pt>
    <dgm:pt modelId="1248">
      <dgm:t>
        <a:p>
          <a:r>
            <a:t>n1248</a:t>
          </a:r>
        </a:p>
      </dgm:t>
    </dgm:pt>
    <dgm:pt modelId="1249">
      <dgm:t>
        <a:p>
          <a:r>
            <a:t>n1249</a:t>
          </a:r>
        </a:p>
      </dgm:t>
    </dgm:pt>
    <dgm:pt modelId="1250">
      <dgm:t>
        <a:p>
          <a:r>
            <a:t>n1250</a:t>
          </a:r>
        </a:p>
      </dgm:t>
    </dgm:pt>
    <dgm:pt modelId="1251">
      <dgm:t>
        <a:p>
          <a:r>
            <a:t>n1251</a:t>
          </a:r>
        </a:p>
      </dgm:t>
    </dgm:pt>
    <dgm:pt modelId="1252">
      <dgm:t>
        <a:p>
          <a:r>
            <a:t>n1252</a:t>
          </a:r>
        </a:p>
      </dgm:t>
    </dgm:pt>
    <dgm:pt modelId="1253">
      <dgm:t>
        <a:p>
          <a:r>
            <a:t>n1253</a:t>
          </a:r>
        </a:p>
      </dgm:t>
    </dgm:pt>
    <dgm:pt modelId="1254">
      <dgm:t>
        <a:p>
          <a:r>
            <a:t>n1254</a:t>
          </a:r>
        </a:p>
      </dgm:t>
    </dgm:pt>
    <dgm:pt modelId="1255">
      <dgm:t>
        <a:p>
          <a:r>
            <a:t>n1255</a:t>
          </a:r>
        </a:p>
      </dgm:t>
    </dgm:pt>
    <dgm:pt modelId="1256">
      <dgm:t>
        <a:p>
          <a:r>
            <a:t>n1256</a:t>
          </a:r>
        </a:p>
      </dgm:t>
    </dgm:pt>
    <dgm:pt modelId="1257">
      <dgm:t>
        <a:p>
          <a:r>
            <a:t>n1257</a:t>
          </a:r>
        </a:p>
      </dgm:t>
    </dgm:pt>
    <dgm:pt modelId="1258">
      <dgm:t>
        <a:p>
          <a:r>
            <a:t>n1258</a:t>
          </a:r>
        </a:p>
      </dgm:t>
    </dgm:pt>
    <dgm:pt modelId="1259">
      <dgm:t>
        <a:p>
          <a:r>
            <a:t>n1259</a:t>
          </a:r>
        </a:p>
      </dgm:t>
    </dgm:pt>
    <dgm:pt modelId="1260">
      <dgm:t>
        <a:p>
          <a:r>
            <a:t>n1260</a:t>
          </a:r>
        </a:p>
      </dgm:t>
    </dgm:pt>
    <dgm:pt modelId="1261">
      <dgm:t>
        <a:p>
          <a:r>
            <a:t>n1261</a:t>
          </a:r>
        </a:p>
      </dgm:t>
    </dgm:pt>
    <dgm:pt modelId="1262">
      <dgm:t>
        <a:p>
          <a:r>
            <a:t>n1262</a:t>
          </a:r>
        </a:p>
      </dgm:t>
    </dgm:pt>
    <dgm:pt modelId="1263">
      <dgm:t>
        <a:p>
          <a:r>
            <a:t>n1263</a:t>
          </a:r>
        </a:p>
      </dgm:t>
    </dgm:pt>
    <dgm:pt modelId="1264">
      <dgm:t>
        <a:p>
          <a:r>
            <a:t>n1264</a:t>
          </a:r>
        </a:p>
      </dgm:t>
    </dgm:pt>
    <dgm:pt modelId="1265">
      <dgm:t>
        <a:p>
          <a:r>
            <a:t>n1265</a:t>
          </a:r>
        </a:p>
      </dgm:t>
    </dgm:pt>
    <dgm:pt modelId="1266">
      <dgm:t>
        <a:p>
          <a:r>
            <a:t>n1266</a:t>
          </a:r>
        </a:p>
      </dgm:t>
    </dgm:pt>
    <dgm:pt modelId="1267">
      <dgm:t>
        <a:p>
          <a:r>
            <a:t>n1267</a:t>
          </a:r>
        </a:p>
      </dgm:t>
    </dgm:pt>
    <dgm:pt modelId="1268">
      <dgm:t>
        <a:p>
          <a:r>
            <a:t>n1268</a:t>
          </a:r>
        </a:p>
      </dgm:t>
    </dgm:pt>
    <dgm:pt modelId="1269">
      <dgm:t>
        <a:p>
          <a:r>
            <a:t>n1269</a:t>
          </a:r>
        </a:p>
      </dgm:t>
    </dgm:pt>
    <dgm:pt modelId="1270">
      <dgm:t>
        <a:p>
          <a:r>
            <a:t>n1270</a:t>
          </a:r>
        </a:p>
      </dgm:t>
    </dgm:pt>
    <dgm:pt modelId="1271">
      <dgm:t>
        <a:p>
          <a:r>
            <a:t>n1271</a:t>
          </a:r>
        </a:p>
      </dgm:t>
    </dgm:pt>
    <dgm:pt modelId="1272">
      <dgm:t>
        <a:p>
          <a:r>
            <a:t>n1272</a:t>
          </a:r>
        </a:p>
      </dgm:t>
    </dgm:pt>
    <dgm:pt modelId="1273">
      <dgm:t>
        <a:p>
          <a:r>
            <a:t>n1273</a:t>
          </a:r>
        </a:p>
      </dgm:t>
    </dgm:pt>
    <dgm:pt modelId="1274">
      <dgm:t>
        <a:p>
          <a:r>
            <a:t>n1274</a:t>
          </a:r>
        </a:p>
      </dgm:t>
    </dgm:pt>
    <dgm:pt modelId="1275">
      <dgm:t>
        <a:p>
          <a:r>
            <a:t>n1275</a:t>
          </a:r>
        </a:p>
      </dgm:t>
    </dgm:pt>
    <dgm:pt modelId="1276">
      <dgm:t>
        <a:p>
          <a:r>
            <a:t>n1276</a:t>
          </a:r>
        </a:p>
      </dgm:t>
    </dgm:pt>
    <dgm:pt modelId="1277">
      <dgm:t>
        <a:p>
          <a:r>
            <a:t>n1277</a:t>
          </a:r>
        </a:p>
      </dgm:t>
    </dgm:pt>
    <dgm:pt modelId="1278">
      <dgm:t>
        <a:p>
          <a:r>
            <a:t>n1278</a:t>
          </a:r>
        </a:p>
      </dgm:t>
    </dgm:pt>
    <dgm:pt modelId="1279">
      <dgm:t>
        <a:p>
          <a:r>
            <a:t>n1279</a:t>
          </a:r>
        </a:p>
      </dgm:t>
    </dgm:pt>
    <dgm:pt modelId="1280">
      <dgm:t>
        <a:p>
          <a:r>
            <a:t>n1280</a:t>
          </a:r>
        </a:p>
      </dgm:t>
    </dgm:pt>
    <dgm:pt modelId="1281">
      <dgm:t>
        <a:p>
          <a:r>
            <a:t>n1281</a:t>
          </a:r>
        </a:p>
      </dgm:t>
    </dgm:pt>
    <dgm:pt modelId="1282">
      <dgm:t>
        <a:p>
          <a:r>
            <a:t>n1282</a:t>
          </a:r>
        </a:p>
      </dgm:t>
    </dgm:pt>
    <dgm:pt modelId="1283">
      <dgm:t>
        <a:p>
          <a:r>
            <a:t>n1283</a:t>
          </a:r>
        </a:p>
      </dgm:t>
    </dgm:pt>
    <dgm:pt modelId="1284">
      <dgm:t>
        <a:p>
          <a:r>
            <a:t>n1284</a:t>
          </a:r>
        </a:p>
      </dgm:t>
    </dgm:pt>
    <dgm:pt modelId="1285">
      <dgm:t>
        <a:p>
          <a:r>
            <a:t>n1285</a:t>
          </a:r>
        </a:p>
      </dgm:t>
    </dgm:pt>
    <dgm:pt modelId="1286">
      <dgm:t>
        <a:p>
          <a:r>
            <a:t>n1286</a:t>
          </a:r>
        </a:p>
      </dgm:t>
    </dgm:pt>
    <dgm:pt modelId="1287">
      <dgm:t>
        <a:p>
          <a:r>
            <a:t>n1287</a:t>
          </a:r>
        </a:p>
      </dgm:t>
    </dgm:pt>
    <dgm:pt modelId="1288">
      <dgm:t>
        <a:p>
          <a:r>
            <a:t>n1288</a:t>
          </a:r>
        </a:p>
      </dgm:t>
    </dgm:pt>
    <dgm:pt modelId="1289">
      <dgm:t>
        <a:p>
          <a:r>
            <a:t>n1289</a:t>
          </a:r>
        </a:p>
      </dgm:t>
    </dgm:pt>
    <dgm:pt modelId="1290">
      <dgm:t>
        <a:p>
          <a:r>
            <a:t>n1290</a:t>
          </a:r>
        </a:p>
      </dgm:t>
    </dgm:pt>
    <dgm:pt modelId="1291">
      <dgm:t>
        <a:p>
          <a:r>
            <a:t>n1291</a:t>
          </a:r>
        </a:p>
      </dgm:t>
    </dgm:pt>
    <dgm:pt modelId="1292">
      <dgm:t>
        <a:p>
          <a:r>
            <a:t>n1292</a:t>
          </a:r>
        </a:p>
      </dgm:t>
    </dgm:pt>
    <dgm:pt modelId="1293">
      <dgm:t>
        <a:p>
          <a:r>
            <a:t>n1293</a:t>
          </a:r>
        </a:p>
      </dgm:t>
    </dgm:pt>
    <dgm:pt modelId="1294">
      <dgm:t>
        <a:p>
          <a:r>
            <a:t>n1294</a:t>
          </a:r>
        </a:p>
      </dgm:t>
    </dgm:pt>
    <dgm:pt modelId="1295">
      <dgm:t>
        <a:p>
          <a:r>
            <a:t>n1295</a:t>
          </a:r>
        </a:p>
      </dgm:t>
    </dgm:pt>
    <dgm:pt modelId="1296">
      <dgm:t>
        <a:p>
          <a:r>
            <a:t>n1296</a:t>
          </a:r>
        </a:p>
      </dgm:t>
    </dgm:pt>
    <dgm:pt modelId="1297">
      <dgm:t>
        <a:p>
          <a:r>
            <a:t>n1297</a:t>
          </a:r>
        </a:p>
      </dgm:t>
    </dgm:pt>
    <dgm:pt modelId="1298">
      <dgm:t>
        <a:p>
          <a:r>
            <a:t>n1298</a:t>
          </a:r>
        </a:p>
      </dgm:t>
    </dgm:pt>
    <dgm:pt modelId="1299">
      <dgm:t>
        <a:p>
          <a:r>
            <a:t>n1299</a:t>
          </a:r>
        </a:p>
      </dgm:t>
    </dgm:pt>
    <dgm:pt modelId="1300">
      <dgm:t>
        <a:p>
          <a:r>
            <a:t>n1300</a:t>
          </a:r>
        </a:p>
      </dgm:t>
    </dgm:pt>
    <dgm:pt modelId="1301">
      <dgm:t>
        <a:p>
          <a:r>
            <a:t>n1301</a:t>
          </a:r>
        </a:p>
      </dgm:t>
    </dgm:pt>
    <dgm:pt modelId="1302">
      <dgm:t>
        <a:p>
          <a:r>
            <a:t>n1302</a:t>
          </a:r>
        </a:p>
      </dgm:t>
    </dgm:pt>
    <dgm:pt modelId="1303">
      <dgm:t>
        <a:p>
          <a:r>
            <a:t>n1303</a:t>
          </a:r>
        </a:p>
      </dgm:t>
    </dgm:pt>
    <dgm:pt modelId="1304">
      <dgm:t>
        <a:p>
          <a:r>
            <a:t>n1304</a:t>
          </a:r>
        </a:p>
      </dgm:t>
    </dgm:pt>
    <dgm:pt modelId="1305">
      <dgm:t>
        <a:p>
          <a:r>
            <a:t>n1305</a:t>
          </a:r>
        </a:p>
      </dgm:t>
    </dgm:pt>
    <dgm:pt modelId="1306">
      <dgm:t>
        <a:p>
          <a:r>
            <a:t>n1306</a:t>
          </a:r>
        </a:p>
      </dgm:t>
    </dgm:pt>
    <dgm:pt modelId="1307">
      <dgm:t>
        <a:p>
          <a:r>
            <a:t>n1307</a:t>
          </a:r>
        </a:p>
      </dgm:t>
    </dgm:pt>
    <dgm:pt modelId="1308">
      <dgm:t>
        <a:p>
          <a:r>
            <a:t>n1308</a:t>
          </a:r>
        </a:p>
      </dgm:t>
    </dgm:pt>
    <dgm:pt modelId="1309">
      <dgm:t>
        <a:p>
          <a:r>
            <a:t>n1309</a:t>
          </a:r>
        </a:p>
      </dgm:t>
    </dgm:pt>
    <dgm:pt modelId="1310">
      <dgm:t>
        <a:p>
          <a:r>
            <a:t>n1310</a:t>
          </a:r>
        </a:p>
      </dgm:t>
    </dgm:pt>
    <dgm:pt modelId="1311">
      <dgm:t>
        <a:p>
          <a:r>
            <a:t>n1311</a:t>
          </a:r>
        </a:p>
      </dgm:t>
    </dgm:pt>
    <dgm:pt modelId="1312">
      <dgm:t>
        <a:p>
          <a:r>
            <a:t>n1312</a:t>
          </a:r>
        </a:p>
      </dgm:t>
    </dgm:pt>
    <dgm:pt modelId="1313">
      <dgm:t>
        <a:p>
          <a:r>
            <a:t>n1313</a:t>
          </a:r>
        </a:p>
      </dgm:t>
    </dgm:pt>
    <dgm:pt modelId="1314">
      <dgm:t>
        <a:p>
          <a:r>
            <a:t>n1314</a:t>
          </a:r>
        </a:p>
      </dgm:t>
    </dgm:pt>
    <dgm:pt modelId="1315">
      <dgm:t>
        <a:p>
          <a:r>
            <a:t>n1315</a:t>
          </a:r>
        </a:p>
      </dgm:t>
    </dgm:pt>
    <dgm:pt modelId="1316">
      <dgm:t>
        <a:p>
          <a:r>
            <a:t>n1316</a:t>
          </a:r>
        </a:p>
      </dgm:t>
    </dgm:pt>
    <dgm:pt modelId="1317">
      <dgm:t>
        <a:p>
          <a:r>
            <a:t>n1317</a:t>
          </a:r>
        </a:p>
      </dgm:t>
    </dgm:pt>
    <dgm:pt modelId="1318">
      <dgm:t>
        <a:p>
          <a:r>
            <a:t>n1318</a:t>
          </a:r>
        </a:p>
      </dgm:t>
    </dgm:pt>
    <dgm:pt modelId="1319">
      <dgm:t>
        <a:p>
          <a:r>
            <a:t>n1319</a:t>
          </a:r>
        </a:p>
      </dgm:t>
    </dgm:pt>
    <dgm:pt modelId="1320">
      <dgm:t>
        <a:p>
          <a:r>
            <a:t>n1320</a:t>
          </a:r>
        </a:p>
      </dgm:t>
    </dgm:pt>
    <dgm:pt modelId="1321">
      <dgm:t>
        <a:p>
          <a:r>
            <a:t>n1321</a:t>
          </a:r>
        </a:p>
      </dgm:t>
    </dgm:pt>
    <dgm:pt modelId="1322">
      <dgm:t>
        <a:p>
          <a:r>
            <a:t>n1322</a:t>
          </a:r>
        </a:p>
      </dgm:t>
    </dgm:pt>
    <dgm:pt modelId="1323">
      <dgm:t>
        <a:p>
          <a:r>
            <a:t>n1323</a:t>
          </a:r>
        </a:p>
      </dgm:t>
    </dgm:pt>
    <dgm:pt modelId="1324">
      <dgm:t>
        <a:p>
          <a:r>
            <a:t>n1324</a:t>
          </a:r>
        </a:p>
      </dgm:t>
    </dgm:pt>
    <dgm:pt modelId="1325">
      <dgm:t>
        <a:p>
          <a:r>
            <a:t>n1325</a:t>
          </a:r>
        </a:p>
      </dgm:t>
    </dgm:pt>
    <dgm:pt modelId="1326">
      <dgm:t>
        <a:p>
          <a:r>
            <a:t>n1326</a:t>
          </a:r>
        </a:p>
      </dgm:t>
    </dgm:pt>
    <dgm:pt modelId="1327">
      <dgm:t>
        <a:p>
          <a:r>
            <a:t>n1327</a:t>
          </a:r>
        </a:p>
      </dgm:t>
    </dgm:pt>
    <dgm:pt modelId="1328">
      <dgm:t>
        <a:p>
          <a:r>
            <a:t>n1328</a:t>
          </a:r>
        </a:p>
      </dgm:t>
    </dgm:pt>
    <dgm:pt modelId="1329">
      <dgm:t>
        <a:p>
          <a:r>
            <a:t>n1329</a:t>
          </a:r>
        </a:p>
      </dgm:t>
    </dgm:pt>
    <dgm:pt modelId="1330">
      <dgm:t>
        <a:p>
          <a:r>
            <a:t>n1330</a:t>
          </a:r>
        </a:p>
      </dgm:t>
    </dgm:pt>
    <dgm:pt modelId="1331">
      <dgm:t>
        <a:p>
          <a:r>
            <a:t>n1331</a:t>
          </a:r>
        </a:p>
      </dgm:t>
    </dgm:pt>
    <dgm:pt modelId="1332">
      <dgm:t>
        <a:p>
          <a:r>
            <a:t>n1332</a:t>
          </a:r>
        </a:p>
      </dgm:t>
    </dgm:pt>
    <dgm:pt modelId="1333">
      <dgm:t>
        <a:p>
          <a:r>
            <a:t>n1333</a:t>
          </a:r>
        </a:p>
      </dgm:t>
    </dgm:pt>
    <dgm:pt modelId="1334">
      <dgm:t>
        <a:p>
          <a:r>
            <a:t>n1334</a:t>
          </a:r>
        </a:p>
      </dgm:t>
    </dgm:pt>
    <dgm:pt modelId="1335">
      <dgm:t>
        <a:p>
          <a:r>
            <a:t>n1335</a:t>
          </a:r>
        </a:p>
      </dgm:t>
    </dgm:pt>
    <dgm:pt modelId="1336">
      <dgm:t>
        <a:p>
          <a:r>
            <a:t>n1336</a:t>
          </a:r>
        </a:p>
      </dgm:t>
    </dgm:pt>
    <dgm:pt modelId="1337">
      <dgm:t>
        <a:p>
          <a:r>
            <a:t>n1337</a:t>
          </a:r>
        </a:p>
      </dgm:t>
    </dgm:pt>
    <dgm:pt modelId="1338">
      <dgm:t>
        <a:p>
          <a:r>
            <a:t>n1338</a:t>
          </a:r>
        </a:p>
      </dgm:t>
    </dgm:pt>
    <dgm:pt modelId="1339">
      <dgm:t>
        <a:p>
          <a:r>
            <a:t>n1339</a:t>
          </a:r>
        </a:p>
      </dgm:t>
    </dgm:pt>
    <dgm:pt modelId="1340">
      <dgm:t>
        <a:p>
          <a:r>
            <a:t>n1340</a:t>
          </a:r>
        </a:p>
      </dgm:t>
    </dgm:pt>
    <dgm:pt modelId="1341">
      <dgm:t>
        <a:p>
          <a:r>
            <a:t>n1341</a:t>
          </a:r>
        </a:p>
      </dgm:t>
    </dgm:pt>
    <dgm:pt modelId="1342">
      <dgm:t>
        <a:p>
          <a:r>
            <a:t>n1342</a:t>
          </a:r>
        </a:p>
      </dgm:t>
    </dgm:pt>
    <dgm:pt modelId="1343">
      <dgm:t>
        <a:p>
          <a:r>
            <a:t>n1343</a:t>
          </a:r>
        </a:p>
      </dgm:t>
    </dgm:pt>
    <dgm:pt modelId="1344">
      <dgm:t>
        <a:p>
          <a:r>
            <a:t>n1344</a:t>
          </a:r>
        </a:p>
      </dgm:t>
    </dgm:pt>
    <dgm:pt modelId="1345">
      <dgm:t>
        <a:p>
          <a:r>
            <a:t>n1345</a:t>
          </a:r>
        </a:p>
      </dgm:t>
    </dgm:pt>
    <dgm:pt modelId="1346">
      <dgm:t>
        <a:p>
          <a:r>
            <a:t>n1346</a:t>
          </a:r>
        </a:p>
      </dgm:t>
    </dgm:pt>
    <dgm:pt modelId="1347">
      <dgm:t>
        <a:p>
          <a:r>
            <a:t>n1347</a:t>
          </a:r>
        </a:p>
      </dgm:t>
    </dgm:pt>
    <dgm:pt modelId="1348">
      <dgm:t>
        <a:p>
          <a:r>
            <a:t>n1348</a:t>
          </a:r>
        </a:p>
      </dgm:t>
    </dgm:pt>
    <dgm:pt modelId="1349">
      <dgm:t>
        <a:p>
          <a:r>
            <a:t>n1349</a:t>
          </a:r>
        </a:p>
      </dgm:t>
    </dgm:pt>
    <dgm:pt modelId="1350">
      <dgm:t>
        <a:p>
          <a:r>
            <a:t>n1350</a:t>
          </a:r>
        </a:p>
      </dgm:t>
    </dgm:pt>
    <dgm:pt modelId="1351">
      <dgm:t>
        <a:p>
          <a:r>
            <a:t>n1351</a:t>
          </a:r>
        </a:p>
      </dgm:t>
    </dgm:pt>
    <dgm:pt modelId="1352">
      <dgm:t>
        <a:p>
          <a:r>
            <a:t>n1352</a:t>
          </a:r>
        </a:p>
      </dgm:t>
    </dgm:pt>
    <dgm:pt modelId="1353">
      <dgm:t>
        <a:p>
          <a:r>
            <a:t>n1353</a:t>
          </a:r>
        </a:p>
      </dgm:t>
    </dgm:pt>
    <dgm:pt modelId="1354">
      <dgm:t>
        <a:p>
          <a:r>
            <a:t>n1354</a:t>
          </a:r>
        </a:p>
      </dgm:t>
    </dgm:pt>
    <dgm:pt modelId="1355">
      <dgm:t>
        <a:p>
          <a:r>
            <a:t>n1355</a:t>
          </a:r>
        </a:p>
      </dgm:t>
    </dgm:pt>
    <dgm:pt modelId="1356">
      <dgm:t>
        <a:p>
          <a:r>
            <a:t>n1356</a:t>
          </a:r>
        </a:p>
      </dgm:t>
    </dgm:pt>
    <dgm:pt modelId="1357">
      <dgm:t>
        <a:p>
          <a:r>
            <a:t>n1357</a:t>
          </a:r>
        </a:p>
      </dgm:t>
    </dgm:pt>
    <dgm:pt modelId="1358">
      <dgm:t>
        <a:p>
          <a:r>
            <a:t>n1358</a:t>
          </a:r>
        </a:p>
      </dgm:t>
    </dgm:pt>
    <dgm:pt modelId="1359">
      <dgm:t>
        <a:p>
          <a:r>
            <a:t>n1359</a:t>
          </a:r>
        </a:p>
      </dgm:t>
    </dgm:pt>
    <dgm:pt modelId="1360">
      <dgm:t>
        <a:p>
          <a:r>
            <a:t>n1360</a:t>
          </a:r>
        </a:p>
      </dgm:t>
    </dgm:pt>
    <dgm:pt modelId="1361">
      <dgm:t>
        <a:p>
          <a:r>
            <a:t>n1361</a:t>
          </a:r>
        </a:p>
      </dgm:t>
    </dgm:pt>
    <dgm:pt modelId="1362">
      <dgm:t>
        <a:p>
          <a:r>
            <a:t>n1362</a:t>
          </a:r>
        </a:p>
      </dgm:t>
    </dgm:pt>
    <dgm:pt modelId="1363">
      <dgm:t>
        <a:p>
          <a:r>
            <a:t>n1363</a:t>
          </a:r>
        </a:p>
      </dgm:t>
    </dgm:pt>
    <dgm:pt modelId="1364">
      <dgm:t>
        <a:p>
          <a:r>
            <a:t>n1364</a:t>
          </a:r>
        </a:p>
      </dgm:t>
    </dgm:pt>
    <dgm:pt modelId="1365">
      <dgm:t>
        <a:p>
          <a:r>
            <a:t>n1365</a:t>
          </a:r>
        </a:p>
      </dgm:t>
    </dgm:pt>
    <dgm:pt modelId="1366">
      <dgm:t>
        <a:p>
          <a:r>
            <a:t>n1366</a:t>
          </a:r>
        </a:p>
      </dgm:t>
    </dgm:pt>
    <dgm:pt modelId="1367">
      <dgm:t>
        <a:p>
          <a:r>
            <a:t>n1367</a:t>
          </a:r>
        </a:p>
      </dgm:t>
    </dgm:pt>
    <dgm:pt modelId="1368">
      <dgm:t>
        <a:p>
          <a:r>
            <a:t>n1368</a:t>
          </a:r>
        </a:p>
      </dgm:t>
    </dgm:pt>
    <dgm:pt modelId="1369">
      <dgm:t>
        <a:p>
          <a:r>
            <a:t>n1369</a:t>
          </a:r>
        </a:p>
      </dgm:t>
    </dgm:pt>
    <dgm:pt modelId="1370">
      <dgm:t>
        <a:p>
          <a:r>
            <a:t>n1370</a:t>
          </a:r>
        </a:p>
      </dgm:t>
    </dgm:pt>
    <dgm:pt modelId="1371">
      <dgm:t>
        <a:p>
          <a:r>
            <a:t>n1371</a:t>
          </a:r>
        </a:p>
      </dgm:t>
    </dgm:pt>
    <dgm:pt modelId="1372">
      <dgm:t>
        <a:p>
          <a:r>
            <a:t>n1372</a:t>
          </a:r>
        </a:p>
      </dgm:t>
    </dgm:pt>
    <dgm:pt modelId="1373">
      <dgm:t>
        <a:p>
          <a:r>
            <a:t>n1373</a:t>
          </a:r>
        </a:p>
      </dgm:t>
    </dgm:pt>
    <dgm:pt modelId="1374">
      <dgm:t>
        <a:p>
          <a:r>
            <a:t>n1374</a:t>
          </a:r>
        </a:p>
      </dgm:t>
    </dgm:pt>
    <dgm:pt modelId="1375">
      <dgm:t>
        <a:p>
          <a:r>
            <a:t>n1375</a:t>
          </a:r>
        </a:p>
      </dgm:t>
    </dgm:pt>
    <dgm:pt modelId="1376">
      <dgm:t>
        <a:p>
          <a:r>
            <a:t>n1376</a:t>
          </a:r>
        </a:p>
      </dgm:t>
    </dgm:pt>
    <dgm:pt modelId="1377">
      <dgm:t>
        <a:p>
          <a:r>
            <a:t>n1377</a:t>
          </a:r>
        </a:p>
      </dgm:t>
    </dgm:pt>
    <dgm:pt modelId="1378">
      <dgm:t>
        <a:p>
          <a:r>
            <a:t>n1378</a:t>
          </a:r>
        </a:p>
      </dgm:t>
    </dgm:pt>
    <dgm:pt modelId="1379">
      <dgm:t>
        <a:p>
          <a:r>
            <a:t>n1379</a:t>
          </a:r>
        </a:p>
      </dgm:t>
    </dgm:pt>
    <dgm:pt modelId="1380">
      <dgm:t>
        <a:p>
          <a:r>
            <a:t>n1380</a:t>
          </a:r>
        </a:p>
      </dgm:t>
    </dgm:pt>
    <dgm:pt modelId="1381">
      <dgm:t>
        <a:p>
          <a:r>
            <a:t>n1381</a:t>
          </a:r>
        </a:p>
      </dgm:t>
    </dgm:pt>
    <dgm:pt modelId="1382">
      <dgm:t>
        <a:p>
          <a:r>
            <a:t>n1382</a:t>
          </a:r>
        </a:p>
      </dgm:t>
    </dgm:pt>
    <dgm:pt modelId="1383">
      <dgm:t>
        <a:p>
          <a:r>
            <a:t>n1383</a:t>
          </a:r>
        </a:p>
      </dgm:t>
    </dgm:pt>
    <dgm:pt modelId="1384">
      <dgm:t>
        <a:p>
          <a:r>
            <a:t>n1384</a:t>
          </a:r>
        </a:p>
      </dgm:t>
    </dgm:pt>
    <dgm:pt modelId="1385">
      <dgm:t>
        <a:p>
          <a:r>
            <a:t>n1385</a:t>
          </a:r>
        </a:p>
      </dgm:t>
    </dgm:pt>
    <dgm:pt modelId="1386">
      <dgm:t>
        <a:p>
          <a:r>
            <a:t>n1386</a:t>
          </a:r>
        </a:p>
      </dgm:t>
    </dgm:pt>
    <dgm:pt modelId="1387">
      <dgm:t>
        <a:p>
          <a:r>
            <a:t>n1387</a:t>
          </a:r>
        </a:p>
      </dgm:t>
    </dgm:pt>
    <dgm:pt modelId="1388">
      <dgm:t>
        <a:p>
          <a:r>
            <a:t>n1388</a:t>
          </a:r>
        </a:p>
      </dgm:t>
    </dgm:pt>
    <dgm:pt modelId="1389">
      <dgm:t>
        <a:p>
          <a:r>
            <a:t>n1389</a:t>
          </a:r>
        </a:p>
      </dgm:t>
    </dgm:pt>
    <dgm:pt modelId="1390">
      <dgm:t>
        <a:p>
          <a:r>
            <a:t>n1390</a:t>
          </a:r>
        </a:p>
      </dgm:t>
    </dgm:pt>
    <dgm:pt modelId="1391">
      <dgm:t>
        <a:p>
          <a:r>
            <a:t>n1391</a:t>
          </a:r>
        </a:p>
      </dgm:t>
    </dgm:pt>
    <dgm:pt modelId="1392">
      <dgm:t>
        <a:p>
          <a:r>
            <a:t>n1392</a:t>
          </a:r>
        </a:p>
      </dgm:t>
    </dgm:pt>
    <dgm:pt modelId="1393">
      <dgm:t>
        <a:p>
          <a:r>
            <a:t>n1393</a:t>
          </a:r>
        </a:p>
      </dgm:t>
    </dgm:pt>
    <dgm:pt modelId="1394">
      <dgm:t>
        <a:p>
          <a:r>
            <a:t>n1394</a:t>
          </a:r>
        </a:p>
      </dgm:t>
    </dgm:pt>
    <dgm:pt modelId="1395">
      <dgm:t>
        <a:p>
          <a:r>
            <a:t>n1395</a:t>
          </a:r>
        </a:p>
      </dgm:t>
    </dgm:pt>
    <dgm:pt modelId="1396">
      <dgm:t>
        <a:p>
          <a:r>
            <a:t>n1396</a:t>
          </a:r>
        </a:p>
      </dgm:t>
    </dgm:pt>
    <dgm:pt modelId="1397">
      <dgm:t>
        <a:p>
          <a:r>
            <a:t>n1397</a:t>
          </a:r>
        </a:p>
      </dgm:t>
    </dgm:pt>
    <dgm:pt modelId="1398">
      <dgm:t>
        <a:p>
          <a:r>
            <a:t>n1398</a:t>
          </a:r>
        </a:p>
      </dgm:t>
    </dgm:pt>
    <dgm:pt modelId="1399">
      <dgm:t>
        <a:p>
          <a:r>
            <a:t>n1399</a:t>
          </a:r>
        </a:p>
      </dgm:t>
    </dgm:pt>
    <dgm:pt modelId="1400">
      <dgm:t>
        <a:p>
          <a:r>
            <a:t>n1400</a:t>
          </a:r>
        </a:p>
      </dgm:t>
    </dgm:pt>
    <dgm:pt modelId="1401">
      <dgm:t>
        <a:p>
          <a:r>
            <a:t>n1401</a:t>
          </a:r>
        </a:p>
      </dgm:t>
    </dgm:pt>
    <dgm:pt modelId="1402">
      <dgm:t>
        <a:p>
          <a:r>
            <a:t>n1402</a:t>
          </a:r>
        </a:p>
      </dgm:t>
    </dgm:pt>
    <dgm:pt modelId="1403">
      <dgm:t>
        <a:p>
          <a:r>
            <a:t>n1403</a:t>
          </a:r>
        </a:p>
      </dgm:t>
    </dgm:pt>
    <dgm:pt modelId="1404">
      <dgm:t>
        <a:p>
          <a:r>
            <a:t>n1404</a:t>
          </a:r>
        </a:p>
      </dgm:t>
    </dgm:pt>
    <dgm:pt modelId="1405">
      <dgm:t>
        <a:p>
          <a:r>
            <a:t>n1405</a:t>
          </a:r>
        </a:p>
      </dgm:t>
    </dgm:pt>
    <dgm:pt modelId="1406">
      <dgm:t>
        <a:p>
          <a:r>
            <a:t>n1406</a:t>
          </a:r>
        </a:p>
      </dgm:t>
    </dgm:pt>
    <dgm:pt modelId="1407">
      <dgm:t>
        <a:p>
          <a:r>
            <a:t>n1407</a:t>
          </a:r>
        </a:p>
      </dgm:t>
    </dgm:pt>
    <dgm:pt modelId="1408">
      <dgm:t>
        <a:p>
          <a:r>
            <a:t>n1408</a:t>
          </a:r>
        </a:p>
      </dgm:t>
    </dgm:pt>
    <dgm:pt modelId="1409">
      <dgm:t>
        <a:p>
          <a:r>
            <a:t>n1409</a:t>
          </a:r>
        </a:p>
      </dgm:t>
    </dgm:pt>
    <dgm:pt modelId="1410">
      <dgm:t>
        <a:p>
          <a:r>
            <a:t>n1410</a:t>
          </a:r>
        </a:p>
      </dgm:t>
    </dgm:pt>
    <dgm:pt modelId="1411">
      <dgm:t>
        <a:p>
          <a:r>
            <a:t>n1411</a:t>
          </a:r>
        </a:p>
      </dgm:t>
    </dgm:pt>
    <dgm:pt modelId="1412">
      <dgm:t>
        <a:p>
          <a:r>
            <a:t>n1412</a:t>
          </a:r>
        </a:p>
      </dgm:t>
    </dgm:pt>
    <dgm:pt modelId="1413">
      <dgm:t>
        <a:p>
          <a:r>
            <a:t>n1413</a:t>
          </a:r>
        </a:p>
      </dgm:t>
    </dgm:pt>
    <dgm:pt modelId="1414">
      <dgm:t>
        <a:p>
          <a:r>
            <a:t>n1414</a:t>
          </a:r>
        </a:p>
      </dgm:t>
    </dgm:pt>
    <dgm:pt modelId="1415">
      <dgm:t>
        <a:p>
          <a:r>
            <a:t>n1415</a:t>
          </a:r>
        </a:p>
      </dgm:t>
    </dgm:pt>
    <dgm:pt modelId="1416">
      <dgm:t>
        <a:p>
          <a:r>
            <a:t>n1416</a:t>
          </a:r>
        </a:p>
      </dgm:t>
    </dgm:pt>
    <dgm:pt modelId="1417">
      <dgm:t>
        <a:p>
          <a:r>
            <a:t>n1417</a:t>
          </a:r>
        </a:p>
      </dgm:t>
    </dgm:pt>
    <dgm:pt modelId="1418">
      <dgm:t>
        <a:p>
          <a:r>
            <a:t>n1418</a:t>
          </a:r>
        </a:p>
      </dgm:t>
    </dgm:pt>
    <dgm:pt modelId="1419">
      <dgm:t>
        <a:p>
          <a:r>
            <a:t>n1419</a:t>
          </a:r>
        </a:p>
      </dgm:t>
    </dgm:pt>
    <dgm:pt modelId="1420">
      <dgm:t>
        <a:p>
          <a:r>
            <a:t>n1420</a:t>
          </a:r>
        </a:p>
      </dgm:t>
    </dgm:pt>
    <dgm:pt modelId="1421">
      <dgm:t>
        <a:p>
          <a:r>
            <a:t>n1421</a:t>
          </a:r>
        </a:p>
      </dgm:t>
    </dgm:pt>
    <dgm:pt modelId="1422">
      <dgm:t>
        <a:p>
          <a:r>
            <a:t>n1422</a:t>
          </a:r>
        </a:p>
      </dgm:t>
    </dgm:pt>
    <dgm:pt modelId="1423">
      <dgm:t>
        <a:p>
          <a:r>
            <a:t>n1423</a:t>
          </a:r>
        </a:p>
      </dgm:t>
    </dgm:pt>
    <dgm:pt modelId="1424">
      <dgm:t>
        <a:p>
          <a:r>
            <a:t>n1424</a:t>
          </a:r>
        </a:p>
      </dgm:t>
    </dgm:pt>
    <dgm:pt modelId="1425">
      <dgm:t>
        <a:p>
          <a:r>
            <a:t>n1425</a:t>
          </a:r>
        </a:p>
      </dgm:t>
    </dgm:pt>
    <dgm:pt modelId="1426">
      <dgm:t>
        <a:p>
          <a:r>
            <a:t>n1426</a:t>
          </a:r>
        </a:p>
      </dgm:t>
    </dgm:pt>
    <dgm:pt modelId="1427">
      <dgm:t>
        <a:p>
          <a:r>
            <a:t>n1427</a:t>
          </a:r>
        </a:p>
      </dgm:t>
    </dgm:pt>
    <dgm:pt modelId="1428">
      <dgm:t>
        <a:p>
          <a:r>
            <a:t>n1428</a:t>
          </a:r>
        </a:p>
      </dgm:t>
    </dgm:pt>
    <dgm:pt modelId="1429">
      <dgm:t>
        <a:p>
          <a:r>
            <a:t>n1429</a:t>
          </a:r>
        </a:p>
      </dgm:t>
    </dgm:pt>
    <dgm:pt modelId="1430">
      <dgm:t>
        <a:p>
          <a:r>
            <a:t>n1430</a:t>
          </a:r>
        </a:p>
      </dgm:t>
    </dgm:pt>
    <dgm:pt modelId="1431">
      <dgm:t>
        <a:p>
          <a:r>
            <a:t>n1431</a:t>
          </a:r>
        </a:p>
      </dgm:t>
    </dgm:pt>
    <dgm:pt modelId="1432">
      <dgm:t>
        <a:p>
          <a:r>
            <a:t>n1432</a:t>
          </a:r>
        </a:p>
      </dgm:t>
    </dgm:pt>
    <dgm:pt modelId="1433">
      <dgm:t>
        <a:p>
          <a:r>
            <a:t>n1433</a:t>
          </a:r>
        </a:p>
      </dgm:t>
    </dgm:pt>
    <dgm:pt modelId="1434">
      <dgm:t>
        <a:p>
          <a:r>
            <a:t>n1434</a:t>
          </a:r>
        </a:p>
      </dgm:t>
    </dgm:pt>
    <dgm:pt modelId="1435">
      <dgm:t>
        <a:p>
          <a:r>
            <a:t>n1435</a:t>
          </a:r>
        </a:p>
      </dgm:t>
    </dgm:pt>
    <dgm:pt modelId="1436">
      <dgm:t>
        <a:p>
          <a:r>
            <a:t>n1436</a:t>
          </a:r>
        </a:p>
      </dgm:t>
    </dgm:pt>
    <dgm:pt modelId="1437">
      <dgm:t>
        <a:p>
          <a:r>
            <a:t>n1437</a:t>
          </a:r>
        </a:p>
      </dgm:t>
    </dgm:pt>
    <dgm:pt modelId="1438">
      <dgm:t>
        <a:p>
          <a:r>
            <a:t>n1438</a:t>
          </a:r>
        </a:p>
      </dgm:t>
    </dgm:pt>
    <dgm:pt modelId="1439">
      <dgm:t>
        <a:p>
          <a:r>
            <a:t>n1439</a:t>
          </a:r>
        </a:p>
      </dgm:t>
    </dgm:pt>
    <dgm:pt modelId="1440">
      <dgm:t>
        <a:p>
          <a:r>
            <a:t>n1440</a:t>
          </a:r>
        </a:p>
      </dgm:t>
    </dgm:pt>
    <dgm:pt modelId="1441">
      <dgm:t>
        <a:p>
          <a:r>
            <a:t>n1441</a:t>
          </a:r>
        </a:p>
      </dgm:t>
    </dgm:pt>
    <dgm:pt modelId="1442">
      <dgm:t>
        <a:p>
          <a:r>
            <a:t>n1442</a:t>
          </a:r>
        </a:p>
      </dgm:t>
    </dgm:pt>
    <dgm:pt modelId="1443">
      <dgm:t>
        <a:p>
          <a:r>
            <a:t>n1443</a:t>
          </a:r>
        </a:p>
      </dgm:t>
    </dgm:pt>
    <dgm:pt modelId="1444">
      <dgm:t>
        <a:p>
          <a:r>
            <a:t>n1444</a:t>
          </a:r>
        </a:p>
      </dgm:t>
    </dgm:pt>
    <dgm:pt modelId="1445">
      <dgm:t>
        <a:p>
          <a:r>
            <a:t>n1445</a:t>
          </a:r>
        </a:p>
      </dgm:t>
    </dgm:pt>
    <dgm:pt modelId="1446">
      <dgm:t>
        <a:p>
          <a:r>
            <a:t>n1446</a:t>
          </a:r>
        </a:p>
      </dgm:t>
    </dgm:pt>
    <dgm:pt modelId="1447">
      <dgm:t>
        <a:p>
          <a:r>
            <a:t>n1447</a:t>
          </a:r>
        </a:p>
      </dgm:t>
    </dgm:pt>
    <dgm:pt modelId="1448">
      <dgm:t>
        <a:p>
          <a:r>
            <a:t>n1448</a:t>
          </a:r>
        </a:p>
      </dgm:t>
    </dgm:pt>
    <dgm:pt modelId="1449">
      <dgm:t>
        <a:p>
          <a:r>
            <a:t>n1449</a:t>
          </a:r>
        </a:p>
      </dgm:t>
    </dgm:pt>
    <dgm:pt modelId="1450">
      <dgm:t>
        <a:p>
          <a:r>
            <a:t>n1450</a:t>
          </a:r>
        </a:p>
      </dgm:t>
    </dgm:pt>
    <dgm:pt modelId="1451">
      <dgm:t>
        <a:p>
          <a:r>
            <a:t>n1451</a:t>
          </a:r>
        </a:p>
      </dgm:t>
    </dgm:pt>
    <dgm:pt modelId="1452">
      <dgm:t>
        <a:p>
          <a:r>
            <a:t>n1452</a:t>
          </a:r>
        </a:p>
      </dgm:t>
    </dgm:pt>
    <dgm:pt modelId="1453">
      <dgm:t>
        <a:p>
          <a:r>
            <a:t>n1453</a:t>
          </a:r>
        </a:p>
      </dgm:t>
    </dgm:pt>
    <dgm:pt modelId="1454">
      <dgm:t>
        <a:p>
          <a:r>
            <a:t>n1454</a:t>
          </a:r>
        </a:p>
      </dgm:t>
    </dgm:pt>
    <dgm:pt modelId="1455">
      <dgm:t>
        <a:p>
          <a:r>
            <a:t>n1455</a:t>
          </a:r>
        </a:p>
      </dgm:t>
    </dgm:pt>
    <dgm:pt modelId="1456">
      <dgm:t>
        <a:p>
          <a:r>
            <a:t>n1456</a:t>
          </a:r>
        </a:p>
      </dgm:t>
    </dgm:pt>
    <dgm:pt modelId="1457">
      <dgm:t>
        <a:p>
          <a:r>
            <a:t>n1457</a:t>
          </a:r>
        </a:p>
      </dgm:t>
    </dgm:pt>
    <dgm:pt modelId="1458">
      <dgm:t>
        <a:p>
          <a:r>
            <a:t>n1458</a:t>
          </a:r>
        </a:p>
      </dgm:t>
    </dgm:pt>
    <dgm:pt modelId="1459">
      <dgm:t>
        <a:p>
          <a:r>
            <a:t>n1459</a:t>
          </a:r>
        </a:p>
      </dgm:t>
    </dgm:pt>
    <dgm:pt modelId="1460">
      <dgm:t>
        <a:p>
          <a:r>
            <a:t>n1460</a:t>
          </a:r>
        </a:p>
      </dgm:t>
    </dgm:pt>
    <dgm:pt modelId="1461">
      <dgm:t>
        <a:p>
          <a:r>
            <a:t>n1461</a:t>
          </a:r>
        </a:p>
      </dgm:t>
    </dgm:pt>
    <dgm:pt modelId="1462">
      <dgm:t>
        <a:p>
          <a:r>
            <a:t>n1462</a:t>
          </a:r>
        </a:p>
      </dgm:t>
    </dgm:pt>
    <dgm:pt modelId="1463">
      <dgm:t>
        <a:p>
          <a:r>
            <a:t>n1463</a:t>
          </a:r>
        </a:p>
      </dgm:t>
    </dgm:pt>
    <dgm:pt modelId="1464">
      <dgm:t>
        <a:p>
          <a:r>
            <a:t>n1464</a:t>
          </a:r>
        </a:p>
      </dgm:t>
    </dgm:pt>
    <dgm:pt modelId="1465">
      <dgm:t>
        <a:p>
          <a:r>
            <a:t>n1465</a:t>
          </a:r>
        </a:p>
      </dgm:t>
    </dgm:pt>
    <dgm:pt modelId="1466">
      <dgm:t>
        <a:p>
          <a:r>
            <a:t>n1466</a:t>
          </a:r>
        </a:p>
      </dgm:t>
    </dgm:pt>
    <dgm:pt modelId="1467">
      <dgm:t>
        <a:p>
          <a:r>
            <a:t>n1467</a:t>
          </a:r>
        </a:p>
      </dgm:t>
    </dgm:pt>
    <dgm:pt modelId="1468">
      <dgm:t>
        <a:p>
          <a:r>
            <a:t>n1468</a:t>
          </a:r>
        </a:p>
      </dgm:t>
    </dgm:pt>
    <dgm:pt modelId="1469">
      <dgm:t>
        <a:p>
          <a:r>
            <a:t>n1469</a:t>
          </a:r>
        </a:p>
      </dgm:t>
    </dgm:pt>
    <dgm:pt modelId="1470">
      <dgm:t>
        <a:p>
          <a:r>
            <a:t>n1470</a:t>
          </a:r>
        </a:p>
      </dgm:t>
    </dgm:pt>
    <dgm:pt modelId="1471">
      <dgm:t>
        <a:p>
          <a:r>
            <a:t>n1471</a:t>
          </a:r>
        </a:p>
      </dgm:t>
    </dgm:pt>
    <dgm:pt modelId="1472">
      <dgm:t>
        <a:p>
          <a:r>
            <a:t>n1472</a:t>
          </a:r>
        </a:p>
      </dgm:t>
    </dgm:pt>
    <dgm:pt modelId="1473">
      <dgm:t>
        <a:p>
          <a:r>
            <a:t>n1473</a:t>
          </a:r>
        </a:p>
      </dgm:t>
    </dgm:pt>
    <dgm:pt modelId="1474">
      <dgm:t>
        <a:p>
          <a:r>
            <a:t>n1474</a:t>
          </a:r>
        </a:p>
      </dgm:t>
    </dgm:pt>
    <dgm:pt modelId="1475">
      <dgm:t>
        <a:p>
          <a:r>
            <a:t>n1475</a:t>
          </a:r>
        </a:p>
      </dgm:t>
    </dgm:pt>
    <dgm:pt modelId="1476">
      <dgm:t>
        <a:p>
          <a:r>
            <a:t>n1476</a:t>
          </a:r>
        </a:p>
      </dgm:t>
    </dgm:pt>
    <dgm:pt modelId="1477">
      <dgm:t>
        <a:p>
          <a:r>
            <a:t>n1477</a:t>
          </a:r>
        </a:p>
      </dgm:t>
    </dgm:pt>
    <dgm:pt modelId="1478">
      <dgm:t>
        <a:p>
          <a:r>
            <a:t>n1478</a:t>
          </a:r>
        </a:p>
      </dgm:t>
    </dgm:pt>
    <dgm:pt modelId="1479">
      <dgm:t>
        <a:p>
          <a:r>
            <a:t>n1479</a:t>
          </a:r>
        </a:p>
      </dgm:t>
    </dgm:pt>
    <dgm:pt modelId="1480">
      <dgm:t>
        <a:p>
          <a:r>
            <a:t>n1480</a:t>
          </a:r>
        </a:p>
      </dgm:t>
    </dgm:pt>
    <dgm:pt modelId="1481">
      <dgm:t>
        <a:p>
          <a:r>
            <a:t>n1481</a:t>
          </a:r>
        </a:p>
      </dgm:t>
    </dgm:pt>
    <dgm:pt modelId="1482">
      <dgm:t>
        <a:p>
          <a:r>
            <a:t>n1482</a:t>
          </a:r>
        </a:p>
      </dgm:t>
    </dgm:pt>
    <dgm:pt modelId="1483">
      <dgm:t>
        <a:p>
          <a:r>
            <a:t>n1483</a:t>
          </a:r>
        </a:p>
      </dgm:t>
    </dgm:pt>
    <dgm:pt modelId="1484">
      <dgm:t>
        <a:p>
          <a:r>
            <a:t>n1484</a:t>
          </a:r>
        </a:p>
      </dgm:t>
    </dgm:pt>
    <dgm:pt modelId="1485">
      <dgm:t>
        <a:p>
          <a:r>
            <a:t>n1485</a:t>
          </a:r>
        </a:p>
      </dgm:t>
    </dgm:pt>
    <dgm:pt modelId="1486">
      <dgm:t>
        <a:p>
          <a:r>
            <a:t>n1486</a:t>
          </a:r>
        </a:p>
      </dgm:t>
    </dgm:pt>
    <dgm:pt modelId="1487">
      <dgm:t>
        <a:p>
          <a:r>
            <a:t>n1487</a:t>
          </a:r>
        </a:p>
      </dgm:t>
    </dgm:pt>
    <dgm:pt modelId="1488">
      <dgm:t>
        <a:p>
          <a:r>
            <a:t>n1488</a:t>
          </a:r>
        </a:p>
      </dgm:t>
    </dgm:pt>
    <dgm:pt modelId="1489">
      <dgm:t>
        <a:p>
          <a:r>
            <a:t>n1489</a:t>
          </a:r>
        </a:p>
      </dgm:t>
    </dgm:pt>
    <dgm:pt modelId="1490">
      <dgm:t>
        <a:p>
          <a:r>
            <a:t>n1490</a:t>
          </a:r>
        </a:p>
      </dgm:t>
    </dgm:pt>
    <dgm:pt modelId="1491">
      <dgm:t>
        <a:p>
          <a:r>
            <a:t>n1491</a:t>
          </a:r>
        </a:p>
      </dgm:t>
    </dgm:pt>
    <dgm:pt modelId="1492">
      <dgm:t>
        <a:p>
          <a:r>
            <a:t>n1492</a:t>
          </a:r>
        </a:p>
      </dgm:t>
    </dgm:pt>
    <dgm:pt modelId="1493">
      <dgm:t>
        <a:p>
          <a:r>
            <a:t>n1493</a:t>
          </a:r>
        </a:p>
      </dgm:t>
    </dgm:pt>
    <dgm:pt modelId="1494">
      <dgm:t>
        <a:p>
          <a:r>
            <a:t>n1494</a:t>
          </a:r>
        </a:p>
      </dgm:t>
    </dgm:pt>
    <dgm:pt modelId="1495">
      <dgm:t>
        <a:p>
          <a:r>
            <a:t>n1495</a:t>
          </a:r>
        </a:p>
      </dgm:t>
    </dgm:pt>
    <dgm:pt modelId="1496">
      <dgm:t>
        <a:p>
          <a:r>
            <a:t>n1496</a:t>
          </a:r>
        </a:p>
      </dgm:t>
    </dgm:pt>
    <dgm:pt modelId="1497">
      <dgm:t>
        <a:p>
          <a:r>
            <a:t>n1497</a:t>
          </a:r>
        </a:p>
      </dgm:t>
    </dgm:pt>
    <dgm:pt modelId="1498">
      <dgm:t>
        <a:p>
          <a:r>
            <a:t>n1498</a:t>
          </a:r>
        </a:p>
      </dgm:t>
    </dgm:pt>
    <dgm:pt modelId="1499">
      <dgm:t>
        <a:p>
          <a:r>
            <a:t>n1499</a:t>
          </a:r>
        </a:p>
      </dgm:t>
    </dgm:pt>
    <dgm:pt modelId="1500">
      <dgm:t>
        <a:p>
          <a:r>
            <a:t>n1500</a:t>
          </a:r>
        </a:p>
      </dgm:t>
    </dgm:pt>
    <dgm:pt modelId="1501">
      <dgm:t>
        <a:p>
          <a:r>
            <a:t>n1501</a:t>
          </a:r>
        </a:p>
      </dgm:t>
    </dgm:pt>
    <dgm:pt modelId="1502">
      <dgm:t>
        <a:p>
          <a:r>
            <a:t>n1502</a:t>
          </a:r>
        </a:p>
      </dgm:t>
    </dgm:pt>
    <dgm:pt modelId="1503">
      <dgm:t>
        <a:p>
          <a:r>
            <a:t>n1503</a:t>
          </a:r>
        </a:p>
      </dgm:t>
    </dgm:pt>
    <dgm:pt modelId="1504">
      <dgm:t>
        <a:p>
          <a:r>
            <a:t>n1504</a:t>
          </a:r>
        </a:p>
      </dgm:t>
    </dgm:pt>
    <dgm:pt modelId="1505">
      <dgm:t>
        <a:p>
          <a:r>
            <a:t>n1505</a:t>
          </a:r>
        </a:p>
      </dgm:t>
    </dgm:pt>
    <dgm:pt modelId="1506">
      <dgm:t>
        <a:p>
          <a:r>
            <a:t>n1506</a:t>
          </a:r>
        </a:p>
      </dgm:t>
    </dgm:pt>
    <dgm:pt modelId="1507">
      <dgm:t>
        <a:p>
          <a:r>
            <a:t>n1507</a:t>
          </a:r>
        </a:p>
      </dgm:t>
    </dgm:pt>
    <dgm:pt modelId="1508">
      <dgm:t>
        <a:p>
          <a:r>
            <a:t>n1508</a:t>
          </a:r>
        </a:p>
      </dgm:t>
    </dgm:pt>
    <dgm:pt modelId="1509">
      <dgm:t>
        <a:p>
          <a:r>
            <a:t>n1509</a:t>
          </a:r>
        </a:p>
      </dgm:t>
    </dgm:pt>
    <dgm:pt modelId="1510">
      <dgm:t>
        <a:p>
          <a:r>
            <a:t>n1510</a:t>
          </a:r>
        </a:p>
      </dgm:t>
    </dgm:pt>
    <dgm:pt modelId="1511">
      <dgm:t>
        <a:p>
          <a:r>
            <a:t>n1511</a:t>
          </a:r>
        </a:p>
      </dgm:t>
    </dgm:pt>
    <dgm:pt modelId="1512">
      <dgm:t>
        <a:p>
          <a:r>
            <a:t>n1512</a:t>
          </a:r>
        </a:p>
      </dgm:t>
    </dgm:pt>
    <dgm:pt modelId="1513">
      <dgm:t>
        <a:p>
          <a:r>
            <a:t>n1513</a:t>
          </a:r>
        </a:p>
      </dgm:t>
    </dgm:pt>
    <dgm:pt modelId="1514">
      <dgm:t>
        <a:p>
          <a:r>
            <a:t>n1514</a:t>
          </a:r>
        </a:p>
      </dgm:t>
    </dgm:pt>
    <dgm:pt modelId="1515">
      <dgm:t>
        <a:p>
          <a:r>
            <a:t>n1515</a:t>
          </a:r>
        </a:p>
      </dgm:t>
    </dgm:pt>
    <dgm:pt modelId="1516">
      <dgm:t>
        <a:p>
          <a:r>
            <a:t>n1516</a:t>
          </a:r>
        </a:p>
      </dgm:t>
    </dgm:pt>
    <dgm:pt modelId="1517">
      <dgm:t>
        <a:p>
          <a:r>
            <a:t>n1517</a:t>
          </a:r>
        </a:p>
      </dgm:t>
    </dgm:pt>
    <dgm:pt modelId="1518">
      <dgm:t>
        <a:p>
          <a:r>
            <a:t>n1518</a:t>
          </a:r>
        </a:p>
      </dgm:t>
    </dgm:pt>
    <dgm:pt modelId="1519">
      <dgm:t>
        <a:p>
          <a:r>
            <a:t>n1519</a:t>
          </a:r>
        </a:p>
      </dgm:t>
    </dgm:pt>
    <dgm:pt modelId="1520">
      <dgm:t>
        <a:p>
          <a:r>
            <a:t>n1520</a:t>
          </a:r>
        </a:p>
      </dgm:t>
    </dgm:pt>
    <dgm:pt modelId="1521">
      <dgm:t>
        <a:p>
          <a:r>
            <a:t>n1521</a:t>
          </a:r>
        </a:p>
      </dgm:t>
    </dgm:pt>
    <dgm:pt modelId="1522">
      <dgm:t>
        <a:p>
          <a:r>
            <a:t>n1522</a:t>
          </a:r>
        </a:p>
      </dgm:t>
    </dgm:pt>
    <dgm:pt modelId="1523">
      <dgm:t>
        <a:p>
          <a:r>
            <a:t>n1523</a:t>
          </a:r>
        </a:p>
      </dgm:t>
    </dgm:pt>
    <dgm:pt modelId="1524">
      <dgm:t>
        <a:p>
          <a:r>
            <a:t>n1524</a:t>
          </a:r>
        </a:p>
      </dgm:t>
    </dgm:pt>
    <dgm:pt modelId="1525">
      <dgm:t>
        <a:p>
          <a:r>
            <a:t>n1525</a:t>
          </a:r>
        </a:p>
      </dgm:t>
    </dgm:pt>
    <dgm:pt modelId="1526">
      <dgm:t>
        <a:p>
          <a:r>
            <a:t>n1526</a:t>
          </a:r>
        </a:p>
      </dgm:t>
    </dgm:pt>
    <dgm:pt modelId="1527">
      <dgm:t>
        <a:p>
          <a:r>
            <a:t>n1527</a:t>
          </a:r>
        </a:p>
      </dgm:t>
    </dgm:pt>
    <dgm:pt modelId="1528">
      <dgm:t>
        <a:p>
          <a:r>
            <a:t>n1528</a:t>
          </a:r>
        </a:p>
      </dgm:t>
    </dgm:pt>
    <dgm:pt modelId="1529">
      <dgm:t>
        <a:p>
          <a:r>
            <a:t>n1529</a:t>
          </a:r>
        </a:p>
      </dgm:t>
    </dgm:pt>
    <dgm:pt modelId="1530">
      <dgm:t>
        <a:p>
          <a:r>
            <a:t>n1530</a:t>
          </a:r>
        </a:p>
      </dgm:t>
    </dgm:pt>
    <dgm:pt modelId="1531">
      <dgm:t>
        <a:p>
          <a:r>
            <a:t>n1531</a:t>
          </a:r>
        </a:p>
      </dgm:t>
    </dgm:pt>
    <dgm:pt modelId="1532">
      <dgm:t>
        <a:p>
          <a:r>
            <a:t>n1532</a:t>
          </a:r>
        </a:p>
      </dgm:t>
    </dgm:pt>
    <dgm:pt modelId="1533">
      <dgm:t>
        <a:p>
          <a:r>
            <a:t>n1533</a:t>
          </a:r>
        </a:p>
      </dgm:t>
    </dgm:pt>
    <dgm:pt modelId="1534">
      <dgm:t>
        <a:p>
          <a:r>
            <a:t>n1534</a:t>
          </a:r>
        </a:p>
      </dgm:t>
    </dgm:pt>
    <dgm:pt modelId="1535">
      <dgm:t>
        <a:p>
          <a:r>
            <a:t>n1535</a:t>
          </a:r>
        </a:p>
      </dgm:t>
    </dgm:pt>
    <dgm:pt modelId="1536">
      <dgm:t>
        <a:p>
          <a:r>
            <a:t>n1536</a:t>
          </a:r>
        </a:p>
      </dgm:t>
    </dgm:pt>
    <dgm:pt modelId="1537">
      <dgm:t>
        <a:p>
          <a:r>
            <a:t>n1537</a:t>
          </a:r>
        </a:p>
      </dgm:t>
    </dgm:pt>
    <dgm:pt modelId="1538">
      <dgm:t>
        <a:p>
          <a:r>
            <a:t>n1538</a:t>
          </a:r>
        </a:p>
      </dgm:t>
    </dgm:pt>
    <dgm:pt modelId="1539">
      <dgm:t>
        <a:p>
          <a:r>
            <a:t>n1539</a:t>
          </a:r>
        </a:p>
      </dgm:t>
    </dgm:pt>
    <dgm:pt modelId="1540">
      <dgm:t>
        <a:p>
          <a:r>
            <a:t>n1540</a:t>
          </a:r>
        </a:p>
      </dgm:t>
    </dgm:pt>
    <dgm:pt modelId="1541">
      <dgm:t>
        <a:p>
          <a:r>
            <a:t>n1541</a:t>
          </a:r>
        </a:p>
      </dgm:t>
    </dgm:pt>
    <dgm:pt modelId="1542">
      <dgm:t>
        <a:p>
          <a:r>
            <a:t>n1542</a:t>
          </a:r>
        </a:p>
      </dgm:t>
    </dgm:pt>
    <dgm:pt modelId="1543">
      <dgm:t>
        <a:p>
          <a:r>
            <a:t>n1543</a:t>
          </a:r>
        </a:p>
      </dgm:t>
    </dgm:pt>
    <dgm:pt modelId="1544">
      <dgm:t>
        <a:p>
          <a:r>
            <a:t>n1544</a:t>
          </a:r>
        </a:p>
      </dgm:t>
    </dgm:pt>
    <dgm:pt modelId="1545">
      <dgm:t>
        <a:p>
          <a:r>
            <a:t>n1545</a:t>
          </a:r>
        </a:p>
      </dgm:t>
    </dgm:pt>
    <dgm:pt modelId="1546">
      <dgm:t>
        <a:p>
          <a:r>
            <a:t>n1546</a:t>
          </a:r>
        </a:p>
      </dgm:t>
    </dgm:pt>
    <dgm:pt modelId="1547">
      <dgm:t>
        <a:p>
          <a:r>
            <a:t>n1547</a:t>
          </a:r>
        </a:p>
      </dgm:t>
    </dgm:pt>
    <dgm:pt modelId="1548">
      <dgm:t>
        <a:p>
          <a:r>
            <a:t>n1548</a:t>
          </a:r>
        </a:p>
      </dgm:t>
    </dgm:pt>
    <dgm:pt modelId="1549">
      <dgm:t>
        <a:p>
          <a:r>
            <a:t>n1549</a:t>
          </a:r>
        </a:p>
      </dgm:t>
    </dgm:pt>
    <dgm:pt modelId="1550">
      <dgm:t>
        <a:p>
          <a:r>
            <a:t>n1550</a:t>
          </a:r>
        </a:p>
      </dgm:t>
    </dgm:pt>
    <dgm:pt modelId="1551">
      <dgm:t>
        <a:p>
          <a:r>
            <a:t>n1551</a:t>
          </a:r>
        </a:p>
      </dgm:t>
    </dgm:pt>
    <dgm:pt modelId="1552">
      <dgm:t>
        <a:p>
          <a:r>
            <a:t>n1552</a:t>
          </a:r>
        </a:p>
      </dgm:t>
    </dgm:pt>
    <dgm:pt modelId="1553">
      <dgm:t>
        <a:p>
          <a:r>
            <a:t>n1553</a:t>
          </a:r>
        </a:p>
      </dgm:t>
    </dgm:pt>
    <dgm:pt modelId="1554">
      <dgm:t>
        <a:p>
          <a:r>
            <a:t>n1554</a:t>
          </a:r>
        </a:p>
      </dgm:t>
    </dgm:pt>
    <dgm:pt modelId="1555">
      <dgm:t>
        <a:p>
          <a:r>
            <a:t>n1555</a:t>
          </a:r>
        </a:p>
      </dgm:t>
    </dgm:pt>
    <dgm:pt modelId="1556">
      <dgm:t>
        <a:p>
          <a:r>
            <a:t>n1556</a:t>
          </a:r>
        </a:p>
      </dgm:t>
    </dgm:pt>
    <dgm:pt modelId="1557">
      <dgm:t>
        <a:p>
          <a:r>
            <a:t>n1557</a:t>
          </a:r>
        </a:p>
      </dgm:t>
    </dgm:pt>
    <dgm:pt modelId="1558">
      <dgm:t>
        <a:p>
          <a:r>
            <a:t>n1558</a:t>
          </a:r>
        </a:p>
      </dgm:t>
    </dgm:pt>
    <dgm:pt modelId="1559">
      <dgm:t>
        <a:p>
          <a:r>
            <a:t>n1559</a:t>
          </a:r>
        </a:p>
      </dgm:t>
    </dgm:pt>
    <dgm:pt modelId="1560">
      <dgm:t>
        <a:p>
          <a:r>
            <a:t>n1560</a:t>
          </a:r>
        </a:p>
      </dgm:t>
    </dgm:pt>
    <dgm:pt modelId="1561">
      <dgm:t>
        <a:p>
          <a:r>
            <a:t>n1561</a:t>
          </a:r>
        </a:p>
      </dgm:t>
    </dgm:pt>
    <dgm:pt modelId="1562">
      <dgm:t>
        <a:p>
          <a:r>
            <a:t>n1562</a:t>
          </a:r>
        </a:p>
      </dgm:t>
    </dgm:pt>
    <dgm:pt modelId="1563">
      <dgm:t>
        <a:p>
          <a:r>
            <a:t>n1563</a:t>
          </a:r>
        </a:p>
      </dgm:t>
    </dgm:pt>
    <dgm:pt modelId="1564">
      <dgm:t>
        <a:p>
          <a:r>
            <a:t>n1564</a:t>
          </a:r>
        </a:p>
      </dgm:t>
    </dgm:pt>
    <dgm:pt modelId="1565">
      <dgm:t>
        <a:p>
          <a:r>
            <a:t>n1565</a:t>
          </a:r>
        </a:p>
      </dgm:t>
    </dgm:pt>
    <dgm:pt modelId="1566">
      <dgm:t>
        <a:p>
          <a:r>
            <a:t>n1566</a:t>
          </a:r>
        </a:p>
      </dgm:t>
    </dgm:pt>
    <dgm:pt modelId="1567">
      <dgm:t>
        <a:p>
          <a:r>
            <a:t>n1567</a:t>
          </a:r>
        </a:p>
      </dgm:t>
    </dgm:pt>
    <dgm:pt modelId="1568">
      <dgm:t>
        <a:p>
          <a:r>
            <a:t>n1568</a:t>
          </a:r>
        </a:p>
      </dgm:t>
    </dgm:pt>
    <dgm:pt modelId="1569">
      <dgm:t>
        <a:p>
          <a:r>
            <a:t>n1569</a:t>
          </a:r>
        </a:p>
      </dgm:t>
    </dgm:pt>
    <dgm:pt modelId="1570">
      <dgm:t>
        <a:p>
          <a:r>
            <a:t>n1570</a:t>
          </a:r>
        </a:p>
      </dgm:t>
    </dgm:pt>
    <dgm:pt modelId="1571">
      <dgm:t>
        <a:p>
          <a:r>
            <a:t>n1571</a:t>
          </a:r>
        </a:p>
      </dgm:t>
    </dgm:pt>
    <dgm:pt modelId="1572">
      <dgm:t>
        <a:p>
          <a:r>
            <a:t>n1572</a:t>
          </a:r>
        </a:p>
      </dgm:t>
    </dgm:pt>
    <dgm:pt modelId="1573">
      <dgm:t>
        <a:p>
          <a:r>
            <a:t>n1573</a:t>
          </a:r>
        </a:p>
      </dgm:t>
    </dgm:pt>
    <dgm:pt modelId="1574">
      <dgm:t>
        <a:p>
          <a:r>
            <a:t>n1574</a:t>
          </a:r>
        </a:p>
      </dgm:t>
    </dgm:pt>
    <dgm:pt modelId="1575">
      <dgm:t>
        <a:p>
          <a:r>
            <a:t>n1575</a:t>
          </a:r>
        </a:p>
      </dgm:t>
    </dgm:pt>
    <dgm:pt modelId="1576">
      <dgm:t>
        <a:p>
          <a:r>
            <a:t>n1576</a:t>
          </a:r>
        </a:p>
      </dgm:t>
    </dgm:pt>
    <dgm:pt modelId="1577">
      <dgm:t>
        <a:p>
          <a:r>
            <a:t>n1577</a:t>
          </a:r>
        </a:p>
      </dgm:t>
    </dgm:pt>
    <dgm:pt modelId="1578">
      <dgm:t>
        <a:p>
          <a:r>
            <a:t>n1578</a:t>
          </a:r>
        </a:p>
      </dgm:t>
    </dgm:pt>
    <dgm:pt modelId="1579">
      <dgm:t>
        <a:p>
          <a:r>
            <a:t>n1579</a:t>
          </a:r>
        </a:p>
      </dgm:t>
    </dgm:pt>
    <dgm:pt modelId="1580">
      <dgm:t>
        <a:p>
          <a:r>
            <a:t>n1580</a:t>
          </a:r>
        </a:p>
      </dgm:t>
    </dgm:pt>
    <dgm:pt modelId="1581">
      <dgm:t>
        <a:p>
          <a:r>
            <a:t>n1581</a:t>
          </a:r>
        </a:p>
      </dgm:t>
    </dgm:pt>
    <dgm:pt modelId="1582">
      <dgm:t>
        <a:p>
          <a:r>
            <a:t>n1582</a:t>
          </a:r>
        </a:p>
      </dgm:t>
    </dgm:pt>
    <dgm:pt modelId="1583">
      <dgm:t>
        <a:p>
          <a:r>
            <a:t>n1583</a:t>
          </a:r>
        </a:p>
      </dgm:t>
    </dgm:pt>
    <dgm:pt modelId="1584">
      <dgm:t>
        <a:p>
          <a:r>
            <a:t>n1584</a:t>
          </a:r>
        </a:p>
      </dgm:t>
    </dgm:pt>
    <dgm:pt modelId="1585">
      <dgm:t>
        <a:p>
          <a:r>
            <a:t>n1585</a:t>
          </a:r>
        </a:p>
      </dgm:t>
    </dgm:pt>
    <dgm:pt modelId="1586">
      <dgm:t>
        <a:p>
          <a:r>
            <a:t>n1586</a:t>
          </a:r>
        </a:p>
      </dgm:t>
    </dgm:pt>
    <dgm:pt modelId="1587">
      <dgm:t>
        <a:p>
          <a:r>
            <a:t>n1587</a:t>
          </a:r>
        </a:p>
      </dgm:t>
    </dgm:pt>
    <dgm:pt modelId="1588">
      <dgm:t>
        <a:p>
          <a:r>
            <a:t>n1588</a:t>
          </a:r>
        </a:p>
      </dgm:t>
    </dgm:pt>
    <dgm:pt modelId="1589">
      <dgm:t>
        <a:p>
          <a:r>
            <a:t>n1589</a:t>
          </a:r>
        </a:p>
      </dgm:t>
    </dgm:pt>
    <dgm:pt modelId="1590">
      <dgm:t>
        <a:p>
          <a:r>
            <a:t>n1590</a:t>
          </a:r>
        </a:p>
      </dgm:t>
    </dgm:pt>
    <dgm:pt modelId="1591">
      <dgm:t>
        <a:p>
          <a:r>
            <a:t>n1591</a:t>
          </a:r>
        </a:p>
      </dgm:t>
    </dgm:pt>
    <dgm:pt modelId="1592">
      <dgm:t>
        <a:p>
          <a:r>
            <a:t>n1592</a:t>
          </a:r>
        </a:p>
      </dgm:t>
    </dgm:pt>
    <dgm:pt modelId="1593">
      <dgm:t>
        <a:p>
          <a:r>
            <a:t>n1593</a:t>
          </a:r>
        </a:p>
      </dgm:t>
    </dgm:pt>
    <dgm:pt modelId="1594">
      <dgm:t>
        <a:p>
          <a:r>
            <a:t>n1594</a:t>
          </a:r>
        </a:p>
      </dgm:t>
    </dgm:pt>
    <dgm:pt modelId="1595">
      <dgm:t>
        <a:p>
          <a:r>
            <a:t>n1595</a:t>
          </a:r>
        </a:p>
      </dgm:t>
    </dgm:pt>
    <dgm:pt modelId="1596">
      <dgm:t>
        <a:p>
          <a:r>
            <a:t>n1596</a:t>
          </a:r>
        </a:p>
      </dgm:t>
    </dgm:pt>
    <dgm:pt modelId="1597">
      <dgm:t>
        <a:p>
          <a:r>
            <a:t>n1597</a:t>
          </a:r>
        </a:p>
      </dgm:t>
    </dgm:pt>
    <dgm:pt modelId="1598">
      <dgm:t>
        <a:p>
          <a:r>
            <a:t>n1598</a:t>
          </a:r>
        </a:p>
      </dgm:t>
    </dgm:pt>
    <dgm:pt modelId="1599">
      <dgm:t>
        <a:p>
          <a:r>
            <a:t>n1599</a:t>
          </a:r>
        </a:p>
      </dgm:t>
    </dgm:pt>
    <dgm:pt modelId="1600">
      <dgm:t>
        <a:p>
          <a:r>
            <a:t>n1600</a:t>
          </a:r>
        </a:p>
      </dgm:t>
    </dgm:pt>
    <dgm:pt modelId="1601">
      <dgm:t>
        <a:p>
          <a:r>
            <a:t>n1601</a:t>
          </a:r>
        </a:p>
      </dgm:t>
    </dgm:pt>
    <dgm:pt modelId="1602">
      <dgm:t>
        <a:p>
          <a:r>
            <a:t>n1602</a:t>
          </a:r>
        </a:p>
      </dgm:t>
    </dgm:pt>
    <dgm:pt modelId="1603">
      <dgm:t>
        <a:p>
          <a:r>
            <a:t>n1603</a:t>
          </a:r>
        </a:p>
      </dgm:t>
    </dgm:pt>
    <dgm:pt modelId="1604">
      <dgm:t>
        <a:p>
          <a:r>
            <a:t>n1604</a:t>
          </a:r>
        </a:p>
      </dgm:t>
    </dgm:pt>
    <dgm:pt modelId="1605">
      <dgm:t>
        <a:p>
          <a:r>
            <a:t>n1605</a:t>
          </a:r>
        </a:p>
      </dgm:t>
    </dgm:pt>
    <dgm:pt modelId="1606">
      <dgm:t>
        <a:p>
          <a:r>
            <a:t>n1606</a:t>
          </a:r>
        </a:p>
      </dgm:t>
    </dgm:pt>
    <dgm:pt modelId="1607">
      <dgm:t>
        <a:p>
          <a:r>
            <a:t>n1607</a:t>
          </a:r>
        </a:p>
      </dgm:t>
    </dgm:pt>
    <dgm:pt modelId="1608">
      <dgm:t>
        <a:p>
          <a:r>
            <a:t>n1608</a:t>
          </a:r>
        </a:p>
      </dgm:t>
    </dgm:pt>
    <dgm:pt modelId="1609">
      <dgm:t>
        <a:p>
          <a:r>
            <a:t>n1609</a:t>
          </a:r>
        </a:p>
      </dgm:t>
    </dgm:pt>
    <dgm:pt modelId="1610">
      <dgm:t>
        <a:p>
          <a:r>
            <a:t>n1610</a:t>
          </a:r>
        </a:p>
      </dgm:t>
    </dgm:pt>
    <dgm:pt modelId="1611">
      <dgm:t>
        <a:p>
          <a:r>
            <a:t>n1611</a:t>
          </a:r>
        </a:p>
      </dgm:t>
    </dgm:pt>
    <dgm:pt modelId="1612">
      <dgm:t>
        <a:p>
          <a:r>
            <a:t>n1612</a:t>
          </a:r>
        </a:p>
      </dgm:t>
    </dgm:pt>
    <dgm:pt modelId="1613">
      <dgm:t>
        <a:p>
          <a:r>
            <a:t>n1613</a:t>
          </a:r>
        </a:p>
      </dgm:t>
    </dgm:pt>
    <dgm:pt modelId="1614">
      <dgm:t>
        <a:p>
          <a:r>
            <a:t>n1614</a:t>
          </a:r>
        </a:p>
      </dgm:t>
    </dgm:pt>
    <dgm:pt modelId="1615">
      <dgm:t>
        <a:p>
          <a:r>
            <a:t>n1615</a:t>
          </a:r>
        </a:p>
      </dgm:t>
    </dgm:pt>
    <dgm:pt modelId="1616">
      <dgm:t>
        <a:p>
          <a:r>
            <a:t>n1616</a:t>
          </a:r>
        </a:p>
      </dgm:t>
    </dgm:pt>
    <dgm:pt modelId="1617">
      <dgm:t>
        <a:p>
          <a:r>
            <a:t>n1617</a:t>
          </a:r>
        </a:p>
      </dgm:t>
    </dgm:pt>
    <dgm:pt modelId="1618">
      <dgm:t>
        <a:p>
          <a:r>
            <a:t>n1618</a:t>
          </a:r>
        </a:p>
      </dgm:t>
    </dgm:pt>
    <dgm:pt modelId="1619">
      <dgm:t>
        <a:p>
          <a:r>
            <a:t>n1619</a:t>
          </a:r>
        </a:p>
      </dgm:t>
    </dgm:pt>
    <dgm:pt modelId="1620">
      <dgm:t>
        <a:p>
          <a:r>
            <a:t>n1620</a:t>
          </a:r>
        </a:p>
      </dgm:t>
    </dgm:pt>
    <dgm:pt modelId="1621">
      <dgm:t>
        <a:p>
          <a:r>
            <a:t>n1621</a:t>
          </a:r>
        </a:p>
      </dgm:t>
    </dgm:pt>
    <dgm:pt modelId="1622">
      <dgm:t>
        <a:p>
          <a:r>
            <a:t>n1622</a:t>
          </a:r>
        </a:p>
      </dgm:t>
    </dgm:pt>
    <dgm:pt modelId="1623">
      <dgm:t>
        <a:p>
          <a:r>
            <a:t>n1623</a:t>
          </a:r>
        </a:p>
      </dgm:t>
    </dgm:pt>
    <dgm:pt modelId="1624">
      <dgm:t>
        <a:p>
          <a:r>
            <a:t>n1624</a:t>
          </a:r>
        </a:p>
      </dgm:t>
    </dgm:pt>
    <dgm:pt modelId="1625">
      <dgm:t>
        <a:p>
          <a:r>
            <a:t>n1625</a:t>
          </a:r>
        </a:p>
      </dgm:t>
    </dgm:pt>
    <dgm:pt modelId="1626">
      <dgm:t>
        <a:p>
          <a:r>
            <a:t>n1626</a:t>
          </a:r>
        </a:p>
      </dgm:t>
    </dgm:pt>
    <dgm:pt modelId="1627">
      <dgm:t>
        <a:p>
          <a:r>
            <a:t>n1627</a:t>
          </a:r>
        </a:p>
      </dgm:t>
    </dgm:pt>
    <dgm:pt modelId="1628">
      <dgm:t>
        <a:p>
          <a:r>
            <a:t>n1628</a:t>
          </a:r>
        </a:p>
      </dgm:t>
    </dgm:pt>
    <dgm:pt modelId="1629">
      <dgm:t>
        <a:p>
          <a:r>
            <a:t>n1629</a:t>
          </a:r>
        </a:p>
      </dgm:t>
    </dgm:pt>
    <dgm:pt modelId="1630">
      <dgm:t>
        <a:p>
          <a:r>
            <a:t>n1630</a:t>
          </a:r>
        </a:p>
      </dgm:t>
    </dgm:pt>
    <dgm:pt modelId="1631">
      <dgm:t>
        <a:p>
          <a:r>
            <a:t>n1631</a:t>
          </a:r>
        </a:p>
      </dgm:t>
    </dgm:pt>
    <dgm:pt modelId="1632">
      <dgm:t>
        <a:p>
          <a:r>
            <a:t>n1632</a:t>
          </a:r>
        </a:p>
      </dgm:t>
    </dgm:pt>
    <dgm:pt modelId="1633">
      <dgm:t>
        <a:p>
          <a:r>
            <a:t>n1633</a:t>
          </a:r>
        </a:p>
      </dgm:t>
    </dgm:pt>
    <dgm:pt modelId="1634">
      <dgm:t>
        <a:p>
          <a:r>
            <a:t>n1634</a:t>
          </a:r>
        </a:p>
      </dgm:t>
    </dgm:pt>
    <dgm:pt modelId="1635">
      <dgm:t>
        <a:p>
          <a:r>
            <a:t>n1635</a:t>
          </a:r>
        </a:p>
      </dgm:t>
    </dgm:pt>
    <dgm:pt modelId="1636">
      <dgm:t>
        <a:p>
          <a:r>
            <a:t>n1636</a:t>
          </a:r>
        </a:p>
      </dgm:t>
    </dgm:pt>
    <dgm:pt modelId="1637">
      <dgm:t>
        <a:p>
          <a:r>
            <a:t>n1637</a:t>
          </a:r>
        </a:p>
      </dgm:t>
    </dgm:pt>
    <dgm:pt modelId="1638">
      <dgm:t>
        <a:p>
          <a:r>
            <a:t>n1638</a:t>
          </a:r>
        </a:p>
      </dgm:t>
    </dgm:pt>
    <dgm:pt modelId="1639">
      <dgm:t>
        <a:p>
          <a:r>
            <a:t>n1639</a:t>
          </a:r>
        </a:p>
      </dgm:t>
    </dgm:pt>
    <dgm:pt modelId="1640">
      <dgm:t>
        <a:p>
          <a:r>
            <a:t>n1640</a:t>
          </a:r>
        </a:p>
      </dgm:t>
    </dgm:pt>
    <dgm:pt modelId="1641">
      <dgm:t>
        <a:p>
          <a:r>
            <a:t>n1641</a:t>
          </a:r>
        </a:p>
      </dgm:t>
    </dgm:pt>
    <dgm:pt modelId="1642">
      <dgm:t>
        <a:p>
          <a:r>
            <a:t>n1642</a:t>
          </a:r>
        </a:p>
      </dgm:t>
    </dgm:pt>
    <dgm:pt modelId="1643">
      <dgm:t>
        <a:p>
          <a:r>
            <a:t>n1643</a:t>
          </a:r>
        </a:p>
      </dgm:t>
    </dgm:pt>
    <dgm:pt modelId="1644">
      <dgm:t>
        <a:p>
          <a:r>
            <a:t>n1644</a:t>
          </a:r>
        </a:p>
      </dgm:t>
    </dgm:pt>
    <dgm:pt modelId="1645">
      <dgm:t>
        <a:p>
          <a:r>
            <a:t>n1645</a:t>
          </a:r>
        </a:p>
      </dgm:t>
    </dgm:pt>
    <dgm:pt modelId="1646">
      <dgm:t>
        <a:p>
          <a:r>
            <a:t>n1646</a:t>
          </a:r>
        </a:p>
      </dgm:t>
    </dgm:pt>
    <dgm:pt modelId="1647">
      <dgm:t>
        <a:p>
          <a:r>
            <a:t>n1647</a:t>
          </a:r>
        </a:p>
      </dgm:t>
    </dgm:pt>
    <dgm:pt modelId="1648">
      <dgm:t>
        <a:p>
          <a:r>
            <a:t>n1648</a:t>
          </a:r>
        </a:p>
      </dgm:t>
    </dgm:pt>
    <dgm:pt modelId="1649">
      <dgm:t>
        <a:p>
          <a:r>
            <a:t>n1649</a:t>
          </a:r>
        </a:p>
      </dgm:t>
    </dgm:pt>
    <dgm:pt modelId="1650">
      <dgm:t>
        <a:p>
          <a:r>
            <a:t>n1650</a:t>
          </a:r>
        </a:p>
      </dgm:t>
    </dgm:pt>
    <dgm:pt modelId="1651">
      <dgm:t>
        <a:p>
          <a:r>
            <a:t>n1651</a:t>
          </a:r>
        </a:p>
      </dgm:t>
    </dgm:pt>
    <dgm:pt modelId="1652">
      <dgm:t>
        <a:p>
          <a:r>
            <a:t>n1652</a:t>
          </a:r>
        </a:p>
      </dgm:t>
    </dgm:pt>
    <dgm:pt modelId="1653">
      <dgm:t>
        <a:p>
          <a:r>
            <a:t>n1653</a:t>
          </a:r>
        </a:p>
      </dgm:t>
    </dgm:pt>
    <dgm:pt modelId="1654">
      <dgm:t>
        <a:p>
          <a:r>
            <a:t>n1654</a:t>
          </a:r>
        </a:p>
      </dgm:t>
    </dgm:pt>
    <dgm:pt modelId="1655">
      <dgm:t>
        <a:p>
          <a:r>
            <a:t>n1655</a:t>
          </a:r>
        </a:p>
      </dgm:t>
    </dgm:pt>
    <dgm:pt modelId="1656">
      <dgm:t>
        <a:p>
          <a:r>
            <a:t>n1656</a:t>
          </a:r>
        </a:p>
      </dgm:t>
    </dgm:pt>
    <dgm:pt modelId="1657">
      <dgm:t>
        <a:p>
          <a:r>
            <a:t>n1657</a:t>
          </a:r>
        </a:p>
      </dgm:t>
    </dgm:pt>
    <dgm:pt modelId="1658">
      <dgm:t>
        <a:p>
          <a:r>
            <a:t>n1658</a:t>
          </a:r>
        </a:p>
      </dgm:t>
    </dgm:pt>
    <dgm:pt modelId="1659">
      <dgm:t>
        <a:p>
          <a:r>
            <a:t>n1659</a:t>
          </a:r>
        </a:p>
      </dgm:t>
    </dgm:pt>
    <dgm:pt modelId="1660">
      <dgm:t>
        <a:p>
          <a:r>
            <a:t>n1660</a:t>
          </a:r>
        </a:p>
      </dgm:t>
    </dgm:pt>
    <dgm:pt modelId="1661">
      <dgm:t>
        <a:p>
          <a:r>
            <a:t>n1661</a:t>
          </a:r>
        </a:p>
      </dgm:t>
    </dgm:pt>
    <dgm:pt modelId="1662">
      <dgm:t>
        <a:p>
          <a:r>
            <a:t>n1662</a:t>
          </a:r>
        </a:p>
      </dgm:t>
    </dgm:pt>
    <dgm:pt modelId="1663">
      <dgm:t>
        <a:p>
          <a:r>
            <a:t>n1663</a:t>
          </a:r>
        </a:p>
      </dgm:t>
    </dgm:pt>
    <dgm:pt modelId="1664">
      <dgm:t>
        <a:p>
          <a:r>
            <a:t>n1664</a:t>
          </a:r>
        </a:p>
      </dgm:t>
    </dgm:pt>
    <dgm:pt modelId="1665">
      <dgm:t>
        <a:p>
          <a:r>
            <a:t>n1665</a:t>
          </a:r>
        </a:p>
      </dgm:t>
    </dgm:pt>
    <dgm:pt modelId="1666">
      <dgm:t>
        <a:p>
          <a:r>
            <a:t>n1666</a:t>
          </a:r>
        </a:p>
      </dgm:t>
    </dgm:pt>
    <dgm:pt modelId="1667">
      <dgm:t>
        <a:p>
          <a:r>
            <a:t>n1667</a:t>
          </a:r>
        </a:p>
      </dgm:t>
    </dgm:pt>
    <dgm:pt modelId="1668">
      <dgm:t>
        <a:p>
          <a:r>
            <a:t>n1668</a:t>
          </a:r>
        </a:p>
      </dgm:t>
    </dgm:pt>
    <dgm:pt modelId="1669">
      <dgm:t>
        <a:p>
          <a:r>
            <a:t>n1669</a:t>
          </a:r>
        </a:p>
      </dgm:t>
    </dgm:pt>
    <dgm:pt modelId="1670">
      <dgm:t>
        <a:p>
          <a:r>
            <a:t>n1670</a:t>
          </a:r>
        </a:p>
      </dgm:t>
    </dgm:pt>
    <dgm:pt modelId="1671">
      <dgm:t>
        <a:p>
          <a:r>
            <a:t>n1671</a:t>
          </a:r>
        </a:p>
      </dgm:t>
    </dgm:pt>
    <dgm:pt modelId="1672">
      <dgm:t>
        <a:p>
          <a:r>
            <a:t>n1672</a:t>
          </a:r>
        </a:p>
      </dgm:t>
    </dgm:pt>
    <dgm:pt modelId="1673">
      <dgm:t>
        <a:p>
          <a:r>
            <a:t>n1673</a:t>
          </a:r>
        </a:p>
      </dgm:t>
    </dgm:pt>
    <dgm:pt modelId="1674">
      <dgm:t>
        <a:p>
          <a:r>
            <a:t>n1674</a:t>
          </a:r>
        </a:p>
      </dgm:t>
    </dgm:pt>
    <dgm:pt modelId="1675">
      <dgm:t>
        <a:p>
          <a:r>
            <a:t>n1675</a:t>
          </a:r>
        </a:p>
      </dgm:t>
    </dgm:pt>
    <dgm:pt modelId="1676">
      <dgm:t>
        <a:p>
          <a:r>
            <a:t>n1676</a:t>
          </a:r>
        </a:p>
      </dgm:t>
    </dgm:pt>
    <dgm:pt modelId="1677">
      <dgm:t>
        <a:p>
          <a:r>
            <a:t>n1677</a:t>
          </a:r>
        </a:p>
      </dgm:t>
    </dgm:pt>
    <dgm:pt modelId="1678">
      <dgm:t>
        <a:p>
          <a:r>
            <a:t>n1678</a:t>
          </a:r>
        </a:p>
      </dgm:t>
    </dgm:pt>
    <dgm:pt modelId="1679">
      <dgm:t>
        <a:p>
          <a:r>
            <a:t>n1679</a:t>
          </a:r>
        </a:p>
      </dgm:t>
    </dgm:pt>
    <dgm:pt modelId="1680">
      <dgm:t>
        <a:p>
          <a:r>
            <a:t>n1680</a:t>
          </a:r>
        </a:p>
      </dgm:t>
    </dgm:pt>
    <dgm:pt modelId="1681">
      <dgm:t>
        <a:p>
          <a:r>
            <a:t>n1681</a:t>
          </a:r>
        </a:p>
      </dgm:t>
    </dgm:pt>
    <dgm:pt modelId="1682">
      <dgm:t>
        <a:p>
          <a:r>
            <a:t>n1682</a:t>
          </a:r>
        </a:p>
      </dgm:t>
    </dgm:pt>
    <dgm:pt modelId="1683">
      <dgm:t>
        <a:p>
          <a:r>
            <a:t>n1683</a:t>
          </a:r>
        </a:p>
      </dgm:t>
    </dgm:pt>
    <dgm:pt modelId="1684">
      <dgm:t>
        <a:p>
          <a:r>
            <a:t>n1684</a:t>
          </a:r>
        </a:p>
      </dgm:t>
    </dgm:pt>
    <dgm:pt modelId="1685">
      <dgm:t>
        <a:p>
          <a:r>
            <a:t>n1685</a:t>
          </a:r>
        </a:p>
      </dgm:t>
    </dgm:pt>
    <dgm:pt modelId="1686">
      <dgm:t>
        <a:p>
          <a:r>
            <a:t>n1686</a:t>
          </a:r>
        </a:p>
      </dgm:t>
    </dgm:pt>
    <dgm:pt modelId="1687">
      <dgm:t>
        <a:p>
          <a:r>
            <a:t>n1687</a:t>
          </a:r>
        </a:p>
      </dgm:t>
    </dgm:pt>
    <dgm:pt modelId="1688">
      <dgm:t>
        <a:p>
          <a:r>
            <a:t>n1688</a:t>
          </a:r>
        </a:p>
      </dgm:t>
    </dgm:pt>
    <dgm:pt modelId="1689">
      <dgm:t>
        <a:p>
          <a:r>
            <a:t>n1689</a:t>
          </a:r>
        </a:p>
      </dgm:t>
    </dgm:pt>
    <dgm:pt modelId="1690">
      <dgm:t>
        <a:p>
          <a:r>
            <a:t>n1690</a:t>
          </a:r>
        </a:p>
      </dgm:t>
    </dgm:pt>
    <dgm:pt modelId="1691">
      <dgm:t>
        <a:p>
          <a:r>
            <a:t>n1691</a:t>
          </a:r>
        </a:p>
      </dgm:t>
    </dgm:pt>
    <dgm:pt modelId="1692">
      <dgm:t>
        <a:p>
          <a:r>
            <a:t>n1692</a:t>
          </a:r>
        </a:p>
      </dgm:t>
    </dgm:pt>
    <dgm:pt modelId="1693">
      <dgm:t>
        <a:p>
          <a:r>
            <a:t>n1693</a:t>
          </a:r>
        </a:p>
      </dgm:t>
    </dgm:pt>
    <dgm:pt modelId="1694">
      <dgm:t>
        <a:p>
          <a:r>
            <a:t>n1694</a:t>
          </a:r>
        </a:p>
      </dgm:t>
    </dgm:pt>
    <dgm:pt modelId="1695">
      <dgm:t>
        <a:p>
          <a:r>
            <a:t>n1695</a:t>
          </a:r>
        </a:p>
      </dgm:t>
    </dgm:pt>
    <dgm:pt modelId="1696">
      <dgm:t>
        <a:p>
          <a:r>
            <a:t>n1696</a:t>
          </a:r>
        </a:p>
      </dgm:t>
    </dgm:pt>
    <dgm:pt modelId="1697">
      <dgm:t>
        <a:p>
          <a:r>
            <a:t>n1697</a:t>
          </a:r>
        </a:p>
      </dgm:t>
    </dgm:pt>
    <dgm:pt modelId="1698">
      <dgm:t>
        <a:p>
          <a:r>
            <a:t>n1698</a:t>
          </a:r>
        </a:p>
      </dgm:t>
    </dgm:pt>
    <dgm:pt modelId="1699">
      <dgm:t>
        <a:p>
          <a:r>
            <a:t>n1699</a:t>
          </a:r>
        </a:p>
      </dgm:t>
    </dgm:pt>
    <dgm:pt modelId="1700">
      <dgm:t>
        <a:p>
          <a:r>
            <a:t>n1700</a:t>
          </a:r>
        </a:p>
      </dgm:t>
    </dgm:pt>
    <dgm:pt modelId="1701">
      <dgm:t>
        <a:p>
          <a:r>
            <a:t>n1701</a:t>
          </a:r>
        </a:p>
      </dgm:t>
    </dgm:pt>
    <dgm:pt modelId="1702">
      <dgm:t>
        <a:p>
          <a:r>
            <a:t>n1702</a:t>
          </a:r>
        </a:p>
      </dgm:t>
    </dgm:pt>
    <dgm:pt modelId="1703">
      <dgm:t>
        <a:p>
          <a:r>
            <a:t>n1703</a:t>
          </a:r>
        </a:p>
      </dgm:t>
    </dgm:pt>
    <dgm:pt modelId="1704">
      <dgm:t>
        <a:p>
          <a:r>
            <a:t>n1704</a:t>
          </a:r>
        </a:p>
      </dgm:t>
    </dgm:pt>
    <dgm:pt modelId="1705">
      <dgm:t>
        <a:p>
          <a:r>
            <a:t>n1705</a:t>
          </a:r>
        </a:p>
      </dgm:t>
    </dgm:pt>
    <dgm:pt modelId="1706">
      <dgm:t>
        <a:p>
          <a:r>
            <a:t>n1706</a:t>
          </a:r>
        </a:p>
      </dgm:t>
    </dgm:pt>
    <dgm:pt modelId="1707">
      <dgm:t>
        <a:p>
          <a:r>
            <a:t>n1707</a:t>
          </a:r>
        </a:p>
      </dgm:t>
    </dgm:pt>
    <dgm:pt modelId="1708">
      <dgm:t>
        <a:p>
          <a:r>
            <a:t>n1708</a:t>
          </a:r>
        </a:p>
      </dgm:t>
    </dgm:pt>
    <dgm:pt modelId="1709">
      <dgm:t>
        <a:p>
          <a:r>
            <a:t>n1709</a:t>
          </a:r>
        </a:p>
      </dgm:t>
    </dgm:pt>
    <dgm:pt modelId="1710">
      <dgm:t>
        <a:p>
          <a:r>
            <a:t>n1710</a:t>
          </a:r>
        </a:p>
      </dgm:t>
    </dgm:pt>
    <dgm:pt modelId="1711">
      <dgm:t>
        <a:p>
          <a:r>
            <a:t>n1711</a:t>
          </a:r>
        </a:p>
      </dgm:t>
    </dgm:pt>
    <dgm:pt modelId="1712">
      <dgm:t>
        <a:p>
          <a:r>
            <a:t>n1712</a:t>
          </a:r>
        </a:p>
      </dgm:t>
    </dgm:pt>
    <dgm:pt modelId="1713">
      <dgm:t>
        <a:p>
          <a:r>
            <a:t>n1713</a:t>
          </a:r>
        </a:p>
      </dgm:t>
    </dgm:pt>
    <dgm:pt modelId="1714">
      <dgm:t>
        <a:p>
          <a:r>
            <a:t>n1714</a:t>
          </a:r>
        </a:p>
      </dgm:t>
    </dgm:pt>
    <dgm:pt modelId="1715">
      <dgm:t>
        <a:p>
          <a:r>
            <a:t>n1715</a:t>
          </a:r>
        </a:p>
      </dgm:t>
    </dgm:pt>
    <dgm:pt modelId="1716">
      <dgm:t>
        <a:p>
          <a:r>
            <a:t>n1716</a:t>
          </a:r>
        </a:p>
      </dgm:t>
    </dgm:pt>
    <dgm:pt modelId="1717">
      <dgm:t>
        <a:p>
          <a:r>
            <a:t>n1717</a:t>
          </a:r>
        </a:p>
      </dgm:t>
    </dgm:pt>
    <dgm:pt modelId="1718">
      <dgm:t>
        <a:p>
          <a:r>
            <a:t>n1718</a:t>
          </a:r>
        </a:p>
      </dgm:t>
    </dgm:pt>
    <dgm:pt modelId="1719">
      <dgm:t>
        <a:p>
          <a:r>
            <a:t>n1719</a:t>
          </a:r>
        </a:p>
      </dgm:t>
    </dgm:pt>
    <dgm:pt modelId="1720">
      <dgm:t>
        <a:p>
          <a:r>
            <a:t>n1720</a:t>
          </a:r>
        </a:p>
      </dgm:t>
    </dgm:pt>
    <dgm:pt modelId="1721">
      <dgm:t>
        <a:p>
          <a:r>
            <a:t>n1721</a:t>
          </a:r>
        </a:p>
      </dgm:t>
    </dgm:pt>
    <dgm:pt modelId="1722">
      <dgm:t>
        <a:p>
          <a:r>
            <a:t>n1722</a:t>
          </a:r>
        </a:p>
      </dgm:t>
    </dgm:pt>
    <dgm:pt modelId="1723">
      <dgm:t>
        <a:p>
          <a:r>
            <a:t>n1723</a:t>
          </a:r>
        </a:p>
      </dgm:t>
    </dgm:pt>
    <dgm:pt modelId="1724">
      <dgm:t>
        <a:p>
          <a:r>
            <a:t>n1724</a:t>
          </a:r>
        </a:p>
      </dgm:t>
    </dgm:pt>
    <dgm:pt modelId="1725">
      <dgm:t>
        <a:p>
          <a:r>
            <a:t>n1725</a:t>
          </a:r>
        </a:p>
      </dgm:t>
    </dgm:pt>
    <dgm:pt modelId="1726">
      <dgm:t>
        <a:p>
          <a:r>
            <a:t>n1726</a:t>
          </a:r>
        </a:p>
      </dgm:t>
    </dgm:pt>
    <dgm:pt modelId="1727">
      <dgm:t>
        <a:p>
          <a:r>
            <a:t>n1727</a:t>
          </a:r>
        </a:p>
      </dgm:t>
    </dgm:pt>
    <dgm:pt modelId="1728">
      <dgm:t>
        <a:p>
          <a:r>
            <a:t>n1728</a:t>
          </a:r>
        </a:p>
      </dgm:t>
    </dgm:pt>
    <dgm:pt modelId="1729">
      <dgm:t>
        <a:p>
          <a:r>
            <a:t>n1729</a:t>
          </a:r>
        </a:p>
      </dgm:t>
    </dgm:pt>
    <dgm:pt modelId="1730">
      <dgm:t>
        <a:p>
          <a:r>
            <a:t>n1730</a:t>
          </a:r>
        </a:p>
      </dgm:t>
    </dgm:pt>
    <dgm:pt modelId="1731">
      <dgm:t>
        <a:p>
          <a:r>
            <a:t>n1731</a:t>
          </a:r>
        </a:p>
      </dgm:t>
    </dgm:pt>
    <dgm:pt modelId="1732">
      <dgm:t>
        <a:p>
          <a:r>
            <a:t>n1732</a:t>
          </a:r>
        </a:p>
      </dgm:t>
    </dgm:pt>
    <dgm:pt modelId="1733">
      <dgm:t>
        <a:p>
          <a:r>
            <a:t>n1733</a:t>
          </a:r>
        </a:p>
      </dgm:t>
    </dgm:pt>
    <dgm:pt modelId="1734">
      <dgm:t>
        <a:p>
          <a:r>
            <a:t>n1734</a:t>
          </a:r>
        </a:p>
      </dgm:t>
    </dgm:pt>
    <dgm:pt modelId="1735">
      <dgm:t>
        <a:p>
          <a:r>
            <a:t>n1735</a:t>
          </a:r>
        </a:p>
      </dgm:t>
    </dgm:pt>
    <dgm:pt modelId="1736">
      <dgm:t>
        <a:p>
          <a:r>
            <a:t>n1736</a:t>
          </a:r>
        </a:p>
      </dgm:t>
    </dgm:pt>
    <dgm:pt modelId="1737">
      <dgm:t>
        <a:p>
          <a:r>
            <a:t>n1737</a:t>
          </a:r>
        </a:p>
      </dgm:t>
    </dgm:pt>
    <dgm:pt modelId="1738">
      <dgm:t>
        <a:p>
          <a:r>
            <a:t>n1738</a:t>
          </a:r>
        </a:p>
      </dgm:t>
    </dgm:pt>
    <dgm:pt modelId="1739">
      <dgm:t>
        <a:p>
          <a:r>
            <a:t>n1739</a:t>
          </a:r>
        </a:p>
      </dgm:t>
    </dgm:pt>
    <dgm:pt modelId="1740">
      <dgm:t>
        <a:p>
          <a:r>
            <a:t>n1740</a:t>
          </a:r>
        </a:p>
      </dgm:t>
    </dgm:pt>
    <dgm:pt modelId="1741">
      <dgm:t>
        <a:p>
          <a:r>
            <a:t>n1741</a:t>
          </a:r>
        </a:p>
      </dgm:t>
    </dgm:pt>
    <dgm:pt modelId="1742">
      <dgm:t>
        <a:p>
          <a:r>
            <a:t>n1742</a:t>
          </a:r>
        </a:p>
      </dgm:t>
    </dgm:pt>
    <dgm:pt modelId="1743">
      <dgm:t>
        <a:p>
          <a:r>
            <a:t>n1743</a:t>
          </a:r>
        </a:p>
      </dgm:t>
    </dgm:pt>
    <dgm:pt modelId="1744">
      <dgm:t>
        <a:p>
          <a:r>
            <a:t>n1744</a:t>
          </a:r>
        </a:p>
      </dgm:t>
    </dgm:pt>
    <dgm:pt modelId="1745">
      <dgm:t>
        <a:p>
          <a:r>
            <a:t>n1745</a:t>
          </a:r>
        </a:p>
      </dgm:t>
    </dgm:pt>
    <dgm:pt modelId="1746">
      <dgm:t>
        <a:p>
          <a:r>
            <a:t>n1746</a:t>
          </a:r>
        </a:p>
      </dgm:t>
    </dgm:pt>
    <dgm:pt modelId="1747">
      <dgm:t>
        <a:p>
          <a:r>
            <a:t>n1747</a:t>
          </a:r>
        </a:p>
      </dgm:t>
    </dgm:pt>
    <dgm:pt modelId="1748">
      <dgm:t>
        <a:p>
          <a:r>
            <a:t>n1748</a:t>
          </a:r>
        </a:p>
      </dgm:t>
    </dgm:pt>
    <dgm:pt modelId="1749">
      <dgm:t>
        <a:p>
          <a:r>
            <a:t>n1749</a:t>
          </a:r>
        </a:p>
      </dgm:t>
    </dgm:pt>
    <dgm:pt modelId="1750">
      <dgm:t>
        <a:p>
          <a:r>
            <a:t>n1750</a:t>
          </a:r>
        </a:p>
      </dgm:t>
    </dgm:pt>
    <dgm:pt modelId="1751">
      <dgm:t>
        <a:p>
          <a:r>
            <a:t>n1751</a:t>
          </a:r>
        </a:p>
      </dgm:t>
    </dgm:pt>
    <dgm:pt modelId="1752">
      <dgm:t>
        <a:p>
          <a:r>
            <a:t>n1752</a:t>
          </a:r>
        </a:p>
      </dgm:t>
    </dgm:pt>
    <dgm:pt modelId="1753">
      <dgm:t>
        <a:p>
          <a:r>
            <a:t>n1753</a:t>
          </a:r>
        </a:p>
      </dgm:t>
    </dgm:pt>
    <dgm:pt modelId="1754">
      <dgm:t>
        <a:p>
          <a:r>
            <a:t>n1754</a:t>
          </a:r>
        </a:p>
      </dgm:t>
    </dgm:pt>
    <dgm:pt modelId="1755">
      <dgm:t>
        <a:p>
          <a:r>
            <a:t>n1755</a:t>
          </a:r>
        </a:p>
      </dgm:t>
    </dgm:pt>
    <dgm:pt modelId="1756">
      <dgm:t>
        <a:p>
          <a:r>
            <a:t>n1756</a:t>
          </a:r>
        </a:p>
      </dgm:t>
    </dgm:pt>
    <dgm:pt modelId="1757">
      <dgm:t>
        <a:p>
          <a:r>
            <a:t>n1757</a:t>
          </a:r>
        </a:p>
      </dgm:t>
    </dgm:pt>
    <dgm:pt modelId="1758">
      <dgm:t>
        <a:p>
          <a:r>
            <a:t>n1758</a:t>
          </a:r>
        </a:p>
      </dgm:t>
    </dgm:pt>
    <dgm:pt modelId="1759">
      <dgm:t>
        <a:p>
          <a:r>
            <a:t>n1759</a:t>
          </a:r>
        </a:p>
      </dgm:t>
    </dgm:pt>
    <dgm:pt modelId="1760">
      <dgm:t>
        <a:p>
          <a:r>
            <a:t>n1760</a:t>
          </a:r>
        </a:p>
      </dgm:t>
    </dgm:pt>
    <dgm:pt modelId="1761">
      <dgm:t>
        <a:p>
          <a:r>
            <a:t>n1761</a:t>
          </a:r>
        </a:p>
      </dgm:t>
    </dgm:pt>
    <dgm:pt modelId="1762">
      <dgm:t>
        <a:p>
          <a:r>
            <a:t>n1762</a:t>
          </a:r>
        </a:p>
      </dgm:t>
    </dgm:pt>
    <dgm:pt modelId="1763">
      <dgm:t>
        <a:p>
          <a:r>
            <a:t>n1763</a:t>
          </a:r>
        </a:p>
      </dgm:t>
    </dgm:pt>
    <dgm:pt modelId="1764">
      <dgm:t>
        <a:p>
          <a:r>
            <a:t>n1764</a:t>
          </a:r>
        </a:p>
      </dgm:t>
    </dgm:pt>
    <dgm:pt modelId="1765">
      <dgm:t>
        <a:p>
          <a:r>
            <a:t>n1765</a:t>
          </a:r>
        </a:p>
      </dgm:t>
    </dgm:pt>
    <dgm:pt modelId="1766">
      <dgm:t>
        <a:p>
          <a:r>
            <a:t>n1766</a:t>
          </a:r>
        </a:p>
      </dgm:t>
    </dgm:pt>
    <dgm:pt modelId="1767">
      <dgm:t>
        <a:p>
          <a:r>
            <a:t>n1767</a:t>
          </a:r>
        </a:p>
      </dgm:t>
    </dgm:pt>
    <dgm:pt modelId="1768">
      <dgm:t>
        <a:p>
          <a:r>
            <a:t>n1768</a:t>
          </a:r>
        </a:p>
      </dgm:t>
    </dgm:pt>
    <dgm:pt modelId="1769">
      <dgm:t>
        <a:p>
          <a:r>
            <a:t>n1769</a:t>
          </a:r>
        </a:p>
      </dgm:t>
    </dgm:pt>
    <dgm:pt modelId="1770">
      <dgm:t>
        <a:p>
          <a:r>
            <a:t>n1770</a:t>
          </a:r>
        </a:p>
      </dgm:t>
    </dgm:pt>
    <dgm:pt modelId="1771">
      <dgm:t>
        <a:p>
          <a:r>
            <a:t>n1771</a:t>
          </a:r>
        </a:p>
      </dgm:t>
    </dgm:pt>
    <dgm:pt modelId="1772">
      <dgm:t>
        <a:p>
          <a:r>
            <a:t>n1772</a:t>
          </a:r>
        </a:p>
      </dgm:t>
    </dgm:pt>
    <dgm:pt modelId="1773">
      <dgm:t>
        <a:p>
          <a:r>
            <a:t>n1773</a:t>
          </a:r>
        </a:p>
      </dgm:t>
    </dgm:pt>
    <dgm:pt modelId="1774">
      <dgm:t>
        <a:p>
          <a:r>
            <a:t>n1774</a:t>
          </a:r>
        </a:p>
      </dgm:t>
    </dgm:pt>
    <dgm:pt modelId="1775">
      <dgm:t>
        <a:p>
          <a:r>
            <a:t>n1775</a:t>
          </a:r>
        </a:p>
      </dgm:t>
    </dgm:pt>
    <dgm:pt modelId="1776">
      <dgm:t>
        <a:p>
          <a:r>
            <a:t>n1776</a:t>
          </a:r>
        </a:p>
      </dgm:t>
    </dgm:pt>
    <dgm:pt modelId="1777">
      <dgm:t>
        <a:p>
          <a:r>
            <a:t>n1777</a:t>
          </a:r>
        </a:p>
      </dgm:t>
    </dgm:pt>
    <dgm:pt modelId="1778">
      <dgm:t>
        <a:p>
          <a:r>
            <a:t>n1778</a:t>
          </a:r>
        </a:p>
      </dgm:t>
    </dgm:pt>
    <dgm:pt modelId="1779">
      <dgm:t>
        <a:p>
          <a:r>
            <a:t>n1779</a:t>
          </a:r>
        </a:p>
      </dgm:t>
    </dgm:pt>
    <dgm:pt modelId="1780">
      <dgm:t>
        <a:p>
          <a:r>
            <a:t>n1780</a:t>
          </a:r>
        </a:p>
      </dgm:t>
    </dgm:pt>
    <dgm:pt modelId="1781">
      <dgm:t>
        <a:p>
          <a:r>
            <a:t>n1781</a:t>
          </a:r>
        </a:p>
      </dgm:t>
    </dgm:pt>
    <dgm:pt modelId="1782">
      <dgm:t>
        <a:p>
          <a:r>
            <a:t>n1782</a:t>
          </a:r>
        </a:p>
      </dgm:t>
    </dgm:pt>
    <dgm:pt modelId="1783">
      <dgm:t>
        <a:p>
          <a:r>
            <a:t>n1783</a:t>
          </a:r>
        </a:p>
      </dgm:t>
    </dgm:pt>
    <dgm:pt modelId="1784">
      <dgm:t>
        <a:p>
          <a:r>
            <a:t>n1784</a:t>
          </a:r>
        </a:p>
      </dgm:t>
    </dgm:pt>
    <dgm:pt modelId="1785">
      <dgm:t>
        <a:p>
          <a:r>
            <a:t>n1785</a:t>
          </a:r>
        </a:p>
      </dgm:t>
    </dgm:pt>
    <dgm:pt modelId="1786">
      <dgm:t>
        <a:p>
          <a:r>
            <a:t>n1786</a:t>
          </a:r>
        </a:p>
      </dgm:t>
    </dgm:pt>
    <dgm:pt modelId="1787">
      <dgm:t>
        <a:p>
          <a:r>
            <a:t>n1787</a:t>
          </a:r>
        </a:p>
      </dgm:t>
    </dgm:pt>
    <dgm:pt modelId="1788">
      <dgm:t>
        <a:p>
          <a:r>
            <a:t>n1788</a:t>
          </a:r>
        </a:p>
      </dgm:t>
    </dgm:pt>
    <dgm:pt modelId="1789">
      <dgm:t>
        <a:p>
          <a:r>
            <a:t>n1789</a:t>
          </a:r>
        </a:p>
      </dgm:t>
    </dgm:pt>
    <dgm:pt modelId="1790">
      <dgm:t>
        <a:p>
          <a:r>
            <a:t>n1790</a:t>
          </a:r>
        </a:p>
      </dgm:t>
    </dgm:pt>
    <dgm:pt modelId="1791">
      <dgm:t>
        <a:p>
          <a:r>
            <a:t>n1791</a:t>
          </a:r>
        </a:p>
      </dgm:t>
    </dgm:pt>
    <dgm:pt modelId="1792">
      <dgm:t>
        <a:p>
          <a:r>
            <a:t>n1792</a:t>
          </a:r>
        </a:p>
      </dgm:t>
    </dgm:pt>
    <dgm:pt modelId="1793">
      <dgm:t>
        <a:p>
          <a:r>
            <a:t>n1793</a:t>
          </a:r>
        </a:p>
      </dgm:t>
    </dgm:pt>
    <dgm:pt modelId="1794">
      <dgm:t>
        <a:p>
          <a:r>
            <a:t>n1794</a:t>
          </a:r>
        </a:p>
      </dgm:t>
    </dgm:pt>
    <dgm:pt modelId="1795">
      <dgm:t>
        <a:p>
          <a:r>
            <a:t>n1795</a:t>
          </a:r>
        </a:p>
      </dgm:t>
    </dgm:pt>
    <dgm:pt modelId="1796">
      <dgm:t>
        <a:p>
          <a:r>
            <a:t>n1796</a:t>
          </a:r>
        </a:p>
      </dgm:t>
    </dgm:pt>
    <dgm:pt modelId="1797">
      <dgm:t>
        <a:p>
          <a:r>
            <a:t>n1797</a:t>
          </a:r>
        </a:p>
      </dgm:t>
    </dgm:pt>
    <dgm:pt modelId="1798">
      <dgm:t>
        <a:p>
          <a:r>
            <a:t>n1798</a:t>
          </a:r>
        </a:p>
      </dgm:t>
    </dgm:pt>
    <dgm:pt modelId="1799">
      <dgm:t>
        <a:p>
          <a:r>
            <a:t>n1799</a:t>
          </a:r>
        </a:p>
      </dgm:t>
    </dgm:pt>
    <dgm:pt modelId="1800">
      <dgm:t>
        <a:p>
          <a:r>
            <a:t>n1800</a:t>
          </a:r>
        </a:p>
      </dgm:t>
    </dgm:pt>
    <dgm:pt modelId="1801">
      <dgm:t>
        <a:p>
          <a:r>
            <a:t>n1801</a:t>
          </a:r>
        </a:p>
      </dgm:t>
    </dgm:pt>
    <dgm:pt modelId="1802">
      <dgm:t>
        <a:p>
          <a:r>
            <a:t>n1802</a:t>
          </a:r>
        </a:p>
      </dgm:t>
    </dgm:pt>
    <dgm:pt modelId="1803">
      <dgm:t>
        <a:p>
          <a:r>
            <a:t>n1803</a:t>
          </a:r>
        </a:p>
      </dgm:t>
    </dgm:pt>
    <dgm:pt modelId="1804">
      <dgm:t>
        <a:p>
          <a:r>
            <a:t>n1804</a:t>
          </a:r>
        </a:p>
      </dgm:t>
    </dgm:pt>
    <dgm:pt modelId="1805">
      <dgm:t>
        <a:p>
          <a:r>
            <a:t>n1805</a:t>
          </a:r>
        </a:p>
      </dgm:t>
    </dgm:pt>
    <dgm:pt modelId="1806">
      <dgm:t>
        <a:p>
          <a:r>
            <a:t>n1806</a:t>
          </a:r>
        </a:p>
      </dgm:t>
    </dgm:pt>
    <dgm:pt modelId="1807">
      <dgm:t>
        <a:p>
          <a:r>
            <a:t>n1807</a:t>
          </a:r>
        </a:p>
      </dgm:t>
    </dgm:pt>
    <dgm:pt modelId="1808">
      <dgm:t>
        <a:p>
          <a:r>
            <a:t>n1808</a:t>
          </a:r>
        </a:p>
      </dgm:t>
    </dgm:pt>
    <dgm:pt modelId="1809">
      <dgm:t>
        <a:p>
          <a:r>
            <a:t>n1809</a:t>
          </a:r>
        </a:p>
      </dgm:t>
    </dgm:pt>
    <dgm:pt modelId="1810">
      <dgm:t>
        <a:p>
          <a:r>
            <a:t>n1810</a:t>
          </a:r>
        </a:p>
      </dgm:t>
    </dgm:pt>
    <dgm:pt modelId="1811">
      <dgm:t>
        <a:p>
          <a:r>
            <a:t>n1811</a:t>
          </a:r>
        </a:p>
      </dgm:t>
    </dgm:pt>
    <dgm:pt modelId="1812">
      <dgm:t>
        <a:p>
          <a:r>
            <a:t>n1812</a:t>
          </a:r>
        </a:p>
      </dgm:t>
    </dgm:pt>
    <dgm:pt modelId="1813">
      <dgm:t>
        <a:p>
          <a:r>
            <a:t>n1813</a:t>
          </a:r>
        </a:p>
      </dgm:t>
    </dgm:pt>
    <dgm:pt modelId="1814">
      <dgm:t>
        <a:p>
          <a:r>
            <a:t>n1814</a:t>
          </a:r>
        </a:p>
      </dgm:t>
    </dgm:pt>
    <dgm:pt modelId="1815">
      <dgm:t>
        <a:p>
          <a:r>
            <a:t>n1815</a:t>
          </a:r>
        </a:p>
      </dgm:t>
    </dgm:pt>
    <dgm:pt modelId="1816">
      <dgm:t>
        <a:p>
          <a:r>
            <a:t>n1816</a:t>
          </a:r>
        </a:p>
      </dgm:t>
    </dgm:pt>
    <dgm:pt modelId="1817">
      <dgm:t>
        <a:p>
          <a:r>
            <a:t>n1817</a:t>
          </a:r>
        </a:p>
      </dgm:t>
    </dgm:pt>
    <dgm:pt modelId="1818">
      <dgm:t>
        <a:p>
          <a:r>
            <a:t>n1818</a:t>
          </a:r>
        </a:p>
      </dgm:t>
    </dgm:pt>
    <dgm:pt modelId="1819">
      <dgm:t>
        <a:p>
          <a:r>
            <a:t>n1819</a:t>
          </a:r>
        </a:p>
      </dgm:t>
    </dgm:pt>
    <dgm:pt modelId="1820">
      <dgm:t>
        <a:p>
          <a:r>
            <a:t>n1820</a:t>
          </a:r>
        </a:p>
      </dgm:t>
    </dgm:pt>
    <dgm:pt modelId="1821">
      <dgm:t>
        <a:p>
          <a:r>
            <a:t>n1821</a:t>
          </a:r>
        </a:p>
      </dgm:t>
    </dgm:pt>
    <dgm:pt modelId="1822">
      <dgm:t>
        <a:p>
          <a:r>
            <a:t>n1822</a:t>
          </a:r>
        </a:p>
      </dgm:t>
    </dgm:pt>
    <dgm:pt modelId="1823">
      <dgm:t>
        <a:p>
          <a:r>
            <a:t>n1823</a:t>
          </a:r>
        </a:p>
      </dgm:t>
    </dgm:pt>
    <dgm:pt modelId="1824">
      <dgm:t>
        <a:p>
          <a:r>
            <a:t>n1824</a:t>
          </a:r>
        </a:p>
      </dgm:t>
    </dgm:pt>
    <dgm:pt modelId="1825">
      <dgm:t>
        <a:p>
          <a:r>
            <a:t>n1825</a:t>
          </a:r>
        </a:p>
      </dgm:t>
    </dgm:pt>
    <dgm:pt modelId="1826">
      <dgm:t>
        <a:p>
          <a:r>
            <a:t>n1826</a:t>
          </a:r>
        </a:p>
      </dgm:t>
    </dgm:pt>
    <dgm:pt modelId="1827">
      <dgm:t>
        <a:p>
          <a:r>
            <a:t>n1827</a:t>
          </a:r>
        </a:p>
      </dgm:t>
    </dgm:pt>
    <dgm:pt modelId="1828">
      <dgm:t>
        <a:p>
          <a:r>
            <a:t>n1828</a:t>
          </a:r>
        </a:p>
      </dgm:t>
    </dgm:pt>
    <dgm:pt modelId="1829">
      <dgm:t>
        <a:p>
          <a:r>
            <a:t>n1829</a:t>
          </a:r>
        </a:p>
      </dgm:t>
    </dgm:pt>
    <dgm:pt modelId="1830">
      <dgm:t>
        <a:p>
          <a:r>
            <a:t>n1830</a:t>
          </a:r>
        </a:p>
      </dgm:t>
    </dgm:pt>
    <dgm:pt modelId="1831">
      <dgm:t>
        <a:p>
          <a:r>
            <a:t>n1831</a:t>
          </a:r>
        </a:p>
      </dgm:t>
    </dgm:pt>
    <dgm:pt modelId="1832">
      <dgm:t>
        <a:p>
          <a:r>
            <a:t>n1832</a:t>
          </a:r>
        </a:p>
      </dgm:t>
    </dgm:pt>
    <dgm:pt modelId="1833">
      <dgm:t>
        <a:p>
          <a:r>
            <a:t>n1833</a:t>
          </a:r>
        </a:p>
      </dgm:t>
    </dgm:pt>
    <dgm:pt modelId="1834">
      <dgm:t>
        <a:p>
          <a:r>
            <a:t>n1834</a:t>
          </a:r>
        </a:p>
      </dgm:t>
    </dgm:pt>
    <dgm:pt modelId="1835">
      <dgm:t>
        <a:p>
          <a:r>
            <a:t>n1835</a:t>
          </a:r>
        </a:p>
      </dgm:t>
    </dgm:pt>
    <dgm:pt modelId="1836">
      <dgm:t>
        <a:p>
          <a:r>
            <a:t>n1836</a:t>
          </a:r>
        </a:p>
      </dgm:t>
    </dgm:pt>
    <dgm:pt modelId="1837">
      <dgm:t>
        <a:p>
          <a:r>
            <a:t>n1837</a:t>
          </a:r>
        </a:p>
      </dgm:t>
    </dgm:pt>
    <dgm:pt modelId="1838">
      <dgm:t>
        <a:p>
          <a:r>
            <a:t>n1838</a:t>
          </a:r>
        </a:p>
      </dgm:t>
    </dgm:pt>
    <dgm:pt modelId="1839">
      <dgm:t>
        <a:p>
          <a:r>
            <a:t>n1839</a:t>
          </a:r>
        </a:p>
      </dgm:t>
    </dgm:pt>
    <dgm:pt modelId="1840">
      <dgm:t>
        <a:p>
          <a:r>
            <a:t>n1840</a:t>
          </a:r>
        </a:p>
      </dgm:t>
    </dgm:pt>
    <dgm:pt modelId="1841">
      <dgm:t>
        <a:p>
          <a:r>
            <a:t>n1841</a:t>
          </a:r>
        </a:p>
      </dgm:t>
    </dgm:pt>
    <dgm:pt modelId="1842">
      <dgm:t>
        <a:p>
          <a:r>
            <a:t>n1842</a:t>
          </a:r>
        </a:p>
      </dgm:t>
    </dgm:pt>
    <dgm:pt modelId="1843">
      <dgm:t>
        <a:p>
          <a:r>
            <a:t>n1843</a:t>
          </a:r>
        </a:p>
      </dgm:t>
    </dgm:pt>
    <dgm:pt modelId="1844">
      <dgm:t>
        <a:p>
          <a:r>
            <a:t>n1844</a:t>
          </a:r>
        </a:p>
      </dgm:t>
    </dgm:pt>
    <dgm:pt modelId="1845">
      <dgm:t>
        <a:p>
          <a:r>
            <a:t>n1845</a:t>
          </a:r>
        </a:p>
      </dgm:t>
    </dgm:pt>
    <dgm:pt modelId="1846">
      <dgm:t>
        <a:p>
          <a:r>
            <a:t>n1846</a:t>
          </a:r>
        </a:p>
      </dgm:t>
    </dgm:pt>
    <dgm:pt modelId="1847">
      <dgm:t>
        <a:p>
          <a:r>
            <a:t>n1847</a:t>
          </a:r>
        </a:p>
      </dgm:t>
    </dgm:pt>
    <dgm:pt modelId="1848">
      <dgm:t>
        <a:p>
          <a:r>
            <a:t>n1848</a:t>
          </a:r>
        </a:p>
      </dgm:t>
    </dgm:pt>
    <dgm:pt modelId="1849">
      <dgm:t>
        <a:p>
          <a:r>
            <a:t>n1849</a:t>
          </a:r>
        </a:p>
      </dgm:t>
    </dgm:pt>
    <dgm:pt modelId="1850">
      <dgm:t>
        <a:p>
          <a:r>
            <a:t>n1850</a:t>
          </a:r>
        </a:p>
      </dgm:t>
    </dgm:pt>
    <dgm:pt modelId="1851">
      <dgm:t>
        <a:p>
          <a:r>
            <a:t>n1851</a:t>
          </a:r>
        </a:p>
      </dgm:t>
    </dgm:pt>
    <dgm:pt modelId="1852">
      <dgm:t>
        <a:p>
          <a:r>
            <a:t>n1852</a:t>
          </a:r>
        </a:p>
      </dgm:t>
    </dgm:pt>
    <dgm:pt modelId="1853">
      <dgm:t>
        <a:p>
          <a:r>
            <a:t>n1853</a:t>
          </a:r>
        </a:p>
      </dgm:t>
    </dgm:pt>
    <dgm:pt modelId="1854">
      <dgm:t>
        <a:p>
          <a:r>
            <a:t>n1854</a:t>
          </a:r>
        </a:p>
      </dgm:t>
    </dgm:pt>
    <dgm:pt modelId="1855">
      <dgm:t>
        <a:p>
          <a:r>
            <a:t>n1855</a:t>
          </a:r>
        </a:p>
      </dgm:t>
    </dgm:pt>
    <dgm:pt modelId="1856">
      <dgm:t>
        <a:p>
          <a:r>
            <a:t>n1856</a:t>
          </a:r>
        </a:p>
      </dgm:t>
    </dgm:pt>
    <dgm:pt modelId="1857">
      <dgm:t>
        <a:p>
          <a:r>
            <a:t>n1857</a:t>
          </a:r>
        </a:p>
      </dgm:t>
    </dgm:pt>
    <dgm:pt modelId="1858">
      <dgm:t>
        <a:p>
          <a:r>
            <a:t>n1858</a:t>
          </a:r>
        </a:p>
      </dgm:t>
    </dgm:pt>
    <dgm:pt modelId="1859">
      <dgm:t>
        <a:p>
          <a:r>
            <a:t>n1859</a:t>
          </a:r>
        </a:p>
      </dgm:t>
    </dgm:pt>
    <dgm:pt modelId="1860">
      <dgm:t>
        <a:p>
          <a:r>
            <a:t>n1860</a:t>
          </a:r>
        </a:p>
      </dgm:t>
    </dgm:pt>
    <dgm:pt modelId="1861">
      <dgm:t>
        <a:p>
          <a:r>
            <a:t>n1861</a:t>
          </a:r>
        </a:p>
      </dgm:t>
    </dgm:pt>
    <dgm:pt modelId="1862">
      <dgm:t>
        <a:p>
          <a:r>
            <a:t>n1862</a:t>
          </a:r>
        </a:p>
      </dgm:t>
    </dgm:pt>
    <dgm:pt modelId="1863">
      <dgm:t>
        <a:p>
          <a:r>
            <a:t>n1863</a:t>
          </a:r>
        </a:p>
      </dgm:t>
    </dgm:pt>
    <dgm:pt modelId="1864">
      <dgm:t>
        <a:p>
          <a:r>
            <a:t>n1864</a:t>
          </a:r>
        </a:p>
      </dgm:t>
    </dgm:pt>
    <dgm:pt modelId="1865">
      <dgm:t>
        <a:p>
          <a:r>
            <a:t>n1865</a:t>
          </a:r>
        </a:p>
      </dgm:t>
    </dgm:pt>
    <dgm:pt modelId="1866">
      <dgm:t>
        <a:p>
          <a:r>
            <a:t>n1866</a:t>
          </a:r>
        </a:p>
      </dgm:t>
    </dgm:pt>
    <dgm:pt modelId="1867">
      <dgm:t>
        <a:p>
          <a:r>
            <a:t>n1867</a:t>
          </a:r>
        </a:p>
      </dgm:t>
    </dgm:pt>
    <dgm:pt modelId="1868">
      <dgm:t>
        <a:p>
          <a:r>
            <a:t>n1868</a:t>
          </a:r>
        </a:p>
      </dgm:t>
    </dgm:pt>
    <dgm:pt modelId="1869">
      <dgm:t>
        <a:p>
          <a:r>
            <a:t>n1869</a:t>
          </a:r>
        </a:p>
      </dgm:t>
    </dgm:pt>
    <dgm:pt modelId="1870">
      <dgm:t>
        <a:p>
          <a:r>
            <a:t>n1870</a:t>
          </a:r>
        </a:p>
      </dgm:t>
    </dgm:pt>
    <dgm:pt modelId="1871">
      <dgm:t>
        <a:p>
          <a:r>
            <a:t>n1871</a:t>
          </a:r>
        </a:p>
      </dgm:t>
    </dgm:pt>
    <dgm:pt modelId="1872">
      <dgm:t>
        <a:p>
          <a:r>
            <a:t>n1872</a:t>
          </a:r>
        </a:p>
      </dgm:t>
    </dgm:pt>
    <dgm:pt modelId="1873">
      <dgm:t>
        <a:p>
          <a:r>
            <a:t>n1873</a:t>
          </a:r>
        </a:p>
      </dgm:t>
    </dgm:pt>
    <dgm:pt modelId="1874">
      <dgm:t>
        <a:p>
          <a:r>
            <a:t>n1874</a:t>
          </a:r>
        </a:p>
      </dgm:t>
    </dgm:pt>
    <dgm:pt modelId="1875">
      <dgm:t>
        <a:p>
          <a:r>
            <a:t>n1875</a:t>
          </a:r>
        </a:p>
      </dgm:t>
    </dgm:pt>
    <dgm:pt modelId="1876">
      <dgm:t>
        <a:p>
          <a:r>
            <a:t>n1876</a:t>
          </a:r>
        </a:p>
      </dgm:t>
    </dgm:pt>
    <dgm:pt modelId="1877">
      <dgm:t>
        <a:p>
          <a:r>
            <a:t>n1877</a:t>
          </a:r>
        </a:p>
      </dgm:t>
    </dgm:pt>
    <dgm:pt modelId="1878">
      <dgm:t>
        <a:p>
          <a:r>
            <a:t>n1878</a:t>
          </a:r>
        </a:p>
      </dgm:t>
    </dgm:pt>
    <dgm:pt modelId="1879">
      <dgm:t>
        <a:p>
          <a:r>
            <a:t>n1879</a:t>
          </a:r>
        </a:p>
      </dgm:t>
    </dgm:pt>
    <dgm:pt modelId="1880">
      <dgm:t>
        <a:p>
          <a:r>
            <a:t>n1880</a:t>
          </a:r>
        </a:p>
      </dgm:t>
    </dgm:pt>
    <dgm:pt modelId="1881">
      <dgm:t>
        <a:p>
          <a:r>
            <a:t>n1881</a:t>
          </a:r>
        </a:p>
      </dgm:t>
    </dgm:pt>
    <dgm:pt modelId="1882">
      <dgm:t>
        <a:p>
          <a:r>
            <a:t>n1882</a:t>
          </a:r>
        </a:p>
      </dgm:t>
    </dgm:pt>
    <dgm:pt modelId="1883">
      <dgm:t>
        <a:p>
          <a:r>
            <a:t>n1883</a:t>
          </a:r>
        </a:p>
      </dgm:t>
    </dgm:pt>
    <dgm:pt modelId="1884">
      <dgm:t>
        <a:p>
          <a:r>
            <a:t>n1884</a:t>
          </a:r>
        </a:p>
      </dgm:t>
    </dgm:pt>
    <dgm:pt modelId="1885">
      <dgm:t>
        <a:p>
          <a:r>
            <a:t>n1885</a:t>
          </a:r>
        </a:p>
      </dgm:t>
    </dgm:pt>
    <dgm:pt modelId="1886">
      <dgm:t>
        <a:p>
          <a:r>
            <a:t>n1886</a:t>
          </a:r>
        </a:p>
      </dgm:t>
    </dgm:pt>
    <dgm:pt modelId="1887">
      <dgm:t>
        <a:p>
          <a:r>
            <a:t>n1887</a:t>
          </a:r>
        </a:p>
      </dgm:t>
    </dgm:pt>
    <dgm:pt modelId="1888">
      <dgm:t>
        <a:p>
          <a:r>
            <a:t>n1888</a:t>
          </a:r>
        </a:p>
      </dgm:t>
    </dgm:pt>
    <dgm:pt modelId="1889">
      <dgm:t>
        <a:p>
          <a:r>
            <a:t>n1889</a:t>
          </a:r>
        </a:p>
      </dgm:t>
    </dgm:pt>
    <dgm:pt modelId="1890">
      <dgm:t>
        <a:p>
          <a:r>
            <a:t>n1890</a:t>
          </a:r>
        </a:p>
      </dgm:t>
    </dgm:pt>
    <dgm:pt modelId="1891">
      <dgm:t>
        <a:p>
          <a:r>
            <a:t>n1891</a:t>
          </a:r>
        </a:p>
      </dgm:t>
    </dgm:pt>
    <dgm:pt modelId="1892">
      <dgm:t>
        <a:p>
          <a:r>
            <a:t>n1892</a:t>
          </a:r>
        </a:p>
      </dgm:t>
    </dgm:pt>
    <dgm:pt modelId="1893">
      <dgm:t>
        <a:p>
          <a:r>
            <a:t>n1893</a:t>
          </a:r>
        </a:p>
      </dgm:t>
    </dgm:pt>
    <dgm:pt modelId="1894">
      <dgm:t>
        <a:p>
          <a:r>
            <a:t>n1894</a:t>
          </a:r>
        </a:p>
      </dgm:t>
    </dgm:pt>
    <dgm:pt modelId="1895">
      <dgm:t>
        <a:p>
          <a:r>
            <a:t>n1895</a:t>
          </a:r>
        </a:p>
      </dgm:t>
    </dgm:pt>
    <dgm:pt modelId="1896">
      <dgm:t>
        <a:p>
          <a:r>
            <a:t>n1896</a:t>
          </a:r>
        </a:p>
      </dgm:t>
    </dgm:pt>
    <dgm:pt modelId="1897">
      <dgm:t>
        <a:p>
          <a:r>
            <a:t>n1897</a:t>
          </a:r>
        </a:p>
      </dgm:t>
    </dgm:pt>
    <dgm:pt modelId="1898">
      <dgm:t>
        <a:p>
          <a:r>
            <a:t>n1898</a:t>
          </a:r>
        </a:p>
      </dgm:t>
    </dgm:pt>
    <dgm:pt modelId="1899">
      <dgm:t>
        <a:p>
          <a:r>
            <a:t>n1899</a:t>
          </a:r>
        </a:p>
      </dgm:t>
    </dgm:pt>
    <dgm:pt modelId="1900">
      <dgm:t>
        <a:p>
          <a:r>
            <a:t>n1900</a:t>
          </a:r>
        </a:p>
      </dgm:t>
    </dgm:pt>
    <dgm:pt modelId="1901">
      <dgm:t>
        <a:p>
          <a:r>
            <a:t>n1901</a:t>
          </a:r>
        </a:p>
      </dgm:t>
    </dgm:pt>
    <dgm:pt modelId="1902">
      <dgm:t>
        <a:p>
          <a:r>
            <a:t>n1902</a:t>
          </a:r>
        </a:p>
      </dgm:t>
    </dgm:pt>
    <dgm:pt modelId="1903">
      <dgm:t>
        <a:p>
          <a:r>
            <a:t>n1903</a:t>
          </a:r>
        </a:p>
      </dgm:t>
    </dgm:pt>
    <dgm:pt modelId="1904">
      <dgm:t>
        <a:p>
          <a:r>
            <a:t>n1904</a:t>
          </a:r>
        </a:p>
      </dgm:t>
    </dgm:pt>
    <dgm:pt modelId="1905">
      <dgm:t>
        <a:p>
          <a:r>
            <a:t>n1905</a:t>
          </a:r>
        </a:p>
      </dgm:t>
    </dgm:pt>
    <dgm:pt modelId="1906">
      <dgm:t>
        <a:p>
          <a:r>
            <a:t>n1906</a:t>
          </a:r>
        </a:p>
      </dgm:t>
    </dgm:pt>
    <dgm:pt modelId="1907">
      <dgm:t>
        <a:p>
          <a:r>
            <a:t>n1907</a:t>
          </a:r>
        </a:p>
      </dgm:t>
    </dgm:pt>
    <dgm:pt modelId="1908">
      <dgm:t>
        <a:p>
          <a:r>
            <a:t>n1908</a:t>
          </a:r>
        </a:p>
      </dgm:t>
    </dgm:pt>
    <dgm:pt modelId="1909">
      <dgm:t>
        <a:p>
          <a:r>
            <a:t>n1909</a:t>
          </a:r>
        </a:p>
      </dgm:t>
    </dgm:pt>
    <dgm:pt modelId="1910">
      <dgm:t>
        <a:p>
          <a:r>
            <a:t>n1910</a:t>
          </a:r>
        </a:p>
      </dgm:t>
    </dgm:pt>
    <dgm:pt modelId="1911">
      <dgm:t>
        <a:p>
          <a:r>
            <a:t>n1911</a:t>
          </a:r>
        </a:p>
      </dgm:t>
    </dgm:pt>
    <dgm:pt modelId="1912">
      <dgm:t>
        <a:p>
          <a:r>
            <a:t>n1912</a:t>
          </a:r>
        </a:p>
      </dgm:t>
    </dgm:pt>
    <dgm:pt modelId="1913">
      <dgm:t>
        <a:p>
          <a:r>
            <a:t>n1913</a:t>
          </a:r>
        </a:p>
      </dgm:t>
    </dgm:pt>
    <dgm:pt modelId="1914">
      <dgm:t>
        <a:p>
          <a:r>
            <a:t>n1914</a:t>
          </a:r>
        </a:p>
      </dgm:t>
    </dgm:pt>
    <dgm:pt modelId="1915">
      <dgm:t>
        <a:p>
          <a:r>
            <a:t>n1915</a:t>
          </a:r>
        </a:p>
      </dgm:t>
    </dgm:pt>
    <dgm:pt modelId="1916">
      <dgm:t>
        <a:p>
          <a:r>
            <a:t>n1916</a:t>
          </a:r>
        </a:p>
      </dgm:t>
    </dgm:pt>
    <dgm:pt modelId="1917">
      <dgm:t>
        <a:p>
          <a:r>
            <a:t>n1917</a:t>
          </a:r>
        </a:p>
      </dgm:t>
    </dgm:pt>
    <dgm:pt modelId="1918">
      <dgm:t>
        <a:p>
          <a:r>
            <a:t>n1918</a:t>
          </a:r>
        </a:p>
      </dgm:t>
    </dgm:pt>
    <dgm:pt modelId="1919">
      <dgm:t>
        <a:p>
          <a:r>
            <a:t>n1919</a:t>
          </a:r>
        </a:p>
      </dgm:t>
    </dgm:pt>
    <dgm:pt modelId="1920">
      <dgm:t>
        <a:p>
          <a:r>
            <a:t>n1920</a:t>
          </a:r>
        </a:p>
      </dgm:t>
    </dgm:pt>
    <dgm:pt modelId="1921">
      <dgm:t>
        <a:p>
          <a:r>
            <a:t>n1921</a:t>
          </a:r>
        </a:p>
      </dgm:t>
    </dgm:pt>
    <dgm:pt modelId="1922">
      <dgm:t>
        <a:p>
          <a:r>
            <a:t>n1922</a:t>
          </a:r>
        </a:p>
      </dgm:t>
    </dgm:pt>
    <dgm:pt modelId="1923">
      <dgm:t>
        <a:p>
          <a:r>
            <a:t>n1923</a:t>
          </a:r>
        </a:p>
      </dgm:t>
    </dgm:pt>
    <dgm:pt modelId="1924">
      <dgm:t>
        <a:p>
          <a:r>
            <a:t>n1924</a:t>
          </a:r>
        </a:p>
      </dgm:t>
    </dgm:pt>
    <dgm:pt modelId="1925">
      <dgm:t>
        <a:p>
          <a:r>
            <a:t>n1925</a:t>
          </a:r>
        </a:p>
      </dgm:t>
    </dgm:pt>
    <dgm:pt modelId="1926">
      <dgm:t>
        <a:p>
          <a:r>
            <a:t>n1926</a:t>
          </a:r>
        </a:p>
      </dgm:t>
    </dgm:pt>
    <dgm:pt modelId="1927">
      <dgm:t>
        <a:p>
          <a:r>
            <a:t>n1927</a:t>
          </a:r>
        </a:p>
      </dgm:t>
    </dgm:pt>
    <dgm:pt modelId="1928">
      <dgm:t>
        <a:p>
          <a:r>
            <a:t>n1928</a:t>
          </a:r>
        </a:p>
      </dgm:t>
    </dgm:pt>
    <dgm:pt modelId="1929">
      <dgm:t>
        <a:p>
          <a:r>
            <a:t>n1929</a:t>
          </a:r>
        </a:p>
      </dgm:t>
    </dgm:pt>
    <dgm:pt modelId="1930">
      <dgm:t>
        <a:p>
          <a:r>
            <a:t>n1930</a:t>
          </a:r>
        </a:p>
      </dgm:t>
    </dgm:pt>
    <dgm:pt modelId="1931">
      <dgm:t>
        <a:p>
          <a:r>
            <a:t>n1931</a:t>
          </a:r>
        </a:p>
      </dgm:t>
    </dgm:pt>
    <dgm:pt modelId="1932">
      <dgm:t>
        <a:p>
          <a:r>
            <a:t>n1932</a:t>
          </a:r>
        </a:p>
      </dgm:t>
    </dgm:pt>
    <dgm:pt modelId="1933">
      <dgm:t>
        <a:p>
          <a:r>
            <a:t>n1933</a:t>
          </a:r>
        </a:p>
      </dgm:t>
    </dgm:pt>
    <dgm:pt modelId="1934">
      <dgm:t>
        <a:p>
          <a:r>
            <a:t>n1934</a:t>
          </a:r>
        </a:p>
      </dgm:t>
    </dgm:pt>
    <dgm:pt modelId="1935">
      <dgm:t>
        <a:p>
          <a:r>
            <a:t>n1935</a:t>
          </a:r>
        </a:p>
      </dgm:t>
    </dgm:pt>
    <dgm:pt modelId="1936">
      <dgm:t>
        <a:p>
          <a:r>
            <a:t>n1936</a:t>
          </a:r>
        </a:p>
      </dgm:t>
    </dgm:pt>
    <dgm:pt modelId="1937">
      <dgm:t>
        <a:p>
          <a:r>
            <a:t>n1937</a:t>
          </a:r>
        </a:p>
      </dgm:t>
    </dgm:pt>
    <dgm:pt modelId="1938">
      <dgm:t>
        <a:p>
          <a:r>
            <a:t>n1938</a:t>
          </a:r>
        </a:p>
      </dgm:t>
    </dgm:pt>
    <dgm:pt modelId="1939">
      <dgm:t>
        <a:p>
          <a:r>
            <a:t>n1939</a:t>
          </a:r>
        </a:p>
      </dgm:t>
    </dgm:pt>
    <dgm:pt modelId="1940">
      <dgm:t>
        <a:p>
          <a:r>
            <a:t>n1940</a:t>
          </a:r>
        </a:p>
      </dgm:t>
    </dgm:pt>
    <dgm:pt modelId="1941">
      <dgm:t>
        <a:p>
          <a:r>
            <a:t>n1941</a:t>
          </a:r>
        </a:p>
      </dgm:t>
    </dgm:pt>
    <dgm:pt modelId="1942">
      <dgm:t>
        <a:p>
          <a:r>
            <a:t>n1942</a:t>
          </a:r>
        </a:p>
      </dgm:t>
    </dgm:pt>
    <dgm:pt modelId="1943">
      <dgm:t>
        <a:p>
          <a:r>
            <a:t>n1943</a:t>
          </a:r>
        </a:p>
      </dgm:t>
    </dgm:pt>
    <dgm:pt modelId="1944">
      <dgm:t>
        <a:p>
          <a:r>
            <a:t>n1944</a:t>
          </a:r>
        </a:p>
      </dgm:t>
    </dgm:pt>
    <dgm:pt modelId="1945">
      <dgm:t>
        <a:p>
          <a:r>
            <a:t>n1945</a:t>
          </a:r>
        </a:p>
      </dgm:t>
    </dgm:pt>
    <dgm:pt modelId="1946">
      <dgm:t>
        <a:p>
          <a:r>
            <a:t>n1946</a:t>
          </a:r>
        </a:p>
      </dgm:t>
    </dgm:pt>
    <dgm:pt modelId="1947">
      <dgm:t>
        <a:p>
          <a:r>
            <a:t>n1947</a:t>
          </a:r>
        </a:p>
      </dgm:t>
    </dgm:pt>
    <dgm:pt modelId="1948">
      <dgm:t>
        <a:p>
          <a:r>
            <a:t>n1948</a:t>
          </a:r>
        </a:p>
      </dgm:t>
    </dgm:pt>
    <dgm:pt modelId="1949">
      <dgm:t>
        <a:p>
          <a:r>
            <a:t>n1949</a:t>
          </a:r>
        </a:p>
      </dgm:t>
    </dgm:pt>
    <dgm:pt modelId="1950">
      <dgm:t>
        <a:p>
          <a:r>
            <a:t>n1950</a:t>
          </a:r>
        </a:p>
      </dgm:t>
    </dgm:pt>
    <dgm:pt modelId="1951">
      <dgm:t>
        <a:p>
          <a:r>
            <a:t>n1951</a:t>
          </a:r>
        </a:p>
      </dgm:t>
    </dgm:pt>
    <dgm:pt modelId="1952">
      <dgm:t>
        <a:p>
          <a:r>
            <a:t>n1952</a:t>
          </a:r>
        </a:p>
      </dgm:t>
    </dgm:pt>
    <dgm:pt modelId="1953">
      <dgm:t>
        <a:p>
          <a:r>
            <a:t>n1953</a:t>
          </a:r>
        </a:p>
      </dgm:t>
    </dgm:pt>
    <dgm:pt modelId="1954">
      <dgm:t>
        <a:p>
          <a:r>
            <a:t>n1954</a:t>
          </a:r>
        </a:p>
      </dgm:t>
    </dgm:pt>
    <dgm:pt modelId="1955">
      <dgm:t>
        <a:p>
          <a:r>
            <a:t>n1955</a:t>
          </a:r>
        </a:p>
      </dgm:t>
    </dgm:pt>
    <dgm:pt modelId="1956">
      <dgm:t>
        <a:p>
          <a:r>
            <a:t>n1956</a:t>
          </a:r>
        </a:p>
      </dgm:t>
    </dgm:pt>
    <dgm:pt modelId="1957">
      <dgm:t>
        <a:p>
          <a:r>
            <a:t>n1957</a:t>
          </a:r>
        </a:p>
      </dgm:t>
    </dgm:pt>
    <dgm:pt modelId="1958">
      <dgm:t>
        <a:p>
          <a:r>
            <a:t>n1958</a:t>
          </a:r>
        </a:p>
      </dgm:t>
    </dgm:pt>
    <dgm:pt modelId="1959">
      <dgm:t>
        <a:p>
          <a:r>
            <a:t>n1959</a:t>
          </a:r>
        </a:p>
      </dgm:t>
    </dgm:pt>
    <dgm:pt modelId="1960">
      <dgm:t>
        <a:p>
          <a:r>
            <a:t>n1960</a:t>
          </a:r>
        </a:p>
      </dgm:t>
    </dgm:pt>
    <dgm:pt modelId="1961">
      <dgm:t>
        <a:p>
          <a:r>
            <a:t>n1961</a:t>
          </a:r>
        </a:p>
      </dgm:t>
    </dgm:pt>
    <dgm:pt modelId="1962">
      <dgm:t>
        <a:p>
          <a:r>
            <a:t>n1962</a:t>
          </a:r>
        </a:p>
      </dgm:t>
    </dgm:pt>
    <dgm:pt modelId="1963">
      <dgm:t>
        <a:p>
          <a:r>
            <a:t>n1963</a:t>
          </a:r>
        </a:p>
      </dgm:t>
    </dgm:pt>
    <dgm:pt modelId="1964">
      <dgm:t>
        <a:p>
          <a:r>
            <a:t>n1964</a:t>
          </a:r>
        </a:p>
      </dgm:t>
    </dgm:pt>
    <dgm:pt modelId="1965">
      <dgm:t>
        <a:p>
          <a:r>
            <a:t>n1965</a:t>
          </a:r>
        </a:p>
      </dgm:t>
    </dgm:pt>
    <dgm:pt modelId="1966">
      <dgm:t>
        <a:p>
          <a:r>
            <a:t>n1966</a:t>
          </a:r>
        </a:p>
      </dgm:t>
    </dgm:pt>
    <dgm:pt modelId="1967">
      <dgm:t>
        <a:p>
          <a:r>
            <a:t>n1967</a:t>
          </a:r>
        </a:p>
      </dgm:t>
    </dgm:pt>
    <dgm:pt modelId="1968">
      <dgm:t>
        <a:p>
          <a:r>
            <a:t>n1968</a:t>
          </a:r>
        </a:p>
      </dgm:t>
    </dgm:pt>
    <dgm:pt modelId="1969">
      <dgm:t>
        <a:p>
          <a:r>
            <a:t>n1969</a:t>
          </a:r>
        </a:p>
      </dgm:t>
    </dgm:pt>
    <dgm:pt modelId="1970">
      <dgm:t>
        <a:p>
          <a:r>
            <a:t>n1970</a:t>
          </a:r>
        </a:p>
      </dgm:t>
    </dgm:pt>
    <dgm:pt modelId="1971">
      <dgm:t>
        <a:p>
          <a:r>
            <a:t>n1971</a:t>
          </a:r>
        </a:p>
      </dgm:t>
    </dgm:pt>
    <dgm:pt modelId="1972">
      <dgm:t>
        <a:p>
          <a:r>
            <a:t>n1972</a:t>
          </a:r>
        </a:p>
      </dgm:t>
    </dgm:pt>
    <dgm:pt modelId="1973">
      <dgm:t>
        <a:p>
          <a:r>
            <a:t>n1973</a:t>
          </a:r>
        </a:p>
      </dgm:t>
    </dgm:pt>
    <dgm:pt modelId="1974">
      <dgm:t>
        <a:p>
          <a:r>
            <a:t>n1974</a:t>
          </a:r>
        </a:p>
      </dgm:t>
    </dgm:pt>
    <dgm:pt modelId="1975">
      <dgm:t>
        <a:p>
          <a:r>
            <a:t>n1975</a:t>
          </a:r>
        </a:p>
      </dgm:t>
    </dgm:pt>
    <dgm:pt modelId="1976">
      <dgm:t>
        <a:p>
          <a:r>
            <a:t>n1976</a:t>
          </a:r>
        </a:p>
      </dgm:t>
    </dgm:pt>
    <dgm:pt modelId="1977">
      <dgm:t>
        <a:p>
          <a:r>
            <a:t>n1977</a:t>
          </a:r>
        </a:p>
      </dgm:t>
    </dgm:pt>
    <dgm:pt modelId="1978">
      <dgm:t>
        <a:p>
          <a:r>
            <a:t>n1978</a:t>
          </a:r>
        </a:p>
      </dgm:t>
    </dgm:pt>
    <dgm:pt modelId="1979">
      <dgm:t>
        <a:p>
          <a:r>
            <a:t>n1979</a:t>
          </a:r>
        </a:p>
      </dgm:t>
    </dgm:pt>
    <dgm:pt modelId="1980">
      <dgm:t>
        <a:p>
          <a:r>
            <a:t>n1980</a:t>
          </a:r>
        </a:p>
      </dgm:t>
    </dgm:pt>
    <dgm:pt modelId="1981">
      <dgm:t>
        <a:p>
          <a:r>
            <a:t>n1981</a:t>
          </a:r>
        </a:p>
      </dgm:t>
    </dgm:pt>
    <dgm:pt modelId="1982">
      <dgm:t>
        <a:p>
          <a:r>
            <a:t>n1982</a:t>
          </a:r>
        </a:p>
      </dgm:t>
    </dgm:pt>
    <dgm:pt modelId="1983">
      <dgm:t>
        <a:p>
          <a:r>
            <a:t>n1983</a:t>
          </a:r>
        </a:p>
      </dgm:t>
    </dgm:pt>
    <dgm:pt modelId="1984">
      <dgm:t>
        <a:p>
          <a:r>
            <a:t>n1984</a:t>
          </a:r>
        </a:p>
      </dgm:t>
    </dgm:pt>
    <dgm:pt modelId="1985">
      <dgm:t>
        <a:p>
          <a:r>
            <a:t>n1985</a:t>
          </a:r>
        </a:p>
      </dgm:t>
    </dgm:pt>
    <dgm:pt modelId="1986">
      <dgm:t>
        <a:p>
          <a:r>
            <a:t>n1986</a:t>
          </a:r>
        </a:p>
      </dgm:t>
    </dgm:pt>
    <dgm:pt modelId="1987">
      <dgm:t>
        <a:p>
          <a:r>
            <a:t>n1987</a:t>
          </a:r>
        </a:p>
      </dgm:t>
    </dgm:pt>
    <dgm:pt modelId="1988">
      <dgm:t>
        <a:p>
          <a:r>
            <a:t>n1988</a:t>
          </a:r>
        </a:p>
      </dgm:t>
    </dgm:pt>
    <dgm:pt modelId="1989">
      <dgm:t>
        <a:p>
          <a:r>
            <a:t>n1989</a:t>
          </a:r>
        </a:p>
      </dgm:t>
    </dgm:pt>
    <dgm:pt modelId="1990">
      <dgm:t>
        <a:p>
          <a:r>
            <a:t>n1990</a:t>
          </a:r>
        </a:p>
      </dgm:t>
    </dgm:pt>
    <dgm:pt modelId="1991">
      <dgm:t>
        <a:p>
          <a:r>
            <a:t>n1991</a:t>
          </a:r>
        </a:p>
      </dgm:t>
    </dgm:pt>
    <dgm:pt modelId="1992">
      <dgm:t>
        <a:p>
          <a:r>
            <a:t>n1992</a:t>
          </a:r>
        </a:p>
      </dgm:t>
    </dgm:pt>
    <dgm:pt modelId="1993">
      <dgm:t>
        <a:p>
          <a:r>
            <a:t>n1993</a:t>
          </a:r>
        </a:p>
      </dgm:t>
    </dgm:pt>
    <dgm:pt modelId="1994">
      <dgm:t>
        <a:p>
          <a:r>
            <a:t>n1994</a:t>
          </a:r>
        </a:p>
      </dgm:t>
    </dgm:pt>
    <dgm:pt modelId="1995">
      <dgm:t>
        <a:p>
          <a:r>
            <a:t>n1995</a:t>
          </a:r>
        </a:p>
      </dgm:t>
    </dgm:pt>
    <dgm:pt modelId="1996">
      <dgm:t>
        <a:p>
          <a:r>
            <a:t>n1996</a:t>
          </a:r>
        </a:p>
      </dgm:t>
    </dgm:pt>
    <dgm:pt modelId="1997">
      <dgm:t>
        <a:p>
          <a:r>
            <a:t>n1997</a:t>
          </a:r>
        </a:p>
      </dgm:t>
    </dgm:pt>
    <dgm:pt modelId="1998">
      <dgm:t>
        <a:p>
          <a:r>
            <a:t>n1998</a:t>
          </a:r>
        </a:p>
      </dgm:t>
    </dgm:pt>
    <dgm:pt modelId="1999">
      <dgm:t>
        <a:p>
          <a:r>
            <a:t>n1999</a:t>
          </a:r>
        </a:p>
      </dgm:t>
    </dgm:pt>
    <dgm:pt modelId="2000">
      <dgm:t>
        <a:p>
          <a:r>
            <a:t>n2000</a:t>
          </a:r>
        </a:p>
      </dgm:t>
    </dgm:pt>
    <dgm:pt modelId="2001">
      <dgm:t>
        <a:p>
          <a:r>
            <a:t>n2001</a:t>
          </a:r>
        </a:p>
      </dgm:t>
    </dgm:pt>
    <dgm:pt modelId="2002">
      <dgm:t>
        <a:p>
          <a:r>
            <a:t>n2002</a:t>
          </a:r>
        </a:p>
      </dgm:t>
    </dgm:pt>
    <dgm:pt modelId="2003">
      <dgm:t>
        <a:p>
          <a:r>
            <a:t>n2003</a:t>
          </a:r>
        </a:p>
      </dgm:t>
    </dgm:pt>
    <dgm:pt modelId="2004">
      <dgm:t>
        <a:p>
          <a:r>
            <a:t>n2004</a:t>
          </a:r>
        </a:p>
      </dgm:t>
    </dgm:pt>
    <dgm:pt modelId="2005">
      <dgm:t>
        <a:p>
          <a:r>
            <a:t>n2005</a:t>
          </a:r>
        </a:p>
      </dgm:t>
    </dgm:pt>
    <dgm:pt modelId="2006">
      <dgm:t>
        <a:p>
          <a:r>
            <a:t>n2006</a:t>
          </a:r>
        </a:p>
      </dgm:t>
    </dgm:pt>
    <dgm:pt modelId="2007">
      <dgm:t>
        <a:p>
          <a:r>
            <a:t>n2007</a:t>
          </a:r>
        </a:p>
      </dgm:t>
    </dgm:pt>
    <dgm:pt modelId="2008">
      <dgm:t>
        <a:p>
          <a:r>
            <a:t>n2008</a:t>
          </a:r>
        </a:p>
      </dgm:t>
    </dgm:pt>
    <dgm:pt modelId="2009">
      <dgm:t>
        <a:p>
          <a:r>
            <a:t>n2009</a:t>
          </a:r>
        </a:p>
      </dgm:t>
    </dgm:pt>
    <dgm:pt modelId="2010">
      <dgm:t>
        <a:p>
          <a:r>
            <a:t>n2010</a:t>
          </a:r>
        </a:p>
      </dgm:t>
    </dgm:pt>
    <dgm:pt modelId="2011">
      <dgm:t>
        <a:p>
          <a:r>
            <a:t>n2011</a:t>
          </a:r>
        </a:p>
      </dgm:t>
    </dgm:pt>
    <dgm:pt modelId="2012">
      <dgm:t>
        <a:p>
          <a:r>
            <a:t>n2012</a:t>
          </a:r>
        </a:p>
      </dgm:t>
    </dgm:pt>
    <dgm:pt modelId="2013">
      <dgm:t>
        <a:p>
          <a:r>
            <a:t>n2013</a:t>
          </a:r>
        </a:p>
      </dgm:t>
    </dgm:pt>
    <dgm:pt modelId="2014">
      <dgm:t>
        <a:p>
          <a:r>
            <a:t>n2014</a:t>
          </a:r>
        </a:p>
      </dgm:t>
    </dgm:pt>
    <dgm:pt modelId="2015">
      <dgm:t>
        <a:p>
          <a:r>
            <a:t>n2015</a:t>
          </a:r>
        </a:p>
      </dgm:t>
    </dgm:pt>
    <dgm:pt modelId="2016">
      <dgm:t>
        <a:p>
          <a:r>
            <a:t>n2016</a:t>
          </a:r>
        </a:p>
      </dgm:t>
    </dgm:pt>
    <dgm:pt modelId="2017">
      <dgm:t>
        <a:p>
          <a:r>
            <a:t>n2017</a:t>
          </a:r>
        </a:p>
      </dgm:t>
    </dgm:pt>
    <dgm:pt modelId="2018">
      <dgm:t>
        <a:p>
          <a:r>
            <a:t>n2018</a:t>
          </a:r>
        </a:p>
      </dgm:t>
    </dgm:pt>
    <dgm:pt modelId="2019">
      <dgm:t>
        <a:p>
          <a:r>
            <a:t>n2019</a:t>
          </a:r>
        </a:p>
      </dgm:t>
    </dgm:pt>
    <dgm:pt modelId="2020">
      <dgm:t>
        <a:p>
          <a:r>
            <a:t>n2020</a:t>
          </a:r>
        </a:p>
      </dgm:t>
    </dgm:pt>
    <dgm:pt modelId="2021">
      <dgm:t>
        <a:p>
          <a:r>
            <a:t>n2021</a:t>
          </a:r>
        </a:p>
      </dgm:t>
    </dgm:pt>
    <dgm:pt modelId="2022">
      <dgm:t>
        <a:p>
          <a:r>
            <a:t>n2022</a:t>
          </a:r>
        </a:p>
      </dgm:t>
    </dgm:pt>
    <dgm:pt modelId="2023">
      <dgm:t>
        <a:p>
          <a:r>
            <a:t>n2023</a:t>
          </a:r>
        </a:p>
      </dgm:t>
    </dgm:pt>
    <dgm:pt modelId="2024">
      <dgm:t>
        <a:p>
          <a:r>
            <a:t>n2024</a:t>
          </a:r>
        </a:p>
      </dgm:t>
    </dgm:pt>
    <dgm:pt modelId="2025">
      <dgm:t>
        <a:p>
          <a:r>
            <a:t>n2025</a:t>
          </a:r>
        </a:p>
      </dgm:t>
    </dgm:pt>
    <dgm:pt modelId="2026">
      <dgm:t>
        <a:p>
          <a:r>
            <a:t>n2026</a:t>
          </a:r>
        </a:p>
      </dgm:t>
    </dgm:pt>
    <dgm:pt modelId="2027">
      <dgm:t>
        <a:p>
          <a:r>
            <a:t>n2027</a:t>
          </a:r>
        </a:p>
      </dgm:t>
    </dgm:pt>
    <dgm:pt modelId="2028">
      <dgm:t>
        <a:p>
          <a:r>
            <a:t>n2028</a:t>
          </a:r>
        </a:p>
      </dgm:t>
    </dgm:pt>
    <dgm:pt modelId="2029">
      <dgm:t>
        <a:p>
          <a:r>
            <a:t>n2029</a:t>
          </a:r>
        </a:p>
      </dgm:t>
    </dgm:pt>
    <dgm:pt modelId="2030">
      <dgm:t>
        <a:p>
          <a:r>
            <a:t>n2030</a:t>
          </a:r>
        </a:p>
      </dgm:t>
    </dgm:pt>
    <dgm:pt modelId="2031">
      <dgm:t>
        <a:p>
          <a:r>
            <a:t>n2031</a:t>
          </a:r>
        </a:p>
      </dgm:t>
    </dgm:pt>
    <dgm:pt modelId="2032">
      <dgm:t>
        <a:p>
          <a:r>
            <a:t>n2032</a:t>
          </a:r>
        </a:p>
      </dgm:t>
    </dgm:pt>
    <dgm:pt modelId="2033">
      <dgm:t>
        <a:p>
          <a:r>
            <a:t>n2033</a:t>
          </a:r>
        </a:p>
      </dgm:t>
    </dgm:pt>
    <dgm:pt modelId="2034">
      <dgm:t>
        <a:p>
          <a:r>
            <a:t>n2034</a:t>
          </a:r>
        </a:p>
      </dgm:t>
    </dgm:pt>
    <dgm:pt modelId="2035">
      <dgm:t>
        <a:p>
          <a:r>
            <a:t>n2035</a:t>
          </a:r>
        </a:p>
      </dgm:t>
    </dgm:pt>
    <dgm:pt modelId="2036">
      <dgm:t>
        <a:p>
          <a:r>
            <a:t>n2036</a:t>
          </a:r>
        </a:p>
      </dgm:t>
    </dgm:pt>
    <dgm:pt modelId="2037">
      <dgm:t>
        <a:p>
          <a:r>
            <a:t>n2037</a:t>
          </a:r>
        </a:p>
      </dgm:t>
    </dgm:pt>
    <dgm:pt modelId="2038">
      <dgm:t>
        <a:p>
          <a:r>
            <a:t>n2038</a:t>
          </a:r>
        </a:p>
      </dgm:t>
    </dgm:pt>
    <dgm:pt modelId="2039">
      <dgm:t>
        <a:p>
          <a:r>
            <a:t>n2039</a:t>
          </a:r>
        </a:p>
      </dgm:t>
    </dgm:pt>
    <dgm:pt modelId="2040">
      <dgm:t>
        <a:p>
          <a:r>
            <a:t>n2040</a:t>
          </a:r>
        </a:p>
      </dgm:t>
    </dgm:pt>
    <dgm:pt modelId="2041">
      <dgm:t>
        <a:p>
          <a:r>
            <a:t>n2041</a:t>
          </a:r>
        </a:p>
      </dgm:t>
    </dgm:pt>
    <dgm:pt modelId="2042">
      <dgm:t>
        <a:p>
          <a:r>
            <a:t>n2042</a:t>
          </a:r>
        </a:p>
      </dgm:t>
    </dgm:pt>
    <dgm:pt modelId="2043">
      <dgm:t>
        <a:p>
          <a:r>
            <a:t>n2043</a:t>
          </a:r>
        </a:p>
      </dgm:t>
    </dgm:pt>
    <dgm:pt modelId="2044">
      <dgm:t>
        <a:p>
          <a:r>
            <a:t>n2044</a:t>
          </a:r>
        </a:p>
      </dgm:t>
    </dgm:pt>
    <dgm:pt modelId="2045">
      <dgm:t>
        <a:p>
          <a:r>
            <a:t>n2045</a:t>
          </a:r>
        </a:p>
      </dgm:t>
    </dgm:pt>
    <dgm:pt modelId="2046">
      <dgm:t>
        <a:p>
          <a:r>
            <a:t>n2046</a:t>
          </a:r>
        </a:p>
      </dgm:t>
    </dgm:pt>
    <dgm:pt modelId="2047">
      <dgm:t>
        <a:p>
          <a:r>
            <a:t>n2047</a:t>
          </a:r>
        </a:p>
      </dgm:t>
    </dgm:pt>
    <dgm:pt modelId="2048">
      <dgm:t>
        <a:p>
          <a:r>
            <a:t>n2048</a:t>
          </a:r>
        </a:p>
      </dgm:t>
    </dgm:pt>
    <dgm:pt modelId="2049">
      <dgm:t>
        <a:p>
          <a:r>
            <a:t>n2049</a:t>
          </a:r>
        </a:p>
      </dgm:t>
    </dgm:pt>
    <dgm:pt modelId="2050">
      <dgm:t>
        <a:p>
          <a:r>
            <a:t>n2050</a:t>
          </a:r>
        </a:p>
      </dgm:t>
    </dgm:pt>
    <dgm:pt modelId="2051">
      <dgm:t>
        <a:p>
          <a:r>
            <a:t>n2051</a:t>
          </a:r>
        </a:p>
      </dgm:t>
    </dgm:pt>
    <dgm:pt modelId="2052">
      <dgm:t>
        <a:p>
          <a:r>
            <a:t>n2052</a:t>
          </a:r>
        </a:p>
      </dgm:t>
    </dgm:pt>
    <dgm:pt modelId="2053">
      <dgm:t>
        <a:p>
          <a:r>
            <a:t>n2053</a:t>
          </a:r>
        </a:p>
      </dgm:t>
    </dgm:pt>
    <dgm:pt modelId="2054">
      <dgm:t>
        <a:p>
          <a:r>
            <a:t>n2054</a:t>
          </a:r>
        </a:p>
      </dgm:t>
    </dgm:pt>
    <dgm:pt modelId="2055">
      <dgm:t>
        <a:p>
          <a:r>
            <a:t>n2055</a:t>
          </a:r>
        </a:p>
      </dgm:t>
    </dgm:pt>
    <dgm:pt modelId="2056">
      <dgm:t>
        <a:p>
          <a:r>
            <a:t>n2056</a:t>
          </a:r>
        </a:p>
      </dgm:t>
    </dgm:pt>
    <dgm:pt modelId="2057">
      <dgm:t>
        <a:p>
          <a:r>
            <a:t>n2057</a:t>
          </a:r>
        </a:p>
      </dgm:t>
    </dgm:pt>
    <dgm:pt modelId="2058">
      <dgm:t>
        <a:p>
          <a:r>
            <a:t>n2058</a:t>
          </a:r>
        </a:p>
      </dgm:t>
    </dgm:pt>
    <dgm:pt modelId="2059">
      <dgm:t>
        <a:p>
          <a:r>
            <a:t>n2059</a:t>
          </a:r>
        </a:p>
      </dgm:t>
    </dgm:pt>
    <dgm:pt modelId="2060">
      <dgm:t>
        <a:p>
          <a:r>
            <a:t>n2060</a:t>
          </a:r>
        </a:p>
      </dgm:t>
    </dgm:pt>
    <dgm:pt modelId="2061">
      <dgm:t>
        <a:p>
          <a:r>
            <a:t>n2061</a:t>
          </a:r>
        </a:p>
      </dgm:t>
    </dgm:pt>
    <dgm:pt modelId="2062">
      <dgm:t>
        <a:p>
          <a:r>
            <a:t>n2062</a:t>
          </a:r>
        </a:p>
      </dgm:t>
    </dgm:pt>
    <dgm:pt modelId="2063">
      <dgm:t>
        <a:p>
          <a:r>
            <a:t>n2063</a:t>
          </a:r>
        </a:p>
      </dgm:t>
    </dgm:pt>
    <dgm:pt modelId="2064">
      <dgm:t>
        <a:p>
          <a:r>
            <a:t>n2064</a:t>
          </a:r>
        </a:p>
      </dgm:t>
    </dgm:pt>
    <dgm:pt modelId="2065">
      <dgm:t>
        <a:p>
          <a:r>
            <a:t>n2065</a:t>
          </a:r>
        </a:p>
      </dgm:t>
    </dgm:pt>
    <dgm:pt modelId="2066">
      <dgm:t>
        <a:p>
          <a:r>
            <a:t>n2066</a:t>
          </a:r>
        </a:p>
      </dgm:t>
    </dgm:pt>
    <dgm:pt modelId="2067">
      <dgm:t>
        <a:p>
          <a:r>
            <a:t>n2067</a:t>
          </a:r>
        </a:p>
      </dgm:t>
    </dgm:pt>
    <dgm:pt modelId="2068">
      <dgm:t>
        <a:p>
          <a:r>
            <a:t>n2068</a:t>
          </a:r>
        </a:p>
      </dgm:t>
    </dgm:pt>
    <dgm:pt modelId="2069">
      <dgm:t>
        <a:p>
          <a:r>
            <a:t>n2069</a:t>
          </a:r>
        </a:p>
      </dgm:t>
    </dgm:pt>
    <dgm:pt modelId="2070">
      <dgm:t>
        <a:p>
          <a:r>
            <a:t>n2070</a:t>
          </a:r>
        </a:p>
      </dgm:t>
    </dgm:pt>
    <dgm:pt modelId="2071">
      <dgm:t>
        <a:p>
          <a:r>
            <a:t>n2071</a:t>
          </a:r>
        </a:p>
      </dgm:t>
    </dgm:pt>
    <dgm:pt modelId="2072">
      <dgm:t>
        <a:p>
          <a:r>
            <a:t>n2072</a:t>
          </a:r>
        </a:p>
      </dgm:t>
    </dgm:pt>
    <dgm:pt modelId="2073">
      <dgm:t>
        <a:p>
          <a:r>
            <a:t>n2073</a:t>
          </a:r>
        </a:p>
      </dgm:t>
    </dgm:pt>
    <dgm:pt modelId="2074">
      <dgm:t>
        <a:p>
          <a:r>
            <a:t>n2074</a:t>
          </a:r>
        </a:p>
      </dgm:t>
    </dgm:pt>
    <dgm:pt modelId="2075">
      <dgm:t>
        <a:p>
          <a:r>
            <a:t>n2075</a:t>
          </a:r>
        </a:p>
      </dgm:t>
    </dgm:pt>
    <dgm:pt modelId="2076">
      <dgm:t>
        <a:p>
          <a:r>
            <a:t>n2076</a:t>
          </a:r>
        </a:p>
      </dgm:t>
    </dgm:pt>
    <dgm:pt modelId="2077">
      <dgm:t>
        <a:p>
          <a:r>
            <a:t>n2077</a:t>
          </a:r>
        </a:p>
      </dgm:t>
    </dgm:pt>
    <dgm:pt modelId="2078">
      <dgm:t>
        <a:p>
          <a:r>
            <a:t>n2078</a:t>
          </a:r>
        </a:p>
      </dgm:t>
    </dgm:pt>
    <dgm:pt modelId="2079">
      <dgm:t>
        <a:p>
          <a:r>
            <a:t>n2079</a:t>
          </a:r>
        </a:p>
      </dgm:t>
    </dgm:pt>
    <dgm:pt modelId="2080">
      <dgm:t>
        <a:p>
          <a:r>
            <a:t>n2080</a:t>
          </a:r>
        </a:p>
      </dgm:t>
    </dgm:pt>
    <dgm:pt modelId="2081">
      <dgm:t>
        <a:p>
          <a:r>
            <a:t>n2081</a:t>
          </a:r>
        </a:p>
      </dgm:t>
    </dgm:pt>
    <dgm:pt modelId="2082">
      <dgm:t>
        <a:p>
          <a:r>
            <a:t>n2082</a:t>
          </a:r>
        </a:p>
      </dgm:t>
    </dgm:pt>
    <dgm:pt modelId="2083">
      <dgm:t>
        <a:p>
          <a:r>
            <a:t>n2083</a:t>
          </a:r>
        </a:p>
      </dgm:t>
    </dgm:pt>
    <dgm:pt modelId="2084">
      <dgm:t>
        <a:p>
          <a:r>
            <a:t>n2084</a:t>
          </a:r>
        </a:p>
      </dgm:t>
    </dgm:pt>
    <dgm:pt modelId="2085">
      <dgm:t>
        <a:p>
          <a:r>
            <a:t>n2085</a:t>
          </a:r>
        </a:p>
      </dgm:t>
    </dgm:pt>
    <dgm:pt modelId="2086">
      <dgm:t>
        <a:p>
          <a:r>
            <a:t>n2086</a:t>
          </a:r>
        </a:p>
      </dgm:t>
    </dgm:pt>
    <dgm:pt modelId="2087">
      <dgm:t>
        <a:p>
          <a:r>
            <a:t>n2087</a:t>
          </a:r>
        </a:p>
      </dgm:t>
    </dgm:pt>
    <dgm:pt modelId="2088">
      <dgm:t>
        <a:p>
          <a:r>
            <a:t>n2088</a:t>
          </a:r>
        </a:p>
      </dgm:t>
    </dgm:pt>
    <dgm:pt modelId="2089">
      <dgm:t>
        <a:p>
          <a:r>
            <a:t>n2089</a:t>
          </a:r>
        </a:p>
      </dgm:t>
    </dgm:pt>
    <dgm:pt modelId="2090">
      <dgm:t>
        <a:p>
          <a:r>
            <a:t>n2090</a:t>
          </a:r>
        </a:p>
      </dgm:t>
    </dgm:pt>
    <dgm:pt modelId="2091">
      <dgm:t>
        <a:p>
          <a:r>
            <a:t>n2091</a:t>
          </a:r>
        </a:p>
      </dgm:t>
    </dgm:pt>
    <dgm:pt modelId="2092">
      <dgm:t>
        <a:p>
          <a:r>
            <a:t>n2092</a:t>
          </a:r>
        </a:p>
      </dgm:t>
    </dgm:pt>
    <dgm:pt modelId="2093">
      <dgm:t>
        <a:p>
          <a:r>
            <a:t>n2093</a:t>
          </a:r>
        </a:p>
      </dgm:t>
    </dgm:pt>
    <dgm:pt modelId="2094">
      <dgm:t>
        <a:p>
          <a:r>
            <a:t>n2094</a:t>
          </a:r>
        </a:p>
      </dgm:t>
    </dgm:pt>
    <dgm:pt modelId="2095">
      <dgm:t>
        <a:p>
          <a:r>
            <a:t>n2095</a:t>
          </a:r>
        </a:p>
      </dgm:t>
    </dgm:pt>
    <dgm:pt modelId="2096">
      <dgm:t>
        <a:p>
          <a:r>
            <a:t>n2096</a:t>
          </a:r>
        </a:p>
      </dgm:t>
    </dgm:pt>
    <dgm:pt modelId="2097">
      <dgm:t>
        <a:p>
          <a:r>
            <a:t>n2097</a:t>
          </a:r>
        </a:p>
      </dgm:t>
    </dgm:pt>
    <dgm:pt modelId="2098">
      <dgm:t>
        <a:p>
          <a:r>
            <a:t>n2098</a:t>
          </a:r>
        </a:p>
      </dgm:t>
    </dgm:pt>
    <dgm:pt modelId="2099">
      <dgm:t>
        <a:p>
          <a:r>
            <a:t>n2099</a:t>
          </a:r>
        </a:p>
      </dgm:t>
    </dgm:pt>
    <dgm:pt modelId="2100">
      <dgm:t>
        <a:p>
          <a:r>
            <a:t>n2100</a:t>
          </a:r>
        </a:p>
      </dgm:t>
    </dgm:pt>
    <dgm:pt modelId="2101">
      <dgm:t>
        <a:p>
          <a:r>
            <a:t>n2101</a:t>
          </a:r>
        </a:p>
      </dgm:t>
    </dgm:pt>
    <dgm:pt modelId="2102">
      <dgm:t>
        <a:p>
          <a:r>
            <a:t>n2102</a:t>
          </a:r>
        </a:p>
      </dgm:t>
    </dgm:pt>
    <dgm:pt modelId="2103">
      <dgm:t>
        <a:p>
          <a:r>
            <a:t>n2103</a:t>
          </a:r>
        </a:p>
      </dgm:t>
    </dgm:pt>
    <dgm:pt modelId="2104">
      <dgm:t>
        <a:p>
          <a:r>
            <a:t>n2104</a:t>
          </a:r>
        </a:p>
      </dgm:t>
    </dgm:pt>
    <dgm:pt modelId="2105">
      <dgm:t>
        <a:p>
          <a:r>
            <a:t>n2105</a:t>
          </a:r>
        </a:p>
      </dgm:t>
    </dgm:pt>
    <dgm:pt modelId="2106">
      <dgm:t>
        <a:p>
          <a:r>
            <a:t>n2106</a:t>
          </a:r>
        </a:p>
      </dgm:t>
    </dgm:pt>
    <dgm:pt modelId="2107">
      <dgm:t>
        <a:p>
          <a:r>
            <a:t>n2107</a:t>
          </a:r>
        </a:p>
      </dgm:t>
    </dgm:pt>
    <dgm:pt modelId="2108">
      <dgm:t>
        <a:p>
          <a:r>
            <a:t>n2108</a:t>
          </a:r>
        </a:p>
      </dgm:t>
    </dgm:pt>
    <dgm:pt modelId="2109">
      <dgm:t>
        <a:p>
          <a:r>
            <a:t>n2109</a:t>
          </a:r>
        </a:p>
      </dgm:t>
    </dgm:pt>
    <dgm:pt modelId="2110">
      <dgm:t>
        <a:p>
          <a:r>
            <a:t>n2110</a:t>
          </a:r>
        </a:p>
      </dgm:t>
    </dgm:pt>
    <dgm:pt modelId="2111">
      <dgm:t>
        <a:p>
          <a:r>
            <a:t>n2111</a:t>
          </a:r>
        </a:p>
      </dgm:t>
    </dgm:pt>
    <dgm:pt modelId="2112">
      <dgm:t>
        <a:p>
          <a:r>
            <a:t>n2112</a:t>
          </a:r>
        </a:p>
      </dgm:t>
    </dgm:pt>
    <dgm:pt modelId="2113">
      <dgm:t>
        <a:p>
          <a:r>
            <a:t>n2113</a:t>
          </a:r>
        </a:p>
      </dgm:t>
    </dgm:pt>
    <dgm:pt modelId="2114">
      <dgm:t>
        <a:p>
          <a:r>
            <a:t>n2114</a:t>
          </a:r>
        </a:p>
      </dgm:t>
    </dgm:pt>
    <dgm:pt modelId="2115">
      <dgm:t>
        <a:p>
          <a:r>
            <a:t>n2115</a:t>
          </a:r>
        </a:p>
      </dgm:t>
    </dgm:pt>
    <dgm:pt modelId="2116">
      <dgm:t>
        <a:p>
          <a:r>
            <a:t>n2116</a:t>
          </a:r>
        </a:p>
      </dgm:t>
    </dgm:pt>
    <dgm:pt modelId="2117">
      <dgm:t>
        <a:p>
          <a:r>
            <a:t>n2117</a:t>
          </a:r>
        </a:p>
      </dgm:t>
    </dgm:pt>
    <dgm:pt modelId="2118">
      <dgm:t>
        <a:p>
          <a:r>
            <a:t>n2118</a:t>
          </a:r>
        </a:p>
      </dgm:t>
    </dgm:pt>
    <dgm:pt modelId="2119">
      <dgm:t>
        <a:p>
          <a:r>
            <a:t>n2119</a:t>
          </a:r>
        </a:p>
      </dgm:t>
    </dgm:pt>
    <dgm:pt modelId="2120">
      <dgm:t>
        <a:p>
          <a:r>
            <a:t>n2120</a:t>
          </a:r>
        </a:p>
      </dgm:t>
    </dgm:pt>
    <dgm:pt modelId="2121">
      <dgm:t>
        <a:p>
          <a:r>
            <a:t>n2121</a:t>
          </a:r>
        </a:p>
      </dgm:t>
    </dgm:pt>
    <dgm:pt modelId="2122">
      <dgm:t>
        <a:p>
          <a:r>
            <a:t>n2122</a:t>
          </a:r>
        </a:p>
      </dgm:t>
    </dgm:pt>
    <dgm:pt modelId="2123">
      <dgm:t>
        <a:p>
          <a:r>
            <a:t>n2123</a:t>
          </a:r>
        </a:p>
      </dgm:t>
    </dgm:pt>
    <dgm:pt modelId="2124">
      <dgm:t>
        <a:p>
          <a:r>
            <a:t>n2124</a:t>
          </a:r>
        </a:p>
      </dgm:t>
    </dgm:pt>
    <dgm:pt modelId="2125">
      <dgm:t>
        <a:p>
          <a:r>
            <a:t>n2125</a:t>
          </a:r>
        </a:p>
      </dgm:t>
    </dgm:pt>
    <dgm:pt modelId="2126">
      <dgm:t>
        <a:p>
          <a:r>
            <a:t>n2126</a:t>
          </a:r>
        </a:p>
      </dgm:t>
    </dgm:pt>
    <dgm:pt modelId="2127">
      <dgm:t>
        <a:p>
          <a:r>
            <a:t>n2127</a:t>
          </a:r>
        </a:p>
      </dgm:t>
    </dgm:pt>
    <dgm:pt modelId="2128">
      <dgm:t>
        <a:p>
          <a:r>
            <a:t>n2128</a:t>
          </a:r>
        </a:p>
      </dgm:t>
    </dgm:pt>
    <dgm:pt modelId="2129">
      <dgm:t>
        <a:p>
          <a:r>
            <a:t>n2129</a:t>
          </a:r>
        </a:p>
      </dgm:t>
    </dgm:pt>
    <dgm:pt modelId="2130">
      <dgm:t>
        <a:p>
          <a:r>
            <a:t>n2130</a:t>
          </a:r>
        </a:p>
      </dgm:t>
    </dgm:pt>
    <dgm:pt modelId="2131">
      <dgm:t>
        <a:p>
          <a:r>
            <a:t>n2131</a:t>
          </a:r>
        </a:p>
      </dgm:t>
    </dgm:pt>
    <dgm:pt modelId="2132">
      <dgm:t>
        <a:p>
          <a:r>
            <a:t>n2132</a:t>
          </a:r>
        </a:p>
      </dgm:t>
    </dgm:pt>
    <dgm:pt modelId="2133">
      <dgm:t>
        <a:p>
          <a:r>
            <a:t>n2133</a:t>
          </a:r>
        </a:p>
      </dgm:t>
    </dgm:pt>
    <dgm:pt modelId="2134">
      <dgm:t>
        <a:p>
          <a:r>
            <a:t>n2134</a:t>
          </a:r>
        </a:p>
      </dgm:t>
    </dgm:pt>
    <dgm:pt modelId="2135">
      <dgm:t>
        <a:p>
          <a:r>
            <a:t>n2135</a:t>
          </a:r>
        </a:p>
      </dgm:t>
    </dgm:pt>
    <dgm:pt modelId="2136">
      <dgm:t>
        <a:p>
          <a:r>
            <a:t>n2136</a:t>
          </a:r>
        </a:p>
      </dgm:t>
    </dgm:pt>
    <dgm:pt modelId="2137">
      <dgm:t>
        <a:p>
          <a:r>
            <a:t>n2137</a:t>
          </a:r>
        </a:p>
      </dgm:t>
    </dgm:pt>
    <dgm:pt modelId="2138">
      <dgm:t>
        <a:p>
          <a:r>
            <a:t>n2138</a:t>
          </a:r>
        </a:p>
      </dgm:t>
    </dgm:pt>
    <dgm:pt modelId="2139">
      <dgm:t>
        <a:p>
          <a:r>
            <a:t>n2139</a:t>
          </a:r>
        </a:p>
      </dgm:t>
    </dgm:pt>
    <dgm:pt modelId="2140">
      <dgm:t>
        <a:p>
          <a:r>
            <a:t>n2140</a:t>
          </a:r>
        </a:p>
      </dgm:t>
    </dgm:pt>
    <dgm:pt modelId="2141">
      <dgm:t>
        <a:p>
          <a:r>
            <a:t>n2141</a:t>
          </a:r>
        </a:p>
      </dgm:t>
    </dgm:pt>
    <dgm:pt modelId="2142">
      <dgm:t>
        <a:p>
          <a:r>
            <a:t>n2142</a:t>
          </a:r>
        </a:p>
      </dgm:t>
    </dgm:pt>
    <dgm:pt modelId="2143">
      <dgm:t>
        <a:p>
          <a:r>
            <a:t>n2143</a:t>
          </a:r>
        </a:p>
      </dgm:t>
    </dgm:pt>
    <dgm:pt modelId="2144">
      <dgm:t>
        <a:p>
          <a:r>
            <a:t>n2144</a:t>
          </a:r>
        </a:p>
      </dgm:t>
    </dgm:pt>
    <dgm:pt modelId="2145">
      <dgm:t>
        <a:p>
          <a:r>
            <a:t>n2145</a:t>
          </a:r>
        </a:p>
      </dgm:t>
    </dgm:pt>
    <dgm:pt modelId="2146">
      <dgm:t>
        <a:p>
          <a:r>
            <a:t>n2146</a:t>
          </a:r>
        </a:p>
      </dgm:t>
    </dgm:pt>
    <dgm:pt modelId="2147">
      <dgm:t>
        <a:p>
          <a:r>
            <a:t>n2147</a:t>
          </a:r>
        </a:p>
      </dgm:t>
    </dgm:pt>
    <dgm:pt modelId="2148">
      <dgm:t>
        <a:p>
          <a:r>
            <a:t>n2148</a:t>
          </a:r>
        </a:p>
      </dgm:t>
    </dgm:pt>
    <dgm:pt modelId="2149">
      <dgm:t>
        <a:p>
          <a:r>
            <a:t>n2149</a:t>
          </a:r>
        </a:p>
      </dgm:t>
    </dgm:pt>
    <dgm:pt modelId="2150">
      <dgm:t>
        <a:p>
          <a:r>
            <a:t>n2150</a:t>
          </a:r>
        </a:p>
      </dgm:t>
    </dgm:pt>
    <dgm:pt modelId="2151">
      <dgm:t>
        <a:p>
          <a:r>
            <a:t>n2151</a:t>
          </a:r>
        </a:p>
      </dgm:t>
    </dgm:pt>
    <dgm:pt modelId="2152">
      <dgm:t>
        <a:p>
          <a:r>
            <a:t>n2152</a:t>
          </a:r>
        </a:p>
      </dgm:t>
    </dgm:pt>
    <dgm:pt modelId="2153">
      <dgm:t>
        <a:p>
          <a:r>
            <a:t>n2153</a:t>
          </a:r>
        </a:p>
      </dgm:t>
    </dgm:pt>
    <dgm:pt modelId="2154">
      <dgm:t>
        <a:p>
          <a:r>
            <a:t>n2154</a:t>
          </a:r>
        </a:p>
      </dgm:t>
    </dgm:pt>
    <dgm:pt modelId="2155">
      <dgm:t>
        <a:p>
          <a:r>
            <a:t>n2155</a:t>
          </a:r>
        </a:p>
      </dgm:t>
    </dgm:pt>
    <dgm:pt modelId="2156">
      <dgm:t>
        <a:p>
          <a:r>
            <a:t>n2156</a:t>
          </a:r>
        </a:p>
      </dgm:t>
    </dgm:pt>
    <dgm:pt modelId="2157">
      <dgm:t>
        <a:p>
          <a:r>
            <a:t>n2157</a:t>
          </a:r>
        </a:p>
      </dgm:t>
    </dgm:pt>
    <dgm:pt modelId="2158">
      <dgm:t>
        <a:p>
          <a:r>
            <a:t>n2158</a:t>
          </a:r>
        </a:p>
      </dgm:t>
    </dgm:pt>
    <dgm:pt modelId="2159">
      <dgm:t>
        <a:p>
          <a:r>
            <a:t>n2159</a:t>
          </a:r>
        </a:p>
      </dgm:t>
    </dgm:pt>
    <dgm:pt modelId="2160">
      <dgm:t>
        <a:p>
          <a:r>
            <a:t>n2160</a:t>
          </a:r>
        </a:p>
      </dgm:t>
    </dgm:pt>
    <dgm:pt modelId="2161">
      <dgm:t>
        <a:p>
          <a:r>
            <a:t>n2161</a:t>
          </a:r>
        </a:p>
      </dgm:t>
    </dgm:pt>
    <dgm:pt modelId="2162">
      <dgm:t>
        <a:p>
          <a:r>
            <a:t>n2162</a:t>
          </a:r>
        </a:p>
      </dgm:t>
    </dgm:pt>
    <dgm:pt modelId="2163">
      <dgm:t>
        <a:p>
          <a:r>
            <a:t>n2163</a:t>
          </a:r>
        </a:p>
      </dgm:t>
    </dgm:pt>
    <dgm:pt modelId="2164">
      <dgm:t>
        <a:p>
          <a:r>
            <a:t>n2164</a:t>
          </a:r>
        </a:p>
      </dgm:t>
    </dgm:pt>
    <dgm:pt modelId="2165">
      <dgm:t>
        <a:p>
          <a:r>
            <a:t>n2165</a:t>
          </a:r>
        </a:p>
      </dgm:t>
    </dgm:pt>
    <dgm:pt modelId="2166">
      <dgm:t>
        <a:p>
          <a:r>
            <a:t>n2166</a:t>
          </a:r>
        </a:p>
      </dgm:t>
    </dgm:pt>
    <dgm:pt modelId="2167">
      <dgm:t>
        <a:p>
          <a:r>
            <a:t>n2167</a:t>
          </a:r>
        </a:p>
      </dgm:t>
    </dgm:pt>
    <dgm:pt modelId="2168">
      <dgm:t>
        <a:p>
          <a:r>
            <a:t>n2168</a:t>
          </a:r>
        </a:p>
      </dgm:t>
    </dgm:pt>
    <dgm:pt modelId="2169">
      <dgm:t>
        <a:p>
          <a:r>
            <a:t>n2169</a:t>
          </a:r>
        </a:p>
      </dgm:t>
    </dgm:pt>
    <dgm:pt modelId="2170">
      <dgm:t>
        <a:p>
          <a:r>
            <a:t>n2170</a:t>
          </a:r>
        </a:p>
      </dgm:t>
    </dgm:pt>
    <dgm:pt modelId="2171">
      <dgm:t>
        <a:p>
          <a:r>
            <a:t>n2171</a:t>
          </a:r>
        </a:p>
      </dgm:t>
    </dgm:pt>
    <dgm:pt modelId="2172">
      <dgm:t>
        <a:p>
          <a:r>
            <a:t>n2172</a:t>
          </a:r>
        </a:p>
      </dgm:t>
    </dgm:pt>
    <dgm:pt modelId="2173">
      <dgm:t>
        <a:p>
          <a:r>
            <a:t>n2173</a:t>
          </a:r>
        </a:p>
      </dgm:t>
    </dgm:pt>
    <dgm:pt modelId="2174">
      <dgm:t>
        <a:p>
          <a:r>
            <a:t>n2174</a:t>
          </a:r>
        </a:p>
      </dgm:t>
    </dgm:pt>
    <dgm:pt modelId="2175">
      <dgm:t>
        <a:p>
          <a:r>
            <a:t>n2175</a:t>
          </a:r>
        </a:p>
      </dgm:t>
    </dgm:pt>
    <dgm:pt modelId="2176">
      <dgm:t>
        <a:p>
          <a:r>
            <a:t>n2176</a:t>
          </a:r>
        </a:p>
      </dgm:t>
    </dgm:pt>
    <dgm:pt modelId="2177">
      <dgm:t>
        <a:p>
          <a:r>
            <a:t>n2177</a:t>
          </a:r>
        </a:p>
      </dgm:t>
    </dgm:pt>
    <dgm:pt modelId="2178">
      <dgm:t>
        <a:p>
          <a:r>
            <a:t>n2178</a:t>
          </a:r>
        </a:p>
      </dgm:t>
    </dgm:pt>
    <dgm:pt modelId="2179">
      <dgm:t>
        <a:p>
          <a:r>
            <a:t>n2179</a:t>
          </a:r>
        </a:p>
      </dgm:t>
    </dgm:pt>
    <dgm:pt modelId="2180">
      <dgm:t>
        <a:p>
          <a:r>
            <a:t>n2180</a:t>
          </a:r>
        </a:p>
      </dgm:t>
    </dgm:pt>
    <dgm:pt modelId="2181">
      <dgm:t>
        <a:p>
          <a:r>
            <a:t>n2181</a:t>
          </a:r>
        </a:p>
      </dgm:t>
    </dgm:pt>
    <dgm:pt modelId="2182">
      <dgm:t>
        <a:p>
          <a:r>
            <a:t>n2182</a:t>
          </a:r>
        </a:p>
      </dgm:t>
    </dgm:pt>
    <dgm:pt modelId="2183">
      <dgm:t>
        <a:p>
          <a:r>
            <a:t>n2183</a:t>
          </a:r>
        </a:p>
      </dgm:t>
    </dgm:pt>
    <dgm:pt modelId="2184">
      <dgm:t>
        <a:p>
          <a:r>
            <a:t>n2184</a:t>
          </a:r>
        </a:p>
      </dgm:t>
    </dgm:pt>
    <dgm:pt modelId="2185">
      <dgm:t>
        <a:p>
          <a:r>
            <a:t>n2185</a:t>
          </a:r>
        </a:p>
      </dgm:t>
    </dgm:pt>
    <dgm:pt modelId="2186">
      <dgm:t>
        <a:p>
          <a:r>
            <a:t>n2186</a:t>
          </a:r>
        </a:p>
      </dgm:t>
    </dgm:pt>
    <dgm:pt modelId="2187">
      <dgm:t>
        <a:p>
          <a:r>
            <a:t>n2187</a:t>
          </a:r>
        </a:p>
      </dgm:t>
    </dgm:pt>
    <dgm:pt modelId="2188">
      <dgm:t>
        <a:p>
          <a:r>
            <a:t>n2188</a:t>
          </a:r>
        </a:p>
      </dgm:t>
    </dgm:pt>
    <dgm:pt modelId="2189">
      <dgm:t>
        <a:p>
          <a:r>
            <a:t>n2189</a:t>
          </a:r>
        </a:p>
      </dgm:t>
    </dgm:pt>
    <dgm:pt modelId="2190">
      <dgm:t>
        <a:p>
          <a:r>
            <a:t>n2190</a:t>
          </a:r>
        </a:p>
      </dgm:t>
    </dgm:pt>
    <dgm:pt modelId="2191">
      <dgm:t>
        <a:p>
          <a:r>
            <a:t>n2191</a:t>
          </a:r>
        </a:p>
      </dgm:t>
    </dgm:pt>
    <dgm:pt modelId="2192">
      <dgm:t>
        <a:p>
          <a:r>
            <a:t>n2192</a:t>
          </a:r>
        </a:p>
      </dgm:t>
    </dgm:pt>
    <dgm:pt modelId="2193">
      <dgm:t>
        <a:p>
          <a:r>
            <a:t>n2193</a:t>
          </a:r>
        </a:p>
      </dgm:t>
    </dgm:pt>
    <dgm:pt modelId="2194">
      <dgm:t>
        <a:p>
          <a:r>
            <a:t>n2194</a:t>
          </a:r>
        </a:p>
      </dgm:t>
    </dgm:pt>
    <dgm:pt modelId="2195">
      <dgm:t>
        <a:p>
          <a:r>
            <a:t>n2195</a:t>
          </a:r>
        </a:p>
      </dgm:t>
    </dgm:pt>
    <dgm:pt modelId="2196">
      <dgm:t>
        <a:p>
          <a:r>
            <a:t>n2196</a:t>
          </a:r>
        </a:p>
      </dgm:t>
    </dgm:pt>
    <dgm:pt modelId="2197">
      <dgm:t>
        <a:p>
          <a:r>
            <a:t>n2197</a:t>
          </a:r>
        </a:p>
      </dgm:t>
    </dgm:pt>
    <dgm:pt modelId="2198">
      <dgm:t>
        <a:p>
          <a:r>
            <a:t>n2198</a:t>
          </a:r>
        </a:p>
      </dgm:t>
    </dgm:pt>
    <dgm:pt modelId="2199">
      <dgm:t>
        <a:p>
          <a:r>
            <a:t>n2199</a:t>
          </a:r>
        </a:p>
      </dgm:t>
    </dgm:pt>
    <dgm:pt modelId="2200">
      <dgm:t>
        <a:p>
          <a:r>
            <a:t>n2200</a:t>
          </a:r>
        </a:p>
      </dgm:t>
    </dgm:pt>
    <dgm:pt modelId="2201">
      <dgm:t>
        <a:p>
          <a:r>
            <a:t>n2201</a:t>
          </a:r>
        </a:p>
      </dgm:t>
    </dgm:pt>
    <dgm:pt modelId="2202">
      <dgm:t>
        <a:p>
          <a:r>
            <a:t>n2202</a:t>
          </a:r>
        </a:p>
      </dgm:t>
    </dgm:pt>
    <dgm:pt modelId="2203">
      <dgm:t>
        <a:p>
          <a:r>
            <a:t>n2203</a:t>
          </a:r>
        </a:p>
      </dgm:t>
    </dgm:pt>
    <dgm:pt modelId="2204">
      <dgm:t>
        <a:p>
          <a:r>
            <a:t>n2204</a:t>
          </a:r>
        </a:p>
      </dgm:t>
    </dgm:pt>
    <dgm:pt modelId="2205">
      <dgm:t>
        <a:p>
          <a:r>
            <a:t>n2205</a:t>
          </a:r>
        </a:p>
      </dgm:t>
    </dgm:pt>
    <dgm:pt modelId="2206">
      <dgm:t>
        <a:p>
          <a:r>
            <a:t>n2206</a:t>
          </a:r>
        </a:p>
      </dgm:t>
    </dgm:pt>
    <dgm:pt modelId="2207">
      <dgm:t>
        <a:p>
          <a:r>
            <a:t>n2207</a:t>
          </a:r>
        </a:p>
      </dgm:t>
    </dgm:pt>
    <dgm:pt modelId="2208">
      <dgm:t>
        <a:p>
          <a:r>
            <a:t>n2208</a:t>
          </a:r>
        </a:p>
      </dgm:t>
    </dgm:pt>
    <dgm:pt modelId="2209">
      <dgm:t>
        <a:p>
          <a:r>
            <a:t>n2209</a:t>
          </a:r>
        </a:p>
      </dgm:t>
    </dgm:pt>
    <dgm:pt modelId="2210">
      <dgm:t>
        <a:p>
          <a:r>
            <a:t>n2210</a:t>
          </a:r>
        </a:p>
      </dgm:t>
    </dgm:pt>
    <dgm:pt modelId="2211">
      <dgm:t>
        <a:p>
          <a:r>
            <a:t>n2211</a:t>
          </a:r>
        </a:p>
      </dgm:t>
    </dgm:pt>
    <dgm:pt modelId="2212">
      <dgm:t>
        <a:p>
          <a:r>
            <a:t>n2212</a:t>
          </a:r>
        </a:p>
      </dgm:t>
    </dgm:pt>
    <dgm:pt modelId="2213">
      <dgm:t>
        <a:p>
          <a:r>
            <a:t>n2213</a:t>
          </a:r>
        </a:p>
      </dgm:t>
    </dgm:pt>
    <dgm:pt modelId="2214">
      <dgm:t>
        <a:p>
          <a:r>
            <a:t>n2214</a:t>
          </a:r>
        </a:p>
      </dgm:t>
    </dgm:pt>
    <dgm:pt modelId="2215">
      <dgm:t>
        <a:p>
          <a:r>
            <a:t>n2215</a:t>
          </a:r>
        </a:p>
      </dgm:t>
    </dgm:pt>
    <dgm:pt modelId="2216">
      <dgm:t>
        <a:p>
          <a:r>
            <a:t>n2216</a:t>
          </a:r>
        </a:p>
      </dgm:t>
    </dgm:pt>
    <dgm:pt modelId="2217">
      <dgm:t>
        <a:p>
          <a:r>
            <a:t>n2217</a:t>
          </a:r>
        </a:p>
      </dgm:t>
    </dgm:pt>
    <dgm:pt modelId="2218">
      <dgm:t>
        <a:p>
          <a:r>
            <a:t>n2218</a:t>
          </a:r>
        </a:p>
      </dgm:t>
    </dgm:pt>
    <dgm:pt modelId="2219">
      <dgm:t>
        <a:p>
          <a:r>
            <a:t>n2219</a:t>
          </a:r>
        </a:p>
      </dgm:t>
    </dgm:pt>
    <dgm:pt modelId="2220">
      <dgm:t>
        <a:p>
          <a:r>
            <a:t>n2220</a:t>
          </a:r>
        </a:p>
      </dgm:t>
    </dgm:pt>
    <dgm:pt modelId="2221">
      <dgm:t>
        <a:p>
          <a:r>
            <a:t>n2221</a:t>
          </a:r>
        </a:p>
      </dgm:t>
    </dgm:pt>
    <dgm:pt modelId="2222">
      <dgm:t>
        <a:p>
          <a:r>
            <a:t>n2222</a:t>
          </a:r>
        </a:p>
      </dgm:t>
    </dgm:pt>
    <dgm:pt modelId="2223">
      <dgm:t>
        <a:p>
          <a:r>
            <a:t>n2223</a:t>
          </a:r>
        </a:p>
      </dgm:t>
    </dgm:pt>
    <dgm:pt modelId="2224">
      <dgm:t>
        <a:p>
          <a:r>
            <a:t>n2224</a:t>
          </a:r>
        </a:p>
      </dgm:t>
    </dgm:pt>
    <dgm:pt modelId="2225">
      <dgm:t>
        <a:p>
          <a:r>
            <a:t>n2225</a:t>
          </a:r>
        </a:p>
      </dgm:t>
    </dgm:pt>
    <dgm:pt modelId="2226">
      <dgm:t>
        <a:p>
          <a:r>
            <a:t>n2226</a:t>
          </a:r>
        </a:p>
      </dgm:t>
    </dgm:pt>
    <dgm:pt modelId="2227">
      <dgm:t>
        <a:p>
          <a:r>
            <a:t>n2227</a:t>
          </a:r>
        </a:p>
      </dgm:t>
    </dgm:pt>
    <dgm:pt modelId="2228">
      <dgm:t>
        <a:p>
          <a:r>
            <a:t>n2228</a:t>
          </a:r>
        </a:p>
      </dgm:t>
    </dgm:pt>
    <dgm:pt modelId="2229">
      <dgm:t>
        <a:p>
          <a:r>
            <a:t>n2229</a:t>
          </a:r>
        </a:p>
      </dgm:t>
    </dgm:pt>
    <dgm:pt modelId="2230">
      <dgm:t>
        <a:p>
          <a:r>
            <a:t>n2230</a:t>
          </a:r>
        </a:p>
      </dgm:t>
    </dgm:pt>
    <dgm:pt modelId="2231">
      <dgm:t>
        <a:p>
          <a:r>
            <a:t>n2231</a:t>
          </a:r>
        </a:p>
      </dgm:t>
    </dgm:pt>
    <dgm:pt modelId="2232">
      <dgm:t>
        <a:p>
          <a:r>
            <a:t>n2232</a:t>
          </a:r>
        </a:p>
      </dgm:t>
    </dgm:pt>
    <dgm:pt modelId="2233">
      <dgm:t>
        <a:p>
          <a:r>
            <a:t>n2233</a:t>
          </a:r>
        </a:p>
      </dgm:t>
    </dgm:pt>
    <dgm:pt modelId="2234">
      <dgm:t>
        <a:p>
          <a:r>
            <a:t>n2234</a:t>
          </a:r>
        </a:p>
      </dgm:t>
    </dgm:pt>
    <dgm:pt modelId="2235">
      <dgm:t>
        <a:p>
          <a:r>
            <a:t>n2235</a:t>
          </a:r>
        </a:p>
      </dgm:t>
    </dgm:pt>
    <dgm:pt modelId="2236">
      <dgm:t>
        <a:p>
          <a:r>
            <a:t>n2236</a:t>
          </a:r>
        </a:p>
      </dgm:t>
    </dgm:pt>
    <dgm:pt modelId="2237">
      <dgm:t>
        <a:p>
          <a:r>
            <a:t>n2237</a:t>
          </a:r>
        </a:p>
      </dgm:t>
    </dgm:pt>
    <dgm:pt modelId="2238">
      <dgm:t>
        <a:p>
          <a:r>
            <a:t>n2238</a:t>
          </a:r>
        </a:p>
      </dgm:t>
    </dgm:pt>
    <dgm:pt modelId="2239">
      <dgm:t>
        <a:p>
          <a:r>
            <a:t>n2239</a:t>
          </a:r>
        </a:p>
      </dgm:t>
    </dgm:pt>
    <dgm:pt modelId="2240">
      <dgm:t>
        <a:p>
          <a:r>
            <a:t>n2240</a:t>
          </a:r>
        </a:p>
      </dgm:t>
    </dgm:pt>
    <dgm:pt modelId="2241">
      <dgm:t>
        <a:p>
          <a:r>
            <a:t>n2241</a:t>
          </a:r>
        </a:p>
      </dgm:t>
    </dgm:pt>
    <dgm:pt modelId="2242">
      <dgm:t>
        <a:p>
          <a:r>
            <a:t>n2242</a:t>
          </a:r>
        </a:p>
      </dgm:t>
    </dgm:pt>
    <dgm:pt modelId="2243">
      <dgm:t>
        <a:p>
          <a:r>
            <a:t>n2243</a:t>
          </a:r>
        </a:p>
      </dgm:t>
    </dgm:pt>
    <dgm:pt modelId="2244">
      <dgm:t>
        <a:p>
          <a:r>
            <a:t>n2244</a:t>
          </a:r>
        </a:p>
      </dgm:t>
    </dgm:pt>
    <dgm:pt modelId="2245">
      <dgm:t>
        <a:p>
          <a:r>
            <a:t>n2245</a:t>
          </a:r>
        </a:p>
      </dgm:t>
    </dgm:pt>
    <dgm:pt modelId="2246">
      <dgm:t>
        <a:p>
          <a:r>
            <a:t>n2246</a:t>
          </a:r>
        </a:p>
      </dgm:t>
    </dgm:pt>
    <dgm:pt modelId="2247">
      <dgm:t>
        <a:p>
          <a:r>
            <a:t>n2247</a:t>
          </a:r>
        </a:p>
      </dgm:t>
    </dgm:pt>
    <dgm:pt modelId="2248">
      <dgm:t>
        <a:p>
          <a:r>
            <a:t>n2248</a:t>
          </a:r>
        </a:p>
      </dgm:t>
    </dgm:pt>
    <dgm:pt modelId="2249">
      <dgm:t>
        <a:p>
          <a:r>
            <a:t>n2249</a:t>
          </a:r>
        </a:p>
      </dgm:t>
    </dgm:pt>
    <dgm:pt modelId="2250">
      <dgm:t>
        <a:p>
          <a:r>
            <a:t>n2250</a:t>
          </a:r>
        </a:p>
      </dgm:t>
    </dgm:pt>
    <dgm:pt modelId="2251">
      <dgm:t>
        <a:p>
          <a:r>
            <a:t>n2251</a:t>
          </a:r>
        </a:p>
      </dgm:t>
    </dgm:pt>
    <dgm:pt modelId="2252">
      <dgm:t>
        <a:p>
          <a:r>
            <a:t>n2252</a:t>
          </a:r>
        </a:p>
      </dgm:t>
    </dgm:pt>
    <dgm:pt modelId="2253">
      <dgm:t>
        <a:p>
          <a:r>
            <a:t>n2253</a:t>
          </a:r>
        </a:p>
      </dgm:t>
    </dgm:pt>
    <dgm:pt modelId="2254">
      <dgm:t>
        <a:p>
          <a:r>
            <a:t>n2254</a:t>
          </a:r>
        </a:p>
      </dgm:t>
    </dgm:pt>
    <dgm:pt modelId="2255">
      <dgm:t>
        <a:p>
          <a:r>
            <a:t>n2255</a:t>
          </a:r>
        </a:p>
      </dgm:t>
    </dgm:pt>
    <dgm:pt modelId="2256">
      <dgm:t>
        <a:p>
          <a:r>
            <a:t>n2256</a:t>
          </a:r>
        </a:p>
      </dgm:t>
    </dgm:pt>
    <dgm:pt modelId="2257">
      <dgm:t>
        <a:p>
          <a:r>
            <a:t>n2257</a:t>
          </a:r>
        </a:p>
      </dgm:t>
    </dgm:pt>
    <dgm:pt modelId="2258">
      <dgm:t>
        <a:p>
          <a:r>
            <a:t>n2258</a:t>
          </a:r>
        </a:p>
      </dgm:t>
    </dgm:pt>
    <dgm:pt modelId="2259">
      <dgm:t>
        <a:p>
          <a:r>
            <a:t>n2259</a:t>
          </a:r>
        </a:p>
      </dgm:t>
    </dgm:pt>
    <dgm:pt modelId="2260">
      <dgm:t>
        <a:p>
          <a:r>
            <a:t>n2260</a:t>
          </a:r>
        </a:p>
      </dgm:t>
    </dgm:pt>
    <dgm:pt modelId="2261">
      <dgm:t>
        <a:p>
          <a:r>
            <a:t>n2261</a:t>
          </a:r>
        </a:p>
      </dgm:t>
    </dgm:pt>
    <dgm:pt modelId="2262">
      <dgm:t>
        <a:p>
          <a:r>
            <a:t>n2262</a:t>
          </a:r>
        </a:p>
      </dgm:t>
    </dgm:pt>
    <dgm:pt modelId="2263">
      <dgm:t>
        <a:p>
          <a:r>
            <a:t>n2263</a:t>
          </a:r>
        </a:p>
      </dgm:t>
    </dgm:pt>
    <dgm:pt modelId="2264">
      <dgm:t>
        <a:p>
          <a:r>
            <a:t>n2264</a:t>
          </a:r>
        </a:p>
      </dgm:t>
    </dgm:pt>
    <dgm:pt modelId="2265">
      <dgm:t>
        <a:p>
          <a:r>
            <a:t>n2265</a:t>
          </a:r>
        </a:p>
      </dgm:t>
    </dgm:pt>
    <dgm:pt modelId="2266">
      <dgm:t>
        <a:p>
          <a:r>
            <a:t>n2266</a:t>
          </a:r>
        </a:p>
      </dgm:t>
    </dgm:pt>
    <dgm:pt modelId="2267">
      <dgm:t>
        <a:p>
          <a:r>
            <a:t>n2267</a:t>
          </a:r>
        </a:p>
      </dgm:t>
    </dgm:pt>
    <dgm:pt modelId="2268">
      <dgm:t>
        <a:p>
          <a:r>
            <a:t>n2268</a:t>
          </a:r>
        </a:p>
      </dgm:t>
    </dgm:pt>
    <dgm:pt modelId="2269">
      <dgm:t>
        <a:p>
          <a:r>
            <a:t>n2269</a:t>
          </a:r>
        </a:p>
      </dgm:t>
    </dgm:pt>
    <dgm:pt modelId="2270">
      <dgm:t>
        <a:p>
          <a:r>
            <a:t>n2270</a:t>
          </a:r>
        </a:p>
      </dgm:t>
    </dgm:pt>
    <dgm:pt modelId="2271">
      <dgm:t>
        <a:p>
          <a:r>
            <a:t>n2271</a:t>
          </a:r>
        </a:p>
      </dgm:t>
    </dgm:pt>
    <dgm:pt modelId="2272">
      <dgm:t>
        <a:p>
          <a:r>
            <a:t>n2272</a:t>
          </a:r>
        </a:p>
      </dgm:t>
    </dgm:pt>
    <dgm:pt modelId="2273">
      <dgm:t>
        <a:p>
          <a:r>
            <a:t>n2273</a:t>
          </a:r>
        </a:p>
      </dgm:t>
    </dgm:pt>
    <dgm:pt modelId="2274">
      <dgm:t>
        <a:p>
          <a:r>
            <a:t>n2274</a:t>
          </a:r>
        </a:p>
      </dgm:t>
    </dgm:pt>
    <dgm:pt modelId="2275">
      <dgm:t>
        <a:p>
          <a:r>
            <a:t>n2275</a:t>
          </a:r>
        </a:p>
      </dgm:t>
    </dgm:pt>
    <dgm:pt modelId="2276">
      <dgm:t>
        <a:p>
          <a:r>
            <a:t>n2276</a:t>
          </a:r>
        </a:p>
      </dgm:t>
    </dgm:pt>
    <dgm:pt modelId="2277">
      <dgm:t>
        <a:p>
          <a:r>
            <a:t>n2277</a:t>
          </a:r>
        </a:p>
      </dgm:t>
    </dgm:pt>
    <dgm:pt modelId="2278">
      <dgm:t>
        <a:p>
          <a:r>
            <a:t>n2278</a:t>
          </a:r>
        </a:p>
      </dgm:t>
    </dgm:pt>
    <dgm:pt modelId="2279">
      <dgm:t>
        <a:p>
          <a:r>
            <a:t>n2279</a:t>
          </a:r>
        </a:p>
      </dgm:t>
    </dgm:pt>
    <dgm:pt modelId="2280">
      <dgm:t>
        <a:p>
          <a:r>
            <a:t>n2280</a:t>
          </a:r>
        </a:p>
      </dgm:t>
    </dgm:pt>
    <dgm:pt modelId="2281">
      <dgm:t>
        <a:p>
          <a:r>
            <a:t>n2281</a:t>
          </a:r>
        </a:p>
      </dgm:t>
    </dgm:pt>
    <dgm:pt modelId="2282">
      <dgm:t>
        <a:p>
          <a:r>
            <a:t>n2282</a:t>
          </a:r>
        </a:p>
      </dgm:t>
    </dgm:pt>
    <dgm:pt modelId="2283">
      <dgm:t>
        <a:p>
          <a:r>
            <a:t>n2283</a:t>
          </a:r>
        </a:p>
      </dgm:t>
    </dgm:pt>
    <dgm:pt modelId="2284">
      <dgm:t>
        <a:p>
          <a:r>
            <a:t>n2284</a:t>
          </a:r>
        </a:p>
      </dgm:t>
    </dgm:pt>
    <dgm:pt modelId="2285">
      <dgm:t>
        <a:p>
          <a:r>
            <a:t>n2285</a:t>
          </a:r>
        </a:p>
      </dgm:t>
    </dgm:pt>
    <dgm:pt modelId="2286">
      <dgm:t>
        <a:p>
          <a:r>
            <a:t>n2286</a:t>
          </a:r>
        </a:p>
      </dgm:t>
    </dgm:pt>
    <dgm:pt modelId="2287">
      <dgm:t>
        <a:p>
          <a:r>
            <a:t>n2287</a:t>
          </a:r>
        </a:p>
      </dgm:t>
    </dgm:pt>
    <dgm:pt modelId="2288">
      <dgm:t>
        <a:p>
          <a:r>
            <a:t>n2288</a:t>
          </a:r>
        </a:p>
      </dgm:t>
    </dgm:pt>
    <dgm:pt modelId="2289">
      <dgm:t>
        <a:p>
          <a:r>
            <a:t>n2289</a:t>
          </a:r>
        </a:p>
      </dgm:t>
    </dgm:pt>
    <dgm:pt modelId="2290">
      <dgm:t>
        <a:p>
          <a:r>
            <a:t>n2290</a:t>
          </a:r>
        </a:p>
      </dgm:t>
    </dgm:pt>
    <dgm:pt modelId="2291">
      <dgm:t>
        <a:p>
          <a:r>
            <a:t>n2291</a:t>
          </a:r>
        </a:p>
      </dgm:t>
    </dgm:pt>
    <dgm:pt modelId="2292">
      <dgm:t>
        <a:p>
          <a:r>
            <a:t>n2292</a:t>
          </a:r>
        </a:p>
      </dgm:t>
    </dgm:pt>
    <dgm:pt modelId="2293">
      <dgm:t>
        <a:p>
          <a:r>
            <a:t>n2293</a:t>
          </a:r>
        </a:p>
      </dgm:t>
    </dgm:pt>
    <dgm:pt modelId="2294">
      <dgm:t>
        <a:p>
          <a:r>
            <a:t>n2294</a:t>
          </a:r>
        </a:p>
      </dgm:t>
    </dgm:pt>
    <dgm:pt modelId="2295">
      <dgm:t>
        <a:p>
          <a:r>
            <a:t>n2295</a:t>
          </a:r>
        </a:p>
      </dgm:t>
    </dgm:pt>
    <dgm:pt modelId="2296">
      <dgm:t>
        <a:p>
          <a:r>
            <a:t>n2296</a:t>
          </a:r>
        </a:p>
      </dgm:t>
    </dgm:pt>
    <dgm:pt modelId="2297">
      <dgm:t>
        <a:p>
          <a:r>
            <a:t>n2297</a:t>
          </a:r>
        </a:p>
      </dgm:t>
    </dgm:pt>
    <dgm:pt modelId="2298">
      <dgm:t>
        <a:p>
          <a:r>
            <a:t>n2298</a:t>
          </a:r>
        </a:p>
      </dgm:t>
    </dgm:pt>
    <dgm:pt modelId="2299">
      <dgm:t>
        <a:p>
          <a:r>
            <a:t>n2299</a:t>
          </a:r>
        </a:p>
      </dgm:t>
    </dgm:pt>
    <dgm:pt modelId="2300">
      <dgm:t>
        <a:p>
          <a:r>
            <a:t>n2300</a:t>
          </a:r>
        </a:p>
      </dgm:t>
    </dgm:pt>
    <dgm:pt modelId="2301">
      <dgm:t>
        <a:p>
          <a:r>
            <a:t>n2301</a:t>
          </a:r>
        </a:p>
      </dgm:t>
    </dgm:pt>
    <dgm:pt modelId="2302">
      <dgm:t>
        <a:p>
          <a:r>
            <a:t>n2302</a:t>
          </a:r>
        </a:p>
      </dgm:t>
    </dgm:pt>
    <dgm:pt modelId="2303">
      <dgm:t>
        <a:p>
          <a:r>
            <a:t>n2303</a:t>
          </a:r>
        </a:p>
      </dgm:t>
    </dgm:pt>
    <dgm:pt modelId="2304">
      <dgm:t>
        <a:p>
          <a:r>
            <a:t>n2304</a:t>
          </a:r>
        </a:p>
      </dgm:t>
    </dgm:pt>
    <dgm:pt modelId="2305">
      <dgm:t>
        <a:p>
          <a:r>
            <a:t>n2305</a:t>
          </a:r>
        </a:p>
      </dgm:t>
    </dgm:pt>
    <dgm:pt modelId="2306">
      <dgm:t>
        <a:p>
          <a:r>
            <a:t>n2306</a:t>
          </a:r>
        </a:p>
      </dgm:t>
    </dgm:pt>
    <dgm:pt modelId="2307">
      <dgm:t>
        <a:p>
          <a:r>
            <a:t>n2307</a:t>
          </a:r>
        </a:p>
      </dgm:t>
    </dgm:pt>
    <dgm:pt modelId="2308">
      <dgm:t>
        <a:p>
          <a:r>
            <a:t>n2308</a:t>
          </a:r>
        </a:p>
      </dgm:t>
    </dgm:pt>
    <dgm:pt modelId="2309">
      <dgm:t>
        <a:p>
          <a:r>
            <a:t>n2309</a:t>
          </a:r>
        </a:p>
      </dgm:t>
    </dgm:pt>
    <dgm:pt modelId="2310">
      <dgm:t>
        <a:p>
          <a:r>
            <a:t>n2310</a:t>
          </a:r>
        </a:p>
      </dgm:t>
    </dgm:pt>
    <dgm:pt modelId="2311">
      <dgm:t>
        <a:p>
          <a:r>
            <a:t>n2311</a:t>
          </a:r>
        </a:p>
      </dgm:t>
    </dgm:pt>
    <dgm:pt modelId="2312">
      <dgm:t>
        <a:p>
          <a:r>
            <a:t>n2312</a:t>
          </a:r>
        </a:p>
      </dgm:t>
    </dgm:pt>
    <dgm:pt modelId="2313">
      <dgm:t>
        <a:p>
          <a:r>
            <a:t>n2313</a:t>
          </a:r>
        </a:p>
      </dgm:t>
    </dgm:pt>
    <dgm:pt modelId="2314">
      <dgm:t>
        <a:p>
          <a:r>
            <a:t>n2314</a:t>
          </a:r>
        </a:p>
      </dgm:t>
    </dgm:pt>
    <dgm:pt modelId="2315">
      <dgm:t>
        <a:p>
          <a:r>
            <a:t>n2315</a:t>
          </a:r>
        </a:p>
      </dgm:t>
    </dgm:pt>
    <dgm:pt modelId="2316">
      <dgm:t>
        <a:p>
          <a:r>
            <a:t>n2316</a:t>
          </a:r>
        </a:p>
      </dgm:t>
    </dgm:pt>
    <dgm:pt modelId="2317">
      <dgm:t>
        <a:p>
          <a:r>
            <a:t>n2317</a:t>
          </a:r>
        </a:p>
      </dgm:t>
    </dgm:pt>
    <dgm:pt modelId="2318">
      <dgm:t>
        <a:p>
          <a:r>
            <a:t>n2318</a:t>
          </a:r>
        </a:p>
      </dgm:t>
    </dgm:pt>
    <dgm:pt modelId="2319">
      <dgm:t>
        <a:p>
          <a:r>
            <a:t>n2319</a:t>
          </a:r>
        </a:p>
      </dgm:t>
    </dgm:pt>
    <dgm:pt modelId="2320">
      <dgm:t>
        <a:p>
          <a:r>
            <a:t>n2320</a:t>
          </a:r>
        </a:p>
      </dgm:t>
    </dgm:pt>
    <dgm:pt modelId="2321">
      <dgm:t>
        <a:p>
          <a:r>
            <a:t>n2321</a:t>
          </a:r>
        </a:p>
      </dgm:t>
    </dgm:pt>
    <dgm:pt modelId="2322">
      <dgm:t>
        <a:p>
          <a:r>
            <a:t>n2322</a:t>
          </a:r>
        </a:p>
      </dgm:t>
    </dgm:pt>
    <dgm:pt modelId="2323">
      <dgm:t>
        <a:p>
          <a:r>
            <a:t>n2323</a:t>
          </a:r>
        </a:p>
      </dgm:t>
    </dgm:pt>
    <dgm:pt modelId="2324">
      <dgm:t>
        <a:p>
          <a:r>
            <a:t>n2324</a:t>
          </a:r>
        </a:p>
      </dgm:t>
    </dgm:pt>
    <dgm:pt modelId="2325">
      <dgm:t>
        <a:p>
          <a:r>
            <a:t>n2325</a:t>
          </a:r>
        </a:p>
      </dgm:t>
    </dgm:pt>
    <dgm:pt modelId="2326">
      <dgm:t>
        <a:p>
          <a:r>
            <a:t>n2326</a:t>
          </a:r>
        </a:p>
      </dgm:t>
    </dgm:pt>
    <dgm:pt modelId="2327">
      <dgm:t>
        <a:p>
          <a:r>
            <a:t>n2327</a:t>
          </a:r>
        </a:p>
      </dgm:t>
    </dgm:pt>
    <dgm:pt modelId="2328">
      <dgm:t>
        <a:p>
          <a:r>
            <a:t>n2328</a:t>
          </a:r>
        </a:p>
      </dgm:t>
    </dgm:pt>
    <dgm:pt modelId="2329">
      <dgm:t>
        <a:p>
          <a:r>
            <a:t>n2329</a:t>
          </a:r>
        </a:p>
      </dgm:t>
    </dgm:pt>
    <dgm:pt modelId="2330">
      <dgm:t>
        <a:p>
          <a:r>
            <a:t>n2330</a:t>
          </a:r>
        </a:p>
      </dgm:t>
    </dgm:pt>
    <dgm:pt modelId="2331">
      <dgm:t>
        <a:p>
          <a:r>
            <a:t>n2331</a:t>
          </a:r>
        </a:p>
      </dgm:t>
    </dgm:pt>
    <dgm:pt modelId="2332">
      <dgm:t>
        <a:p>
          <a:r>
            <a:t>n2332</a:t>
          </a:r>
        </a:p>
      </dgm:t>
    </dgm:pt>
    <dgm:pt modelId="2333">
      <dgm:t>
        <a:p>
          <a:r>
            <a:t>n2333</a:t>
          </a:r>
        </a:p>
      </dgm:t>
    </dgm:pt>
    <dgm:pt modelId="2334">
      <dgm:t>
        <a:p>
          <a:r>
            <a:t>n2334</a:t>
          </a:r>
        </a:p>
      </dgm:t>
    </dgm:pt>
    <dgm:pt modelId="2335">
      <dgm:t>
        <a:p>
          <a:r>
            <a:t>n2335</a:t>
          </a:r>
        </a:p>
      </dgm:t>
    </dgm:pt>
    <dgm:pt modelId="2336">
      <dgm:t>
        <a:p>
          <a:r>
            <a:t>n2336</a:t>
          </a:r>
        </a:p>
      </dgm:t>
    </dgm:pt>
    <dgm:pt modelId="2337">
      <dgm:t>
        <a:p>
          <a:r>
            <a:t>n2337</a:t>
          </a:r>
        </a:p>
      </dgm:t>
    </dgm:pt>
    <dgm:pt modelId="2338">
      <dgm:t>
        <a:p>
          <a:r>
            <a:t>n2338</a:t>
          </a:r>
        </a:p>
      </dgm:t>
    </dgm:pt>
    <dgm:pt modelId="2339">
      <dgm:t>
        <a:p>
          <a:r>
            <a:t>n2339</a:t>
          </a:r>
        </a:p>
      </dgm:t>
    </dgm:pt>
    <dgm:pt modelId="2340">
      <dgm:t>
        <a:p>
          <a:r>
            <a:t>n2340</a:t>
          </a:r>
        </a:p>
      </dgm:t>
    </dgm:pt>
    <dgm:pt modelId="2341">
      <dgm:t>
        <a:p>
          <a:r>
            <a:t>n2341</a:t>
          </a:r>
        </a:p>
      </dgm:t>
    </dgm:pt>
    <dgm:pt modelId="2342">
      <dgm:t>
        <a:p>
          <a:r>
            <a:t>n2342</a:t>
          </a:r>
        </a:p>
      </dgm:t>
    </dgm:pt>
    <dgm:pt modelId="2343">
      <dgm:t>
        <a:p>
          <a:r>
            <a:t>n2343</a:t>
          </a:r>
        </a:p>
      </dgm:t>
    </dgm:pt>
    <dgm:pt modelId="2344">
      <dgm:t>
        <a:p>
          <a:r>
            <a:t>n2344</a:t>
          </a:r>
        </a:p>
      </dgm:t>
    </dgm:pt>
    <dgm:pt modelId="2345">
      <dgm:t>
        <a:p>
          <a:r>
            <a:t>n2345</a:t>
          </a:r>
        </a:p>
      </dgm:t>
    </dgm:pt>
    <dgm:pt modelId="2346">
      <dgm:t>
        <a:p>
          <a:r>
            <a:t>n2346</a:t>
          </a:r>
        </a:p>
      </dgm:t>
    </dgm:pt>
    <dgm:pt modelId="2347">
      <dgm:t>
        <a:p>
          <a:r>
            <a:t>n2347</a:t>
          </a:r>
        </a:p>
      </dgm:t>
    </dgm:pt>
    <dgm:pt modelId="2348">
      <dgm:t>
        <a:p>
          <a:r>
            <a:t>n2348</a:t>
          </a:r>
        </a:p>
      </dgm:t>
    </dgm:pt>
    <dgm:pt modelId="2349">
      <dgm:t>
        <a:p>
          <a:r>
            <a:t>n2349</a:t>
          </a:r>
        </a:p>
      </dgm:t>
    </dgm:pt>
    <dgm:pt modelId="2350">
      <dgm:t>
        <a:p>
          <a:r>
            <a:t>n2350</a:t>
          </a:r>
        </a:p>
      </dgm:t>
    </dgm:pt>
    <dgm:pt modelId="2351">
      <dgm:t>
        <a:p>
          <a:r>
            <a:t>n2351</a:t>
          </a:r>
        </a:p>
      </dgm:t>
    </dgm:pt>
    <dgm:pt modelId="2352">
      <dgm:t>
        <a:p>
          <a:r>
            <a:t>n2352</a:t>
          </a:r>
        </a:p>
      </dgm:t>
    </dgm:pt>
    <dgm:pt modelId="2353">
      <dgm:t>
        <a:p>
          <a:r>
            <a:t>n2353</a:t>
          </a:r>
        </a:p>
      </dgm:t>
    </dgm:pt>
    <dgm:pt modelId="2354">
      <dgm:t>
        <a:p>
          <a:r>
            <a:t>n2354</a:t>
          </a:r>
        </a:p>
      </dgm:t>
    </dgm:pt>
    <dgm:pt modelId="2355">
      <dgm:t>
        <a:p>
          <a:r>
            <a:t>n2355</a:t>
          </a:r>
        </a:p>
      </dgm:t>
    </dgm:pt>
    <dgm:pt modelId="2356">
      <dgm:t>
        <a:p>
          <a:r>
            <a:t>n2356</a:t>
          </a:r>
        </a:p>
      </dgm:t>
    </dgm:pt>
    <dgm:pt modelId="2357">
      <dgm:t>
        <a:p>
          <a:r>
            <a:t>n2357</a:t>
          </a:r>
        </a:p>
      </dgm:t>
    </dgm:pt>
    <dgm:pt modelId="2358">
      <dgm:t>
        <a:p>
          <a:r>
            <a:t>n2358</a:t>
          </a:r>
        </a:p>
      </dgm:t>
    </dgm:pt>
    <dgm:pt modelId="2359">
      <dgm:t>
        <a:p>
          <a:r>
            <a:t>n2359</a:t>
          </a:r>
        </a:p>
      </dgm:t>
    </dgm:pt>
    <dgm:pt modelId="2360">
      <dgm:t>
        <a:p>
          <a:r>
            <a:t>n2360</a:t>
          </a:r>
        </a:p>
      </dgm:t>
    </dgm:pt>
    <dgm:pt modelId="2361">
      <dgm:t>
        <a:p>
          <a:r>
            <a:t>n2361</a:t>
          </a:r>
        </a:p>
      </dgm:t>
    </dgm:pt>
    <dgm:pt modelId="2362">
      <dgm:t>
        <a:p>
          <a:r>
            <a:t>n2362</a:t>
          </a:r>
        </a:p>
      </dgm:t>
    </dgm:pt>
    <dgm:pt modelId="2363">
      <dgm:t>
        <a:p>
          <a:r>
            <a:t>n2363</a:t>
          </a:r>
        </a:p>
      </dgm:t>
    </dgm:pt>
    <dgm:pt modelId="2364">
      <dgm:t>
        <a:p>
          <a:r>
            <a:t>n2364</a:t>
          </a:r>
        </a:p>
      </dgm:t>
    </dgm:pt>
    <dgm:pt modelId="2365">
      <dgm:t>
        <a:p>
          <a:r>
            <a:t>n2365</a:t>
          </a:r>
        </a:p>
      </dgm:t>
    </dgm:pt>
    <dgm:pt modelId="2366">
      <dgm:t>
        <a:p>
          <a:r>
            <a:t>n2366</a:t>
          </a:r>
        </a:p>
      </dgm:t>
    </dgm:pt>
    <dgm:pt modelId="2367">
      <dgm:t>
        <a:p>
          <a:r>
            <a:t>n2367</a:t>
          </a:r>
        </a:p>
      </dgm:t>
    </dgm:pt>
    <dgm:pt modelId="2368">
      <dgm:t>
        <a:p>
          <a:r>
            <a:t>n2368</a:t>
          </a:r>
        </a:p>
      </dgm:t>
    </dgm:pt>
    <dgm:pt modelId="2369">
      <dgm:t>
        <a:p>
          <a:r>
            <a:t>n2369</a:t>
          </a:r>
        </a:p>
      </dgm:t>
    </dgm:pt>
    <dgm:pt modelId="2370">
      <dgm:t>
        <a:p>
          <a:r>
            <a:t>n2370</a:t>
          </a:r>
        </a:p>
      </dgm:t>
    </dgm:pt>
    <dgm:pt modelId="2371">
      <dgm:t>
        <a:p>
          <a:r>
            <a:t>n2371</a:t>
          </a:r>
        </a:p>
      </dgm:t>
    </dgm:pt>
    <dgm:pt modelId="2372">
      <dgm:t>
        <a:p>
          <a:r>
            <a:t>n2372</a:t>
          </a:r>
        </a:p>
      </dgm:t>
    </dgm:pt>
    <dgm:pt modelId="2373">
      <dgm:t>
        <a:p>
          <a:r>
            <a:t>n2373</a:t>
          </a:r>
        </a:p>
      </dgm:t>
    </dgm:pt>
    <dgm:pt modelId="2374">
      <dgm:t>
        <a:p>
          <a:r>
            <a:t>n2374</a:t>
          </a:r>
        </a:p>
      </dgm:t>
    </dgm:pt>
    <dgm:pt modelId="2375">
      <dgm:t>
        <a:p>
          <a:r>
            <a:t>n2375</a:t>
          </a:r>
        </a:p>
      </dgm:t>
    </dgm:pt>
    <dgm:pt modelId="2376">
      <dgm:t>
        <a:p>
          <a:r>
            <a:t>n2376</a:t>
          </a:r>
        </a:p>
      </dgm:t>
    </dgm:pt>
    <dgm:pt modelId="2377">
      <dgm:t>
        <a:p>
          <a:r>
            <a:t>n2377</a:t>
          </a:r>
        </a:p>
      </dgm:t>
    </dgm:pt>
    <dgm:pt modelId="2378">
      <dgm:t>
        <a:p>
          <a:r>
            <a:t>n2378</a:t>
          </a:r>
        </a:p>
      </dgm:t>
    </dgm:pt>
    <dgm:pt modelId="2379">
      <dgm:t>
        <a:p>
          <a:r>
            <a:t>n2379</a:t>
          </a:r>
        </a:p>
      </dgm:t>
    </dgm:pt>
    <dgm:pt modelId="2380">
      <dgm:t>
        <a:p>
          <a:r>
            <a:t>n2380</a:t>
          </a:r>
        </a:p>
      </dgm:t>
    </dgm:pt>
    <dgm:pt modelId="2381">
      <dgm:t>
        <a:p>
          <a:r>
            <a:t>n2381</a:t>
          </a:r>
        </a:p>
      </dgm:t>
    </dgm:pt>
    <dgm:pt modelId="2382">
      <dgm:t>
        <a:p>
          <a:r>
            <a:t>n2382</a:t>
          </a:r>
        </a:p>
      </dgm:t>
    </dgm:pt>
    <dgm:pt modelId="2383">
      <dgm:t>
        <a:p>
          <a:r>
            <a:t>n2383</a:t>
          </a:r>
        </a:p>
      </dgm:t>
    </dgm:pt>
    <dgm:pt modelId="2384">
      <dgm:t>
        <a:p>
          <a:r>
            <a:t>n2384</a:t>
          </a:r>
        </a:p>
      </dgm:t>
    </dgm:pt>
    <dgm:pt modelId="2385">
      <dgm:t>
        <a:p>
          <a:r>
            <a:t>n2385</a:t>
          </a:r>
        </a:p>
      </dgm:t>
    </dgm:pt>
    <dgm:pt modelId="2386">
      <dgm:t>
        <a:p>
          <a:r>
            <a:t>n2386</a:t>
          </a:r>
        </a:p>
      </dgm:t>
    </dgm:pt>
    <dgm:pt modelId="2387">
      <dgm:t>
        <a:p>
          <a:r>
            <a:t>n2387</a:t>
          </a:r>
        </a:p>
      </dgm:t>
    </dgm:pt>
    <dgm:pt modelId="2388">
      <dgm:t>
        <a:p>
          <a:r>
            <a:t>n2388</a:t>
          </a:r>
        </a:p>
      </dgm:t>
    </dgm:pt>
    <dgm:pt modelId="2389">
      <dgm:t>
        <a:p>
          <a:r>
            <a:t>n2389</a:t>
          </a:r>
        </a:p>
      </dgm:t>
    </dgm:pt>
    <dgm:pt modelId="2390">
      <dgm:t>
        <a:p>
          <a:r>
            <a:t>n2390</a:t>
          </a:r>
        </a:p>
      </dgm:t>
    </dgm:pt>
    <dgm:pt modelId="2391">
      <dgm:t>
        <a:p>
          <a:r>
            <a:t>n2391</a:t>
          </a:r>
        </a:p>
      </dgm:t>
    </dgm:pt>
    <dgm:pt modelId="2392">
      <dgm:t>
        <a:p>
          <a:r>
            <a:t>n2392</a:t>
          </a:r>
        </a:p>
      </dgm:t>
    </dgm:pt>
    <dgm:pt modelId="2393">
      <dgm:t>
        <a:p>
          <a:r>
            <a:t>n2393</a:t>
          </a:r>
        </a:p>
      </dgm:t>
    </dgm:pt>
    <dgm:pt modelId="2394">
      <dgm:t>
        <a:p>
          <a:r>
            <a:t>n2394</a:t>
          </a:r>
        </a:p>
      </dgm:t>
    </dgm:pt>
    <dgm:pt modelId="2395">
      <dgm:t>
        <a:p>
          <a:r>
            <a:t>n2395</a:t>
          </a:r>
        </a:p>
      </dgm:t>
    </dgm:pt>
    <dgm:pt modelId="2396">
      <dgm:t>
        <a:p>
          <a:r>
            <a:t>n2396</a:t>
          </a:r>
        </a:p>
      </dgm:t>
    </dgm:pt>
    <dgm:pt modelId="2397">
      <dgm:t>
        <a:p>
          <a:r>
            <a:t>n2397</a:t>
          </a:r>
        </a:p>
      </dgm:t>
    </dgm:pt>
    <dgm:pt modelId="2398">
      <dgm:t>
        <a:p>
          <a:r>
            <a:t>n2398</a:t>
          </a:r>
        </a:p>
      </dgm:t>
    </dgm:pt>
    <dgm:pt modelId="2399">
      <dgm:t>
        <a:p>
          <a:r>
            <a:t>n2399</a:t>
          </a:r>
        </a:p>
      </dgm:t>
    </dgm:pt>
    <dgm:pt modelId="2400">
      <dgm:t>
        <a:p>
          <a:r>
            <a:t>n2400</a:t>
          </a:r>
        </a:p>
      </dgm:t>
    </dgm:pt>
    <dgm:pt modelId="2401">
      <dgm:t>
        <a:p>
          <a:r>
            <a:t>n2401</a:t>
          </a:r>
        </a:p>
      </dgm:t>
    </dgm:pt>
    <dgm:pt modelId="2402">
      <dgm:t>
        <a:p>
          <a:r>
            <a:t>n2402</a:t>
          </a:r>
        </a:p>
      </dgm:t>
    </dgm:pt>
    <dgm:pt modelId="2403">
      <dgm:t>
        <a:p>
          <a:r>
            <a:t>n2403</a:t>
          </a:r>
        </a:p>
      </dgm:t>
    </dgm:pt>
    <dgm:pt modelId="2404">
      <dgm:t>
        <a:p>
          <a:r>
            <a:t>n2404</a:t>
          </a:r>
        </a:p>
      </dgm:t>
    </dgm:pt>
    <dgm:pt modelId="2405">
      <dgm:t>
        <a:p>
          <a:r>
            <a:t>n2405</a:t>
          </a:r>
        </a:p>
      </dgm:t>
    </dgm:pt>
    <dgm:pt modelId="2406">
      <dgm:t>
        <a:p>
          <a:r>
            <a:t>n2406</a:t>
          </a:r>
        </a:p>
      </dgm:t>
    </dgm:pt>
    <dgm:pt modelId="2407">
      <dgm:t>
        <a:p>
          <a:r>
            <a:t>n2407</a:t>
          </a:r>
        </a:p>
      </dgm:t>
    </dgm:pt>
    <dgm:pt modelId="2408">
      <dgm:t>
        <a:p>
          <a:r>
            <a:t>n2408</a:t>
          </a:r>
        </a:p>
      </dgm:t>
    </dgm:pt>
    <dgm:pt modelId="2409">
      <dgm:t>
        <a:p>
          <a:r>
            <a:t>n2409</a:t>
          </a:r>
        </a:p>
      </dgm:t>
    </dgm:pt>
    <dgm:pt modelId="2410">
      <dgm:t>
        <a:p>
          <a:r>
            <a:t>n2410</a:t>
          </a:r>
        </a:p>
      </dgm:t>
    </dgm:pt>
    <dgm:pt modelId="2411">
      <dgm:t>
        <a:p>
          <a:r>
            <a:t>n2411</a:t>
          </a:r>
        </a:p>
      </dgm:t>
    </dgm:pt>
    <dgm:pt modelId="2412">
      <dgm:t>
        <a:p>
          <a:r>
            <a:t>n2412</a:t>
          </a:r>
        </a:p>
      </dgm:t>
    </dgm:pt>
    <dgm:pt modelId="2413">
      <dgm:t>
        <a:p>
          <a:r>
            <a:t>n2413</a:t>
          </a:r>
        </a:p>
      </dgm:t>
    </dgm:pt>
    <dgm:pt modelId="2414">
      <dgm:t>
        <a:p>
          <a:r>
            <a:t>n2414</a:t>
          </a:r>
        </a:p>
      </dgm:t>
    </dgm:pt>
    <dgm:pt modelId="2415">
      <dgm:t>
        <a:p>
          <a:r>
            <a:t>n2415</a:t>
          </a:r>
        </a:p>
      </dgm:t>
    </dgm:pt>
    <dgm:pt modelId="2416">
      <dgm:t>
        <a:p>
          <a:r>
            <a:t>n2416</a:t>
          </a:r>
        </a:p>
      </dgm:t>
    </dgm:pt>
    <dgm:pt modelId="2417">
      <dgm:t>
        <a:p>
          <a:r>
            <a:t>n2417</a:t>
          </a:r>
        </a:p>
      </dgm:t>
    </dgm:pt>
    <dgm:pt modelId="2418">
      <dgm:t>
        <a:p>
          <a:r>
            <a:t>n2418</a:t>
          </a:r>
        </a:p>
      </dgm:t>
    </dgm:pt>
    <dgm:pt modelId="2419">
      <dgm:t>
        <a:p>
          <a:r>
            <a:t>n2419</a:t>
          </a:r>
        </a:p>
      </dgm:t>
    </dgm:pt>
    <dgm:pt modelId="2420">
      <dgm:t>
        <a:p>
          <a:r>
            <a:t>n2420</a:t>
          </a:r>
        </a:p>
      </dgm:t>
    </dgm:pt>
    <dgm:pt modelId="2421">
      <dgm:t>
        <a:p>
          <a:r>
            <a:t>n2421</a:t>
          </a:r>
        </a:p>
      </dgm:t>
    </dgm:pt>
    <dgm:pt modelId="2422">
      <dgm:t>
        <a:p>
          <a:r>
            <a:t>n2422</a:t>
          </a:r>
        </a:p>
      </dgm:t>
    </dgm:pt>
    <dgm:pt modelId="2423">
      <dgm:t>
        <a:p>
          <a:r>
            <a:t>n2423</a:t>
          </a:r>
        </a:p>
      </dgm:t>
    </dgm:pt>
    <dgm:pt modelId="2424">
      <dgm:t>
        <a:p>
          <a:r>
            <a:t>n2424</a:t>
          </a:r>
        </a:p>
      </dgm:t>
    </dgm:pt>
    <dgm:pt modelId="2425">
      <dgm:t>
        <a:p>
          <a:r>
            <a:t>n2425</a:t>
          </a:r>
        </a:p>
      </dgm:t>
    </dgm:pt>
    <dgm:pt modelId="2426">
      <dgm:t>
        <a:p>
          <a:r>
            <a:t>n2426</a:t>
          </a:r>
        </a:p>
      </dgm:t>
    </dgm:pt>
    <dgm:pt modelId="2427">
      <dgm:t>
        <a:p>
          <a:r>
            <a:t>n2427</a:t>
          </a:r>
        </a:p>
      </dgm:t>
    </dgm:pt>
    <dgm:pt modelId="2428">
      <dgm:t>
        <a:p>
          <a:r>
            <a:t>n2428</a:t>
          </a:r>
        </a:p>
      </dgm:t>
    </dgm:pt>
    <dgm:pt modelId="2429">
      <dgm:t>
        <a:p>
          <a:r>
            <a:t>n2429</a:t>
          </a:r>
        </a:p>
      </dgm:t>
    </dgm:pt>
    <dgm:pt modelId="2430">
      <dgm:t>
        <a:p>
          <a:r>
            <a:t>n2430</a:t>
          </a:r>
        </a:p>
      </dgm:t>
    </dgm:pt>
    <dgm:pt modelId="2431">
      <dgm:t>
        <a:p>
          <a:r>
            <a:t>n2431</a:t>
          </a:r>
        </a:p>
      </dgm:t>
    </dgm:pt>
    <dgm:pt modelId="2432">
      <dgm:t>
        <a:p>
          <a:r>
            <a:t>n2432</a:t>
          </a:r>
        </a:p>
      </dgm:t>
    </dgm:pt>
    <dgm:pt modelId="2433">
      <dgm:t>
        <a:p>
          <a:r>
            <a:t>n2433</a:t>
          </a:r>
        </a:p>
      </dgm:t>
    </dgm:pt>
    <dgm:pt modelId="2434">
      <dgm:t>
        <a:p>
          <a:r>
            <a:t>n2434</a:t>
          </a:r>
        </a:p>
      </dgm:t>
    </dgm:pt>
    <dgm:pt modelId="2435">
      <dgm:t>
        <a:p>
          <a:r>
            <a:t>n2435</a:t>
          </a:r>
        </a:p>
      </dgm:t>
    </dgm:pt>
    <dgm:pt modelId="2436">
      <dgm:t>
        <a:p>
          <a:r>
            <a:t>n2436</a:t>
          </a:r>
        </a:p>
      </dgm:t>
    </dgm:pt>
    <dgm:pt modelId="2437">
      <dgm:t>
        <a:p>
          <a:r>
            <a:t>n2437</a:t>
          </a:r>
        </a:p>
      </dgm:t>
    </dgm:pt>
    <dgm:pt modelId="2438">
      <dgm:t>
        <a:p>
          <a:r>
            <a:t>n2438</a:t>
          </a:r>
        </a:p>
      </dgm:t>
    </dgm:pt>
    <dgm:pt modelId="2439">
      <dgm:t>
        <a:p>
          <a:r>
            <a:t>n2439</a:t>
          </a:r>
        </a:p>
      </dgm:t>
    </dgm:pt>
    <dgm:pt modelId="2440">
      <dgm:t>
        <a:p>
          <a:r>
            <a:t>n2440</a:t>
          </a:r>
        </a:p>
      </dgm:t>
    </dgm:pt>
    <dgm:pt modelId="2441">
      <dgm:t>
        <a:p>
          <a:r>
            <a:t>n2441</a:t>
          </a:r>
        </a:p>
      </dgm:t>
    </dgm:pt>
    <dgm:pt modelId="2442">
      <dgm:t>
        <a:p>
          <a:r>
            <a:t>n2442</a:t>
          </a:r>
        </a:p>
      </dgm:t>
    </dgm:pt>
    <dgm:pt modelId="2443">
      <dgm:t>
        <a:p>
          <a:r>
            <a:t>n2443</a:t>
          </a:r>
        </a:p>
      </dgm:t>
    </dgm:pt>
    <dgm:pt modelId="2444">
      <dgm:t>
        <a:p>
          <a:r>
            <a:t>n2444</a:t>
          </a:r>
        </a:p>
      </dgm:t>
    </dgm:pt>
    <dgm:pt modelId="2445">
      <dgm:t>
        <a:p>
          <a:r>
            <a:t>n2445</a:t>
          </a:r>
        </a:p>
      </dgm:t>
    </dgm:pt>
    <dgm:pt modelId="2446">
      <dgm:t>
        <a:p>
          <a:r>
            <a:t>n2446</a:t>
          </a:r>
        </a:p>
      </dgm:t>
    </dgm:pt>
    <dgm:pt modelId="2447">
      <dgm:t>
        <a:p>
          <a:r>
            <a:t>n2447</a:t>
          </a:r>
        </a:p>
      </dgm:t>
    </dgm:pt>
    <dgm:pt modelId="2448">
      <dgm:t>
        <a:p>
          <a:r>
            <a:t>n2448</a:t>
          </a:r>
        </a:p>
      </dgm:t>
    </dgm:pt>
    <dgm:pt modelId="2449">
      <dgm:t>
        <a:p>
          <a:r>
            <a:t>n2449</a:t>
          </a:r>
        </a:p>
      </dgm:t>
    </dgm:pt>
    <dgm:pt modelId="2450">
      <dgm:t>
        <a:p>
          <a:r>
            <a:t>n2450</a:t>
          </a:r>
        </a:p>
      </dgm:t>
    </dgm:pt>
    <dgm:pt modelId="2451">
      <dgm:t>
        <a:p>
          <a:r>
            <a:t>n2451</a:t>
          </a:r>
        </a:p>
      </dgm:t>
    </dgm:pt>
    <dgm:pt modelId="2452">
      <dgm:t>
        <a:p>
          <a:r>
            <a:t>n2452</a:t>
          </a:r>
        </a:p>
      </dgm:t>
    </dgm:pt>
    <dgm:pt modelId="2453">
      <dgm:t>
        <a:p>
          <a:r>
            <a:t>n2453</a:t>
          </a:r>
        </a:p>
      </dgm:t>
    </dgm:pt>
    <dgm:pt modelId="2454">
      <dgm:t>
        <a:p>
          <a:r>
            <a:t>n2454</a:t>
          </a:r>
        </a:p>
      </dgm:t>
    </dgm:pt>
    <dgm:pt modelId="2455">
      <dgm:t>
        <a:p>
          <a:r>
            <a:t>n2455</a:t>
          </a:r>
        </a:p>
      </dgm:t>
    </dgm:pt>
    <dgm:pt modelId="2456">
      <dgm:t>
        <a:p>
          <a:r>
            <a:t>n2456</a:t>
          </a:r>
        </a:p>
      </dgm:t>
    </dgm:pt>
    <dgm:pt modelId="2457">
      <dgm:t>
        <a:p>
          <a:r>
            <a:t>n2457</a:t>
          </a:r>
        </a:p>
      </dgm:t>
    </dgm:pt>
    <dgm:pt modelId="2458">
      <dgm:t>
        <a:p>
          <a:r>
            <a:t>n2458</a:t>
          </a:r>
        </a:p>
      </dgm:t>
    </dgm:pt>
    <dgm:pt modelId="2459">
      <dgm:t>
        <a:p>
          <a:r>
            <a:t>n2459</a:t>
          </a:r>
        </a:p>
      </dgm:t>
    </dgm:pt>
    <dgm:pt modelId="2460">
      <dgm:t>
        <a:p>
          <a:r>
            <a:t>n2460</a:t>
          </a:r>
        </a:p>
      </dgm:t>
    </dgm:pt>
    <dgm:pt modelId="2461">
      <dgm:t>
        <a:p>
          <a:r>
            <a:t>n2461</a:t>
          </a:r>
        </a:p>
      </dgm:t>
    </dgm:pt>
    <dgm:pt modelId="2462">
      <dgm:t>
        <a:p>
          <a:r>
            <a:t>n2462</a:t>
          </a:r>
        </a:p>
      </dgm:t>
    </dgm:pt>
    <dgm:pt modelId="2463">
      <dgm:t>
        <a:p>
          <a:r>
            <a:t>n2463</a:t>
          </a:r>
        </a:p>
      </dgm:t>
    </dgm:pt>
    <dgm:pt modelId="2464">
      <dgm:t>
        <a:p>
          <a:r>
            <a:t>n2464</a:t>
          </a:r>
        </a:p>
      </dgm:t>
    </dgm:pt>
    <dgm:pt modelId="2465">
      <dgm:t>
        <a:p>
          <a:r>
            <a:t>n2465</a:t>
          </a:r>
        </a:p>
      </dgm:t>
    </dgm:pt>
    <dgm:pt modelId="2466">
      <dgm:t>
        <a:p>
          <a:r>
            <a:t>n2466</a:t>
          </a:r>
        </a:p>
      </dgm:t>
    </dgm:pt>
    <dgm:pt modelId="2467">
      <dgm:t>
        <a:p>
          <a:r>
            <a:t>n2467</a:t>
          </a:r>
        </a:p>
      </dgm:t>
    </dgm:pt>
    <dgm:pt modelId="2468">
      <dgm:t>
        <a:p>
          <a:r>
            <a:t>n2468</a:t>
          </a:r>
        </a:p>
      </dgm:t>
    </dgm:pt>
    <dgm:pt modelId="2469">
      <dgm:t>
        <a:p>
          <a:r>
            <a:t>n2469</a:t>
          </a:r>
        </a:p>
      </dgm:t>
    </dgm:pt>
    <dgm:pt modelId="2470">
      <dgm:t>
        <a:p>
          <a:r>
            <a:t>n2470</a:t>
          </a:r>
        </a:p>
      </dgm:t>
    </dgm:pt>
    <dgm:pt modelId="2471">
      <dgm:t>
        <a:p>
          <a:r>
            <a:t>n2471</a:t>
          </a:r>
        </a:p>
      </dgm:t>
    </dgm:pt>
    <dgm:pt modelId="2472">
      <dgm:t>
        <a:p>
          <a:r>
            <a:t>n2472</a:t>
          </a:r>
        </a:p>
      </dgm:t>
    </dgm:pt>
    <dgm:pt modelId="2473">
      <dgm:t>
        <a:p>
          <a:r>
            <a:t>n2473</a:t>
          </a:r>
        </a:p>
      </dgm:t>
    </dgm:pt>
    <dgm:pt modelId="2474">
      <dgm:t>
        <a:p>
          <a:r>
            <a:t>n2474</a:t>
          </a:r>
        </a:p>
      </dgm:t>
    </dgm:pt>
    <dgm:pt modelId="2475">
      <dgm:t>
        <a:p>
          <a:r>
            <a:t>n2475</a:t>
          </a:r>
        </a:p>
      </dgm:t>
    </dgm:pt>
    <dgm:pt modelId="2476">
      <dgm:t>
        <a:p>
          <a:r>
            <a:t>n2476</a:t>
          </a:r>
        </a:p>
      </dgm:t>
    </dgm:pt>
    <dgm:pt modelId="2477">
      <dgm:t>
        <a:p>
          <a:r>
            <a:t>n2477</a:t>
          </a:r>
        </a:p>
      </dgm:t>
    </dgm:pt>
    <dgm:pt modelId="2478">
      <dgm:t>
        <a:p>
          <a:r>
            <a:t>n2478</a:t>
          </a:r>
        </a:p>
      </dgm:t>
    </dgm:pt>
    <dgm:pt modelId="2479">
      <dgm:t>
        <a:p>
          <a:r>
            <a:t>n2479</a:t>
          </a:r>
        </a:p>
      </dgm:t>
    </dgm:pt>
    <dgm:pt modelId="2480">
      <dgm:t>
        <a:p>
          <a:r>
            <a:t>n2480</a:t>
          </a:r>
        </a:p>
      </dgm:t>
    </dgm:pt>
    <dgm:pt modelId="2481">
      <dgm:t>
        <a:p>
          <a:r>
            <a:t>n2481</a:t>
          </a:r>
        </a:p>
      </dgm:t>
    </dgm:pt>
    <dgm:pt modelId="2482">
      <dgm:t>
        <a:p>
          <a:r>
            <a:t>n2482</a:t>
          </a:r>
        </a:p>
      </dgm:t>
    </dgm:pt>
    <dgm:pt modelId="2483">
      <dgm:t>
        <a:p>
          <a:r>
            <a:t>n2483</a:t>
          </a:r>
        </a:p>
      </dgm:t>
    </dgm:pt>
    <dgm:pt modelId="2484">
      <dgm:t>
        <a:p>
          <a:r>
            <a:t>n2484</a:t>
          </a:r>
        </a:p>
      </dgm:t>
    </dgm:pt>
    <dgm:pt modelId="2485">
      <dgm:t>
        <a:p>
          <a:r>
            <a:t>n2485</a:t>
          </a:r>
        </a:p>
      </dgm:t>
    </dgm:pt>
    <dgm:pt modelId="2486">
      <dgm:t>
        <a:p>
          <a:r>
            <a:t>n2486</a:t>
          </a:r>
        </a:p>
      </dgm:t>
    </dgm:pt>
    <dgm:pt modelId="2487">
      <dgm:t>
        <a:p>
          <a:r>
            <a:t>n2487</a:t>
          </a:r>
        </a:p>
      </dgm:t>
    </dgm:pt>
    <dgm:pt modelId="2488">
      <dgm:t>
        <a:p>
          <a:r>
            <a:t>n2488</a:t>
          </a:r>
        </a:p>
      </dgm:t>
    </dgm:pt>
    <dgm:pt modelId="2489">
      <dgm:t>
        <a:p>
          <a:r>
            <a:t>n2489</a:t>
          </a:r>
        </a:p>
      </dgm:t>
    </dgm:pt>
    <dgm:pt modelId="2490">
      <dgm:t>
        <a:p>
          <a:r>
            <a:t>n2490</a:t>
          </a:r>
        </a:p>
      </dgm:t>
    </dgm:pt>
    <dgm:pt modelId="2491">
      <dgm:t>
        <a:p>
          <a:r>
            <a:t>n2491</a:t>
          </a:r>
        </a:p>
      </dgm:t>
    </dgm:pt>
    <dgm:pt modelId="2492">
      <dgm:t>
        <a:p>
          <a:r>
            <a:t>n2492</a:t>
          </a:r>
        </a:p>
      </dgm:t>
    </dgm:pt>
    <dgm:pt modelId="2493">
      <dgm:t>
        <a:p>
          <a:r>
            <a:t>n2493</a:t>
          </a:r>
        </a:p>
      </dgm:t>
    </dgm:pt>
    <dgm:pt modelId="2494">
      <dgm:t>
        <a:p>
          <a:r>
            <a:t>n2494</a:t>
          </a:r>
        </a:p>
      </dgm:t>
    </dgm:pt>
    <dgm:pt modelId="2495">
      <dgm:t>
        <a:p>
          <a:r>
            <a:t>n2495</a:t>
          </a:r>
        </a:p>
      </dgm:t>
    </dgm:pt>
    <dgm:pt modelId="2496">
      <dgm:t>
        <a:p>
          <a:r>
            <a:t>n2496</a:t>
          </a:r>
        </a:p>
      </dgm:t>
    </dgm:pt>
    <dgm:pt modelId="2497">
      <dgm:t>
        <a:p>
          <a:r>
            <a:t>n2497</a:t>
          </a:r>
        </a:p>
      </dgm:t>
    </dgm:pt>
    <dgm:pt modelId="2498">
      <dgm:t>
        <a:p>
          <a:r>
            <a:t>n2498</a:t>
          </a:r>
        </a:p>
      </dgm:t>
    </dgm:pt>
    <dgm:pt modelId="2499">
      <dgm:t>
        <a:p>
          <a:r>
            <a:t>n2499</a:t>
          </a:r>
        </a:p>
      </dgm:t>
    </dgm:pt>
    <dgm:pt modelId="2500">
      <dgm:t>
        <a:p>
          <a:r>
            <a:t>n2500</a:t>
          </a:r>
        </a:p>
      </dgm:t>
    </dgm:pt>
    <dgm:pt modelId="2501">
      <dgm:t>
        <a:p>
          <a:r>
            <a:t>n2501</a:t>
          </a:r>
        </a:p>
      </dgm:t>
    </dgm:pt>
    <dgm:pt modelId="2502">
      <dgm:t>
        <a:p>
          <a:r>
            <a:t>n2502</a:t>
          </a:r>
        </a:p>
      </dgm:t>
    </dgm:pt>
    <dgm:pt modelId="2503">
      <dgm:t>
        <a:p>
          <a:r>
            <a:t>n2503</a:t>
          </a:r>
        </a:p>
      </dgm:t>
    </dgm:pt>
    <dgm:pt modelId="2504">
      <dgm:t>
        <a:p>
          <a:r>
            <a:t>n2504</a:t>
          </a:r>
        </a:p>
      </dgm:t>
    </dgm:pt>
    <dgm:pt modelId="2505">
      <dgm:t>
        <a:p>
          <a:r>
            <a:t>n2505</a:t>
          </a:r>
        </a:p>
      </dgm:t>
    </dgm:pt>
    <dgm:pt modelId="2506">
      <dgm:t>
        <a:p>
          <a:r>
            <a:t>n2506</a:t>
          </a:r>
        </a:p>
      </dgm:t>
    </dgm:pt>
    <dgm:pt modelId="2507">
      <dgm:t>
        <a:p>
          <a:r>
            <a:t>n2507</a:t>
          </a:r>
        </a:p>
      </dgm:t>
    </dgm:pt>
    <dgm:pt modelId="2508">
      <dgm:t>
        <a:p>
          <a:r>
            <a:t>n2508</a:t>
          </a:r>
        </a:p>
      </dgm:t>
    </dgm:pt>
    <dgm:pt modelId="2509">
      <dgm:t>
        <a:p>
          <a:r>
            <a:t>n2509</a:t>
          </a:r>
        </a:p>
      </dgm:t>
    </dgm:pt>
    <dgm:pt modelId="2510">
      <dgm:t>
        <a:p>
          <a:r>
            <a:t>n2510</a:t>
          </a:r>
        </a:p>
      </dgm:t>
    </dgm:pt>
    <dgm:pt modelId="2511">
      <dgm:t>
        <a:p>
          <a:r>
            <a:t>n2511</a:t>
          </a:r>
        </a:p>
      </dgm:t>
    </dgm:pt>
    <dgm:pt modelId="2512">
      <dgm:t>
        <a:p>
          <a:r>
            <a:t>n2512</a:t>
          </a:r>
        </a:p>
      </dgm:t>
    </dgm:pt>
    <dgm:pt modelId="2513">
      <dgm:t>
        <a:p>
          <a:r>
            <a:t>n2513</a:t>
          </a:r>
        </a:p>
      </dgm:t>
    </dgm:pt>
    <dgm:pt modelId="2514">
      <dgm:t>
        <a:p>
          <a:r>
            <a:t>n2514</a:t>
          </a:r>
        </a:p>
      </dgm:t>
    </dgm:pt>
    <dgm:pt modelId="2515">
      <dgm:t>
        <a:p>
          <a:r>
            <a:t>n2515</a:t>
          </a:r>
        </a:p>
      </dgm:t>
    </dgm:pt>
    <dgm:pt modelId="2516">
      <dgm:t>
        <a:p>
          <a:r>
            <a:t>n2516</a:t>
          </a:r>
        </a:p>
      </dgm:t>
    </dgm:pt>
    <dgm:pt modelId="2517">
      <dgm:t>
        <a:p>
          <a:r>
            <a:t>n2517</a:t>
          </a:r>
        </a:p>
      </dgm:t>
    </dgm:pt>
    <dgm:pt modelId="2518">
      <dgm:t>
        <a:p>
          <a:r>
            <a:t>n2518</a:t>
          </a:r>
        </a:p>
      </dgm:t>
    </dgm:pt>
    <dgm:pt modelId="2519">
      <dgm:t>
        <a:p>
          <a:r>
            <a:t>n2519</a:t>
          </a:r>
        </a:p>
      </dgm:t>
    </dgm:pt>
    <dgm:pt modelId="2520">
      <dgm:t>
        <a:p>
          <a:r>
            <a:t>n2520</a:t>
          </a:r>
        </a:p>
      </dgm:t>
    </dgm:pt>
    <dgm:pt modelId="2521">
      <dgm:t>
        <a:p>
          <a:r>
            <a:t>n2521</a:t>
          </a:r>
        </a:p>
      </dgm:t>
    </dgm:pt>
    <dgm:pt modelId="2522">
      <dgm:t>
        <a:p>
          <a:r>
            <a:t>n2522</a:t>
          </a:r>
        </a:p>
      </dgm:t>
    </dgm:pt>
    <dgm:pt modelId="2523">
      <dgm:t>
        <a:p>
          <a:r>
            <a:t>n2523</a:t>
          </a:r>
        </a:p>
      </dgm:t>
    </dgm:pt>
    <dgm:pt modelId="2524">
      <dgm:t>
        <a:p>
          <a:r>
            <a:t>n2524</a:t>
          </a:r>
        </a:p>
      </dgm:t>
    </dgm:pt>
    <dgm:pt modelId="2525">
      <dgm:t>
        <a:p>
          <a:r>
            <a:t>n2525</a:t>
          </a:r>
        </a:p>
      </dgm:t>
    </dgm:pt>
    <dgm:pt modelId="2526">
      <dgm:t>
        <a:p>
          <a:r>
            <a:t>n2526</a:t>
          </a:r>
        </a:p>
      </dgm:t>
    </dgm:pt>
    <dgm:pt modelId="2527">
      <dgm:t>
        <a:p>
          <a:r>
            <a:t>n2527</a:t>
          </a:r>
        </a:p>
      </dgm:t>
    </dgm:pt>
    <dgm:pt modelId="2528">
      <dgm:t>
        <a:p>
          <a:r>
            <a:t>n2528</a:t>
          </a:r>
        </a:p>
      </dgm:t>
    </dgm:pt>
    <dgm:pt modelId="2529">
      <dgm:t>
        <a:p>
          <a:r>
            <a:t>n2529</a:t>
          </a:r>
        </a:p>
      </dgm:t>
    </dgm:pt>
    <dgm:pt modelId="2530">
      <dgm:t>
        <a:p>
          <a:r>
            <a:t>n2530</a:t>
          </a:r>
        </a:p>
      </dgm:t>
    </dgm:pt>
    <dgm:pt modelId="2531">
      <dgm:t>
        <a:p>
          <a:r>
            <a:t>n2531</a:t>
          </a:r>
        </a:p>
      </dgm:t>
    </dgm:pt>
    <dgm:pt modelId="2532">
      <dgm:t>
        <a:p>
          <a:r>
            <a:t>n2532</a:t>
          </a:r>
        </a:p>
      </dgm:t>
    </dgm:pt>
    <dgm:pt modelId="2533">
      <dgm:t>
        <a:p>
          <a:r>
            <a:t>n2533</a:t>
          </a:r>
        </a:p>
      </dgm:t>
    </dgm:pt>
    <dgm:pt modelId="2534">
      <dgm:t>
        <a:p>
          <a:r>
            <a:t>n2534</a:t>
          </a:r>
        </a:p>
      </dgm:t>
    </dgm:pt>
    <dgm:pt modelId="2535">
      <dgm:t>
        <a:p>
          <a:r>
            <a:t>n2535</a:t>
          </a:r>
        </a:p>
      </dgm:t>
    </dgm:pt>
    <dgm:pt modelId="2536">
      <dgm:t>
        <a:p>
          <a:r>
            <a:t>n2536</a:t>
          </a:r>
        </a:p>
      </dgm:t>
    </dgm:pt>
    <dgm:pt modelId="2537">
      <dgm:t>
        <a:p>
          <a:r>
            <a:t>n2537</a:t>
          </a:r>
        </a:p>
      </dgm:t>
    </dgm:pt>
    <dgm:pt modelId="2538">
      <dgm:t>
        <a:p>
          <a:r>
            <a:t>n2538</a:t>
          </a:r>
        </a:p>
      </dgm:t>
    </dgm:pt>
    <dgm:pt modelId="2539">
      <dgm:t>
        <a:p>
          <a:r>
            <a:t>n2539</a:t>
          </a:r>
        </a:p>
      </dgm:t>
    </dgm:pt>
    <dgm:pt modelId="2540">
      <dgm:t>
        <a:p>
          <a:r>
            <a:t>n2540</a:t>
          </a:r>
        </a:p>
      </dgm:t>
    </dgm:pt>
    <dgm:pt modelId="2541">
      <dgm:t>
        <a:p>
          <a:r>
            <a:t>n2541</a:t>
          </a:r>
        </a:p>
      </dgm:t>
    </dgm:pt>
    <dgm:pt modelId="2542">
      <dgm:t>
        <a:p>
          <a:r>
            <a:t>n2542</a:t>
          </a:r>
        </a:p>
      </dgm:t>
    </dgm:pt>
    <dgm:pt modelId="2543">
      <dgm:t>
        <a:p>
          <a:r>
            <a:t>n2543</a:t>
          </a:r>
        </a:p>
      </dgm:t>
    </dgm:pt>
    <dgm:pt modelId="2544">
      <dgm:t>
        <a:p>
          <a:r>
            <a:t>n2544</a:t>
          </a:r>
        </a:p>
      </dgm:t>
    </dgm:pt>
    <dgm:pt modelId="2545">
      <dgm:t>
        <a:p>
          <a:r>
            <a:t>n2545</a:t>
          </a:r>
        </a:p>
      </dgm:t>
    </dgm:pt>
    <dgm:pt modelId="2546">
      <dgm:t>
        <a:p>
          <a:r>
            <a:t>n2546</a:t>
          </a:r>
        </a:p>
      </dgm:t>
    </dgm:pt>
    <dgm:pt modelId="2547">
      <dgm:t>
        <a:p>
          <a:r>
            <a:t>n2547</a:t>
          </a:r>
        </a:p>
      </dgm:t>
    </dgm:pt>
    <dgm:pt modelId="2548">
      <dgm:t>
        <a:p>
          <a:r>
            <a:t>n2548</a:t>
          </a:r>
        </a:p>
      </dgm:t>
    </dgm:pt>
    <dgm:pt modelId="2549">
      <dgm:t>
        <a:p>
          <a:r>
            <a:t>n2549</a:t>
          </a:r>
        </a:p>
      </dgm:t>
    </dgm:pt>
    <dgm:pt modelId="2550">
      <dgm:t>
        <a:p>
          <a:r>
            <a:t>n2550</a:t>
          </a:r>
        </a:p>
      </dgm:t>
    </dgm:pt>
    <dgm:pt modelId="2551">
      <dgm:t>
        <a:p>
          <a:r>
            <a:t>n2551</a:t>
          </a:r>
        </a:p>
      </dgm:t>
    </dgm:pt>
    <dgm:pt modelId="2552">
      <dgm:t>
        <a:p>
          <a:r>
            <a:t>n2552</a:t>
          </a:r>
        </a:p>
      </dgm:t>
    </dgm:pt>
    <dgm:pt modelId="2553">
      <dgm:t>
        <a:p>
          <a:r>
            <a:t>n2553</a:t>
          </a:r>
        </a:p>
      </dgm:t>
    </dgm:pt>
    <dgm:pt modelId="2554">
      <dgm:t>
        <a:p>
          <a:r>
            <a:t>n2554</a:t>
          </a:r>
        </a:p>
      </dgm:t>
    </dgm:pt>
    <dgm:pt modelId="2555">
      <dgm:t>
        <a:p>
          <a:r>
            <a:t>n2555</a:t>
          </a:r>
        </a:p>
      </dgm:t>
    </dgm:pt>
    <dgm:pt modelId="2556">
      <dgm:t>
        <a:p>
          <a:r>
            <a:t>n2556</a:t>
          </a:r>
        </a:p>
      </dgm:t>
    </dgm:pt>
    <dgm:pt modelId="2557">
      <dgm:t>
        <a:p>
          <a:r>
            <a:t>n2557</a:t>
          </a:r>
        </a:p>
      </dgm:t>
    </dgm:pt>
    <dgm:pt modelId="2558">
      <dgm:t>
        <a:p>
          <a:r>
            <a:t>n2558</a:t>
          </a:r>
        </a:p>
      </dgm:t>
    </dgm:pt>
    <dgm:pt modelId="2559">
      <dgm:t>
        <a:p>
          <a:r>
            <a:t>n2559</a:t>
          </a:r>
        </a:p>
      </dgm:t>
    </dgm:pt>
    <dgm:pt modelId="2560">
      <dgm:t>
        <a:p>
          <a:r>
            <a:t>n2560</a:t>
          </a:r>
        </a:p>
      </dgm:t>
    </dgm:pt>
    <dgm:pt modelId="2561">
      <dgm:t>
        <a:p>
          <a:r>
            <a:t>n2561</a:t>
          </a:r>
        </a:p>
      </dgm:t>
    </dgm:pt>
    <dgm:pt modelId="2562">
      <dgm:t>
        <a:p>
          <a:r>
            <a:t>n2562</a:t>
          </a:r>
        </a:p>
      </dgm:t>
    </dgm:pt>
    <dgm:pt modelId="2563">
      <dgm:t>
        <a:p>
          <a:r>
            <a:t>n2563</a:t>
          </a:r>
        </a:p>
      </dgm:t>
    </dgm:pt>
    <dgm:pt modelId="2564">
      <dgm:t>
        <a:p>
          <a:r>
            <a:t>n2564</a:t>
          </a:r>
        </a:p>
      </dgm:t>
    </dgm:pt>
    <dgm:pt modelId="2565">
      <dgm:t>
        <a:p>
          <a:r>
            <a:t>n2565</a:t>
          </a:r>
        </a:p>
      </dgm:t>
    </dgm:pt>
    <dgm:pt modelId="2566">
      <dgm:t>
        <a:p>
          <a:r>
            <a:t>n2566</a:t>
          </a:r>
        </a:p>
      </dgm:t>
    </dgm:pt>
    <dgm:pt modelId="2567">
      <dgm:t>
        <a:p>
          <a:r>
            <a:t>n2567</a:t>
          </a:r>
        </a:p>
      </dgm:t>
    </dgm:pt>
    <dgm:pt modelId="2568">
      <dgm:t>
        <a:p>
          <a:r>
            <a:t>n2568</a:t>
          </a:r>
        </a:p>
      </dgm:t>
    </dgm:pt>
    <dgm:pt modelId="2569">
      <dgm:t>
        <a:p>
          <a:r>
            <a:t>n2569</a:t>
          </a:r>
        </a:p>
      </dgm:t>
    </dgm:pt>
    <dgm:pt modelId="2570">
      <dgm:t>
        <a:p>
          <a:r>
            <a:t>n2570</a:t>
          </a:r>
        </a:p>
      </dgm:t>
    </dgm:pt>
    <dgm:pt modelId="2571">
      <dgm:t>
        <a:p>
          <a:r>
            <a:t>n2571</a:t>
          </a:r>
        </a:p>
      </dgm:t>
    </dgm:pt>
    <dgm:pt modelId="2572">
      <dgm:t>
        <a:p>
          <a:r>
            <a:t>n2572</a:t>
          </a:r>
        </a:p>
      </dgm:t>
    </dgm:pt>
    <dgm:pt modelId="2573">
      <dgm:t>
        <a:p>
          <a:r>
            <a:t>n2573</a:t>
          </a:r>
        </a:p>
      </dgm:t>
    </dgm:pt>
    <dgm:pt modelId="2574">
      <dgm:t>
        <a:p>
          <a:r>
            <a:t>n2574</a:t>
          </a:r>
        </a:p>
      </dgm:t>
    </dgm:pt>
    <dgm:pt modelId="2575">
      <dgm:t>
        <a:p>
          <a:r>
            <a:t>n2575</a:t>
          </a:r>
        </a:p>
      </dgm:t>
    </dgm:pt>
    <dgm:pt modelId="2576">
      <dgm:t>
        <a:p>
          <a:r>
            <a:t>n2576</a:t>
          </a:r>
        </a:p>
      </dgm:t>
    </dgm:pt>
    <dgm:pt modelId="2577">
      <dgm:t>
        <a:p>
          <a:r>
            <a:t>n2577</a:t>
          </a:r>
        </a:p>
      </dgm:t>
    </dgm:pt>
    <dgm:pt modelId="2578">
      <dgm:t>
        <a:p>
          <a:r>
            <a:t>n2578</a:t>
          </a:r>
        </a:p>
      </dgm:t>
    </dgm:pt>
    <dgm:pt modelId="2579">
      <dgm:t>
        <a:p>
          <a:r>
            <a:t>n2579</a:t>
          </a:r>
        </a:p>
      </dgm:t>
    </dgm:pt>
    <dgm:pt modelId="2580">
      <dgm:t>
        <a:p>
          <a:r>
            <a:t>n2580</a:t>
          </a:r>
        </a:p>
      </dgm:t>
    </dgm:pt>
    <dgm:pt modelId="2581">
      <dgm:t>
        <a:p>
          <a:r>
            <a:t>n2581</a:t>
          </a:r>
        </a:p>
      </dgm:t>
    </dgm:pt>
    <dgm:pt modelId="2582">
      <dgm:t>
        <a:p>
          <a:r>
            <a:t>n2582</a:t>
          </a:r>
        </a:p>
      </dgm:t>
    </dgm:pt>
    <dgm:pt modelId="2583">
      <dgm:t>
        <a:p>
          <a:r>
            <a:t>n2583</a:t>
          </a:r>
        </a:p>
      </dgm:t>
    </dgm:pt>
    <dgm:pt modelId="2584">
      <dgm:t>
        <a:p>
          <a:r>
            <a:t>n2584</a:t>
          </a:r>
        </a:p>
      </dgm:t>
    </dgm:pt>
    <dgm:pt modelId="2585">
      <dgm:t>
        <a:p>
          <a:r>
            <a:t>n2585</a:t>
          </a:r>
        </a:p>
      </dgm:t>
    </dgm:pt>
    <dgm:pt modelId="2586">
      <dgm:t>
        <a:p>
          <a:r>
            <a:t>n2586</a:t>
          </a:r>
        </a:p>
      </dgm:t>
    </dgm:pt>
    <dgm:pt modelId="2587">
      <dgm:t>
        <a:p>
          <a:r>
            <a:t>n2587</a:t>
          </a:r>
        </a:p>
      </dgm:t>
    </dgm:pt>
    <dgm:pt modelId="2588">
      <dgm:t>
        <a:p>
          <a:r>
            <a:t>n2588</a:t>
          </a:r>
        </a:p>
      </dgm:t>
    </dgm:pt>
    <dgm:pt modelId="2589">
      <dgm:t>
        <a:p>
          <a:r>
            <a:t>n2589</a:t>
          </a:r>
        </a:p>
      </dgm:t>
    </dgm:pt>
    <dgm:pt modelId="2590">
      <dgm:t>
        <a:p>
          <a:r>
            <a:t>n2590</a:t>
          </a:r>
        </a:p>
      </dgm:t>
    </dgm:pt>
    <dgm:pt modelId="2591">
      <dgm:t>
        <a:p>
          <a:r>
            <a:t>n2591</a:t>
          </a:r>
        </a:p>
      </dgm:t>
    </dgm:pt>
    <dgm:pt modelId="2592">
      <dgm:t>
        <a:p>
          <a:r>
            <a:t>n2592</a:t>
          </a:r>
        </a:p>
      </dgm:t>
    </dgm:pt>
    <dgm:pt modelId="2593">
      <dgm:t>
        <a:p>
          <a:r>
            <a:t>n2593</a:t>
          </a:r>
        </a:p>
      </dgm:t>
    </dgm:pt>
    <dgm:pt modelId="2594">
      <dgm:t>
        <a:p>
          <a:r>
            <a:t>n2594</a:t>
          </a:r>
        </a:p>
      </dgm:t>
    </dgm:pt>
    <dgm:pt modelId="2595">
      <dgm:t>
        <a:p>
          <a:r>
            <a:t>n2595</a:t>
          </a:r>
        </a:p>
      </dgm:t>
    </dgm:pt>
    <dgm:pt modelId="2596">
      <dgm:t>
        <a:p>
          <a:r>
            <a:t>n2596</a:t>
          </a:r>
        </a:p>
      </dgm:t>
    </dgm:pt>
    <dgm:pt modelId="2597">
      <dgm:t>
        <a:p>
          <a:r>
            <a:t>n2597</a:t>
          </a:r>
        </a:p>
      </dgm:t>
    </dgm:pt>
    <dgm:pt modelId="2598">
      <dgm:t>
        <a:p>
          <a:r>
            <a:t>n2598</a:t>
          </a:r>
        </a:p>
      </dgm:t>
    </dgm:pt>
    <dgm:pt modelId="2599">
      <dgm:t>
        <a:p>
          <a:r>
            <a:t>n2599</a:t>
          </a:r>
        </a:p>
      </dgm:t>
    </dgm:pt>
    <dgm:pt modelId="2600">
      <dgm:t>
        <a:p>
          <a:r>
            <a:t>n2600</a:t>
          </a:r>
        </a:p>
      </dgm:t>
    </dgm:pt>
    <dgm:pt modelId="2601">
      <dgm:t>
        <a:p>
          <a:r>
            <a:t>n2601</a:t>
          </a:r>
        </a:p>
      </dgm:t>
    </dgm:pt>
    <dgm:pt modelId="2602">
      <dgm:t>
        <a:p>
          <a:r>
            <a:t>n2602</a:t>
          </a:r>
        </a:p>
      </dgm:t>
    </dgm:pt>
    <dgm:pt modelId="2603">
      <dgm:t>
        <a:p>
          <a:r>
            <a:t>n2603</a:t>
          </a:r>
        </a:p>
      </dgm:t>
    </dgm:pt>
    <dgm:pt modelId="2604">
      <dgm:t>
        <a:p>
          <a:r>
            <a:t>n2604</a:t>
          </a:r>
        </a:p>
      </dgm:t>
    </dgm:pt>
    <dgm:pt modelId="2605">
      <dgm:t>
        <a:p>
          <a:r>
            <a:t>n2605</a:t>
          </a:r>
        </a:p>
      </dgm:t>
    </dgm:pt>
    <dgm:pt modelId="2606">
      <dgm:t>
        <a:p>
          <a:r>
            <a:t>n2606</a:t>
          </a:r>
        </a:p>
      </dgm:t>
    </dgm:pt>
    <dgm:pt modelId="2607">
      <dgm:t>
        <a:p>
          <a:r>
            <a:t>n2607</a:t>
          </a:r>
        </a:p>
      </dgm:t>
    </dgm:pt>
    <dgm:pt modelId="2608">
      <dgm:t>
        <a:p>
          <a:r>
            <a:t>n2608</a:t>
          </a:r>
        </a:p>
      </dgm:t>
    </dgm:pt>
    <dgm:pt modelId="2609">
      <dgm:t>
        <a:p>
          <a:r>
            <a:t>n2609</a:t>
          </a:r>
        </a:p>
      </dgm:t>
    </dgm:pt>
    <dgm:pt modelId="2610">
      <dgm:t>
        <a:p>
          <a:r>
            <a:t>n2610</a:t>
          </a:r>
        </a:p>
      </dgm:t>
    </dgm:pt>
    <dgm:pt modelId="2611">
      <dgm:t>
        <a:p>
          <a:r>
            <a:t>n2611</a:t>
          </a:r>
        </a:p>
      </dgm:t>
    </dgm:pt>
    <dgm:pt modelId="2612">
      <dgm:t>
        <a:p>
          <a:r>
            <a:t>n2612</a:t>
          </a:r>
        </a:p>
      </dgm:t>
    </dgm:pt>
    <dgm:pt modelId="2613">
      <dgm:t>
        <a:p>
          <a:r>
            <a:t>n2613</a:t>
          </a:r>
        </a:p>
      </dgm:t>
    </dgm:pt>
    <dgm:pt modelId="2614">
      <dgm:t>
        <a:p>
          <a:r>
            <a:t>n2614</a:t>
          </a:r>
        </a:p>
      </dgm:t>
    </dgm:pt>
    <dgm:pt modelId="2615">
      <dgm:t>
        <a:p>
          <a:r>
            <a:t>n2615</a:t>
          </a:r>
        </a:p>
      </dgm:t>
    </dgm:pt>
    <dgm:pt modelId="2616">
      <dgm:t>
        <a:p>
          <a:r>
            <a:t>n2616</a:t>
          </a:r>
        </a:p>
      </dgm:t>
    </dgm:pt>
    <dgm:pt modelId="2617">
      <dgm:t>
        <a:p>
          <a:r>
            <a:t>n2617</a:t>
          </a:r>
        </a:p>
      </dgm:t>
    </dgm:pt>
    <dgm:pt modelId="2618">
      <dgm:t>
        <a:p>
          <a:r>
            <a:t>n2618</a:t>
          </a:r>
        </a:p>
      </dgm:t>
    </dgm:pt>
    <dgm:pt modelId="2619">
      <dgm:t>
        <a:p>
          <a:r>
            <a:t>n2619</a:t>
          </a:r>
        </a:p>
      </dgm:t>
    </dgm:pt>
    <dgm:pt modelId="2620">
      <dgm:t>
        <a:p>
          <a:r>
            <a:t>n2620</a:t>
          </a:r>
        </a:p>
      </dgm:t>
    </dgm:pt>
    <dgm:pt modelId="2621">
      <dgm:t>
        <a:p>
          <a:r>
            <a:t>n2621</a:t>
          </a:r>
        </a:p>
      </dgm:t>
    </dgm:pt>
    <dgm:pt modelId="2622">
      <dgm:t>
        <a:p>
          <a:r>
            <a:t>n2622</a:t>
          </a:r>
        </a:p>
      </dgm:t>
    </dgm:pt>
    <dgm:pt modelId="2623">
      <dgm:t>
        <a:p>
          <a:r>
            <a:t>n2623</a:t>
          </a:r>
        </a:p>
      </dgm:t>
    </dgm:pt>
    <dgm:pt modelId="2624">
      <dgm:t>
        <a:p>
          <a:r>
            <a:t>n2624</a:t>
          </a:r>
        </a:p>
      </dgm:t>
    </dgm:pt>
    <dgm:pt modelId="2625">
      <dgm:t>
        <a:p>
          <a:r>
            <a:t>n2625</a:t>
          </a:r>
        </a:p>
      </dgm:t>
    </dgm:pt>
    <dgm:pt modelId="2626">
      <dgm:t>
        <a:p>
          <a:r>
            <a:t>n2626</a:t>
          </a:r>
        </a:p>
      </dgm:t>
    </dgm:pt>
    <dgm:pt modelId="2627">
      <dgm:t>
        <a:p>
          <a:r>
            <a:t>n2627</a:t>
          </a:r>
        </a:p>
      </dgm:t>
    </dgm:pt>
    <dgm:pt modelId="2628">
      <dgm:t>
        <a:p>
          <a:r>
            <a:t>n2628</a:t>
          </a:r>
        </a:p>
      </dgm:t>
    </dgm:pt>
    <dgm:pt modelId="2629">
      <dgm:t>
        <a:p>
          <a:r>
            <a:t>n2629</a:t>
          </a:r>
        </a:p>
      </dgm:t>
    </dgm:pt>
    <dgm:pt modelId="2630">
      <dgm:t>
        <a:p>
          <a:r>
            <a:t>n2630</a:t>
          </a:r>
        </a:p>
      </dgm:t>
    </dgm:pt>
    <dgm:pt modelId="2631">
      <dgm:t>
        <a:p>
          <a:r>
            <a:t>n2631</a:t>
          </a:r>
        </a:p>
      </dgm:t>
    </dgm:pt>
    <dgm:pt modelId="2632">
      <dgm:t>
        <a:p>
          <a:r>
            <a:t>n2632</a:t>
          </a:r>
        </a:p>
      </dgm:t>
    </dgm:pt>
    <dgm:pt modelId="2633">
      <dgm:t>
        <a:p>
          <a:r>
            <a:t>n2633</a:t>
          </a:r>
        </a:p>
      </dgm:t>
    </dgm:pt>
    <dgm:pt modelId="2634">
      <dgm:t>
        <a:p>
          <a:r>
            <a:t>n2634</a:t>
          </a:r>
        </a:p>
      </dgm:t>
    </dgm:pt>
    <dgm:pt modelId="2635">
      <dgm:t>
        <a:p>
          <a:r>
            <a:t>n2635</a:t>
          </a:r>
        </a:p>
      </dgm:t>
    </dgm:pt>
    <dgm:pt modelId="2636">
      <dgm:t>
        <a:p>
          <a:r>
            <a:t>n2636</a:t>
          </a:r>
        </a:p>
      </dgm:t>
    </dgm:pt>
    <dgm:pt modelId="2637">
      <dgm:t>
        <a:p>
          <a:r>
            <a:t>n2637</a:t>
          </a:r>
        </a:p>
      </dgm:t>
    </dgm:pt>
    <dgm:pt modelId="2638">
      <dgm:t>
        <a:p>
          <a:r>
            <a:t>n2638</a:t>
          </a:r>
        </a:p>
      </dgm:t>
    </dgm:pt>
    <dgm:pt modelId="2639">
      <dgm:t>
        <a:p>
          <a:r>
            <a:t>n2639</a:t>
          </a:r>
        </a:p>
      </dgm:t>
    </dgm:pt>
    <dgm:pt modelId="2640">
      <dgm:t>
        <a:p>
          <a:r>
            <a:t>n2640</a:t>
          </a:r>
        </a:p>
      </dgm:t>
    </dgm:pt>
    <dgm:pt modelId="2641">
      <dgm:t>
        <a:p>
          <a:r>
            <a:t>n2641</a:t>
          </a:r>
        </a:p>
      </dgm:t>
    </dgm:pt>
    <dgm:pt modelId="2642">
      <dgm:t>
        <a:p>
          <a:r>
            <a:t>n2642</a:t>
          </a:r>
        </a:p>
      </dgm:t>
    </dgm:pt>
    <dgm:pt modelId="2643">
      <dgm:t>
        <a:p>
          <a:r>
            <a:t>n2643</a:t>
          </a:r>
        </a:p>
      </dgm:t>
    </dgm:pt>
    <dgm:pt modelId="2644">
      <dgm:t>
        <a:p>
          <a:r>
            <a:t>n2644</a:t>
          </a:r>
        </a:p>
      </dgm:t>
    </dgm:pt>
    <dgm:pt modelId="2645">
      <dgm:t>
        <a:p>
          <a:r>
            <a:t>n2645</a:t>
          </a:r>
        </a:p>
      </dgm:t>
    </dgm:pt>
    <dgm:pt modelId="2646">
      <dgm:t>
        <a:p>
          <a:r>
            <a:t>n2646</a:t>
          </a:r>
        </a:p>
      </dgm:t>
    </dgm:pt>
    <dgm:pt modelId="2647">
      <dgm:t>
        <a:p>
          <a:r>
            <a:t>n2647</a:t>
          </a:r>
        </a:p>
      </dgm:t>
    </dgm:pt>
    <dgm:pt modelId="2648">
      <dgm:t>
        <a:p>
          <a:r>
            <a:t>n2648</a:t>
          </a:r>
        </a:p>
      </dgm:t>
    </dgm:pt>
    <dgm:pt modelId="2649">
      <dgm:t>
        <a:p>
          <a:r>
            <a:t>n2649</a:t>
          </a:r>
        </a:p>
      </dgm:t>
    </dgm:pt>
    <dgm:pt modelId="2650">
      <dgm:t>
        <a:p>
          <a:r>
            <a:t>n2650</a:t>
          </a:r>
        </a:p>
      </dgm:t>
    </dgm:pt>
    <dgm:pt modelId="2651">
      <dgm:t>
        <a:p>
          <a:r>
            <a:t>n2651</a:t>
          </a:r>
        </a:p>
      </dgm:t>
    </dgm:pt>
    <dgm:pt modelId="2652">
      <dgm:t>
        <a:p>
          <a:r>
            <a:t>n2652</a:t>
          </a:r>
        </a:p>
      </dgm:t>
    </dgm:pt>
    <dgm:pt modelId="2653">
      <dgm:t>
        <a:p>
          <a:r>
            <a:t>n2653</a:t>
          </a:r>
        </a:p>
      </dgm:t>
    </dgm:pt>
    <dgm:pt modelId="2654">
      <dgm:t>
        <a:p>
          <a:r>
            <a:t>n2654</a:t>
          </a:r>
        </a:p>
      </dgm:t>
    </dgm:pt>
    <dgm:pt modelId="2655">
      <dgm:t>
        <a:p>
          <a:r>
            <a:t>n2655</a:t>
          </a:r>
        </a:p>
      </dgm:t>
    </dgm:pt>
    <dgm:pt modelId="2656">
      <dgm:t>
        <a:p>
          <a:r>
            <a:t>n2656</a:t>
          </a:r>
        </a:p>
      </dgm:t>
    </dgm:pt>
    <dgm:pt modelId="2657">
      <dgm:t>
        <a:p>
          <a:r>
            <a:t>n2657</a:t>
          </a:r>
        </a:p>
      </dgm:t>
    </dgm:pt>
    <dgm:pt modelId="2658">
      <dgm:t>
        <a:p>
          <a:r>
            <a:t>n2658</a:t>
          </a:r>
        </a:p>
      </dgm:t>
    </dgm:pt>
    <dgm:pt modelId="2659">
      <dgm:t>
        <a:p>
          <a:r>
            <a:t>n2659</a:t>
          </a:r>
        </a:p>
      </dgm:t>
    </dgm:pt>
    <dgm:pt modelId="2660">
      <dgm:t>
        <a:p>
          <a:r>
            <a:t>n2660</a:t>
          </a:r>
        </a:p>
      </dgm:t>
    </dgm:pt>
    <dgm:pt modelId="2661">
      <dgm:t>
        <a:p>
          <a:r>
            <a:t>n2661</a:t>
          </a:r>
        </a:p>
      </dgm:t>
    </dgm:pt>
    <dgm:pt modelId="2662">
      <dgm:t>
        <a:p>
          <a:r>
            <a:t>n2662</a:t>
          </a:r>
        </a:p>
      </dgm:t>
    </dgm:pt>
    <dgm:pt modelId="2663">
      <dgm:t>
        <a:p>
          <a:r>
            <a:t>n2663</a:t>
          </a:r>
        </a:p>
      </dgm:t>
    </dgm:pt>
    <dgm:pt modelId="2664">
      <dgm:t>
        <a:p>
          <a:r>
            <a:t>n2664</a:t>
          </a:r>
        </a:p>
      </dgm:t>
    </dgm:pt>
    <dgm:pt modelId="2665">
      <dgm:t>
        <a:p>
          <a:r>
            <a:t>n2665</a:t>
          </a:r>
        </a:p>
      </dgm:t>
    </dgm:pt>
    <dgm:pt modelId="2666">
      <dgm:t>
        <a:p>
          <a:r>
            <a:t>n2666</a:t>
          </a:r>
        </a:p>
      </dgm:t>
    </dgm:pt>
    <dgm:pt modelId="2667">
      <dgm:t>
        <a:p>
          <a:r>
            <a:t>n2667</a:t>
          </a:r>
        </a:p>
      </dgm:t>
    </dgm:pt>
    <dgm:pt modelId="2668">
      <dgm:t>
        <a:p>
          <a:r>
            <a:t>n2668</a:t>
          </a:r>
        </a:p>
      </dgm:t>
    </dgm:pt>
    <dgm:pt modelId="2669">
      <dgm:t>
        <a:p>
          <a:r>
            <a:t>n2669</a:t>
          </a:r>
        </a:p>
      </dgm:t>
    </dgm:pt>
    <dgm:pt modelId="2670">
      <dgm:t>
        <a:p>
          <a:r>
            <a:t>n2670</a:t>
          </a:r>
        </a:p>
      </dgm:t>
    </dgm:pt>
    <dgm:pt modelId="2671">
      <dgm:t>
        <a:p>
          <a:r>
            <a:t>n2671</a:t>
          </a:r>
        </a:p>
      </dgm:t>
    </dgm:pt>
    <dgm:pt modelId="2672">
      <dgm:t>
        <a:p>
          <a:r>
            <a:t>n2672</a:t>
          </a:r>
        </a:p>
      </dgm:t>
    </dgm:pt>
    <dgm:pt modelId="2673">
      <dgm:t>
        <a:p>
          <a:r>
            <a:t>n2673</a:t>
          </a:r>
        </a:p>
      </dgm:t>
    </dgm:pt>
    <dgm:pt modelId="2674">
      <dgm:t>
        <a:p>
          <a:r>
            <a:t>n2674</a:t>
          </a:r>
        </a:p>
      </dgm:t>
    </dgm:pt>
    <dgm:pt modelId="2675">
      <dgm:t>
        <a:p>
          <a:r>
            <a:t>n2675</a:t>
          </a:r>
        </a:p>
      </dgm:t>
    </dgm:pt>
    <dgm:pt modelId="2676">
      <dgm:t>
        <a:p>
          <a:r>
            <a:t>n2676</a:t>
          </a:r>
        </a:p>
      </dgm:t>
    </dgm:pt>
    <dgm:pt modelId="2677">
      <dgm:t>
        <a:p>
          <a:r>
            <a:t>n2677</a:t>
          </a:r>
        </a:p>
      </dgm:t>
    </dgm:pt>
    <dgm:pt modelId="2678">
      <dgm:t>
        <a:p>
          <a:r>
            <a:t>n2678</a:t>
          </a:r>
        </a:p>
      </dgm:t>
    </dgm:pt>
    <dgm:pt modelId="2679">
      <dgm:t>
        <a:p>
          <a:r>
            <a:t>n2679</a:t>
          </a:r>
        </a:p>
      </dgm:t>
    </dgm:pt>
    <dgm:pt modelId="2680">
      <dgm:t>
        <a:p>
          <a:r>
            <a:t>n2680</a:t>
          </a:r>
        </a:p>
      </dgm:t>
    </dgm:pt>
    <dgm:pt modelId="2681">
      <dgm:t>
        <a:p>
          <a:r>
            <a:t>n2681</a:t>
          </a:r>
        </a:p>
      </dgm:t>
    </dgm:pt>
    <dgm:pt modelId="2682">
      <dgm:t>
        <a:p>
          <a:r>
            <a:t>n2682</a:t>
          </a:r>
        </a:p>
      </dgm:t>
    </dgm:pt>
    <dgm:pt modelId="2683">
      <dgm:t>
        <a:p>
          <a:r>
            <a:t>n2683</a:t>
          </a:r>
        </a:p>
      </dgm:t>
    </dgm:pt>
    <dgm:pt modelId="2684">
      <dgm:t>
        <a:p>
          <a:r>
            <a:t>n2684</a:t>
          </a:r>
        </a:p>
      </dgm:t>
    </dgm:pt>
    <dgm:pt modelId="2685">
      <dgm:t>
        <a:p>
          <a:r>
            <a:t>n2685</a:t>
          </a:r>
        </a:p>
      </dgm:t>
    </dgm:pt>
    <dgm:pt modelId="2686">
      <dgm:t>
        <a:p>
          <a:r>
            <a:t>n2686</a:t>
          </a:r>
        </a:p>
      </dgm:t>
    </dgm:pt>
    <dgm:pt modelId="2687">
      <dgm:t>
        <a:p>
          <a:r>
            <a:t>n2687</a:t>
          </a:r>
        </a:p>
      </dgm:t>
    </dgm:pt>
    <dgm:pt modelId="2688">
      <dgm:t>
        <a:p>
          <a:r>
            <a:t>n2688</a:t>
          </a:r>
        </a:p>
      </dgm:t>
    </dgm:pt>
    <dgm:pt modelId="2689">
      <dgm:t>
        <a:p>
          <a:r>
            <a:t>n2689</a:t>
          </a:r>
        </a:p>
      </dgm:t>
    </dgm:pt>
    <dgm:pt modelId="2690">
      <dgm:t>
        <a:p>
          <a:r>
            <a:t>n2690</a:t>
          </a:r>
        </a:p>
      </dgm:t>
    </dgm:pt>
    <dgm:pt modelId="2691">
      <dgm:t>
        <a:p>
          <a:r>
            <a:t>n2691</a:t>
          </a:r>
        </a:p>
      </dgm:t>
    </dgm:pt>
    <dgm:pt modelId="2692">
      <dgm:t>
        <a:p>
          <a:r>
            <a:t>n2692</a:t>
          </a:r>
        </a:p>
      </dgm:t>
    </dgm:pt>
    <dgm:pt modelId="2693">
      <dgm:t>
        <a:p>
          <a:r>
            <a:t>n2693</a:t>
          </a:r>
        </a:p>
      </dgm:t>
    </dgm:pt>
    <dgm:pt modelId="2694">
      <dgm:t>
        <a:p>
          <a:r>
            <a:t>n2694</a:t>
          </a:r>
        </a:p>
      </dgm:t>
    </dgm:pt>
    <dgm:pt modelId="2695">
      <dgm:t>
        <a:p>
          <a:r>
            <a:t>n2695</a:t>
          </a:r>
        </a:p>
      </dgm:t>
    </dgm:pt>
    <dgm:pt modelId="2696">
      <dgm:t>
        <a:p>
          <a:r>
            <a:t>n2696</a:t>
          </a:r>
        </a:p>
      </dgm:t>
    </dgm:pt>
    <dgm:pt modelId="2697">
      <dgm:t>
        <a:p>
          <a:r>
            <a:t>n2697</a:t>
          </a:r>
        </a:p>
      </dgm:t>
    </dgm:pt>
    <dgm:pt modelId="2698">
      <dgm:t>
        <a:p>
          <a:r>
            <a:t>n2698</a:t>
          </a:r>
        </a:p>
      </dgm:t>
    </dgm:pt>
    <dgm:pt modelId="2699">
      <dgm:t>
        <a:p>
          <a:r>
            <a:t>n2699</a:t>
          </a:r>
        </a:p>
      </dgm:t>
    </dgm:pt>
    <dgm:pt modelId="2700">
      <dgm:t>
        <a:p>
          <a:r>
            <a:t>n2700</a:t>
          </a:r>
        </a:p>
      </dgm:t>
    </dgm:pt>
    <dgm:pt modelId="2701">
      <dgm:t>
        <a:p>
          <a:r>
            <a:t>n2701</a:t>
          </a:r>
        </a:p>
      </dgm:t>
    </dgm:pt>
    <dgm:pt modelId="2702">
      <dgm:t>
        <a:p>
          <a:r>
            <a:t>n2702</a:t>
          </a:r>
        </a:p>
      </dgm:t>
    </dgm:pt>
    <dgm:pt modelId="2703">
      <dgm:t>
        <a:p>
          <a:r>
            <a:t>n2703</a:t>
          </a:r>
        </a:p>
      </dgm:t>
    </dgm:pt>
    <dgm:pt modelId="2704">
      <dgm:t>
        <a:p>
          <a:r>
            <a:t>n2704</a:t>
          </a:r>
        </a:p>
      </dgm:t>
    </dgm:pt>
    <dgm:pt modelId="2705">
      <dgm:t>
        <a:p>
          <a:r>
            <a:t>n2705</a:t>
          </a:r>
        </a:p>
      </dgm:t>
    </dgm:pt>
    <dgm:pt modelId="2706">
      <dgm:t>
        <a:p>
          <a:r>
            <a:t>n2706</a:t>
          </a:r>
        </a:p>
      </dgm:t>
    </dgm:pt>
    <dgm:pt modelId="2707">
      <dgm:t>
        <a:p>
          <a:r>
            <a:t>n2707</a:t>
          </a:r>
        </a:p>
      </dgm:t>
    </dgm:pt>
    <dgm:pt modelId="2708">
      <dgm:t>
        <a:p>
          <a:r>
            <a:t>n2708</a:t>
          </a:r>
        </a:p>
      </dgm:t>
    </dgm:pt>
    <dgm:pt modelId="2709">
      <dgm:t>
        <a:p>
          <a:r>
            <a:t>n2709</a:t>
          </a:r>
        </a:p>
      </dgm:t>
    </dgm:pt>
    <dgm:pt modelId="2710">
      <dgm:t>
        <a:p>
          <a:r>
            <a:t>n2710</a:t>
          </a:r>
        </a:p>
      </dgm:t>
    </dgm:pt>
    <dgm:pt modelId="2711">
      <dgm:t>
        <a:p>
          <a:r>
            <a:t>n2711</a:t>
          </a:r>
        </a:p>
      </dgm:t>
    </dgm:pt>
    <dgm:pt modelId="2712">
      <dgm:t>
        <a:p>
          <a:r>
            <a:t>n2712</a:t>
          </a:r>
        </a:p>
      </dgm:t>
    </dgm:pt>
    <dgm:pt modelId="2713">
      <dgm:t>
        <a:p>
          <a:r>
            <a:t>n2713</a:t>
          </a:r>
        </a:p>
      </dgm:t>
    </dgm:pt>
    <dgm:pt modelId="2714">
      <dgm:t>
        <a:p>
          <a:r>
            <a:t>n2714</a:t>
          </a:r>
        </a:p>
      </dgm:t>
    </dgm:pt>
    <dgm:pt modelId="2715">
      <dgm:t>
        <a:p>
          <a:r>
            <a:t>n2715</a:t>
          </a:r>
        </a:p>
      </dgm:t>
    </dgm:pt>
    <dgm:pt modelId="2716">
      <dgm:t>
        <a:p>
          <a:r>
            <a:t>n2716</a:t>
          </a:r>
        </a:p>
      </dgm:t>
    </dgm:pt>
    <dgm:pt modelId="2717">
      <dgm:t>
        <a:p>
          <a:r>
            <a:t>n2717</a:t>
          </a:r>
        </a:p>
      </dgm:t>
    </dgm:pt>
    <dgm:pt modelId="2718">
      <dgm:t>
        <a:p>
          <a:r>
            <a:t>n2718</a:t>
          </a:r>
        </a:p>
      </dgm:t>
    </dgm:pt>
    <dgm:pt modelId="2719">
      <dgm:t>
        <a:p>
          <a:r>
            <a:t>n2719</a:t>
          </a:r>
        </a:p>
      </dgm:t>
    </dgm:pt>
    <dgm:pt modelId="2720">
      <dgm:t>
        <a:p>
          <a:r>
            <a:t>n2720</a:t>
          </a:r>
        </a:p>
      </dgm:t>
    </dgm:pt>
    <dgm:pt modelId="2721">
      <dgm:t>
        <a:p>
          <a:r>
            <a:t>n2721</a:t>
          </a:r>
        </a:p>
      </dgm:t>
    </dgm:pt>
    <dgm:pt modelId="2722">
      <dgm:t>
        <a:p>
          <a:r>
            <a:t>n2722</a:t>
          </a:r>
        </a:p>
      </dgm:t>
    </dgm:pt>
    <dgm:pt modelId="2723">
      <dgm:t>
        <a:p>
          <a:r>
            <a:t>n2723</a:t>
          </a:r>
        </a:p>
      </dgm:t>
    </dgm:pt>
    <dgm:pt modelId="2724">
      <dgm:t>
        <a:p>
          <a:r>
            <a:t>n2724</a:t>
          </a:r>
        </a:p>
      </dgm:t>
    </dgm:pt>
    <dgm:pt modelId="2725">
      <dgm:t>
        <a:p>
          <a:r>
            <a:t>n2725</a:t>
          </a:r>
        </a:p>
      </dgm:t>
    </dgm:pt>
    <dgm:pt modelId="2726">
      <dgm:t>
        <a:p>
          <a:r>
            <a:t>n2726</a:t>
          </a:r>
        </a:p>
      </dgm:t>
    </dgm:pt>
    <dgm:pt modelId="2727">
      <dgm:t>
        <a:p>
          <a:r>
            <a:t>n2727</a:t>
          </a:r>
        </a:p>
      </dgm:t>
    </dgm:pt>
    <dgm:pt modelId="2728">
      <dgm:t>
        <a:p>
          <a:r>
            <a:t>n2728</a:t>
          </a:r>
        </a:p>
      </dgm:t>
    </dgm:pt>
    <dgm:pt modelId="2729">
      <dgm:t>
        <a:p>
          <a:r>
            <a:t>n2729</a:t>
          </a:r>
        </a:p>
      </dgm:t>
    </dgm:pt>
    <dgm:pt modelId="2730">
      <dgm:t>
        <a:p>
          <a:r>
            <a:t>n2730</a:t>
          </a:r>
        </a:p>
      </dgm:t>
    </dgm:pt>
    <dgm:pt modelId="2731">
      <dgm:t>
        <a:p>
          <a:r>
            <a:t>n2731</a:t>
          </a:r>
        </a:p>
      </dgm:t>
    </dgm:pt>
    <dgm:pt modelId="2732">
      <dgm:t>
        <a:p>
          <a:r>
            <a:t>n2732</a:t>
          </a:r>
        </a:p>
      </dgm:t>
    </dgm:pt>
    <dgm:pt modelId="2733">
      <dgm:t>
        <a:p>
          <a:r>
            <a:t>n2733</a:t>
          </a:r>
        </a:p>
      </dgm:t>
    </dgm:pt>
    <dgm:pt modelId="2734">
      <dgm:t>
        <a:p>
          <a:r>
            <a:t>n2734</a:t>
          </a:r>
        </a:p>
      </dgm:t>
    </dgm:pt>
    <dgm:pt modelId="2735">
      <dgm:t>
        <a:p>
          <a:r>
            <a:t>n2735</a:t>
          </a:r>
        </a:p>
      </dgm:t>
    </dgm:pt>
    <dgm:pt modelId="2736">
      <dgm:t>
        <a:p>
          <a:r>
            <a:t>n2736</a:t>
          </a:r>
        </a:p>
      </dgm:t>
    </dgm:pt>
    <dgm:pt modelId="2737">
      <dgm:t>
        <a:p>
          <a:r>
            <a:t>n2737</a:t>
          </a:r>
        </a:p>
      </dgm:t>
    </dgm:pt>
    <dgm:pt modelId="2738">
      <dgm:t>
        <a:p>
          <a:r>
            <a:t>n2738</a:t>
          </a:r>
        </a:p>
      </dgm:t>
    </dgm:pt>
    <dgm:pt modelId="2739">
      <dgm:t>
        <a:p>
          <a:r>
            <a:t>n2739</a:t>
          </a:r>
        </a:p>
      </dgm:t>
    </dgm:pt>
    <dgm:pt modelId="2740">
      <dgm:t>
        <a:p>
          <a:r>
            <a:t>n2740</a:t>
          </a:r>
        </a:p>
      </dgm:t>
    </dgm:pt>
    <dgm:pt modelId="2741">
      <dgm:t>
        <a:p>
          <a:r>
            <a:t>n2741</a:t>
          </a:r>
        </a:p>
      </dgm:t>
    </dgm:pt>
    <dgm:pt modelId="2742">
      <dgm:t>
        <a:p>
          <a:r>
            <a:t>n2742</a:t>
          </a:r>
        </a:p>
      </dgm:t>
    </dgm:pt>
    <dgm:pt modelId="2743">
      <dgm:t>
        <a:p>
          <a:r>
            <a:t>n2743</a:t>
          </a:r>
        </a:p>
      </dgm:t>
    </dgm:pt>
    <dgm:pt modelId="2744">
      <dgm:t>
        <a:p>
          <a:r>
            <a:t>n2744</a:t>
          </a:r>
        </a:p>
      </dgm:t>
    </dgm:pt>
    <dgm:pt modelId="2745">
      <dgm:t>
        <a:p>
          <a:r>
            <a:t>n2745</a:t>
          </a:r>
        </a:p>
      </dgm:t>
    </dgm:pt>
    <dgm:pt modelId="2746">
      <dgm:t>
        <a:p>
          <a:r>
            <a:t>n2746</a:t>
          </a:r>
        </a:p>
      </dgm:t>
    </dgm:pt>
    <dgm:pt modelId="2747">
      <dgm:t>
        <a:p>
          <a:r>
            <a:t>n2747</a:t>
          </a:r>
        </a:p>
      </dgm:t>
    </dgm:pt>
    <dgm:pt modelId="2748">
      <dgm:t>
        <a:p>
          <a:r>
            <a:t>n2748</a:t>
          </a:r>
        </a:p>
      </dgm:t>
    </dgm:pt>
    <dgm:pt modelId="2749">
      <dgm:t>
        <a:p>
          <a:r>
            <a:t>n2749</a:t>
          </a:r>
        </a:p>
      </dgm:t>
    </dgm:pt>
    <dgm:pt modelId="2750">
      <dgm:t>
        <a:p>
          <a:r>
            <a:t>n2750</a:t>
          </a:r>
        </a:p>
      </dgm:t>
    </dgm:pt>
    <dgm:pt modelId="2751">
      <dgm:t>
        <a:p>
          <a:r>
            <a:t>n2751</a:t>
          </a:r>
        </a:p>
      </dgm:t>
    </dgm:pt>
    <dgm:pt modelId="2752">
      <dgm:t>
        <a:p>
          <a:r>
            <a:t>n2752</a:t>
          </a:r>
        </a:p>
      </dgm:t>
    </dgm:pt>
    <dgm:pt modelId="2753">
      <dgm:t>
        <a:p>
          <a:r>
            <a:t>n2753</a:t>
          </a:r>
        </a:p>
      </dgm:t>
    </dgm:pt>
    <dgm:pt modelId="2754">
      <dgm:t>
        <a:p>
          <a:r>
            <a:t>n2754</a:t>
          </a:r>
        </a:p>
      </dgm:t>
    </dgm:pt>
    <dgm:pt modelId="2755">
      <dgm:t>
        <a:p>
          <a:r>
            <a:t>n2755</a:t>
          </a:r>
        </a:p>
      </dgm:t>
    </dgm:pt>
    <dgm:pt modelId="2756">
      <dgm:t>
        <a:p>
          <a:r>
            <a:t>n2756</a:t>
          </a:r>
        </a:p>
      </dgm:t>
    </dgm:pt>
    <dgm:pt modelId="2757">
      <dgm:t>
        <a:p>
          <a:r>
            <a:t>n2757</a:t>
          </a:r>
        </a:p>
      </dgm:t>
    </dgm:pt>
    <dgm:pt modelId="2758">
      <dgm:t>
        <a:p>
          <a:r>
            <a:t>n2758</a:t>
          </a:r>
        </a:p>
      </dgm:t>
    </dgm:pt>
    <dgm:pt modelId="2759">
      <dgm:t>
        <a:p>
          <a:r>
            <a:t>n2759</a:t>
          </a:r>
        </a:p>
      </dgm:t>
    </dgm:pt>
    <dgm:pt modelId="2760">
      <dgm:t>
        <a:p>
          <a:r>
            <a:t>n2760</a:t>
          </a:r>
        </a:p>
      </dgm:t>
    </dgm:pt>
    <dgm:pt modelId="2761">
      <dgm:t>
        <a:p>
          <a:r>
            <a:t>n2761</a:t>
          </a:r>
        </a:p>
      </dgm:t>
    </dgm:pt>
    <dgm:pt modelId="2762">
      <dgm:t>
        <a:p>
          <a:r>
            <a:t>n2762</a:t>
          </a:r>
        </a:p>
      </dgm:t>
    </dgm:pt>
    <dgm:pt modelId="2763">
      <dgm:t>
        <a:p>
          <a:r>
            <a:t>n2763</a:t>
          </a:r>
        </a:p>
      </dgm:t>
    </dgm:pt>
    <dgm:pt modelId="2764">
      <dgm:t>
        <a:p>
          <a:r>
            <a:t>n2764</a:t>
          </a:r>
        </a:p>
      </dgm:t>
    </dgm:pt>
    <dgm:pt modelId="2765">
      <dgm:t>
        <a:p>
          <a:r>
            <a:t>n2765</a:t>
          </a:r>
        </a:p>
      </dgm:t>
    </dgm:pt>
    <dgm:pt modelId="2766">
      <dgm:t>
        <a:p>
          <a:r>
            <a:t>n2766</a:t>
          </a:r>
        </a:p>
      </dgm:t>
    </dgm:pt>
    <dgm:pt modelId="2767">
      <dgm:t>
        <a:p>
          <a:r>
            <a:t>n2767</a:t>
          </a:r>
        </a:p>
      </dgm:t>
    </dgm:pt>
    <dgm:pt modelId="2768">
      <dgm:t>
        <a:p>
          <a:r>
            <a:t>n2768</a:t>
          </a:r>
        </a:p>
      </dgm:t>
    </dgm:pt>
    <dgm:pt modelId="2769">
      <dgm:t>
        <a:p>
          <a:r>
            <a:t>n2769</a:t>
          </a:r>
        </a:p>
      </dgm:t>
    </dgm:pt>
    <dgm:pt modelId="2770">
      <dgm:t>
        <a:p>
          <a:r>
            <a:t>n2770</a:t>
          </a:r>
        </a:p>
      </dgm:t>
    </dgm:pt>
    <dgm:pt modelId="2771">
      <dgm:t>
        <a:p>
          <a:r>
            <a:t>n2771</a:t>
          </a:r>
        </a:p>
      </dgm:t>
    </dgm:pt>
    <dgm:pt modelId="2772">
      <dgm:t>
        <a:p>
          <a:r>
            <a:t>n2772</a:t>
          </a:r>
        </a:p>
      </dgm:t>
    </dgm:pt>
    <dgm:pt modelId="2773">
      <dgm:t>
        <a:p>
          <a:r>
            <a:t>n2773</a:t>
          </a:r>
        </a:p>
      </dgm:t>
    </dgm:pt>
    <dgm:pt modelId="2774">
      <dgm:t>
        <a:p>
          <a:r>
            <a:t>n2774</a:t>
          </a:r>
        </a:p>
      </dgm:t>
    </dgm:pt>
    <dgm:pt modelId="2775">
      <dgm:t>
        <a:p>
          <a:r>
            <a:t>n2775</a:t>
          </a:r>
        </a:p>
      </dgm:t>
    </dgm:pt>
    <dgm:pt modelId="2776">
      <dgm:t>
        <a:p>
          <a:r>
            <a:t>n2776</a:t>
          </a:r>
        </a:p>
      </dgm:t>
    </dgm:pt>
    <dgm:pt modelId="2777">
      <dgm:t>
        <a:p>
          <a:r>
            <a:t>n2777</a:t>
          </a:r>
        </a:p>
      </dgm:t>
    </dgm:pt>
    <dgm:pt modelId="2778">
      <dgm:t>
        <a:p>
          <a:r>
            <a:t>n2778</a:t>
          </a:r>
        </a:p>
      </dgm:t>
    </dgm:pt>
    <dgm:pt modelId="2779">
      <dgm:t>
        <a:p>
          <a:r>
            <a:t>n2779</a:t>
          </a:r>
        </a:p>
      </dgm:t>
    </dgm:pt>
    <dgm:pt modelId="2780">
      <dgm:t>
        <a:p>
          <a:r>
            <a:t>n2780</a:t>
          </a:r>
        </a:p>
      </dgm:t>
    </dgm:pt>
    <dgm:pt modelId="2781">
      <dgm:t>
        <a:p>
          <a:r>
            <a:t>n2781</a:t>
          </a:r>
        </a:p>
      </dgm:t>
    </dgm:pt>
    <dgm:pt modelId="2782">
      <dgm:t>
        <a:p>
          <a:r>
            <a:t>n2782</a:t>
          </a:r>
        </a:p>
      </dgm:t>
    </dgm:pt>
    <dgm:pt modelId="2783">
      <dgm:t>
        <a:p>
          <a:r>
            <a:t>n2783</a:t>
          </a:r>
        </a:p>
      </dgm:t>
    </dgm:pt>
    <dgm:pt modelId="2784">
      <dgm:t>
        <a:p>
          <a:r>
            <a:t>n2784</a:t>
          </a:r>
        </a:p>
      </dgm:t>
    </dgm:pt>
    <dgm:pt modelId="2785">
      <dgm:t>
        <a:p>
          <a:r>
            <a:t>n2785</a:t>
          </a:r>
        </a:p>
      </dgm:t>
    </dgm:pt>
    <dgm:pt modelId="2786">
      <dgm:t>
        <a:p>
          <a:r>
            <a:t>n2786</a:t>
          </a:r>
        </a:p>
      </dgm:t>
    </dgm:pt>
    <dgm:pt modelId="2787">
      <dgm:t>
        <a:p>
          <a:r>
            <a:t>n2787</a:t>
          </a:r>
        </a:p>
      </dgm:t>
    </dgm:pt>
    <dgm:pt modelId="2788">
      <dgm:t>
        <a:p>
          <a:r>
            <a:t>n2788</a:t>
          </a:r>
        </a:p>
      </dgm:t>
    </dgm:pt>
    <dgm:pt modelId="2789">
      <dgm:t>
        <a:p>
          <a:r>
            <a:t>n2789</a:t>
          </a:r>
        </a:p>
      </dgm:t>
    </dgm:pt>
    <dgm:pt modelId="2790">
      <dgm:t>
        <a:p>
          <a:r>
            <a:t>n2790</a:t>
          </a:r>
        </a:p>
      </dgm:t>
    </dgm:pt>
    <dgm:pt modelId="2791">
      <dgm:t>
        <a:p>
          <a:r>
            <a:t>n2791</a:t>
          </a:r>
        </a:p>
      </dgm:t>
    </dgm:pt>
    <dgm:pt modelId="2792">
      <dgm:t>
        <a:p>
          <a:r>
            <a:t>n2792</a:t>
          </a:r>
        </a:p>
      </dgm:t>
    </dgm:pt>
    <dgm:pt modelId="2793">
      <dgm:t>
        <a:p>
          <a:r>
            <a:t>n2793</a:t>
          </a:r>
        </a:p>
      </dgm:t>
    </dgm:pt>
    <dgm:pt modelId="2794">
      <dgm:t>
        <a:p>
          <a:r>
            <a:t>n2794</a:t>
          </a:r>
        </a:p>
      </dgm:t>
    </dgm:pt>
    <dgm:pt modelId="2795">
      <dgm:t>
        <a:p>
          <a:r>
            <a:t>n2795</a:t>
          </a:r>
        </a:p>
      </dgm:t>
    </dgm:pt>
    <dgm:pt modelId="2796">
      <dgm:t>
        <a:p>
          <a:r>
            <a:t>n2796</a:t>
          </a:r>
        </a:p>
      </dgm:t>
    </dgm:pt>
    <dgm:pt modelId="2797">
      <dgm:t>
        <a:p>
          <a:r>
            <a:t>n2797</a:t>
          </a:r>
        </a:p>
      </dgm:t>
    </dgm:pt>
    <dgm:pt modelId="2798">
      <dgm:t>
        <a:p>
          <a:r>
            <a:t>n2798</a:t>
          </a:r>
        </a:p>
      </dgm:t>
    </dgm:pt>
    <dgm:pt modelId="2799">
      <dgm:t>
        <a:p>
          <a:r>
            <a:t>n2799</a:t>
          </a:r>
        </a:p>
      </dgm:t>
    </dgm:pt>
    <dgm:pt modelId="2800">
      <dgm:t>
        <a:p>
          <a:r>
            <a:t>n2800</a:t>
          </a:r>
        </a:p>
      </dgm:t>
    </dgm:pt>
    <dgm:pt modelId="2801">
      <dgm:t>
        <a:p>
          <a:r>
            <a:t>n2801</a:t>
          </a:r>
        </a:p>
      </dgm:t>
    </dgm:pt>
    <dgm:pt modelId="2802">
      <dgm:t>
        <a:p>
          <a:r>
            <a:t>n2802</a:t>
          </a:r>
        </a:p>
      </dgm:t>
    </dgm:pt>
    <dgm:pt modelId="2803">
      <dgm:t>
        <a:p>
          <a:r>
            <a:t>n2803</a:t>
          </a:r>
        </a:p>
      </dgm:t>
    </dgm:pt>
    <dgm:pt modelId="2804">
      <dgm:t>
        <a:p>
          <a:r>
            <a:t>n2804</a:t>
          </a:r>
        </a:p>
      </dgm:t>
    </dgm:pt>
    <dgm:pt modelId="2805">
      <dgm:t>
        <a:p>
          <a:r>
            <a:t>n2805</a:t>
          </a:r>
        </a:p>
      </dgm:t>
    </dgm:pt>
    <dgm:pt modelId="2806">
      <dgm:t>
        <a:p>
          <a:r>
            <a:t>n2806</a:t>
          </a:r>
        </a:p>
      </dgm:t>
    </dgm:pt>
    <dgm:pt modelId="2807">
      <dgm:t>
        <a:p>
          <a:r>
            <a:t>n2807</a:t>
          </a:r>
        </a:p>
      </dgm:t>
    </dgm:pt>
    <dgm:pt modelId="2808">
      <dgm:t>
        <a:p>
          <a:r>
            <a:t>n2808</a:t>
          </a:r>
        </a:p>
      </dgm:t>
    </dgm:pt>
    <dgm:pt modelId="2809">
      <dgm:t>
        <a:p>
          <a:r>
            <a:t>n2809</a:t>
          </a:r>
        </a:p>
      </dgm:t>
    </dgm:pt>
    <dgm:pt modelId="2810">
      <dgm:t>
        <a:p>
          <a:r>
            <a:t>n2810</a:t>
          </a:r>
        </a:p>
      </dgm:t>
    </dgm:pt>
    <dgm:pt modelId="2811">
      <dgm:t>
        <a:p>
          <a:r>
            <a:t>n2811</a:t>
          </a:r>
        </a:p>
      </dgm:t>
    </dgm:pt>
    <dgm:pt modelId="2812">
      <dgm:t>
        <a:p>
          <a:r>
            <a:t>n2812</a:t>
          </a:r>
        </a:p>
      </dgm:t>
    </dgm:pt>
    <dgm:pt modelId="2813">
      <dgm:t>
        <a:p>
          <a:r>
            <a:t>n2813</a:t>
          </a:r>
        </a:p>
      </dgm:t>
    </dgm:pt>
    <dgm:pt modelId="2814">
      <dgm:t>
        <a:p>
          <a:r>
            <a:t>n2814</a:t>
          </a:r>
        </a:p>
      </dgm:t>
    </dgm:pt>
    <dgm:pt modelId="2815">
      <dgm:t>
        <a:p>
          <a:r>
            <a:t>n2815</a:t>
          </a:r>
        </a:p>
      </dgm:t>
    </dgm:pt>
    <dgm:pt modelId="2816">
      <dgm:t>
        <a:p>
          <a:r>
            <a:t>n2816</a:t>
          </a:r>
        </a:p>
      </dgm:t>
    </dgm:pt>
    <dgm:pt modelId="2817">
      <dgm:t>
        <a:p>
          <a:r>
            <a:t>n2817</a:t>
          </a:r>
        </a:p>
      </dgm:t>
    </dgm:pt>
    <dgm:pt modelId="2818">
      <dgm:t>
        <a:p>
          <a:r>
            <a:t>n2818</a:t>
          </a:r>
        </a:p>
      </dgm:t>
    </dgm:pt>
    <dgm:pt modelId="2819">
      <dgm:t>
        <a:p>
          <a:r>
            <a:t>n2819</a:t>
          </a:r>
        </a:p>
      </dgm:t>
    </dgm:pt>
    <dgm:pt modelId="2820">
      <dgm:t>
        <a:p>
          <a:r>
            <a:t>n2820</a:t>
          </a:r>
        </a:p>
      </dgm:t>
    </dgm:pt>
    <dgm:pt modelId="2821">
      <dgm:t>
        <a:p>
          <a:r>
            <a:t>n2821</a:t>
          </a:r>
        </a:p>
      </dgm:t>
    </dgm:pt>
    <dgm:pt modelId="2822">
      <dgm:t>
        <a:p>
          <a:r>
            <a:t>n2822</a:t>
          </a:r>
        </a:p>
      </dgm:t>
    </dgm:pt>
    <dgm:pt modelId="2823">
      <dgm:t>
        <a:p>
          <a:r>
            <a:t>n2823</a:t>
          </a:r>
        </a:p>
      </dgm:t>
    </dgm:pt>
    <dgm:pt modelId="2824">
      <dgm:t>
        <a:p>
          <a:r>
            <a:t>n2824</a:t>
          </a:r>
        </a:p>
      </dgm:t>
    </dgm:pt>
    <dgm:pt modelId="2825">
      <dgm:t>
        <a:p>
          <a:r>
            <a:t>n2825</a:t>
          </a:r>
        </a:p>
      </dgm:t>
    </dgm:pt>
    <dgm:pt modelId="2826">
      <dgm:t>
        <a:p>
          <a:r>
            <a:t>n2826</a:t>
          </a:r>
        </a:p>
      </dgm:t>
    </dgm:pt>
    <dgm:pt modelId="2827">
      <dgm:t>
        <a:p>
          <a:r>
            <a:t>n2827</a:t>
          </a:r>
        </a:p>
      </dgm:t>
    </dgm:pt>
    <dgm:pt modelId="2828">
      <dgm:t>
        <a:p>
          <a:r>
            <a:t>n2828</a:t>
          </a:r>
        </a:p>
      </dgm:t>
    </dgm:pt>
    <dgm:pt modelId="2829">
      <dgm:t>
        <a:p>
          <a:r>
            <a:t>n2829</a:t>
          </a:r>
        </a:p>
      </dgm:t>
    </dgm:pt>
    <dgm:pt modelId="2830">
      <dgm:t>
        <a:p>
          <a:r>
            <a:t>n2830</a:t>
          </a:r>
        </a:p>
      </dgm:t>
    </dgm:pt>
    <dgm:pt modelId="2831">
      <dgm:t>
        <a:p>
          <a:r>
            <a:t>n2831</a:t>
          </a:r>
        </a:p>
      </dgm:t>
    </dgm:pt>
    <dgm:pt modelId="2832">
      <dgm:t>
        <a:p>
          <a:r>
            <a:t>n2832</a:t>
          </a:r>
        </a:p>
      </dgm:t>
    </dgm:pt>
    <dgm:pt modelId="2833">
      <dgm:t>
        <a:p>
          <a:r>
            <a:t>n2833</a:t>
          </a:r>
        </a:p>
      </dgm:t>
    </dgm:pt>
    <dgm:pt modelId="2834">
      <dgm:t>
        <a:p>
          <a:r>
            <a:t>n2834</a:t>
          </a:r>
        </a:p>
      </dgm:t>
    </dgm:pt>
    <dgm:pt modelId="2835">
      <dgm:t>
        <a:p>
          <a:r>
            <a:t>n2835</a:t>
          </a:r>
        </a:p>
      </dgm:t>
    </dgm:pt>
    <dgm:pt modelId="2836">
      <dgm:t>
        <a:p>
          <a:r>
            <a:t>n2836</a:t>
          </a:r>
        </a:p>
      </dgm:t>
    </dgm:pt>
    <dgm:pt modelId="2837">
      <dgm:t>
        <a:p>
          <a:r>
            <a:t>n2837</a:t>
          </a:r>
        </a:p>
      </dgm:t>
    </dgm:pt>
    <dgm:pt modelId="2838">
      <dgm:t>
        <a:p>
          <a:r>
            <a:t>n2838</a:t>
          </a:r>
        </a:p>
      </dgm:t>
    </dgm:pt>
    <dgm:pt modelId="2839">
      <dgm:t>
        <a:p>
          <a:r>
            <a:t>n2839</a:t>
          </a:r>
        </a:p>
      </dgm:t>
    </dgm:pt>
    <dgm:pt modelId="2840">
      <dgm:t>
        <a:p>
          <a:r>
            <a:t>n2840</a:t>
          </a:r>
        </a:p>
      </dgm:t>
    </dgm:pt>
    <dgm:pt modelId="2841">
      <dgm:t>
        <a:p>
          <a:r>
            <a:t>n2841</a:t>
          </a:r>
        </a:p>
      </dgm:t>
    </dgm:pt>
    <dgm:pt modelId="2842">
      <dgm:t>
        <a:p>
          <a:r>
            <a:t>n2842</a:t>
          </a:r>
        </a:p>
      </dgm:t>
    </dgm:pt>
    <dgm:pt modelId="2843">
      <dgm:t>
        <a:p>
          <a:r>
            <a:t>n2843</a:t>
          </a:r>
        </a:p>
      </dgm:t>
    </dgm:pt>
    <dgm:pt modelId="2844">
      <dgm:t>
        <a:p>
          <a:r>
            <a:t>n2844</a:t>
          </a:r>
        </a:p>
      </dgm:t>
    </dgm:pt>
    <dgm:pt modelId="2845">
      <dgm:t>
        <a:p>
          <a:r>
            <a:t>n2845</a:t>
          </a:r>
        </a:p>
      </dgm:t>
    </dgm:pt>
    <dgm:pt modelId="2846">
      <dgm:t>
        <a:p>
          <a:r>
            <a:t>n2846</a:t>
          </a:r>
        </a:p>
      </dgm:t>
    </dgm:pt>
    <dgm:pt modelId="2847">
      <dgm:t>
        <a:p>
          <a:r>
            <a:t>n2847</a:t>
          </a:r>
        </a:p>
      </dgm:t>
    </dgm:pt>
    <dgm:pt modelId="2848">
      <dgm:t>
        <a:p>
          <a:r>
            <a:t>n2848</a:t>
          </a:r>
        </a:p>
      </dgm:t>
    </dgm:pt>
    <dgm:pt modelId="2849">
      <dgm:t>
        <a:p>
          <a:r>
            <a:t>n2849</a:t>
          </a:r>
        </a:p>
      </dgm:t>
    </dgm:pt>
    <dgm:pt modelId="2850">
      <dgm:t>
        <a:p>
          <a:r>
            <a:t>n2850</a:t>
          </a:r>
        </a:p>
      </dgm:t>
    </dgm:pt>
    <dgm:pt modelId="2851">
      <dgm:t>
        <a:p>
          <a:r>
            <a:t>n2851</a:t>
          </a:r>
        </a:p>
      </dgm:t>
    </dgm:pt>
    <dgm:pt modelId="2852">
      <dgm:t>
        <a:p>
          <a:r>
            <a:t>n2852</a:t>
          </a:r>
        </a:p>
      </dgm:t>
    </dgm:pt>
    <dgm:pt modelId="2853">
      <dgm:t>
        <a:p>
          <a:r>
            <a:t>n2853</a:t>
          </a:r>
        </a:p>
      </dgm:t>
    </dgm:pt>
    <dgm:pt modelId="2854">
      <dgm:t>
        <a:p>
          <a:r>
            <a:t>n2854</a:t>
          </a:r>
        </a:p>
      </dgm:t>
    </dgm:pt>
    <dgm:pt modelId="2855">
      <dgm:t>
        <a:p>
          <a:r>
            <a:t>n2855</a:t>
          </a:r>
        </a:p>
      </dgm:t>
    </dgm:pt>
    <dgm:pt modelId="2856">
      <dgm:t>
        <a:p>
          <a:r>
            <a:t>n2856</a:t>
          </a:r>
        </a:p>
      </dgm:t>
    </dgm:pt>
    <dgm:pt modelId="2857">
      <dgm:t>
        <a:p>
          <a:r>
            <a:t>n2857</a:t>
          </a:r>
        </a:p>
      </dgm:t>
    </dgm:pt>
    <dgm:pt modelId="2858">
      <dgm:t>
        <a:p>
          <a:r>
            <a:t>n2858</a:t>
          </a:r>
        </a:p>
      </dgm:t>
    </dgm:pt>
    <dgm:pt modelId="2859">
      <dgm:t>
        <a:p>
          <a:r>
            <a:t>n2859</a:t>
          </a:r>
        </a:p>
      </dgm:t>
    </dgm:pt>
    <dgm:pt modelId="2860">
      <dgm:t>
        <a:p>
          <a:r>
            <a:t>n2860</a:t>
          </a:r>
        </a:p>
      </dgm:t>
    </dgm:pt>
    <dgm:pt modelId="2861">
      <dgm:t>
        <a:p>
          <a:r>
            <a:t>n2861</a:t>
          </a:r>
        </a:p>
      </dgm:t>
    </dgm:pt>
    <dgm:pt modelId="2862">
      <dgm:t>
        <a:p>
          <a:r>
            <a:t>n2862</a:t>
          </a:r>
        </a:p>
      </dgm:t>
    </dgm:pt>
    <dgm:pt modelId="2863">
      <dgm:t>
        <a:p>
          <a:r>
            <a:t>n2863</a:t>
          </a:r>
        </a:p>
      </dgm:t>
    </dgm:pt>
    <dgm:pt modelId="2864">
      <dgm:t>
        <a:p>
          <a:r>
            <a:t>n2864</a:t>
          </a:r>
        </a:p>
      </dgm:t>
    </dgm:pt>
    <dgm:pt modelId="2865">
      <dgm:t>
        <a:p>
          <a:r>
            <a:t>n2865</a:t>
          </a:r>
        </a:p>
      </dgm:t>
    </dgm:pt>
    <dgm:pt modelId="2866">
      <dgm:t>
        <a:p>
          <a:r>
            <a:t>n2866</a:t>
          </a:r>
        </a:p>
      </dgm:t>
    </dgm:pt>
    <dgm:pt modelId="2867">
      <dgm:t>
        <a:p>
          <a:r>
            <a:t>n2867</a:t>
          </a:r>
        </a:p>
      </dgm:t>
    </dgm:pt>
    <dgm:pt modelId="2868">
      <dgm:t>
        <a:p>
          <a:r>
            <a:t>n2868</a:t>
          </a:r>
        </a:p>
      </dgm:t>
    </dgm:pt>
    <dgm:pt modelId="2869">
      <dgm:t>
        <a:p>
          <a:r>
            <a:t>n2869</a:t>
          </a:r>
        </a:p>
      </dgm:t>
    </dgm:pt>
    <dgm:pt modelId="2870">
      <dgm:t>
        <a:p>
          <a:r>
            <a:t>n2870</a:t>
          </a:r>
        </a:p>
      </dgm:t>
    </dgm:pt>
    <dgm:pt modelId="2871">
      <dgm:t>
        <a:p>
          <a:r>
            <a:t>n2871</a:t>
          </a:r>
        </a:p>
      </dgm:t>
    </dgm:pt>
    <dgm:pt modelId="2872">
      <dgm:t>
        <a:p>
          <a:r>
            <a:t>n2872</a:t>
          </a:r>
        </a:p>
      </dgm:t>
    </dgm:pt>
    <dgm:pt modelId="2873">
      <dgm:t>
        <a:p>
          <a:r>
            <a:t>n2873</a:t>
          </a:r>
        </a:p>
      </dgm:t>
    </dgm:pt>
    <dgm:pt modelId="2874">
      <dgm:t>
        <a:p>
          <a:r>
            <a:t>n2874</a:t>
          </a:r>
        </a:p>
      </dgm:t>
    </dgm:pt>
    <dgm:pt modelId="2875">
      <dgm:t>
        <a:p>
          <a:r>
            <a:t>n2875</a:t>
          </a:r>
        </a:p>
      </dgm:t>
    </dgm:pt>
    <dgm:pt modelId="2876">
      <dgm:t>
        <a:p>
          <a:r>
            <a:t>n2876</a:t>
          </a:r>
        </a:p>
      </dgm:t>
    </dgm:pt>
    <dgm:pt modelId="2877">
      <dgm:t>
        <a:p>
          <a:r>
            <a:t>n2877</a:t>
          </a:r>
        </a:p>
      </dgm:t>
    </dgm:pt>
    <dgm:pt modelId="2878">
      <dgm:t>
        <a:p>
          <a:r>
            <a:t>n2878</a:t>
          </a:r>
        </a:p>
      </dgm:t>
    </dgm:pt>
    <dgm:pt modelId="2879">
      <dgm:t>
        <a:p>
          <a:r>
            <a:t>n2879</a:t>
          </a:r>
        </a:p>
      </dgm:t>
    </dgm:pt>
    <dgm:pt modelId="2880">
      <dgm:t>
        <a:p>
          <a:r>
            <a:t>n2880</a:t>
          </a:r>
        </a:p>
      </dgm:t>
    </dgm:pt>
    <dgm:pt modelId="2881">
      <dgm:t>
        <a:p>
          <a:r>
            <a:t>n2881</a:t>
          </a:r>
        </a:p>
      </dgm:t>
    </dgm:pt>
    <dgm:pt modelId="2882">
      <dgm:t>
        <a:p>
          <a:r>
            <a:t>n2882</a:t>
          </a:r>
        </a:p>
      </dgm:t>
    </dgm:pt>
    <dgm:pt modelId="2883">
      <dgm:t>
        <a:p>
          <a:r>
            <a:t>n2883</a:t>
          </a:r>
        </a:p>
      </dgm:t>
    </dgm:pt>
    <dgm:pt modelId="2884">
      <dgm:t>
        <a:p>
          <a:r>
            <a:t>n2884</a:t>
          </a:r>
        </a:p>
      </dgm:t>
    </dgm:pt>
    <dgm:pt modelId="2885">
      <dgm:t>
        <a:p>
          <a:r>
            <a:t>n2885</a:t>
          </a:r>
        </a:p>
      </dgm:t>
    </dgm:pt>
    <dgm:pt modelId="2886">
      <dgm:t>
        <a:p>
          <a:r>
            <a:t>n2886</a:t>
          </a:r>
        </a:p>
      </dgm:t>
    </dgm:pt>
    <dgm:pt modelId="2887">
      <dgm:t>
        <a:p>
          <a:r>
            <a:t>n2887</a:t>
          </a:r>
        </a:p>
      </dgm:t>
    </dgm:pt>
    <dgm:pt modelId="2888">
      <dgm:t>
        <a:p>
          <a:r>
            <a:t>n2888</a:t>
          </a:r>
        </a:p>
      </dgm:t>
    </dgm:pt>
    <dgm:pt modelId="2889">
      <dgm:t>
        <a:p>
          <a:r>
            <a:t>n2889</a:t>
          </a:r>
        </a:p>
      </dgm:t>
    </dgm:pt>
    <dgm:pt modelId="2890">
      <dgm:t>
        <a:p>
          <a:r>
            <a:t>n2890</a:t>
          </a:r>
        </a:p>
      </dgm:t>
    </dgm:pt>
    <dgm:pt modelId="2891">
      <dgm:t>
        <a:p>
          <a:r>
            <a:t>n2891</a:t>
          </a:r>
        </a:p>
      </dgm:t>
    </dgm:pt>
    <dgm:pt modelId="2892">
      <dgm:t>
        <a:p>
          <a:r>
            <a:t>n2892</a:t>
          </a:r>
        </a:p>
      </dgm:t>
    </dgm:pt>
    <dgm:pt modelId="2893">
      <dgm:t>
        <a:p>
          <a:r>
            <a:t>n2893</a:t>
          </a:r>
        </a:p>
      </dgm:t>
    </dgm:pt>
    <dgm:pt modelId="2894">
      <dgm:t>
        <a:p>
          <a:r>
            <a:t>n2894</a:t>
          </a:r>
        </a:p>
      </dgm:t>
    </dgm:pt>
    <dgm:pt modelId="2895">
      <dgm:t>
        <a:p>
          <a:r>
            <a:t>n2895</a:t>
          </a:r>
        </a:p>
      </dgm:t>
    </dgm:pt>
    <dgm:pt modelId="2896">
      <dgm:t>
        <a:p>
          <a:r>
            <a:t>n2896</a:t>
          </a:r>
        </a:p>
      </dgm:t>
    </dgm:pt>
    <dgm:pt modelId="2897">
      <dgm:t>
        <a:p>
          <a:r>
            <a:t>n2897</a:t>
          </a:r>
        </a:p>
      </dgm:t>
    </dgm:pt>
    <dgm:pt modelId="2898">
      <dgm:t>
        <a:p>
          <a:r>
            <a:t>n2898</a:t>
          </a:r>
        </a:p>
      </dgm:t>
    </dgm:pt>
    <dgm:pt modelId="2899">
      <dgm:t>
        <a:p>
          <a:r>
            <a:t>n2899</a:t>
          </a:r>
        </a:p>
      </dgm:t>
    </dgm:pt>
    <dgm:pt modelId="2900">
      <dgm:t>
        <a:p>
          <a:r>
            <a:t>n2900</a:t>
          </a:r>
        </a:p>
      </dgm:t>
    </dgm:pt>
    <dgm:pt modelId="2901">
      <dgm:t>
        <a:p>
          <a:r>
            <a:t>n2901</a:t>
          </a:r>
        </a:p>
      </dgm:t>
    </dgm:pt>
    <dgm:pt modelId="2902">
      <dgm:t>
        <a:p>
          <a:r>
            <a:t>n2902</a:t>
          </a:r>
        </a:p>
      </dgm:t>
    </dgm:pt>
    <dgm:pt modelId="2903">
      <dgm:t>
        <a:p>
          <a:r>
            <a:t>n2903</a:t>
          </a:r>
        </a:p>
      </dgm:t>
    </dgm:pt>
    <dgm:pt modelId="2904">
      <dgm:t>
        <a:p>
          <a:r>
            <a:t>n2904</a:t>
          </a:r>
        </a:p>
      </dgm:t>
    </dgm:pt>
    <dgm:pt modelId="2905">
      <dgm:t>
        <a:p>
          <a:r>
            <a:t>n2905</a:t>
          </a:r>
        </a:p>
      </dgm:t>
    </dgm:pt>
    <dgm:pt modelId="2906">
      <dgm:t>
        <a:p>
          <a:r>
            <a:t>n2906</a:t>
          </a:r>
        </a:p>
      </dgm:t>
    </dgm:pt>
    <dgm:pt modelId="2907">
      <dgm:t>
        <a:p>
          <a:r>
            <a:t>n2907</a:t>
          </a:r>
        </a:p>
      </dgm:t>
    </dgm:pt>
    <dgm:pt modelId="2908">
      <dgm:t>
        <a:p>
          <a:r>
            <a:t>n2908</a:t>
          </a:r>
        </a:p>
      </dgm:t>
    </dgm:pt>
    <dgm:pt modelId="2909">
      <dgm:t>
        <a:p>
          <a:r>
            <a:t>n2909</a:t>
          </a:r>
        </a:p>
      </dgm:t>
    </dgm:pt>
    <dgm:pt modelId="2910">
      <dgm:t>
        <a:p>
          <a:r>
            <a:t>n2910</a:t>
          </a:r>
        </a:p>
      </dgm:t>
    </dgm:pt>
    <dgm:pt modelId="2911">
      <dgm:t>
        <a:p>
          <a:r>
            <a:t>n2911</a:t>
          </a:r>
        </a:p>
      </dgm:t>
    </dgm:pt>
    <dgm:pt modelId="2912">
      <dgm:t>
        <a:p>
          <a:r>
            <a:t>n2912</a:t>
          </a:r>
        </a:p>
      </dgm:t>
    </dgm:pt>
    <dgm:pt modelId="2913">
      <dgm:t>
        <a:p>
          <a:r>
            <a:t>n2913</a:t>
          </a:r>
        </a:p>
      </dgm:t>
    </dgm:pt>
    <dgm:pt modelId="2914">
      <dgm:t>
        <a:p>
          <a:r>
            <a:t>n2914</a:t>
          </a:r>
        </a:p>
      </dgm:t>
    </dgm:pt>
    <dgm:pt modelId="2915">
      <dgm:t>
        <a:p>
          <a:r>
            <a:t>n2915</a:t>
          </a:r>
        </a:p>
      </dgm:t>
    </dgm:pt>
    <dgm:pt modelId="2916">
      <dgm:t>
        <a:p>
          <a:r>
            <a:t>n2916</a:t>
          </a:r>
        </a:p>
      </dgm:t>
    </dgm:pt>
    <dgm:pt modelId="2917">
      <dgm:t>
        <a:p>
          <a:r>
            <a:t>n2917</a:t>
          </a:r>
        </a:p>
      </dgm:t>
    </dgm:pt>
    <dgm:pt modelId="2918">
      <dgm:t>
        <a:p>
          <a:r>
            <a:t>n2918</a:t>
          </a:r>
        </a:p>
      </dgm:t>
    </dgm:pt>
    <dgm:pt modelId="2919">
      <dgm:t>
        <a:p>
          <a:r>
            <a:t>n2919</a:t>
          </a:r>
        </a:p>
      </dgm:t>
    </dgm:pt>
    <dgm:pt modelId="2920">
      <dgm:t>
        <a:p>
          <a:r>
            <a:t>n2920</a:t>
          </a:r>
        </a:p>
      </dgm:t>
    </dgm:pt>
    <dgm:pt modelId="2921">
      <dgm:t>
        <a:p>
          <a:r>
            <a:t>n2921</a:t>
          </a:r>
        </a:p>
      </dgm:t>
    </dgm:pt>
    <dgm:pt modelId="2922">
      <dgm:t>
        <a:p>
          <a:r>
            <a:t>n2922</a:t>
          </a:r>
        </a:p>
      </dgm:t>
    </dgm:pt>
    <dgm:pt modelId="2923">
      <dgm:t>
        <a:p>
          <a:r>
            <a:t>n2923</a:t>
          </a:r>
        </a:p>
      </dgm:t>
    </dgm:pt>
    <dgm:pt modelId="2924">
      <dgm:t>
        <a:p>
          <a:r>
            <a:t>n2924</a:t>
          </a:r>
        </a:p>
      </dgm:t>
    </dgm:pt>
    <dgm:pt modelId="2925">
      <dgm:t>
        <a:p>
          <a:r>
            <a:t>n2925</a:t>
          </a:r>
        </a:p>
      </dgm:t>
    </dgm:pt>
    <dgm:pt modelId="2926">
      <dgm:t>
        <a:p>
          <a:r>
            <a:t>n2926</a:t>
          </a:r>
        </a:p>
      </dgm:t>
    </dgm:pt>
    <dgm:pt modelId="2927">
      <dgm:t>
        <a:p>
          <a:r>
            <a:t>n2927</a:t>
          </a:r>
        </a:p>
      </dgm:t>
    </dgm:pt>
    <dgm:pt modelId="2928">
      <dgm:t>
        <a:p>
          <a:r>
            <a:t>n2928</a:t>
          </a:r>
        </a:p>
      </dgm:t>
    </dgm:pt>
    <dgm:pt modelId="2929">
      <dgm:t>
        <a:p>
          <a:r>
            <a:t>n2929</a:t>
          </a:r>
        </a:p>
      </dgm:t>
    </dgm:pt>
    <dgm:pt modelId="2930">
      <dgm:t>
        <a:p>
          <a:r>
            <a:t>n2930</a:t>
          </a:r>
        </a:p>
      </dgm:t>
    </dgm:pt>
    <dgm:pt modelId="2931">
      <dgm:t>
        <a:p>
          <a:r>
            <a:t>n2931</a:t>
          </a:r>
        </a:p>
      </dgm:t>
    </dgm:pt>
    <dgm:pt modelId="2932">
      <dgm:t>
        <a:p>
          <a:r>
            <a:t>n2932</a:t>
          </a:r>
        </a:p>
      </dgm:t>
    </dgm:pt>
    <dgm:pt modelId="2933">
      <dgm:t>
        <a:p>
          <a:r>
            <a:t>n2933</a:t>
          </a:r>
        </a:p>
      </dgm:t>
    </dgm:pt>
    <dgm:pt modelId="2934">
      <dgm:t>
        <a:p>
          <a:r>
            <a:t>n2934</a:t>
          </a:r>
        </a:p>
      </dgm:t>
    </dgm:pt>
    <dgm:pt modelId="2935">
      <dgm:t>
        <a:p>
          <a:r>
            <a:t>n2935</a:t>
          </a:r>
        </a:p>
      </dgm:t>
    </dgm:pt>
    <dgm:pt modelId="2936">
      <dgm:t>
        <a:p>
          <a:r>
            <a:t>n2936</a:t>
          </a:r>
        </a:p>
      </dgm:t>
    </dgm:pt>
    <dgm:pt modelId="2937">
      <dgm:t>
        <a:p>
          <a:r>
            <a:t>n2937</a:t>
          </a:r>
        </a:p>
      </dgm:t>
    </dgm:pt>
    <dgm:pt modelId="2938">
      <dgm:t>
        <a:p>
          <a:r>
            <a:t>n2938</a:t>
          </a:r>
        </a:p>
      </dgm:t>
    </dgm:pt>
    <dgm:pt modelId="2939">
      <dgm:t>
        <a:p>
          <a:r>
            <a:t>n2939</a:t>
          </a:r>
        </a:p>
      </dgm:t>
    </dgm:pt>
    <dgm:pt modelId="2940">
      <dgm:t>
        <a:p>
          <a:r>
            <a:t>n2940</a:t>
          </a:r>
        </a:p>
      </dgm:t>
    </dgm:pt>
    <dgm:pt modelId="2941">
      <dgm:t>
        <a:p>
          <a:r>
            <a:t>n2941</a:t>
          </a:r>
        </a:p>
      </dgm:t>
    </dgm:pt>
    <dgm:pt modelId="2942">
      <dgm:t>
        <a:p>
          <a:r>
            <a:t>n2942</a:t>
          </a:r>
        </a:p>
      </dgm:t>
    </dgm:pt>
    <dgm:pt modelId="2943">
      <dgm:t>
        <a:p>
          <a:r>
            <a:t>n2943</a:t>
          </a:r>
        </a:p>
      </dgm:t>
    </dgm:pt>
    <dgm:pt modelId="2944">
      <dgm:t>
        <a:p>
          <a:r>
            <a:t>n2944</a:t>
          </a:r>
        </a:p>
      </dgm:t>
    </dgm:pt>
    <dgm:pt modelId="2945">
      <dgm:t>
        <a:p>
          <a:r>
            <a:t>n2945</a:t>
          </a:r>
        </a:p>
      </dgm:t>
    </dgm:pt>
    <dgm:pt modelId="2946">
      <dgm:t>
        <a:p>
          <a:r>
            <a:t>n2946</a:t>
          </a:r>
        </a:p>
      </dgm:t>
    </dgm:pt>
    <dgm:pt modelId="2947">
      <dgm:t>
        <a:p>
          <a:r>
            <a:t>n2947</a:t>
          </a:r>
        </a:p>
      </dgm:t>
    </dgm:pt>
    <dgm:pt modelId="2948">
      <dgm:t>
        <a:p>
          <a:r>
            <a:t>n2948</a:t>
          </a:r>
        </a:p>
      </dgm:t>
    </dgm:pt>
    <dgm:pt modelId="2949">
      <dgm:t>
        <a:p>
          <a:r>
            <a:t>n2949</a:t>
          </a:r>
        </a:p>
      </dgm:t>
    </dgm:pt>
    <dgm:pt modelId="2950">
      <dgm:t>
        <a:p>
          <a:r>
            <a:t>n2950</a:t>
          </a:r>
        </a:p>
      </dgm:t>
    </dgm:pt>
    <dgm:pt modelId="2951">
      <dgm:t>
        <a:p>
          <a:r>
            <a:t>n2951</a:t>
          </a:r>
        </a:p>
      </dgm:t>
    </dgm:pt>
    <dgm:pt modelId="2952">
      <dgm:t>
        <a:p>
          <a:r>
            <a:t>n2952</a:t>
          </a:r>
        </a:p>
      </dgm:t>
    </dgm:pt>
    <dgm:pt modelId="2953">
      <dgm:t>
        <a:p>
          <a:r>
            <a:t>n2953</a:t>
          </a:r>
        </a:p>
      </dgm:t>
    </dgm:pt>
    <dgm:pt modelId="2954">
      <dgm:t>
        <a:p>
          <a:r>
            <a:t>n2954</a:t>
          </a:r>
        </a:p>
      </dgm:t>
    </dgm:pt>
    <dgm:pt modelId="2955">
      <dgm:t>
        <a:p>
          <a:r>
            <a:t>n2955</a:t>
          </a:r>
        </a:p>
      </dgm:t>
    </dgm:pt>
    <dgm:pt modelId="2956">
      <dgm:t>
        <a:p>
          <a:r>
            <a:t>n2956</a:t>
          </a:r>
        </a:p>
      </dgm:t>
    </dgm:pt>
    <dgm:pt modelId="2957">
      <dgm:t>
        <a:p>
          <a:r>
            <a:t>n2957</a:t>
          </a:r>
        </a:p>
      </dgm:t>
    </dgm:pt>
    <dgm:pt modelId="2958">
      <dgm:t>
        <a:p>
          <a:r>
            <a:t>n2958</a:t>
          </a:r>
        </a:p>
      </dgm:t>
    </dgm:pt>
    <dgm:pt modelId="2959">
      <dgm:t>
        <a:p>
          <a:r>
            <a:t>n2959</a:t>
          </a:r>
        </a:p>
      </dgm:t>
    </dgm:pt>
    <dgm:pt modelId="2960">
      <dgm:t>
        <a:p>
          <a:r>
            <a:t>n2960</a:t>
          </a:r>
        </a:p>
      </dgm:t>
    </dgm:pt>
    <dgm:pt modelId="2961">
      <dgm:t>
        <a:p>
          <a:r>
            <a:t>n2961</a:t>
          </a:r>
        </a:p>
      </dgm:t>
    </dgm:pt>
    <dgm:pt modelId="2962">
      <dgm:t>
        <a:p>
          <a:r>
            <a:t>n2962</a:t>
          </a:r>
        </a:p>
      </dgm:t>
    </dgm:pt>
    <dgm:pt modelId="2963">
      <dgm:t>
        <a:p>
          <a:r>
            <a:t>n2963</a:t>
          </a:r>
        </a:p>
      </dgm:t>
    </dgm:pt>
    <dgm:pt modelId="2964">
      <dgm:t>
        <a:p>
          <a:r>
            <a:t>n2964</a:t>
          </a:r>
        </a:p>
      </dgm:t>
    </dgm:pt>
    <dgm:pt modelId="2965">
      <dgm:t>
        <a:p>
          <a:r>
            <a:t>n2965</a:t>
          </a:r>
        </a:p>
      </dgm:t>
    </dgm:pt>
    <dgm:pt modelId="2966">
      <dgm:t>
        <a:p>
          <a:r>
            <a:t>n2966</a:t>
          </a:r>
        </a:p>
      </dgm:t>
    </dgm:pt>
    <dgm:pt modelId="2967">
      <dgm:t>
        <a:p>
          <a:r>
            <a:t>n2967</a:t>
          </a:r>
        </a:p>
      </dgm:t>
    </dgm:pt>
    <dgm:pt modelId="2968">
      <dgm:t>
        <a:p>
          <a:r>
            <a:t>n2968</a:t>
          </a:r>
        </a:p>
      </dgm:t>
    </dgm:pt>
    <dgm:pt modelId="2969">
      <dgm:t>
        <a:p>
          <a:r>
            <a:t>n2969</a:t>
          </a:r>
        </a:p>
      </dgm:t>
    </dgm:pt>
    <dgm:pt modelId="2970">
      <dgm:t>
        <a:p>
          <a:r>
            <a:t>n2970</a:t>
          </a:r>
        </a:p>
      </dgm:t>
    </dgm:pt>
    <dgm:pt modelId="2971">
      <dgm:t>
        <a:p>
          <a:r>
            <a:t>n2971</a:t>
          </a:r>
        </a:p>
      </dgm:t>
    </dgm:pt>
    <dgm:pt modelId="2972">
      <dgm:t>
        <a:p>
          <a:r>
            <a:t>n2972</a:t>
          </a:r>
        </a:p>
      </dgm:t>
    </dgm:pt>
    <dgm:pt modelId="2973">
      <dgm:t>
        <a:p>
          <a:r>
            <a:t>n2973</a:t>
          </a:r>
        </a:p>
      </dgm:t>
    </dgm:pt>
    <dgm:pt modelId="2974">
      <dgm:t>
        <a:p>
          <a:r>
            <a:t>n2974</a:t>
          </a:r>
        </a:p>
      </dgm:t>
    </dgm:pt>
    <dgm:pt modelId="2975">
      <dgm:t>
        <a:p>
          <a:r>
            <a:t>n2975</a:t>
          </a:r>
        </a:p>
      </dgm:t>
    </dgm:pt>
    <dgm:pt modelId="2976">
      <dgm:t>
        <a:p>
          <a:r>
            <a:t>n2976</a:t>
          </a:r>
        </a:p>
      </dgm:t>
    </dgm:pt>
    <dgm:pt modelId="2977">
      <dgm:t>
        <a:p>
          <a:r>
            <a:t>n2977</a:t>
          </a:r>
        </a:p>
      </dgm:t>
    </dgm:pt>
    <dgm:pt modelId="2978">
      <dgm:t>
        <a:p>
          <a:r>
            <a:t>n2978</a:t>
          </a:r>
        </a:p>
      </dgm:t>
    </dgm:pt>
    <dgm:pt modelId="2979">
      <dgm:t>
        <a:p>
          <a:r>
            <a:t>n2979</a:t>
          </a:r>
        </a:p>
      </dgm:t>
    </dgm:pt>
    <dgm:pt modelId="2980">
      <dgm:t>
        <a:p>
          <a:r>
            <a:t>n2980</a:t>
          </a:r>
        </a:p>
      </dgm:t>
    </dgm:pt>
    <dgm:pt modelId="2981">
      <dgm:t>
        <a:p>
          <a:r>
            <a:t>n2981</a:t>
          </a:r>
        </a:p>
      </dgm:t>
    </dgm:pt>
    <dgm:pt modelId="2982">
      <dgm:t>
        <a:p>
          <a:r>
            <a:t>n2982</a:t>
          </a:r>
        </a:p>
      </dgm:t>
    </dgm:pt>
    <dgm:pt modelId="2983">
      <dgm:t>
        <a:p>
          <a:r>
            <a:t>n2983</a:t>
          </a:r>
        </a:p>
      </dgm:t>
    </dgm:pt>
    <dgm:pt modelId="2984">
      <dgm:t>
        <a:p>
          <a:r>
            <a:t>n2984</a:t>
          </a:r>
        </a:p>
      </dgm:t>
    </dgm:pt>
    <dgm:pt modelId="2985">
      <dgm:t>
        <a:p>
          <a:r>
            <a:t>n2985</a:t>
          </a:r>
        </a:p>
      </dgm:t>
    </dgm:pt>
    <dgm:pt modelId="2986">
      <dgm:t>
        <a:p>
          <a:r>
            <a:t>n2986</a:t>
          </a:r>
        </a:p>
      </dgm:t>
    </dgm:pt>
    <dgm:pt modelId="2987">
      <dgm:t>
        <a:p>
          <a:r>
            <a:t>n2987</a:t>
          </a:r>
        </a:p>
      </dgm:t>
    </dgm:pt>
    <dgm:pt modelId="2988">
      <dgm:t>
        <a:p>
          <a:r>
            <a:t>n2988</a:t>
          </a:r>
        </a:p>
      </dgm:t>
    </dgm:pt>
    <dgm:pt modelId="2989">
      <dgm:t>
        <a:p>
          <a:r>
            <a:t>n2989</a:t>
          </a:r>
        </a:p>
      </dgm:t>
    </dgm:pt>
    <dgm:pt modelId="2990">
      <dgm:t>
        <a:p>
          <a:r>
            <a:t>n2990</a:t>
          </a:r>
        </a:p>
      </dgm:t>
    </dgm:pt>
    <dgm:pt modelId="2991">
      <dgm:t>
        <a:p>
          <a:r>
            <a:t>n2991</a:t>
          </a:r>
        </a:p>
      </dgm:t>
    </dgm:pt>
    <dgm:pt modelId="2992">
      <dgm:t>
        <a:p>
          <a:r>
            <a:t>n2992</a:t>
          </a:r>
        </a:p>
      </dgm:t>
    </dgm:pt>
    <dgm:pt modelId="2993">
      <dgm:t>
        <a:p>
          <a:r>
            <a:t>n2993</a:t>
          </a:r>
        </a:p>
      </dgm:t>
    </dgm:pt>
    <dgm:pt modelId="2994">
      <dgm:t>
        <a:p>
          <a:r>
            <a:t>n2994</a:t>
          </a:r>
        </a:p>
      </dgm:t>
    </dgm:pt>
    <dgm:pt modelId="2995">
      <dgm:t>
        <a:p>
          <a:r>
            <a:t>n2995</a:t>
          </a:r>
        </a:p>
      </dgm:t>
    </dgm:pt>
    <dgm:pt modelId="2996">
      <dgm:t>
        <a:p>
          <a:r>
            <a:t>n2996</a:t>
          </a:r>
        </a:p>
      </dgm:t>
    </dgm:pt>
    <dgm:pt modelId="2997">
      <dgm:t>
        <a:p>
          <a:r>
            <a:t>n2997</a:t>
          </a:r>
        </a:p>
      </dgm:t>
    </dgm:pt>
    <dgm:pt modelId="2998">
      <dgm:t>
        <a:p>
          <a:r>
            <a:t>n2998</a:t>
          </a:r>
        </a:p>
      </dgm:t>
    </dgm:pt>
    <dgm:pt modelId="2999">
      <dgm:t>
        <a:p>
          <a:r>
            <a:t>n2999</a:t>
          </a:r>
        </a:p>
      </dgm:t>
    </dgm:pt>
    <dgm:pt modelId="3000">
      <dgm:t>
        <a:p>
          <a:r>
            <a:t>n3000</a:t>
          </a:r>
        </a:p>
      </dgm:t>
    </dgm:pt>
    <dgm:pt modelId="3001">
      <dgm:t>
        <a:p>
          <a:r>
            <a:t>n3001</a:t>
          </a:r>
        </a:p>
      </dgm:t>
    </dgm:pt>
    <dgm:pt modelId="3002">
      <dgm:t>
        <a:p>
          <a:r>
            <a:t>n3002</a:t>
          </a:r>
        </a:p>
      </dgm:t>
    </dgm:pt>
    <dgm:pt modelId="3003">
      <dgm:t>
        <a:p>
          <a:r>
            <a:t>n3003</a:t>
          </a:r>
        </a:p>
      </dgm:t>
    </dgm:pt>
    <dgm:pt modelId="3004">
      <dgm:t>
        <a:p>
          <a:r>
            <a:t>n3004</a:t>
          </a:r>
        </a:p>
      </dgm:t>
    </dgm:pt>
    <dgm:pt modelId="3005">
      <dgm:t>
        <a:p>
          <a:r>
            <a:t>n3005</a:t>
          </a:r>
        </a:p>
      </dgm:t>
    </dgm:pt>
    <dgm:pt modelId="3006">
      <dgm:t>
        <a:p>
          <a:r>
            <a:t>n3006</a:t>
          </a:r>
        </a:p>
      </dgm:t>
    </dgm:pt>
    <dgm:pt modelId="3007">
      <dgm:t>
        <a:p>
          <a:r>
            <a:t>n3007</a:t>
          </a:r>
        </a:p>
      </dgm:t>
    </dgm:pt>
    <dgm:pt modelId="3008">
      <dgm:t>
        <a:p>
          <a:r>
            <a:t>n3008</a:t>
          </a:r>
        </a:p>
      </dgm:t>
    </dgm:pt>
    <dgm:pt modelId="3009">
      <dgm:t>
        <a:p>
          <a:r>
            <a:t>n3009</a:t>
          </a:r>
        </a:p>
      </dgm:t>
    </dgm:pt>
    <dgm:pt modelId="3010">
      <dgm:t>
        <a:p>
          <a:r>
            <a:t>n3010</a:t>
          </a:r>
        </a:p>
      </dgm:t>
    </dgm:pt>
    <dgm:pt modelId="3011">
      <dgm:t>
        <a:p>
          <a:r>
            <a:t>n3011</a:t>
          </a:r>
        </a:p>
      </dgm:t>
    </dgm:pt>
    <dgm:pt modelId="3012">
      <dgm:t>
        <a:p>
          <a:r>
            <a:t>n3012</a:t>
          </a:r>
        </a:p>
      </dgm:t>
    </dgm:pt>
    <dgm:pt modelId="3013">
      <dgm:t>
        <a:p>
          <a:r>
            <a:t>n3013</a:t>
          </a:r>
        </a:p>
      </dgm:t>
    </dgm:pt>
    <dgm:pt modelId="3014">
      <dgm:t>
        <a:p>
          <a:r>
            <a:t>n3014</a:t>
          </a:r>
        </a:p>
      </dgm:t>
    </dgm:pt>
    <dgm:pt modelId="3015">
      <dgm:t>
        <a:p>
          <a:r>
            <a:t>n3015</a:t>
          </a:r>
        </a:p>
      </dgm:t>
    </dgm:pt>
    <dgm:pt modelId="3016">
      <dgm:t>
        <a:p>
          <a:r>
            <a:t>n3016</a:t>
          </a:r>
        </a:p>
      </dgm:t>
    </dgm:pt>
    <dgm:pt modelId="3017">
      <dgm:t>
        <a:p>
          <a:r>
            <a:t>n3017</a:t>
          </a:r>
        </a:p>
      </dgm:t>
    </dgm:pt>
    <dgm:pt modelId="3018">
      <dgm:t>
        <a:p>
          <a:r>
            <a:t>n3018</a:t>
          </a:r>
        </a:p>
      </dgm:t>
    </dgm:pt>
    <dgm:pt modelId="3019">
      <dgm:t>
        <a:p>
          <a:r>
            <a:t>n3019</a:t>
          </a:r>
        </a:p>
      </dgm:t>
    </dgm:pt>
    <dgm:pt modelId="3020">
      <dgm:t>
        <a:p>
          <a:r>
            <a:t>n3020</a:t>
          </a:r>
        </a:p>
      </dgm:t>
    </dgm:pt>
    <dgm:pt modelId="3021">
      <dgm:t>
        <a:p>
          <a:r>
            <a:t>n3021</a:t>
          </a:r>
        </a:p>
      </dgm:t>
    </dgm:pt>
    <dgm:pt modelId="3022">
      <dgm:t>
        <a:p>
          <a:r>
            <a:t>n3022</a:t>
          </a:r>
        </a:p>
      </dgm:t>
    </dgm:pt>
    <dgm:pt modelId="3023">
      <dgm:t>
        <a:p>
          <a:r>
            <a:t>n3023</a:t>
          </a:r>
        </a:p>
      </dgm:t>
    </dgm:pt>
    <dgm:pt modelId="3024">
      <dgm:t>
        <a:p>
          <a:r>
            <a:t>n3024</a:t>
          </a:r>
        </a:p>
      </dgm:t>
    </dgm:pt>
    <dgm:pt modelId="3025">
      <dgm:t>
        <a:p>
          <a:r>
            <a:t>n3025</a:t>
          </a:r>
        </a:p>
      </dgm:t>
    </dgm:pt>
    <dgm:pt modelId="3026">
      <dgm:t>
        <a:p>
          <a:r>
            <a:t>n3026</a:t>
          </a:r>
        </a:p>
      </dgm:t>
    </dgm:pt>
    <dgm:pt modelId="3027">
      <dgm:t>
        <a:p>
          <a:r>
            <a:t>n3027</a:t>
          </a:r>
        </a:p>
      </dgm:t>
    </dgm:pt>
    <dgm:pt modelId="3028">
      <dgm:t>
        <a:p>
          <a:r>
            <a:t>n3028</a:t>
          </a:r>
        </a:p>
      </dgm:t>
    </dgm:pt>
    <dgm:pt modelId="3029">
      <dgm:t>
        <a:p>
          <a:r>
            <a:t>n3029</a:t>
          </a:r>
        </a:p>
      </dgm:t>
    </dgm:pt>
    <dgm:pt modelId="3030">
      <dgm:t>
        <a:p>
          <a:r>
            <a:t>n3030</a:t>
          </a:r>
        </a:p>
      </dgm:t>
    </dgm:pt>
    <dgm:pt modelId="3031">
      <dgm:t>
        <a:p>
          <a:r>
            <a:t>n3031</a:t>
          </a:r>
        </a:p>
      </dgm:t>
    </dgm:pt>
    <dgm:pt modelId="3032">
      <dgm:t>
        <a:p>
          <a:r>
            <a:t>n3032</a:t>
          </a:r>
        </a:p>
      </dgm:t>
    </dgm:pt>
    <dgm:pt modelId="3033">
      <dgm:t>
        <a:p>
          <a:r>
            <a:t>n3033</a:t>
          </a:r>
        </a:p>
      </dgm:t>
    </dgm:pt>
    <dgm:pt modelId="3034">
      <dgm:t>
        <a:p>
          <a:r>
            <a:t>n3034</a:t>
          </a:r>
        </a:p>
      </dgm:t>
    </dgm:pt>
    <dgm:pt modelId="3035">
      <dgm:t>
        <a:p>
          <a:r>
            <a:t>n3035</a:t>
          </a:r>
        </a:p>
      </dgm:t>
    </dgm:pt>
    <dgm:pt modelId="3036">
      <dgm:t>
        <a:p>
          <a:r>
            <a:t>n3036</a:t>
          </a:r>
        </a:p>
      </dgm:t>
    </dgm:pt>
    <dgm:pt modelId="3037">
      <dgm:t>
        <a:p>
          <a:r>
            <a:t>n3037</a:t>
          </a:r>
        </a:p>
      </dgm:t>
    </dgm:pt>
    <dgm:pt modelId="3038">
      <dgm:t>
        <a:p>
          <a:r>
            <a:t>n3038</a:t>
          </a:r>
        </a:p>
      </dgm:t>
    </dgm:pt>
    <dgm:pt modelId="3039">
      <dgm:t>
        <a:p>
          <a:r>
            <a:t>n3039</a:t>
          </a:r>
        </a:p>
      </dgm:t>
    </dgm:pt>
    <dgm:pt modelId="3040">
      <dgm:t>
        <a:p>
          <a:r>
            <a:t>n3040</a:t>
          </a:r>
        </a:p>
      </dgm:t>
    </dgm:pt>
    <dgm:pt modelId="3041">
      <dgm:t>
        <a:p>
          <a:r>
            <a:t>n3041</a:t>
          </a:r>
        </a:p>
      </dgm:t>
    </dgm:pt>
    <dgm:pt modelId="3042">
      <dgm:t>
        <a:p>
          <a:r>
            <a:t>n3042</a:t>
          </a:r>
        </a:p>
      </dgm:t>
    </dgm:pt>
    <dgm:pt modelId="3043">
      <dgm:t>
        <a:p>
          <a:r>
            <a:t>n3043</a:t>
          </a:r>
        </a:p>
      </dgm:t>
    </dgm:pt>
    <dgm:pt modelId="3044">
      <dgm:t>
        <a:p>
          <a:r>
            <a:t>n3044</a:t>
          </a:r>
        </a:p>
      </dgm:t>
    </dgm:pt>
    <dgm:pt modelId="3045">
      <dgm:t>
        <a:p>
          <a:r>
            <a:t>n3045</a:t>
          </a:r>
        </a:p>
      </dgm:t>
    </dgm:pt>
    <dgm:pt modelId="3046">
      <dgm:t>
        <a:p>
          <a:r>
            <a:t>n3046</a:t>
          </a:r>
        </a:p>
      </dgm:t>
    </dgm:pt>
    <dgm:pt modelId="3047">
      <dgm:t>
        <a:p>
          <a:r>
            <a:t>n3047</a:t>
          </a:r>
        </a:p>
      </dgm:t>
    </dgm:pt>
    <dgm:pt modelId="3048">
      <dgm:t>
        <a:p>
          <a:r>
            <a:t>n3048</a:t>
          </a:r>
        </a:p>
      </dgm:t>
    </dgm:pt>
    <dgm:pt modelId="3049">
      <dgm:t>
        <a:p>
          <a:r>
            <a:t>n3049</a:t>
          </a:r>
        </a:p>
      </dgm:t>
    </dgm:pt>
    <dgm:pt modelId="3050">
      <dgm:t>
        <a:p>
          <a:r>
            <a:t>n3050</a:t>
          </a:r>
        </a:p>
      </dgm:t>
    </dgm:pt>
    <dgm:pt modelId="3051">
      <dgm:t>
        <a:p>
          <a:r>
            <a:t>n3051</a:t>
          </a:r>
        </a:p>
      </dgm:t>
    </dgm:pt>
    <dgm:pt modelId="3052">
      <dgm:t>
        <a:p>
          <a:r>
            <a:t>n3052</a:t>
          </a:r>
        </a:p>
      </dgm:t>
    </dgm:pt>
    <dgm:pt modelId="3053">
      <dgm:t>
        <a:p>
          <a:r>
            <a:t>n3053</a:t>
          </a:r>
        </a:p>
      </dgm:t>
    </dgm:pt>
    <dgm:pt modelId="3054">
      <dgm:t>
        <a:p>
          <a:r>
            <a:t>n3054</a:t>
          </a:r>
        </a:p>
      </dgm:t>
    </dgm:pt>
    <dgm:pt modelId="3055">
      <dgm:t>
        <a:p>
          <a:r>
            <a:t>n3055</a:t>
          </a:r>
        </a:p>
      </dgm:t>
    </dgm:pt>
    <dgm:pt modelId="3056">
      <dgm:t>
        <a:p>
          <a:r>
            <a:t>n3056</a:t>
          </a:r>
        </a:p>
      </dgm:t>
    </dgm:pt>
    <dgm:pt modelId="3057">
      <dgm:t>
        <a:p>
          <a:r>
            <a:t>n3057</a:t>
          </a:r>
        </a:p>
      </dgm:t>
    </dgm:pt>
    <dgm:pt modelId="3058">
      <dgm:t>
        <a:p>
          <a:r>
            <a:t>n3058</a:t>
          </a:r>
        </a:p>
      </dgm:t>
    </dgm:pt>
    <dgm:pt modelId="3059">
      <dgm:t>
        <a:p>
          <a:r>
            <a:t>n3059</a:t>
          </a:r>
        </a:p>
      </dgm:t>
    </dgm:pt>
    <dgm:pt modelId="3060">
      <dgm:t>
        <a:p>
          <a:r>
            <a:t>n3060</a:t>
          </a:r>
        </a:p>
      </dgm:t>
    </dgm:pt>
    <dgm:pt modelId="3061">
      <dgm:t>
        <a:p>
          <a:r>
            <a:t>n3061</a:t>
          </a:r>
        </a:p>
      </dgm:t>
    </dgm:pt>
    <dgm:pt modelId="3062">
      <dgm:t>
        <a:p>
          <a:r>
            <a:t>n3062</a:t>
          </a:r>
        </a:p>
      </dgm:t>
    </dgm:pt>
    <dgm:pt modelId="3063">
      <dgm:t>
        <a:p>
          <a:r>
            <a:t>n3063</a:t>
          </a:r>
        </a:p>
      </dgm:t>
    </dgm:pt>
    <dgm:pt modelId="3064">
      <dgm:t>
        <a:p>
          <a:r>
            <a:t>n3064</a:t>
          </a:r>
        </a:p>
      </dgm:t>
    </dgm:pt>
    <dgm:pt modelId="3065">
      <dgm:t>
        <a:p>
          <a:r>
            <a:t>n3065</a:t>
          </a:r>
        </a:p>
      </dgm:t>
    </dgm:pt>
    <dgm:pt modelId="3066">
      <dgm:t>
        <a:p>
          <a:r>
            <a:t>n3066</a:t>
          </a:r>
        </a:p>
      </dgm:t>
    </dgm:pt>
    <dgm:pt modelId="3067">
      <dgm:t>
        <a:p>
          <a:r>
            <a:t>n3067</a:t>
          </a:r>
        </a:p>
      </dgm:t>
    </dgm:pt>
    <dgm:pt modelId="3068">
      <dgm:t>
        <a:p>
          <a:r>
            <a:t>n3068</a:t>
          </a:r>
        </a:p>
      </dgm:t>
    </dgm:pt>
    <dgm:pt modelId="3069">
      <dgm:t>
        <a:p>
          <a:r>
            <a:t>n3069</a:t>
          </a:r>
        </a:p>
      </dgm:t>
    </dgm:pt>
    <dgm:pt modelId="3070">
      <dgm:t>
        <a:p>
          <a:r>
            <a:t>n3070</a:t>
          </a:r>
        </a:p>
      </dgm:t>
    </dgm:pt>
    <dgm:pt modelId="3071">
      <dgm:t>
        <a:p>
          <a:r>
            <a:t>n3071</a:t>
          </a:r>
        </a:p>
      </dgm:t>
    </dgm:pt>
    <dgm:pt modelId="3072">
      <dgm:t>
        <a:p>
          <a:r>
            <a:t>n3072</a:t>
          </a:r>
        </a:p>
      </dgm:t>
    </dgm:pt>
    <dgm:pt modelId="3073">
      <dgm:t>
        <a:p>
          <a:r>
            <a:t>n3073</a:t>
          </a:r>
        </a:p>
      </dgm:t>
    </dgm:pt>
    <dgm:pt modelId="3074">
      <dgm:t>
        <a:p>
          <a:r>
            <a:t>n3074</a:t>
          </a:r>
        </a:p>
      </dgm:t>
    </dgm:pt>
    <dgm:pt modelId="3075">
      <dgm:t>
        <a:p>
          <a:r>
            <a:t>n3075</a:t>
          </a:r>
        </a:p>
      </dgm:t>
    </dgm:pt>
    <dgm:pt modelId="3076">
      <dgm:t>
        <a:p>
          <a:r>
            <a:t>n3076</a:t>
          </a:r>
        </a:p>
      </dgm:t>
    </dgm:pt>
    <dgm:pt modelId="3077">
      <dgm:t>
        <a:p>
          <a:r>
            <a:t>n3077</a:t>
          </a:r>
        </a:p>
      </dgm:t>
    </dgm:pt>
    <dgm:pt modelId="3078">
      <dgm:t>
        <a:p>
          <a:r>
            <a:t>n3078</a:t>
          </a:r>
        </a:p>
      </dgm:t>
    </dgm:pt>
    <dgm:pt modelId="3079">
      <dgm:t>
        <a:p>
          <a:r>
            <a:t>n3079</a:t>
          </a:r>
        </a:p>
      </dgm:t>
    </dgm:pt>
    <dgm:pt modelId="3080">
      <dgm:t>
        <a:p>
          <a:r>
            <a:t>n3080</a:t>
          </a:r>
        </a:p>
      </dgm:t>
    </dgm:pt>
    <dgm:pt modelId="3081">
      <dgm:t>
        <a:p>
          <a:r>
            <a:t>n3081</a:t>
          </a:r>
        </a:p>
      </dgm:t>
    </dgm:pt>
    <dgm:pt modelId="3082">
      <dgm:t>
        <a:p>
          <a:r>
            <a:t>n3082</a:t>
          </a:r>
        </a:p>
      </dgm:t>
    </dgm:pt>
    <dgm:pt modelId="3083">
      <dgm:t>
        <a:p>
          <a:r>
            <a:t>n3083</a:t>
          </a:r>
        </a:p>
      </dgm:t>
    </dgm:pt>
    <dgm:pt modelId="3084">
      <dgm:t>
        <a:p>
          <a:r>
            <a:t>n3084</a:t>
          </a:r>
        </a:p>
      </dgm:t>
    </dgm:pt>
    <dgm:pt modelId="3085">
      <dgm:t>
        <a:p>
          <a:r>
            <a:t>n3085</a:t>
          </a:r>
        </a:p>
      </dgm:t>
    </dgm:pt>
    <dgm:pt modelId="3086">
      <dgm:t>
        <a:p>
          <a:r>
            <a:t>n3086</a:t>
          </a:r>
        </a:p>
      </dgm:t>
    </dgm:pt>
    <dgm:pt modelId="3087">
      <dgm:t>
        <a:p>
          <a:r>
            <a:t>n3087</a:t>
          </a:r>
        </a:p>
      </dgm:t>
    </dgm:pt>
    <dgm:pt modelId="3088">
      <dgm:t>
        <a:p>
          <a:r>
            <a:t>n3088</a:t>
          </a:r>
        </a:p>
      </dgm:t>
    </dgm:pt>
    <dgm:pt modelId="3089">
      <dgm:t>
        <a:p>
          <a:r>
            <a:t>n3089</a:t>
          </a:r>
        </a:p>
      </dgm:t>
    </dgm:pt>
    <dgm:pt modelId="3090">
      <dgm:t>
        <a:p>
          <a:r>
            <a:t>n3090</a:t>
          </a:r>
        </a:p>
      </dgm:t>
    </dgm:pt>
    <dgm:pt modelId="3091">
      <dgm:t>
        <a:p>
          <a:r>
            <a:t>n3091</a:t>
          </a:r>
        </a:p>
      </dgm:t>
    </dgm:pt>
    <dgm:pt modelId="3092">
      <dgm:t>
        <a:p>
          <a:r>
            <a:t>n3092</a:t>
          </a:r>
        </a:p>
      </dgm:t>
    </dgm:pt>
    <dgm:pt modelId="3093">
      <dgm:t>
        <a:p>
          <a:r>
            <a:t>n3093</a:t>
          </a:r>
        </a:p>
      </dgm:t>
    </dgm:pt>
    <dgm:pt modelId="3094">
      <dgm:t>
        <a:p>
          <a:r>
            <a:t>n3094</a:t>
          </a:r>
        </a:p>
      </dgm:t>
    </dgm:pt>
    <dgm:pt modelId="3095">
      <dgm:t>
        <a:p>
          <a:r>
            <a:t>n3095</a:t>
          </a:r>
        </a:p>
      </dgm:t>
    </dgm:pt>
    <dgm:pt modelId="3096">
      <dgm:t>
        <a:p>
          <a:r>
            <a:t>n3096</a:t>
          </a:r>
        </a:p>
      </dgm:t>
    </dgm:pt>
    <dgm:pt modelId="3097">
      <dgm:t>
        <a:p>
          <a:r>
            <a:t>n3097</a:t>
          </a:r>
        </a:p>
      </dgm:t>
    </dgm:pt>
    <dgm:pt modelId="3098">
      <dgm:t>
        <a:p>
          <a:r>
            <a:t>n3098</a:t>
          </a:r>
        </a:p>
      </dgm:t>
    </dgm:pt>
    <dgm:pt modelId="3099">
      <dgm:t>
        <a:p>
          <a:r>
            <a:t>n3099</a:t>
          </a:r>
        </a:p>
      </dgm:t>
    </dgm:pt>
    <dgm:pt modelId="3100">
      <dgm:t>
        <a:p>
          <a:r>
            <a:t>n3100</a:t>
          </a:r>
        </a:p>
      </dgm:t>
    </dgm:pt>
    <dgm:pt modelId="3101">
      <dgm:t>
        <a:p>
          <a:r>
            <a:t>n3101</a:t>
          </a:r>
        </a:p>
      </dgm:t>
    </dgm:pt>
    <dgm:pt modelId="3102">
      <dgm:t>
        <a:p>
          <a:r>
            <a:t>n3102</a:t>
          </a:r>
        </a:p>
      </dgm:t>
    </dgm:pt>
    <dgm:pt modelId="3103">
      <dgm:t>
        <a:p>
          <a:r>
            <a:t>n3103</a:t>
          </a:r>
        </a:p>
      </dgm:t>
    </dgm:pt>
    <dgm:pt modelId="3104">
      <dgm:t>
        <a:p>
          <a:r>
            <a:t>n3104</a:t>
          </a:r>
        </a:p>
      </dgm:t>
    </dgm:pt>
    <dgm:pt modelId="3105">
      <dgm:t>
        <a:p>
          <a:r>
            <a:t>n3105</a:t>
          </a:r>
        </a:p>
      </dgm:t>
    </dgm:pt>
    <dgm:pt modelId="3106">
      <dgm:t>
        <a:p>
          <a:r>
            <a:t>n3106</a:t>
          </a:r>
        </a:p>
      </dgm:t>
    </dgm:pt>
    <dgm:pt modelId="3107">
      <dgm:t>
        <a:p>
          <a:r>
            <a:t>n3107</a:t>
          </a:r>
        </a:p>
      </dgm:t>
    </dgm:pt>
    <dgm:pt modelId="3108">
      <dgm:t>
        <a:p>
          <a:r>
            <a:t>n3108</a:t>
          </a:r>
        </a:p>
      </dgm:t>
    </dgm:pt>
    <dgm:pt modelId="3109">
      <dgm:t>
        <a:p>
          <a:r>
            <a:t>n3109</a:t>
          </a:r>
        </a:p>
      </dgm:t>
    </dgm:pt>
    <dgm:pt modelId="3110">
      <dgm:t>
        <a:p>
          <a:r>
            <a:t>n3110</a:t>
          </a:r>
        </a:p>
      </dgm:t>
    </dgm:pt>
    <dgm:pt modelId="3111">
      <dgm:t>
        <a:p>
          <a:r>
            <a:t>n3111</a:t>
          </a:r>
        </a:p>
      </dgm:t>
    </dgm:pt>
    <dgm:pt modelId="3112">
      <dgm:t>
        <a:p>
          <a:r>
            <a:t>n3112</a:t>
          </a:r>
        </a:p>
      </dgm:t>
    </dgm:pt>
    <dgm:pt modelId="3113">
      <dgm:t>
        <a:p>
          <a:r>
            <a:t>n3113</a:t>
          </a:r>
        </a:p>
      </dgm:t>
    </dgm:pt>
    <dgm:pt modelId="3114">
      <dgm:t>
        <a:p>
          <a:r>
            <a:t>n3114</a:t>
          </a:r>
        </a:p>
      </dgm:t>
    </dgm:pt>
    <dgm:pt modelId="3115">
      <dgm:t>
        <a:p>
          <a:r>
            <a:t>n3115</a:t>
          </a:r>
        </a:p>
      </dgm:t>
    </dgm:pt>
    <dgm:pt modelId="3116">
      <dgm:t>
        <a:p>
          <a:r>
            <a:t>n3116</a:t>
          </a:r>
        </a:p>
      </dgm:t>
    </dgm:pt>
    <dgm:pt modelId="3117">
      <dgm:t>
        <a:p>
          <a:r>
            <a:t>n3117</a:t>
          </a:r>
        </a:p>
      </dgm:t>
    </dgm:pt>
    <dgm:pt modelId="3118">
      <dgm:t>
        <a:p>
          <a:r>
            <a:t>n3118</a:t>
          </a:r>
        </a:p>
      </dgm:t>
    </dgm:pt>
    <dgm:pt modelId="3119">
      <dgm:t>
        <a:p>
          <a:r>
            <a:t>n3119</a:t>
          </a:r>
        </a:p>
      </dgm:t>
    </dgm:pt>
    <dgm:pt modelId="3120">
      <dgm:t>
        <a:p>
          <a:r>
            <a:t>n3120</a:t>
          </a:r>
        </a:p>
      </dgm:t>
    </dgm:pt>
    <dgm:pt modelId="3121">
      <dgm:t>
        <a:p>
          <a:r>
            <a:t>n3121</a:t>
          </a:r>
        </a:p>
      </dgm:t>
    </dgm:pt>
    <dgm:pt modelId="3122">
      <dgm:t>
        <a:p>
          <a:r>
            <a:t>n3122</a:t>
          </a:r>
        </a:p>
      </dgm:t>
    </dgm:pt>
    <dgm:pt modelId="3123">
      <dgm:t>
        <a:p>
          <a:r>
            <a:t>n3123</a:t>
          </a:r>
        </a:p>
      </dgm:t>
    </dgm:pt>
    <dgm:pt modelId="3124">
      <dgm:t>
        <a:p>
          <a:r>
            <a:t>n3124</a:t>
          </a:r>
        </a:p>
      </dgm:t>
    </dgm:pt>
    <dgm:pt modelId="3125">
      <dgm:t>
        <a:p>
          <a:r>
            <a:t>n3125</a:t>
          </a:r>
        </a:p>
      </dgm:t>
    </dgm:pt>
    <dgm:pt modelId="3126">
      <dgm:t>
        <a:p>
          <a:r>
            <a:t>n3126</a:t>
          </a:r>
        </a:p>
      </dgm:t>
    </dgm:pt>
    <dgm:pt modelId="3127">
      <dgm:t>
        <a:p>
          <a:r>
            <a:t>n3127</a:t>
          </a:r>
        </a:p>
      </dgm:t>
    </dgm:pt>
    <dgm:pt modelId="3128">
      <dgm:t>
        <a:p>
          <a:r>
            <a:t>n3128</a:t>
          </a:r>
        </a:p>
      </dgm:t>
    </dgm:pt>
    <dgm:pt modelId="3129">
      <dgm:t>
        <a:p>
          <a:r>
            <a:t>n3129</a:t>
          </a:r>
        </a:p>
      </dgm:t>
    </dgm:pt>
    <dgm:pt modelId="3130">
      <dgm:t>
        <a:p>
          <a:r>
            <a:t>n3130</a:t>
          </a:r>
        </a:p>
      </dgm:t>
    </dgm:pt>
    <dgm:pt modelId="3131">
      <dgm:t>
        <a:p>
          <a:r>
            <a:t>n3131</a:t>
          </a:r>
        </a:p>
      </dgm:t>
    </dgm:pt>
    <dgm:pt modelId="3132">
      <dgm:t>
        <a:p>
          <a:r>
            <a:t>n3132</a:t>
          </a:r>
        </a:p>
      </dgm:t>
    </dgm:pt>
    <dgm:pt modelId="3133">
      <dgm:t>
        <a:p>
          <a:r>
            <a:t>n3133</a:t>
          </a:r>
        </a:p>
      </dgm:t>
    </dgm:pt>
    <dgm:pt modelId="3134">
      <dgm:t>
        <a:p>
          <a:r>
            <a:t>n3134</a:t>
          </a:r>
        </a:p>
      </dgm:t>
    </dgm:pt>
    <dgm:pt modelId="3135">
      <dgm:t>
        <a:p>
          <a:r>
            <a:t>n3135</a:t>
          </a:r>
        </a:p>
      </dgm:t>
    </dgm:pt>
    <dgm:pt modelId="3136">
      <dgm:t>
        <a:p>
          <a:r>
            <a:t>n3136</a:t>
          </a:r>
        </a:p>
      </dgm:t>
    </dgm:pt>
    <dgm:pt modelId="3137">
      <dgm:t>
        <a:p>
          <a:r>
            <a:t>n3137</a:t>
          </a:r>
        </a:p>
      </dgm:t>
    </dgm:pt>
    <dgm:pt modelId="3138">
      <dgm:t>
        <a:p>
          <a:r>
            <a:t>n3138</a:t>
          </a:r>
        </a:p>
      </dgm:t>
    </dgm:pt>
    <dgm:pt modelId="3139">
      <dgm:t>
        <a:p>
          <a:r>
            <a:t>n3139</a:t>
          </a:r>
        </a:p>
      </dgm:t>
    </dgm:pt>
    <dgm:pt modelId="3140">
      <dgm:t>
        <a:p>
          <a:r>
            <a:t>n3140</a:t>
          </a:r>
        </a:p>
      </dgm:t>
    </dgm:pt>
    <dgm:pt modelId="3141">
      <dgm:t>
        <a:p>
          <a:r>
            <a:t>n3141</a:t>
          </a:r>
        </a:p>
      </dgm:t>
    </dgm:pt>
    <dgm:pt modelId="3142">
      <dgm:t>
        <a:p>
          <a:r>
            <a:t>n3142</a:t>
          </a:r>
        </a:p>
      </dgm:t>
    </dgm:pt>
    <dgm:pt modelId="3143">
      <dgm:t>
        <a:p>
          <a:r>
            <a:t>n3143</a:t>
          </a:r>
        </a:p>
      </dgm:t>
    </dgm:pt>
    <dgm:pt modelId="3144">
      <dgm:t>
        <a:p>
          <a:r>
            <a:t>n3144</a:t>
          </a:r>
        </a:p>
      </dgm:t>
    </dgm:pt>
    <dgm:pt modelId="3145">
      <dgm:t>
        <a:p>
          <a:r>
            <a:t>n3145</a:t>
          </a:r>
        </a:p>
      </dgm:t>
    </dgm:pt>
    <dgm:pt modelId="3146">
      <dgm:t>
        <a:p>
          <a:r>
            <a:t>n3146</a:t>
          </a:r>
        </a:p>
      </dgm:t>
    </dgm:pt>
    <dgm:pt modelId="3147">
      <dgm:t>
        <a:p>
          <a:r>
            <a:t>n3147</a:t>
          </a:r>
        </a:p>
      </dgm:t>
    </dgm:pt>
    <dgm:pt modelId="3148">
      <dgm:t>
        <a:p>
          <a:r>
            <a:t>n3148</a:t>
          </a:r>
        </a:p>
      </dgm:t>
    </dgm:pt>
    <dgm:pt modelId="3149">
      <dgm:t>
        <a:p>
          <a:r>
            <a:t>n3149</a:t>
          </a:r>
        </a:p>
      </dgm:t>
    </dgm:pt>
    <dgm:pt modelId="3150">
      <dgm:t>
        <a:p>
          <a:r>
            <a:t>n3150</a:t>
          </a:r>
        </a:p>
      </dgm:t>
    </dgm:pt>
    <dgm:pt modelId="3151">
      <dgm:t>
        <a:p>
          <a:r>
            <a:t>n3151</a:t>
          </a:r>
        </a:p>
      </dgm:t>
    </dgm:pt>
    <dgm:pt modelId="3152">
      <dgm:t>
        <a:p>
          <a:r>
            <a:t>n3152</a:t>
          </a:r>
        </a:p>
      </dgm:t>
    </dgm:pt>
    <dgm:pt modelId="3153">
      <dgm:t>
        <a:p>
          <a:r>
            <a:t>n3153</a:t>
          </a:r>
        </a:p>
      </dgm:t>
    </dgm:pt>
    <dgm:pt modelId="3154">
      <dgm:t>
        <a:p>
          <a:r>
            <a:t>n3154</a:t>
          </a:r>
        </a:p>
      </dgm:t>
    </dgm:pt>
    <dgm:pt modelId="3155">
      <dgm:t>
        <a:p>
          <a:r>
            <a:t>n3155</a:t>
          </a:r>
        </a:p>
      </dgm:t>
    </dgm:pt>
    <dgm:pt modelId="3156">
      <dgm:t>
        <a:p>
          <a:r>
            <a:t>n3156</a:t>
          </a:r>
        </a:p>
      </dgm:t>
    </dgm:pt>
    <dgm:pt modelId="3157">
      <dgm:t>
        <a:p>
          <a:r>
            <a:t>n3157</a:t>
          </a:r>
        </a:p>
      </dgm:t>
    </dgm:pt>
    <dgm:pt modelId="3158">
      <dgm:t>
        <a:p>
          <a:r>
            <a:t>n3158</a:t>
          </a:r>
        </a:p>
      </dgm:t>
    </dgm:pt>
    <dgm:pt modelId="3159">
      <dgm:t>
        <a:p>
          <a:r>
            <a:t>n3159</a:t>
          </a:r>
        </a:p>
      </dgm:t>
    </dgm:pt>
    <dgm:pt modelId="3160">
      <dgm:t>
        <a:p>
          <a:r>
            <a:t>n3160</a:t>
          </a:r>
        </a:p>
      </dgm:t>
    </dgm:pt>
    <dgm:pt modelId="3161">
      <dgm:t>
        <a:p>
          <a:r>
            <a:t>n3161</a:t>
          </a:r>
        </a:p>
      </dgm:t>
    </dgm:pt>
    <dgm:pt modelId="3162">
      <dgm:t>
        <a:p>
          <a:r>
            <a:t>n3162</a:t>
          </a:r>
        </a:p>
      </dgm:t>
    </dgm:pt>
    <dgm:pt modelId="3163">
      <dgm:t>
        <a:p>
          <a:r>
            <a:t>n3163</a:t>
          </a:r>
        </a:p>
      </dgm:t>
    </dgm:pt>
    <dgm:pt modelId="3164">
      <dgm:t>
        <a:p>
          <a:r>
            <a:t>n3164</a:t>
          </a:r>
        </a:p>
      </dgm:t>
    </dgm:pt>
    <dgm:pt modelId="3165">
      <dgm:t>
        <a:p>
          <a:r>
            <a:t>n3165</a:t>
          </a:r>
        </a:p>
      </dgm:t>
    </dgm:pt>
    <dgm:pt modelId="3166">
      <dgm:t>
        <a:p>
          <a:r>
            <a:t>n3166</a:t>
          </a:r>
        </a:p>
      </dgm:t>
    </dgm:pt>
    <dgm:pt modelId="3167">
      <dgm:t>
        <a:p>
          <a:r>
            <a:t>n3167</a:t>
          </a:r>
        </a:p>
      </dgm:t>
    </dgm:pt>
    <dgm:pt modelId="3168">
      <dgm:t>
        <a:p>
          <a:r>
            <a:t>n3168</a:t>
          </a:r>
        </a:p>
      </dgm:t>
    </dgm:pt>
    <dgm:pt modelId="3169">
      <dgm:t>
        <a:p>
          <a:r>
            <a:t>n3169</a:t>
          </a:r>
        </a:p>
      </dgm:t>
    </dgm:pt>
    <dgm:pt modelId="3170">
      <dgm:t>
        <a:p>
          <a:r>
            <a:t>n3170</a:t>
          </a:r>
        </a:p>
      </dgm:t>
    </dgm:pt>
    <dgm:pt modelId="3171">
      <dgm:t>
        <a:p>
          <a:r>
            <a:t>n3171</a:t>
          </a:r>
        </a:p>
      </dgm:t>
    </dgm:pt>
    <dgm:pt modelId="3172">
      <dgm:t>
        <a:p>
          <a:r>
            <a:t>n3172</a:t>
          </a:r>
        </a:p>
      </dgm:t>
    </dgm:pt>
    <dgm:pt modelId="3173">
      <dgm:t>
        <a:p>
          <a:r>
            <a:t>n3173</a:t>
          </a:r>
        </a:p>
      </dgm:t>
    </dgm:pt>
    <dgm:pt modelId="3174">
      <dgm:t>
        <a:p>
          <a:r>
            <a:t>n3174</a:t>
          </a:r>
        </a:p>
      </dgm:t>
    </dgm:pt>
    <dgm:pt modelId="3175">
      <dgm:t>
        <a:p>
          <a:r>
            <a:t>n3175</a:t>
          </a:r>
        </a:p>
      </dgm:t>
    </dgm:pt>
    <dgm:pt modelId="3176">
      <dgm:t>
        <a:p>
          <a:r>
            <a:t>n3176</a:t>
          </a:r>
        </a:p>
      </dgm:t>
    </dgm:pt>
    <dgm:pt modelId="3177">
      <dgm:t>
        <a:p>
          <a:r>
            <a:t>n3177</a:t>
          </a:r>
        </a:p>
      </dgm:t>
    </dgm:pt>
    <dgm:pt modelId="3178">
      <dgm:t>
        <a:p>
          <a:r>
            <a:t>n3178</a:t>
          </a:r>
        </a:p>
      </dgm:t>
    </dgm:pt>
    <dgm:pt modelId="3179">
      <dgm:t>
        <a:p>
          <a:r>
            <a:t>n3179</a:t>
          </a:r>
        </a:p>
      </dgm:t>
    </dgm:pt>
    <dgm:pt modelId="3180">
      <dgm:t>
        <a:p>
          <a:r>
            <a:t>n3180</a:t>
          </a:r>
        </a:p>
      </dgm:t>
    </dgm:pt>
    <dgm:pt modelId="3181">
      <dgm:t>
        <a:p>
          <a:r>
            <a:t>n3181</a:t>
          </a:r>
        </a:p>
      </dgm:t>
    </dgm:pt>
    <dgm:pt modelId="3182">
      <dgm:t>
        <a:p>
          <a:r>
            <a:t>n3182</a:t>
          </a:r>
        </a:p>
      </dgm:t>
    </dgm:pt>
    <dgm:pt modelId="3183">
      <dgm:t>
        <a:p>
          <a:r>
            <a:t>n3183</a:t>
          </a:r>
        </a:p>
      </dgm:t>
    </dgm:pt>
    <dgm:pt modelId="3184">
      <dgm:t>
        <a:p>
          <a:r>
            <a:t>n3184</a:t>
          </a:r>
        </a:p>
      </dgm:t>
    </dgm:pt>
    <dgm:pt modelId="3185">
      <dgm:t>
        <a:p>
          <a:r>
            <a:t>n3185</a:t>
          </a:r>
        </a:p>
      </dgm:t>
    </dgm:pt>
    <dgm:pt modelId="3186">
      <dgm:t>
        <a:p>
          <a:r>
            <a:t>n3186</a:t>
          </a:r>
        </a:p>
      </dgm:t>
    </dgm:pt>
    <dgm:pt modelId="3187">
      <dgm:t>
        <a:p>
          <a:r>
            <a:t>n3187</a:t>
          </a:r>
        </a:p>
      </dgm:t>
    </dgm:pt>
    <dgm:pt modelId="3188">
      <dgm:t>
        <a:p>
          <a:r>
            <a:t>n3188</a:t>
          </a:r>
        </a:p>
      </dgm:t>
    </dgm:pt>
    <dgm:pt modelId="3189">
      <dgm:t>
        <a:p>
          <a:r>
            <a:t>n3189</a:t>
          </a:r>
        </a:p>
      </dgm:t>
    </dgm:pt>
    <dgm:pt modelId="3190">
      <dgm:t>
        <a:p>
          <a:r>
            <a:t>n3190</a:t>
          </a:r>
        </a:p>
      </dgm:t>
    </dgm:pt>
    <dgm:pt modelId="3191">
      <dgm:t>
        <a:p>
          <a:r>
            <a:t>n3191</a:t>
          </a:r>
        </a:p>
      </dgm:t>
    </dgm:pt>
    <dgm:pt modelId="3192">
      <dgm:t>
        <a:p>
          <a:r>
            <a:t>n3192</a:t>
          </a:r>
        </a:p>
      </dgm:t>
    </dgm:pt>
    <dgm:pt modelId="3193">
      <dgm:t>
        <a:p>
          <a:r>
            <a:t>n3193</a:t>
          </a:r>
        </a:p>
      </dgm:t>
    </dgm:pt>
    <dgm:pt modelId="3194">
      <dgm:t>
        <a:p>
          <a:r>
            <a:t>n3194</a:t>
          </a:r>
        </a:p>
      </dgm:t>
    </dgm:pt>
    <dgm:pt modelId="3195">
      <dgm:t>
        <a:p>
          <a:r>
            <a:t>n3195</a:t>
          </a:r>
        </a:p>
      </dgm:t>
    </dgm:pt>
    <dgm:pt modelId="3196">
      <dgm:t>
        <a:p>
          <a:r>
            <a:t>n3196</a:t>
          </a:r>
        </a:p>
      </dgm:t>
    </dgm:pt>
    <dgm:pt modelId="3197">
      <dgm:t>
        <a:p>
          <a:r>
            <a:t>n3197</a:t>
          </a:r>
        </a:p>
      </dgm:t>
    </dgm:pt>
    <dgm:pt modelId="3198">
      <dgm:t>
        <a:p>
          <a:r>
            <a:t>n3198</a:t>
          </a:r>
        </a:p>
      </dgm:t>
    </dgm:pt>
    <dgm:pt modelId="3199">
      <dgm:t>
        <a:p>
          <a:r>
            <a:t>n3199</a:t>
          </a:r>
        </a:p>
      </dgm:t>
    </dgm:pt>
    <dgm:pt modelId="3200">
      <dgm:t>
        <a:p>
          <a:r>
            <a:t>n3200</a:t>
          </a:r>
        </a:p>
      </dgm:t>
    </dgm:pt>
    <dgm:pt modelId="3201">
      <dgm:t>
        <a:p>
          <a:r>
            <a:t>n3201</a:t>
          </a:r>
        </a:p>
      </dgm:t>
    </dgm:pt>
    <dgm:pt modelId="3202">
      <dgm:t>
        <a:p>
          <a:r>
            <a:t>n3202</a:t>
          </a:r>
        </a:p>
      </dgm:t>
    </dgm:pt>
    <dgm:pt modelId="3203">
      <dgm:t>
        <a:p>
          <a:r>
            <a:t>n3203</a:t>
          </a:r>
        </a:p>
      </dgm:t>
    </dgm:pt>
    <dgm:pt modelId="3204">
      <dgm:t>
        <a:p>
          <a:r>
            <a:t>n3204</a:t>
          </a:r>
        </a:p>
      </dgm:t>
    </dgm:pt>
    <dgm:pt modelId="3205">
      <dgm:t>
        <a:p>
          <a:r>
            <a:t>n3205</a:t>
          </a:r>
        </a:p>
      </dgm:t>
    </dgm:pt>
    <dgm:pt modelId="3206">
      <dgm:t>
        <a:p>
          <a:r>
            <a:t>n3206</a:t>
          </a:r>
        </a:p>
      </dgm:t>
    </dgm:pt>
    <dgm:pt modelId="3207">
      <dgm:t>
        <a:p>
          <a:r>
            <a:t>n3207</a:t>
          </a:r>
        </a:p>
      </dgm:t>
    </dgm:pt>
    <dgm:pt modelId="3208">
      <dgm:t>
        <a:p>
          <a:r>
            <a:t>n3208</a:t>
          </a:r>
        </a:p>
      </dgm:t>
    </dgm:pt>
    <dgm:pt modelId="3209">
      <dgm:t>
        <a:p>
          <a:r>
            <a:t>n3209</a:t>
          </a:r>
        </a:p>
      </dgm:t>
    </dgm:pt>
    <dgm:pt modelId="3210">
      <dgm:t>
        <a:p>
          <a:r>
            <a:t>n3210</a:t>
          </a:r>
        </a:p>
      </dgm:t>
    </dgm:pt>
    <dgm:pt modelId="3211">
      <dgm:t>
        <a:p>
          <a:r>
            <a:t>n3211</a:t>
          </a:r>
        </a:p>
      </dgm:t>
    </dgm:pt>
    <dgm:pt modelId="3212">
      <dgm:t>
        <a:p>
          <a:r>
            <a:t>n3212</a:t>
          </a:r>
        </a:p>
      </dgm:t>
    </dgm:pt>
    <dgm:pt modelId="3213">
      <dgm:t>
        <a:p>
          <a:r>
            <a:t>n3213</a:t>
          </a:r>
        </a:p>
      </dgm:t>
    </dgm:pt>
    <dgm:pt modelId="3214">
      <dgm:t>
        <a:p>
          <a:r>
            <a:t>n3214</a:t>
          </a:r>
        </a:p>
      </dgm:t>
    </dgm:pt>
    <dgm:pt modelId="3215">
      <dgm:t>
        <a:p>
          <a:r>
            <a:t>n3215</a:t>
          </a:r>
        </a:p>
      </dgm:t>
    </dgm:pt>
    <dgm:pt modelId="3216">
      <dgm:t>
        <a:p>
          <a:r>
            <a:t>n3216</a:t>
          </a:r>
        </a:p>
      </dgm:t>
    </dgm:pt>
    <dgm:pt modelId="3217">
      <dgm:t>
        <a:p>
          <a:r>
            <a:t>n3217</a:t>
          </a:r>
        </a:p>
      </dgm:t>
    </dgm:pt>
    <dgm:pt modelId="3218">
      <dgm:t>
        <a:p>
          <a:r>
            <a:t>n3218</a:t>
          </a:r>
        </a:p>
      </dgm:t>
    </dgm:pt>
    <dgm:pt modelId="3219">
      <dgm:t>
        <a:p>
          <a:r>
            <a:t>n3219</a:t>
          </a:r>
        </a:p>
      </dgm:t>
    </dgm:pt>
    <dgm:pt modelId="3220">
      <dgm:t>
        <a:p>
          <a:r>
            <a:t>n3220</a:t>
          </a:r>
        </a:p>
      </dgm:t>
    </dgm:pt>
    <dgm:pt modelId="3221">
      <dgm:t>
        <a:p>
          <a:r>
            <a:t>n3221</a:t>
          </a:r>
        </a:p>
      </dgm:t>
    </dgm:pt>
    <dgm:pt modelId="3222">
      <dgm:t>
        <a:p>
          <a:r>
            <a:t>n3222</a:t>
          </a:r>
        </a:p>
      </dgm:t>
    </dgm:pt>
    <dgm:pt modelId="3223">
      <dgm:t>
        <a:p>
          <a:r>
            <a:t>n3223</a:t>
          </a:r>
        </a:p>
      </dgm:t>
    </dgm:pt>
    <dgm:pt modelId="3224">
      <dgm:t>
        <a:p>
          <a:r>
            <a:t>n3224</a:t>
          </a:r>
        </a:p>
      </dgm:t>
    </dgm:pt>
    <dgm:pt modelId="3225">
      <dgm:t>
        <a:p>
          <a:r>
            <a:t>n3225</a:t>
          </a:r>
        </a:p>
      </dgm:t>
    </dgm:pt>
    <dgm:pt modelId="3226">
      <dgm:t>
        <a:p>
          <a:r>
            <a:t>n3226</a:t>
          </a:r>
        </a:p>
      </dgm:t>
    </dgm:pt>
    <dgm:pt modelId="3227">
      <dgm:t>
        <a:p>
          <a:r>
            <a:t>n3227</a:t>
          </a:r>
        </a:p>
      </dgm:t>
    </dgm:pt>
    <dgm:pt modelId="3228">
      <dgm:t>
        <a:p>
          <a:r>
            <a:t>n3228</a:t>
          </a:r>
        </a:p>
      </dgm:t>
    </dgm:pt>
    <dgm:pt modelId="3229">
      <dgm:t>
        <a:p>
          <a:r>
            <a:t>n3229</a:t>
          </a:r>
        </a:p>
      </dgm:t>
    </dgm:pt>
    <dgm:pt modelId="3230">
      <dgm:t>
        <a:p>
          <a:r>
            <a:t>n3230</a:t>
          </a:r>
        </a:p>
      </dgm:t>
    </dgm:pt>
    <dgm:pt modelId="3231">
      <dgm:t>
        <a:p>
          <a:r>
            <a:t>n3231</a:t>
          </a:r>
        </a:p>
      </dgm:t>
    </dgm:pt>
    <dgm:pt modelId="3232">
      <dgm:t>
        <a:p>
          <a:r>
            <a:t>n3232</a:t>
          </a:r>
        </a:p>
      </dgm:t>
    </dgm:pt>
    <dgm:pt modelId="3233">
      <dgm:t>
        <a:p>
          <a:r>
            <a:t>n3233</a:t>
          </a:r>
        </a:p>
      </dgm:t>
    </dgm:pt>
    <dgm:pt modelId="3234">
      <dgm:t>
        <a:p>
          <a:r>
            <a:t>n3234</a:t>
          </a:r>
        </a:p>
      </dgm:t>
    </dgm:pt>
    <dgm:pt modelId="3235">
      <dgm:t>
        <a:p>
          <a:r>
            <a:t>n3235</a:t>
          </a:r>
        </a:p>
      </dgm:t>
    </dgm:pt>
    <dgm:pt modelId="3236">
      <dgm:t>
        <a:p>
          <a:r>
            <a:t>n3236</a:t>
          </a:r>
        </a:p>
      </dgm:t>
    </dgm:pt>
    <dgm:pt modelId="3237">
      <dgm:t>
        <a:p>
          <a:r>
            <a:t>n3237</a:t>
          </a:r>
        </a:p>
      </dgm:t>
    </dgm:pt>
    <dgm:pt modelId="3238">
      <dgm:t>
        <a:p>
          <a:r>
            <a:t>n3238</a:t>
          </a:r>
        </a:p>
      </dgm:t>
    </dgm:pt>
    <dgm:pt modelId="3239">
      <dgm:t>
        <a:p>
          <a:r>
            <a:t>n3239</a:t>
          </a:r>
        </a:p>
      </dgm:t>
    </dgm:pt>
    <dgm:pt modelId="3240">
      <dgm:t>
        <a:p>
          <a:r>
            <a:t>n3240</a:t>
          </a:r>
        </a:p>
      </dgm:t>
    </dgm:pt>
    <dgm:pt modelId="3241">
      <dgm:t>
        <a:p>
          <a:r>
            <a:t>n3241</a:t>
          </a:r>
        </a:p>
      </dgm:t>
    </dgm:pt>
    <dgm:pt modelId="3242">
      <dgm:t>
        <a:p>
          <a:r>
            <a:t>n3242</a:t>
          </a:r>
        </a:p>
      </dgm:t>
    </dgm:pt>
    <dgm:pt modelId="3243">
      <dgm:t>
        <a:p>
          <a:r>
            <a:t>n3243</a:t>
          </a:r>
        </a:p>
      </dgm:t>
    </dgm:pt>
    <dgm:pt modelId="3244">
      <dgm:t>
        <a:p>
          <a:r>
            <a:t>n3244</a:t>
          </a:r>
        </a:p>
      </dgm:t>
    </dgm:pt>
    <dgm:pt modelId="3245">
      <dgm:t>
        <a:p>
          <a:r>
            <a:t>n3245</a:t>
          </a:r>
        </a:p>
      </dgm:t>
    </dgm:pt>
    <dgm:pt modelId="3246">
      <dgm:t>
        <a:p>
          <a:r>
            <a:t>n3246</a:t>
          </a:r>
        </a:p>
      </dgm:t>
    </dgm:pt>
    <dgm:pt modelId="3247">
      <dgm:t>
        <a:p>
          <a:r>
            <a:t>n3247</a:t>
          </a:r>
        </a:p>
      </dgm:t>
    </dgm:pt>
    <dgm:pt modelId="3248">
      <dgm:t>
        <a:p>
          <a:r>
            <a:t>n3248</a:t>
          </a:r>
        </a:p>
      </dgm:t>
    </dgm:pt>
    <dgm:pt modelId="3249">
      <dgm:t>
        <a:p>
          <a:r>
            <a:t>n3249</a:t>
          </a:r>
        </a:p>
      </dgm:t>
    </dgm:pt>
    <dgm:pt modelId="3250">
      <dgm:t>
        <a:p>
          <a:r>
            <a:t>n3250</a:t>
          </a:r>
        </a:p>
      </dgm:t>
    </dgm:pt>
    <dgm:pt modelId="3251">
      <dgm:t>
        <a:p>
          <a:r>
            <a:t>n3251</a:t>
          </a:r>
        </a:p>
      </dgm:t>
    </dgm:pt>
    <dgm:pt modelId="3252">
      <dgm:t>
        <a:p>
          <a:r>
            <a:t>n3252</a:t>
          </a:r>
        </a:p>
      </dgm:t>
    </dgm:pt>
    <dgm:pt modelId="3253">
      <dgm:t>
        <a:p>
          <a:r>
            <a:t>n3253</a:t>
          </a:r>
        </a:p>
      </dgm:t>
    </dgm:pt>
    <dgm:pt modelId="3254">
      <dgm:t>
        <a:p>
          <a:r>
            <a:t>n3254</a:t>
          </a:r>
        </a:p>
      </dgm:t>
    </dgm:pt>
    <dgm:pt modelId="3255">
      <dgm:t>
        <a:p>
          <a:r>
            <a:t>n3255</a:t>
          </a:r>
        </a:p>
      </dgm:t>
    </dgm:pt>
    <dgm:pt modelId="3256">
      <dgm:t>
        <a:p>
          <a:r>
            <a:t>n3256</a:t>
          </a:r>
        </a:p>
      </dgm:t>
    </dgm:pt>
    <dgm:pt modelId="3257">
      <dgm:t>
        <a:p>
          <a:r>
            <a:t>n3257</a:t>
          </a:r>
        </a:p>
      </dgm:t>
    </dgm:pt>
    <dgm:pt modelId="3258">
      <dgm:t>
        <a:p>
          <a:r>
            <a:t>n3258</a:t>
          </a:r>
        </a:p>
      </dgm:t>
    </dgm:pt>
    <dgm:pt modelId="3259">
      <dgm:t>
        <a:p>
          <a:r>
            <a:t>n3259</a:t>
          </a:r>
        </a:p>
      </dgm:t>
    </dgm:pt>
    <dgm:pt modelId="3260">
      <dgm:t>
        <a:p>
          <a:r>
            <a:t>n3260</a:t>
          </a:r>
        </a:p>
      </dgm:t>
    </dgm:pt>
    <dgm:pt modelId="3261">
      <dgm:t>
        <a:p>
          <a:r>
            <a:t>n3261</a:t>
          </a:r>
        </a:p>
      </dgm:t>
    </dgm:pt>
    <dgm:pt modelId="3262">
      <dgm:t>
        <a:p>
          <a:r>
            <a:t>n3262</a:t>
          </a:r>
        </a:p>
      </dgm:t>
    </dgm:pt>
    <dgm:pt modelId="3263">
      <dgm:t>
        <a:p>
          <a:r>
            <a:t>n3263</a:t>
          </a:r>
        </a:p>
      </dgm:t>
    </dgm:pt>
    <dgm:pt modelId="3264">
      <dgm:t>
        <a:p>
          <a:r>
            <a:t>n3264</a:t>
          </a:r>
        </a:p>
      </dgm:t>
    </dgm:pt>
    <dgm:pt modelId="3265">
      <dgm:t>
        <a:p>
          <a:r>
            <a:t>n3265</a:t>
          </a:r>
        </a:p>
      </dgm:t>
    </dgm:pt>
    <dgm:pt modelId="3266">
      <dgm:t>
        <a:p>
          <a:r>
            <a:t>n3266</a:t>
          </a:r>
        </a:p>
      </dgm:t>
    </dgm:pt>
    <dgm:pt modelId="3267">
      <dgm:t>
        <a:p>
          <a:r>
            <a:t>n3267</a:t>
          </a:r>
        </a:p>
      </dgm:t>
    </dgm:pt>
    <dgm:pt modelId="3268">
      <dgm:t>
        <a:p>
          <a:r>
            <a:t>n3268</a:t>
          </a:r>
        </a:p>
      </dgm:t>
    </dgm:pt>
    <dgm:pt modelId="3269">
      <dgm:t>
        <a:p>
          <a:r>
            <a:t>n3269</a:t>
          </a:r>
        </a:p>
      </dgm:t>
    </dgm:pt>
    <dgm:pt modelId="3270">
      <dgm:t>
        <a:p>
          <a:r>
            <a:t>n3270</a:t>
          </a:r>
        </a:p>
      </dgm:t>
    </dgm:pt>
    <dgm:pt modelId="3271">
      <dgm:t>
        <a:p>
          <a:r>
            <a:t>n3271</a:t>
          </a:r>
        </a:p>
      </dgm:t>
    </dgm:pt>
    <dgm:pt modelId="3272">
      <dgm:t>
        <a:p>
          <a:r>
            <a:t>n3272</a:t>
          </a:r>
        </a:p>
      </dgm:t>
    </dgm:pt>
    <dgm:pt modelId="3273">
      <dgm:t>
        <a:p>
          <a:r>
            <a:t>n3273</a:t>
          </a:r>
        </a:p>
      </dgm:t>
    </dgm:pt>
    <dgm:pt modelId="3274">
      <dgm:t>
        <a:p>
          <a:r>
            <a:t>n3274</a:t>
          </a:r>
        </a:p>
      </dgm:t>
    </dgm:pt>
    <dgm:pt modelId="3275">
      <dgm:t>
        <a:p>
          <a:r>
            <a:t>n3275</a:t>
          </a:r>
        </a:p>
      </dgm:t>
    </dgm:pt>
    <dgm:pt modelId="3276">
      <dgm:t>
        <a:p>
          <a:r>
            <a:t>n3276</a:t>
          </a:r>
        </a:p>
      </dgm:t>
    </dgm:pt>
    <dgm:pt modelId="3277">
      <dgm:t>
        <a:p>
          <a:r>
            <a:t>n3277</a:t>
          </a:r>
        </a:p>
      </dgm:t>
    </dgm:pt>
    <dgm:pt modelId="3278">
      <dgm:t>
        <a:p>
          <a:r>
            <a:t>n3278</a:t>
          </a:r>
        </a:p>
      </dgm:t>
    </dgm:pt>
    <dgm:pt modelId="3279">
      <dgm:t>
        <a:p>
          <a:r>
            <a:t>n3279</a:t>
          </a:r>
        </a:p>
      </dgm:t>
    </dgm:pt>
    <dgm:pt modelId="3280">
      <dgm:t>
        <a:p>
          <a:r>
            <a:t>n3280</a:t>
          </a:r>
        </a:p>
      </dgm:t>
    </dgm:pt>
    <dgm:pt modelId="3281">
      <dgm:t>
        <a:p>
          <a:r>
            <a:t>n3281</a:t>
          </a:r>
        </a:p>
      </dgm:t>
    </dgm:pt>
    <dgm:pt modelId="3282">
      <dgm:t>
        <a:p>
          <a:r>
            <a:t>n3282</a:t>
          </a:r>
        </a:p>
      </dgm:t>
    </dgm:pt>
    <dgm:pt modelId="3283">
      <dgm:t>
        <a:p>
          <a:r>
            <a:t>n3283</a:t>
          </a:r>
        </a:p>
      </dgm:t>
    </dgm:pt>
    <dgm:pt modelId="3284">
      <dgm:t>
        <a:p>
          <a:r>
            <a:t>n3284</a:t>
          </a:r>
        </a:p>
      </dgm:t>
    </dgm:pt>
    <dgm:pt modelId="3285">
      <dgm:t>
        <a:p>
          <a:r>
            <a:t>n3285</a:t>
          </a:r>
        </a:p>
      </dgm:t>
    </dgm:pt>
    <dgm:pt modelId="3286">
      <dgm:t>
        <a:p>
          <a:r>
            <a:t>n3286</a:t>
          </a:r>
        </a:p>
      </dgm:t>
    </dgm:pt>
    <dgm:pt modelId="3287">
      <dgm:t>
        <a:p>
          <a:r>
            <a:t>n3287</a:t>
          </a:r>
        </a:p>
      </dgm:t>
    </dgm:pt>
    <dgm:pt modelId="3288">
      <dgm:t>
        <a:p>
          <a:r>
            <a:t>n3288</a:t>
          </a:r>
        </a:p>
      </dgm:t>
    </dgm:pt>
    <dgm:pt modelId="3289">
      <dgm:t>
        <a:p>
          <a:r>
            <a:t>n3289</a:t>
          </a:r>
        </a:p>
      </dgm:t>
    </dgm:pt>
    <dgm:pt modelId="3290">
      <dgm:t>
        <a:p>
          <a:r>
            <a:t>n3290</a:t>
          </a:r>
        </a:p>
      </dgm:t>
    </dgm:pt>
    <dgm:pt modelId="3291">
      <dgm:t>
        <a:p>
          <a:r>
            <a:t>n3291</a:t>
          </a:r>
        </a:p>
      </dgm:t>
    </dgm:pt>
    <dgm:pt modelId="3292">
      <dgm:t>
        <a:p>
          <a:r>
            <a:t>n3292</a:t>
          </a:r>
        </a:p>
      </dgm:t>
    </dgm:pt>
    <dgm:pt modelId="3293">
      <dgm:t>
        <a:p>
          <a:r>
            <a:t>n3293</a:t>
          </a:r>
        </a:p>
      </dgm:t>
    </dgm:pt>
    <dgm:pt modelId="3294">
      <dgm:t>
        <a:p>
          <a:r>
            <a:t>n3294</a:t>
          </a:r>
        </a:p>
      </dgm:t>
    </dgm:pt>
    <dgm:pt modelId="3295">
      <dgm:t>
        <a:p>
          <a:r>
            <a:t>n3295</a:t>
          </a:r>
        </a:p>
      </dgm:t>
    </dgm:pt>
    <dgm:pt modelId="3296">
      <dgm:t>
        <a:p>
          <a:r>
            <a:t>n3296</a:t>
          </a:r>
        </a:p>
      </dgm:t>
    </dgm:pt>
    <dgm:pt modelId="3297">
      <dgm:t>
        <a:p>
          <a:r>
            <a:t>n3297</a:t>
          </a:r>
        </a:p>
      </dgm:t>
    </dgm:pt>
    <dgm:pt modelId="3298">
      <dgm:t>
        <a:p>
          <a:r>
            <a:t>n3298</a:t>
          </a:r>
        </a:p>
      </dgm:t>
    </dgm:pt>
    <dgm:pt modelId="3299">
      <dgm:t>
        <a:p>
          <a:r>
            <a:t>n3299</a:t>
          </a:r>
        </a:p>
      </dgm:t>
    </dgm:pt>
    <dgm:pt modelId="3300">
      <dgm:t>
        <a:p>
          <a:r>
            <a:t>n3300</a:t>
          </a:r>
        </a:p>
      </dgm:t>
    </dgm:pt>
    <dgm:pt modelId="3301">
      <dgm:t>
        <a:p>
          <a:r>
            <a:t>n3301</a:t>
          </a:r>
        </a:p>
      </dgm:t>
    </dgm:pt>
    <dgm:pt modelId="3302">
      <dgm:t>
        <a:p>
          <a:r>
            <a:t>n3302</a:t>
          </a:r>
        </a:p>
      </dgm:t>
    </dgm:pt>
    <dgm:pt modelId="3303">
      <dgm:t>
        <a:p>
          <a:r>
            <a:t>n3303</a:t>
          </a:r>
        </a:p>
      </dgm:t>
    </dgm:pt>
    <dgm:pt modelId="3304">
      <dgm:t>
        <a:p>
          <a:r>
            <a:t>n3304</a:t>
          </a:r>
        </a:p>
      </dgm:t>
    </dgm:pt>
    <dgm:pt modelId="3305">
      <dgm:t>
        <a:p>
          <a:r>
            <a:t>n3305</a:t>
          </a:r>
        </a:p>
      </dgm:t>
    </dgm:pt>
    <dgm:pt modelId="3306">
      <dgm:t>
        <a:p>
          <a:r>
            <a:t>n3306</a:t>
          </a:r>
        </a:p>
      </dgm:t>
    </dgm:pt>
    <dgm:pt modelId="3307">
      <dgm:t>
        <a:p>
          <a:r>
            <a:t>n3307</a:t>
          </a:r>
        </a:p>
      </dgm:t>
    </dgm:pt>
    <dgm:pt modelId="3308">
      <dgm:t>
        <a:p>
          <a:r>
            <a:t>n3308</a:t>
          </a:r>
        </a:p>
      </dgm:t>
    </dgm:pt>
    <dgm:pt modelId="3309">
      <dgm:t>
        <a:p>
          <a:r>
            <a:t>n3309</a:t>
          </a:r>
        </a:p>
      </dgm:t>
    </dgm:pt>
    <dgm:pt modelId="3310">
      <dgm:t>
        <a:p>
          <a:r>
            <a:t>n3310</a:t>
          </a:r>
        </a:p>
      </dgm:t>
    </dgm:pt>
    <dgm:pt modelId="3311">
      <dgm:t>
        <a:p>
          <a:r>
            <a:t>n3311</a:t>
          </a:r>
        </a:p>
      </dgm:t>
    </dgm:pt>
    <dgm:pt modelId="3312">
      <dgm:t>
        <a:p>
          <a:r>
            <a:t>n3312</a:t>
          </a:r>
        </a:p>
      </dgm:t>
    </dgm:pt>
    <dgm:pt modelId="3313">
      <dgm:t>
        <a:p>
          <a:r>
            <a:t>n3313</a:t>
          </a:r>
        </a:p>
      </dgm:t>
    </dgm:pt>
    <dgm:pt modelId="3314">
      <dgm:t>
        <a:p>
          <a:r>
            <a:t>n3314</a:t>
          </a:r>
        </a:p>
      </dgm:t>
    </dgm:pt>
    <dgm:pt modelId="3315">
      <dgm:t>
        <a:p>
          <a:r>
            <a:t>n3315</a:t>
          </a:r>
        </a:p>
      </dgm:t>
    </dgm:pt>
    <dgm:pt modelId="3316">
      <dgm:t>
        <a:p>
          <a:r>
            <a:t>n3316</a:t>
          </a:r>
        </a:p>
      </dgm:t>
    </dgm:pt>
    <dgm:pt modelId="3317">
      <dgm:t>
        <a:p>
          <a:r>
            <a:t>n3317</a:t>
          </a:r>
        </a:p>
      </dgm:t>
    </dgm:pt>
    <dgm:pt modelId="3318">
      <dgm:t>
        <a:p>
          <a:r>
            <a:t>n3318</a:t>
          </a:r>
        </a:p>
      </dgm:t>
    </dgm:pt>
    <dgm:pt modelId="3319">
      <dgm:t>
        <a:p>
          <a:r>
            <a:t>n3319</a:t>
          </a:r>
        </a:p>
      </dgm:t>
    </dgm:pt>
    <dgm:pt modelId="3320">
      <dgm:t>
        <a:p>
          <a:r>
            <a:t>n3320</a:t>
          </a:r>
        </a:p>
      </dgm:t>
    </dgm:pt>
    <dgm:pt modelId="3321">
      <dgm:t>
        <a:p>
          <a:r>
            <a:t>n3321</a:t>
          </a:r>
        </a:p>
      </dgm:t>
    </dgm:pt>
    <dgm:pt modelId="3322">
      <dgm:t>
        <a:p>
          <a:r>
            <a:t>n3322</a:t>
          </a:r>
        </a:p>
      </dgm:t>
    </dgm:pt>
    <dgm:pt modelId="3323">
      <dgm:t>
        <a:p>
          <a:r>
            <a:t>n3323</a:t>
          </a:r>
        </a:p>
      </dgm:t>
    </dgm:pt>
    <dgm:pt modelId="3324">
      <dgm:t>
        <a:p>
          <a:r>
            <a:t>n3324</a:t>
          </a:r>
        </a:p>
      </dgm:t>
    </dgm:pt>
    <dgm:pt modelId="3325">
      <dgm:t>
        <a:p>
          <a:r>
            <a:t>n3325</a:t>
          </a:r>
        </a:p>
      </dgm:t>
    </dgm:pt>
    <dgm:pt modelId="3326">
      <dgm:t>
        <a:p>
          <a:r>
            <a:t>n3326</a:t>
          </a:r>
        </a:p>
      </dgm:t>
    </dgm:pt>
    <dgm:pt modelId="3327">
      <dgm:t>
        <a:p>
          <a:r>
            <a:t>n3327</a:t>
          </a:r>
        </a:p>
      </dgm:t>
    </dgm:pt>
    <dgm:pt modelId="3328">
      <dgm:t>
        <a:p>
          <a:r>
            <a:t>n3328</a:t>
          </a:r>
        </a:p>
      </dgm:t>
    </dgm:pt>
    <dgm:pt modelId="3329">
      <dgm:t>
        <a:p>
          <a:r>
            <a:t>n3329</a:t>
          </a:r>
        </a:p>
      </dgm:t>
    </dgm:pt>
    <dgm:pt modelId="3330">
      <dgm:t>
        <a:p>
          <a:r>
            <a:t>n3330</a:t>
          </a:r>
        </a:p>
      </dgm:t>
    </dgm:pt>
    <dgm:pt modelId="3331">
      <dgm:t>
        <a:p>
          <a:r>
            <a:t>n3331</a:t>
          </a:r>
        </a:p>
      </dgm:t>
    </dgm:pt>
    <dgm:pt modelId="3332">
      <dgm:t>
        <a:p>
          <a:r>
            <a:t>n3332</a:t>
          </a:r>
        </a:p>
      </dgm:t>
    </dgm:pt>
    <dgm:pt modelId="3333">
      <dgm:t>
        <a:p>
          <a:r>
            <a:t>n3333</a:t>
          </a:r>
        </a:p>
      </dgm:t>
    </dgm:pt>
    <dgm:pt modelId="3334">
      <dgm:t>
        <a:p>
          <a:r>
            <a:t>n3334</a:t>
          </a:r>
        </a:p>
      </dgm:t>
    </dgm:pt>
    <dgm:pt modelId="3335">
      <dgm:t>
        <a:p>
          <a:r>
            <a:t>n3335</a:t>
          </a:r>
        </a:p>
      </dgm:t>
    </dgm:pt>
    <dgm:pt modelId="3336">
      <dgm:t>
        <a:p>
          <a:r>
            <a:t>n3336</a:t>
          </a:r>
        </a:p>
      </dgm:t>
    </dgm:pt>
    <dgm:pt modelId="3337">
      <dgm:t>
        <a:p>
          <a:r>
            <a:t>n3337</a:t>
          </a:r>
        </a:p>
      </dgm:t>
    </dgm:pt>
    <dgm:pt modelId="3338">
      <dgm:t>
        <a:p>
          <a:r>
            <a:t>n3338</a:t>
          </a:r>
        </a:p>
      </dgm:t>
    </dgm:pt>
    <dgm:pt modelId="3339">
      <dgm:t>
        <a:p>
          <a:r>
            <a:t>n3339</a:t>
          </a:r>
        </a:p>
      </dgm:t>
    </dgm:pt>
    <dgm:pt modelId="3340">
      <dgm:t>
        <a:p>
          <a:r>
            <a:t>n3340</a:t>
          </a:r>
        </a:p>
      </dgm:t>
    </dgm:pt>
    <dgm:pt modelId="3341">
      <dgm:t>
        <a:p>
          <a:r>
            <a:t>n3341</a:t>
          </a:r>
        </a:p>
      </dgm:t>
    </dgm:pt>
    <dgm:pt modelId="3342">
      <dgm:t>
        <a:p>
          <a:r>
            <a:t>n3342</a:t>
          </a:r>
        </a:p>
      </dgm:t>
    </dgm:pt>
    <dgm:pt modelId="3343">
      <dgm:t>
        <a:p>
          <a:r>
            <a:t>n3343</a:t>
          </a:r>
        </a:p>
      </dgm:t>
    </dgm:pt>
    <dgm:pt modelId="3344">
      <dgm:t>
        <a:p>
          <a:r>
            <a:t>n3344</a:t>
          </a:r>
        </a:p>
      </dgm:t>
    </dgm:pt>
    <dgm:pt modelId="3345">
      <dgm:t>
        <a:p>
          <a:r>
            <a:t>n3345</a:t>
          </a:r>
        </a:p>
      </dgm:t>
    </dgm:pt>
    <dgm:pt modelId="3346">
      <dgm:t>
        <a:p>
          <a:r>
            <a:t>n3346</a:t>
          </a:r>
        </a:p>
      </dgm:t>
    </dgm:pt>
    <dgm:pt modelId="3347">
      <dgm:t>
        <a:p>
          <a:r>
            <a:t>n3347</a:t>
          </a:r>
        </a:p>
      </dgm:t>
    </dgm:pt>
    <dgm:pt modelId="3348">
      <dgm:t>
        <a:p>
          <a:r>
            <a:t>n3348</a:t>
          </a:r>
        </a:p>
      </dgm:t>
    </dgm:pt>
    <dgm:pt modelId="3349">
      <dgm:t>
        <a:p>
          <a:r>
            <a:t>n3349</a:t>
          </a:r>
        </a:p>
      </dgm:t>
    </dgm:pt>
    <dgm:pt modelId="3350">
      <dgm:t>
        <a:p>
          <a:r>
            <a:t>n3350</a:t>
          </a:r>
        </a:p>
      </dgm:t>
    </dgm:pt>
    <dgm:pt modelId="3351">
      <dgm:t>
        <a:p>
          <a:r>
            <a:t>n3351</a:t>
          </a:r>
        </a:p>
      </dgm:t>
    </dgm:pt>
    <dgm:pt modelId="3352">
      <dgm:t>
        <a:p>
          <a:r>
            <a:t>n3352</a:t>
          </a:r>
        </a:p>
      </dgm:t>
    </dgm:pt>
    <dgm:pt modelId="3353">
      <dgm:t>
        <a:p>
          <a:r>
            <a:t>n3353</a:t>
          </a:r>
        </a:p>
      </dgm:t>
    </dgm:pt>
    <dgm:pt modelId="3354">
      <dgm:t>
        <a:p>
          <a:r>
            <a:t>n3354</a:t>
          </a:r>
        </a:p>
      </dgm:t>
    </dgm:pt>
    <dgm:pt modelId="3355">
      <dgm:t>
        <a:p>
          <a:r>
            <a:t>n3355</a:t>
          </a:r>
        </a:p>
      </dgm:t>
    </dgm:pt>
    <dgm:pt modelId="3356">
      <dgm:t>
        <a:p>
          <a:r>
            <a:t>n3356</a:t>
          </a:r>
        </a:p>
      </dgm:t>
    </dgm:pt>
    <dgm:pt modelId="3357">
      <dgm:t>
        <a:p>
          <a:r>
            <a:t>n3357</a:t>
          </a:r>
        </a:p>
      </dgm:t>
    </dgm:pt>
    <dgm:pt modelId="3358">
      <dgm:t>
        <a:p>
          <a:r>
            <a:t>n3358</a:t>
          </a:r>
        </a:p>
      </dgm:t>
    </dgm:pt>
    <dgm:pt modelId="3359">
      <dgm:t>
        <a:p>
          <a:r>
            <a:t>n3359</a:t>
          </a:r>
        </a:p>
      </dgm:t>
    </dgm:pt>
    <dgm:pt modelId="3360">
      <dgm:t>
        <a:p>
          <a:r>
            <a:t>n3360</a:t>
          </a:r>
        </a:p>
      </dgm:t>
    </dgm:pt>
    <dgm:pt modelId="3361">
      <dgm:t>
        <a:p>
          <a:r>
            <a:t>n3361</a:t>
          </a:r>
        </a:p>
      </dgm:t>
    </dgm:pt>
    <dgm:pt modelId="3362">
      <dgm:t>
        <a:p>
          <a:r>
            <a:t>n3362</a:t>
          </a:r>
        </a:p>
      </dgm:t>
    </dgm:pt>
    <dgm:pt modelId="3363">
      <dgm:t>
        <a:p>
          <a:r>
            <a:t>n3363</a:t>
          </a:r>
        </a:p>
      </dgm:t>
    </dgm:pt>
    <dgm:pt modelId="3364">
      <dgm:t>
        <a:p>
          <a:r>
            <a:t>n3364</a:t>
          </a:r>
        </a:p>
      </dgm:t>
    </dgm:pt>
    <dgm:pt modelId="3365">
      <dgm:t>
        <a:p>
          <a:r>
            <a:t>n3365</a:t>
          </a:r>
        </a:p>
      </dgm:t>
    </dgm:pt>
    <dgm:pt modelId="3366">
      <dgm:t>
        <a:p>
          <a:r>
            <a:t>n3366</a:t>
          </a:r>
        </a:p>
      </dgm:t>
    </dgm:pt>
    <dgm:pt modelId="3367">
      <dgm:t>
        <a:p>
          <a:r>
            <a:t>n3367</a:t>
          </a:r>
        </a:p>
      </dgm:t>
    </dgm:pt>
    <dgm:pt modelId="3368">
      <dgm:t>
        <a:p>
          <a:r>
            <a:t>n3368</a:t>
          </a:r>
        </a:p>
      </dgm:t>
    </dgm:pt>
    <dgm:pt modelId="3369">
      <dgm:t>
        <a:p>
          <a:r>
            <a:t>n3369</a:t>
          </a:r>
        </a:p>
      </dgm:t>
    </dgm:pt>
    <dgm:pt modelId="3370">
      <dgm:t>
        <a:p>
          <a:r>
            <a:t>n3370</a:t>
          </a:r>
        </a:p>
      </dgm:t>
    </dgm:pt>
    <dgm:pt modelId="3371">
      <dgm:t>
        <a:p>
          <a:r>
            <a:t>n3371</a:t>
          </a:r>
        </a:p>
      </dgm:t>
    </dgm:pt>
    <dgm:pt modelId="3372">
      <dgm:t>
        <a:p>
          <a:r>
            <a:t>n3372</a:t>
          </a:r>
        </a:p>
      </dgm:t>
    </dgm:pt>
    <dgm:pt modelId="3373">
      <dgm:t>
        <a:p>
          <a:r>
            <a:t>n3373</a:t>
          </a:r>
        </a:p>
      </dgm:t>
    </dgm:pt>
    <dgm:pt modelId="3374">
      <dgm:t>
        <a:p>
          <a:r>
            <a:t>n3374</a:t>
          </a:r>
        </a:p>
      </dgm:t>
    </dgm:pt>
    <dgm:pt modelId="3375">
      <dgm:t>
        <a:p>
          <a:r>
            <a:t>n3375</a:t>
          </a:r>
        </a:p>
      </dgm:t>
    </dgm:pt>
    <dgm:pt modelId="3376">
      <dgm:t>
        <a:p>
          <a:r>
            <a:t>n3376</a:t>
          </a:r>
        </a:p>
      </dgm:t>
    </dgm:pt>
    <dgm:pt modelId="3377">
      <dgm:t>
        <a:p>
          <a:r>
            <a:t>n3377</a:t>
          </a:r>
        </a:p>
      </dgm:t>
    </dgm:pt>
    <dgm:pt modelId="3378">
      <dgm:t>
        <a:p>
          <a:r>
            <a:t>n3378</a:t>
          </a:r>
        </a:p>
      </dgm:t>
    </dgm:pt>
    <dgm:pt modelId="3379">
      <dgm:t>
        <a:p>
          <a:r>
            <a:t>n3379</a:t>
          </a:r>
        </a:p>
      </dgm:t>
    </dgm:pt>
    <dgm:pt modelId="3380">
      <dgm:t>
        <a:p>
          <a:r>
            <a:t>n3380</a:t>
          </a:r>
        </a:p>
      </dgm:t>
    </dgm:pt>
    <dgm:pt modelId="3381">
      <dgm:t>
        <a:p>
          <a:r>
            <a:t>n3381</a:t>
          </a:r>
        </a:p>
      </dgm:t>
    </dgm:pt>
    <dgm:pt modelId="3382">
      <dgm:t>
        <a:p>
          <a:r>
            <a:t>n3382</a:t>
          </a:r>
        </a:p>
      </dgm:t>
    </dgm:pt>
    <dgm:pt modelId="3383">
      <dgm:t>
        <a:p>
          <a:r>
            <a:t>n3383</a:t>
          </a:r>
        </a:p>
      </dgm:t>
    </dgm:pt>
    <dgm:pt modelId="3384">
      <dgm:t>
        <a:p>
          <a:r>
            <a:t>n3384</a:t>
          </a:r>
        </a:p>
      </dgm:t>
    </dgm:pt>
    <dgm:pt modelId="3385">
      <dgm:t>
        <a:p>
          <a:r>
            <a:t>n3385</a:t>
          </a:r>
        </a:p>
      </dgm:t>
    </dgm:pt>
    <dgm:pt modelId="3386">
      <dgm:t>
        <a:p>
          <a:r>
            <a:t>n3386</a:t>
          </a:r>
        </a:p>
      </dgm:t>
    </dgm:pt>
    <dgm:pt modelId="3387">
      <dgm:t>
        <a:p>
          <a:r>
            <a:t>n3387</a:t>
          </a:r>
        </a:p>
      </dgm:t>
    </dgm:pt>
    <dgm:pt modelId="3388">
      <dgm:t>
        <a:p>
          <a:r>
            <a:t>n3388</a:t>
          </a:r>
        </a:p>
      </dgm:t>
    </dgm:pt>
    <dgm:pt modelId="3389">
      <dgm:t>
        <a:p>
          <a:r>
            <a:t>n3389</a:t>
          </a:r>
        </a:p>
      </dgm:t>
    </dgm:pt>
    <dgm:pt modelId="3390">
      <dgm:t>
        <a:p>
          <a:r>
            <a:t>n3390</a:t>
          </a:r>
        </a:p>
      </dgm:t>
    </dgm:pt>
    <dgm:pt modelId="3391">
      <dgm:t>
        <a:p>
          <a:r>
            <a:t>n3391</a:t>
          </a:r>
        </a:p>
      </dgm:t>
    </dgm:pt>
    <dgm:pt modelId="3392">
      <dgm:t>
        <a:p>
          <a:r>
            <a:t>n3392</a:t>
          </a:r>
        </a:p>
      </dgm:t>
    </dgm:pt>
    <dgm:pt modelId="3393">
      <dgm:t>
        <a:p>
          <a:r>
            <a:t>n3393</a:t>
          </a:r>
        </a:p>
      </dgm:t>
    </dgm:pt>
    <dgm:pt modelId="3394">
      <dgm:t>
        <a:p>
          <a:r>
            <a:t>n3394</a:t>
          </a:r>
        </a:p>
      </dgm:t>
    </dgm:pt>
    <dgm:pt modelId="3395">
      <dgm:t>
        <a:p>
          <a:r>
            <a:t>n3395</a:t>
          </a:r>
        </a:p>
      </dgm:t>
    </dgm:pt>
    <dgm:pt modelId="3396">
      <dgm:t>
        <a:p>
          <a:r>
            <a:t>n3396</a:t>
          </a:r>
        </a:p>
      </dgm:t>
    </dgm:pt>
    <dgm:pt modelId="3397">
      <dgm:t>
        <a:p>
          <a:r>
            <a:t>n3397</a:t>
          </a:r>
        </a:p>
      </dgm:t>
    </dgm:pt>
    <dgm:pt modelId="3398">
      <dgm:t>
        <a:p>
          <a:r>
            <a:t>n3398</a:t>
          </a:r>
        </a:p>
      </dgm:t>
    </dgm:pt>
    <dgm:pt modelId="3399">
      <dgm:t>
        <a:p>
          <a:r>
            <a:t>n3399</a:t>
          </a:r>
        </a:p>
      </dgm:t>
    </dgm:pt>
    <dgm:pt modelId="3400">
      <dgm:t>
        <a:p>
          <a:r>
            <a:t>n3400</a:t>
          </a:r>
        </a:p>
      </dgm:t>
    </dgm:pt>
    <dgm:pt modelId="3401">
      <dgm:t>
        <a:p>
          <a:r>
            <a:t>n3401</a:t>
          </a:r>
        </a:p>
      </dgm:t>
    </dgm:pt>
    <dgm:pt modelId="3402">
      <dgm:t>
        <a:p>
          <a:r>
            <a:t>n3402</a:t>
          </a:r>
        </a:p>
      </dgm:t>
    </dgm:pt>
    <dgm:pt modelId="3403">
      <dgm:t>
        <a:p>
          <a:r>
            <a:t>n3403</a:t>
          </a:r>
        </a:p>
      </dgm:t>
    </dgm:pt>
    <dgm:pt modelId="3404">
      <dgm:t>
        <a:p>
          <a:r>
            <a:t>n3404</a:t>
          </a:r>
        </a:p>
      </dgm:t>
    </dgm:pt>
    <dgm:pt modelId="3405">
      <dgm:t>
        <a:p>
          <a:r>
            <a:t>n3405</a:t>
          </a:r>
        </a:p>
      </dgm:t>
    </dgm:pt>
    <dgm:pt modelId="3406">
      <dgm:t>
        <a:p>
          <a:r>
            <a:t>n3406</a:t>
          </a:r>
        </a:p>
      </dgm:t>
    </dgm:pt>
    <dgm:pt modelId="3407">
      <dgm:t>
        <a:p>
          <a:r>
            <a:t>n3407</a:t>
          </a:r>
        </a:p>
      </dgm:t>
    </dgm:pt>
    <dgm:pt modelId="3408">
      <dgm:t>
        <a:p>
          <a:r>
            <a:t>n3408</a:t>
          </a:r>
        </a:p>
      </dgm:t>
    </dgm:pt>
    <dgm:pt modelId="3409">
      <dgm:t>
        <a:p>
          <a:r>
            <a:t>n3409</a:t>
          </a:r>
        </a:p>
      </dgm:t>
    </dgm:pt>
    <dgm:pt modelId="3410">
      <dgm:t>
        <a:p>
          <a:r>
            <a:t>n3410</a:t>
          </a:r>
        </a:p>
      </dgm:t>
    </dgm:pt>
    <dgm:pt modelId="3411">
      <dgm:t>
        <a:p>
          <a:r>
            <a:t>n3411</a:t>
          </a:r>
        </a:p>
      </dgm:t>
    </dgm:pt>
    <dgm:pt modelId="3412">
      <dgm:t>
        <a:p>
          <a:r>
            <a:t>n3412</a:t>
          </a:r>
        </a:p>
      </dgm:t>
    </dgm:pt>
    <dgm:pt modelId="3413">
      <dgm:t>
        <a:p>
          <a:r>
            <a:t>n3413</a:t>
          </a:r>
        </a:p>
      </dgm:t>
    </dgm:pt>
    <dgm:pt modelId="3414">
      <dgm:t>
        <a:p>
          <a:r>
            <a:t>n3414</a:t>
          </a:r>
        </a:p>
      </dgm:t>
    </dgm:pt>
    <dgm:pt modelId="3415">
      <dgm:t>
        <a:p>
          <a:r>
            <a:t>n3415</a:t>
          </a:r>
        </a:p>
      </dgm:t>
    </dgm:pt>
    <dgm:pt modelId="3416">
      <dgm:t>
        <a:p>
          <a:r>
            <a:t>n3416</a:t>
          </a:r>
        </a:p>
      </dgm:t>
    </dgm:pt>
    <dgm:pt modelId="3417">
      <dgm:t>
        <a:p>
          <a:r>
            <a:t>n3417</a:t>
          </a:r>
        </a:p>
      </dgm:t>
    </dgm:pt>
    <dgm:pt modelId="3418">
      <dgm:t>
        <a:p>
          <a:r>
            <a:t>n3418</a:t>
          </a:r>
        </a:p>
      </dgm:t>
    </dgm:pt>
    <dgm:pt modelId="3419">
      <dgm:t>
        <a:p>
          <a:r>
            <a:t>n3419</a:t>
          </a:r>
        </a:p>
      </dgm:t>
    </dgm:pt>
    <dgm:pt modelId="3420">
      <dgm:t>
        <a:p>
          <a:r>
            <a:t>n3420</a:t>
          </a:r>
        </a:p>
      </dgm:t>
    </dgm:pt>
    <dgm:pt modelId="3421">
      <dgm:t>
        <a:p>
          <a:r>
            <a:t>n3421</a:t>
          </a:r>
        </a:p>
      </dgm:t>
    </dgm:pt>
    <dgm:pt modelId="3422">
      <dgm:t>
        <a:p>
          <a:r>
            <a:t>n3422</a:t>
          </a:r>
        </a:p>
      </dgm:t>
    </dgm:pt>
    <dgm:pt modelId="3423">
      <dgm:t>
        <a:p>
          <a:r>
            <a:t>n3423</a:t>
          </a:r>
        </a:p>
      </dgm:t>
    </dgm:pt>
    <dgm:pt modelId="3424">
      <dgm:t>
        <a:p>
          <a:r>
            <a:t>n3424</a:t>
          </a:r>
        </a:p>
      </dgm:t>
    </dgm:pt>
    <dgm:pt modelId="3425">
      <dgm:t>
        <a:p>
          <a:r>
            <a:t>n3425</a:t>
          </a:r>
        </a:p>
      </dgm:t>
    </dgm:pt>
    <dgm:pt modelId="3426">
      <dgm:t>
        <a:p>
          <a:r>
            <a:t>n3426</a:t>
          </a:r>
        </a:p>
      </dgm:t>
    </dgm:pt>
    <dgm:pt modelId="3427">
      <dgm:t>
        <a:p>
          <a:r>
            <a:t>n3427</a:t>
          </a:r>
        </a:p>
      </dgm:t>
    </dgm:pt>
    <dgm:pt modelId="3428">
      <dgm:t>
        <a:p>
          <a:r>
            <a:t>n3428</a:t>
          </a:r>
        </a:p>
      </dgm:t>
    </dgm:pt>
    <dgm:pt modelId="3429">
      <dgm:t>
        <a:p>
          <a:r>
            <a:t>n3429</a:t>
          </a:r>
        </a:p>
      </dgm:t>
    </dgm:pt>
    <dgm:pt modelId="3430">
      <dgm:t>
        <a:p>
          <a:r>
            <a:t>n3430</a:t>
          </a:r>
        </a:p>
      </dgm:t>
    </dgm:pt>
    <dgm:pt modelId="3431">
      <dgm:t>
        <a:p>
          <a:r>
            <a:t>n3431</a:t>
          </a:r>
        </a:p>
      </dgm:t>
    </dgm:pt>
    <dgm:pt modelId="3432">
      <dgm:t>
        <a:p>
          <a:r>
            <a:t>n3432</a:t>
          </a:r>
        </a:p>
      </dgm:t>
    </dgm:pt>
    <dgm:pt modelId="3433">
      <dgm:t>
        <a:p>
          <a:r>
            <a:t>n3433</a:t>
          </a:r>
        </a:p>
      </dgm:t>
    </dgm:pt>
    <dgm:pt modelId="3434">
      <dgm:t>
        <a:p>
          <a:r>
            <a:t>n3434</a:t>
          </a:r>
        </a:p>
      </dgm:t>
    </dgm:pt>
    <dgm:pt modelId="3435">
      <dgm:t>
        <a:p>
          <a:r>
            <a:t>n3435</a:t>
          </a:r>
        </a:p>
      </dgm:t>
    </dgm:pt>
    <dgm:pt modelId="3436">
      <dgm:t>
        <a:p>
          <a:r>
            <a:t>n3436</a:t>
          </a:r>
        </a:p>
      </dgm:t>
    </dgm:pt>
    <dgm:pt modelId="3437">
      <dgm:t>
        <a:p>
          <a:r>
            <a:t>n3437</a:t>
          </a:r>
        </a:p>
      </dgm:t>
    </dgm:pt>
    <dgm:pt modelId="3438">
      <dgm:t>
        <a:p>
          <a:r>
            <a:t>n3438</a:t>
          </a:r>
        </a:p>
      </dgm:t>
    </dgm:pt>
    <dgm:pt modelId="3439">
      <dgm:t>
        <a:p>
          <a:r>
            <a:t>n3439</a:t>
          </a:r>
        </a:p>
      </dgm:t>
    </dgm:pt>
    <dgm:pt modelId="3440">
      <dgm:t>
        <a:p>
          <a:r>
            <a:t>n3440</a:t>
          </a:r>
        </a:p>
      </dgm:t>
    </dgm:pt>
    <dgm:pt modelId="3441">
      <dgm:t>
        <a:p>
          <a:r>
            <a:t>n3441</a:t>
          </a:r>
        </a:p>
      </dgm:t>
    </dgm:pt>
    <dgm:pt modelId="3442">
      <dgm:t>
        <a:p>
          <a:r>
            <a:t>n3442</a:t>
          </a:r>
        </a:p>
      </dgm:t>
    </dgm:pt>
    <dgm:pt modelId="3443">
      <dgm:t>
        <a:p>
          <a:r>
            <a:t>n3443</a:t>
          </a:r>
        </a:p>
      </dgm:t>
    </dgm:pt>
    <dgm:pt modelId="3444">
      <dgm:t>
        <a:p>
          <a:r>
            <a:t>n3444</a:t>
          </a:r>
        </a:p>
      </dgm:t>
    </dgm:pt>
    <dgm:pt modelId="3445">
      <dgm:t>
        <a:p>
          <a:r>
            <a:t>n3445</a:t>
          </a:r>
        </a:p>
      </dgm:t>
    </dgm:pt>
    <dgm:pt modelId="3446">
      <dgm:t>
        <a:p>
          <a:r>
            <a:t>n3446</a:t>
          </a:r>
        </a:p>
      </dgm:t>
    </dgm:pt>
    <dgm:pt modelId="3447">
      <dgm:t>
        <a:p>
          <a:r>
            <a:t>n3447</a:t>
          </a:r>
        </a:p>
      </dgm:t>
    </dgm:pt>
    <dgm:pt modelId="3448">
      <dgm:t>
        <a:p>
          <a:r>
            <a:t>n3448</a:t>
          </a:r>
        </a:p>
      </dgm:t>
    </dgm:pt>
    <dgm:pt modelId="3449">
      <dgm:t>
        <a:p>
          <a:r>
            <a:t>n3449</a:t>
          </a:r>
        </a:p>
      </dgm:t>
    </dgm:pt>
    <dgm:pt modelId="3450">
      <dgm:t>
        <a:p>
          <a:r>
            <a:t>n3450</a:t>
          </a:r>
        </a:p>
      </dgm:t>
    </dgm:pt>
    <dgm:pt modelId="3451">
      <dgm:t>
        <a:p>
          <a:r>
            <a:t>n3451</a:t>
          </a:r>
        </a:p>
      </dgm:t>
    </dgm:pt>
    <dgm:pt modelId="3452">
      <dgm:t>
        <a:p>
          <a:r>
            <a:t>n3452</a:t>
          </a:r>
        </a:p>
      </dgm:t>
    </dgm:pt>
    <dgm:pt modelId="3453">
      <dgm:t>
        <a:p>
          <a:r>
            <a:t>n3453</a:t>
          </a:r>
        </a:p>
      </dgm:t>
    </dgm:pt>
    <dgm:pt modelId="3454">
      <dgm:t>
        <a:p>
          <a:r>
            <a:t>n3454</a:t>
          </a:r>
        </a:p>
      </dgm:t>
    </dgm:pt>
    <dgm:pt modelId="3455">
      <dgm:t>
        <a:p>
          <a:r>
            <a:t>n3455</a:t>
          </a:r>
        </a:p>
      </dgm:t>
    </dgm:pt>
    <dgm:pt modelId="3456">
      <dgm:t>
        <a:p>
          <a:r>
            <a:t>n3456</a:t>
          </a:r>
        </a:p>
      </dgm:t>
    </dgm:pt>
    <dgm:pt modelId="3457">
      <dgm:t>
        <a:p>
          <a:r>
            <a:t>n3457</a:t>
          </a:r>
        </a:p>
      </dgm:t>
    </dgm:pt>
    <dgm:pt modelId="3458">
      <dgm:t>
        <a:p>
          <a:r>
            <a:t>n3458</a:t>
          </a:r>
        </a:p>
      </dgm:t>
    </dgm:pt>
    <dgm:pt modelId="3459">
      <dgm:t>
        <a:p>
          <a:r>
            <a:t>n3459</a:t>
          </a:r>
        </a:p>
      </dgm:t>
    </dgm:pt>
    <dgm:pt modelId="3460">
      <dgm:t>
        <a:p>
          <a:r>
            <a:t>n3460</a:t>
          </a:r>
        </a:p>
      </dgm:t>
    </dgm:pt>
    <dgm:pt modelId="3461">
      <dgm:t>
        <a:p>
          <a:r>
            <a:t>n3461</a:t>
          </a:r>
        </a:p>
      </dgm:t>
    </dgm:pt>
    <dgm:pt modelId="3462">
      <dgm:t>
        <a:p>
          <a:r>
            <a:t>n3462</a:t>
          </a:r>
        </a:p>
      </dgm:t>
    </dgm:pt>
    <dgm:pt modelId="3463">
      <dgm:t>
        <a:p>
          <a:r>
            <a:t>n3463</a:t>
          </a:r>
        </a:p>
      </dgm:t>
    </dgm:pt>
    <dgm:pt modelId="3464">
      <dgm:t>
        <a:p>
          <a:r>
            <a:t>n3464</a:t>
          </a:r>
        </a:p>
      </dgm:t>
    </dgm:pt>
    <dgm:pt modelId="3465">
      <dgm:t>
        <a:p>
          <a:r>
            <a:t>n3465</a:t>
          </a:r>
        </a:p>
      </dgm:t>
    </dgm:pt>
    <dgm:pt modelId="3466">
      <dgm:t>
        <a:p>
          <a:r>
            <a:t>n3466</a:t>
          </a:r>
        </a:p>
      </dgm:t>
    </dgm:pt>
    <dgm:pt modelId="3467">
      <dgm:t>
        <a:p>
          <a:r>
            <a:t>n3467</a:t>
          </a:r>
        </a:p>
      </dgm:t>
    </dgm:pt>
    <dgm:pt modelId="3468">
      <dgm:t>
        <a:p>
          <a:r>
            <a:t>n3468</a:t>
          </a:r>
        </a:p>
      </dgm:t>
    </dgm:pt>
    <dgm:pt modelId="3469">
      <dgm:t>
        <a:p>
          <a:r>
            <a:t>n3469</a:t>
          </a:r>
        </a:p>
      </dgm:t>
    </dgm:pt>
    <dgm:pt modelId="3470">
      <dgm:t>
        <a:p>
          <a:r>
            <a:t>n3470</a:t>
          </a:r>
        </a:p>
      </dgm:t>
    </dgm:pt>
    <dgm:pt modelId="3471">
      <dgm:t>
        <a:p>
          <a:r>
            <a:t>n3471</a:t>
          </a:r>
        </a:p>
      </dgm:t>
    </dgm:pt>
    <dgm:pt modelId="3472">
      <dgm:t>
        <a:p>
          <a:r>
            <a:t>n3472</a:t>
          </a:r>
        </a:p>
      </dgm:t>
    </dgm:pt>
    <dgm:pt modelId="3473">
      <dgm:t>
        <a:p>
          <a:r>
            <a:t>n3473</a:t>
          </a:r>
        </a:p>
      </dgm:t>
    </dgm:pt>
    <dgm:pt modelId="3474">
      <dgm:t>
        <a:p>
          <a:r>
            <a:t>n3474</a:t>
          </a:r>
        </a:p>
      </dgm:t>
    </dgm:pt>
    <dgm:pt modelId="3475">
      <dgm:t>
        <a:p>
          <a:r>
            <a:t>n3475</a:t>
          </a:r>
        </a:p>
      </dgm:t>
    </dgm:pt>
    <dgm:pt modelId="3476">
      <dgm:t>
        <a:p>
          <a:r>
            <a:t>n3476</a:t>
          </a:r>
        </a:p>
      </dgm:t>
    </dgm:pt>
    <dgm:pt modelId="3477">
      <dgm:t>
        <a:p>
          <a:r>
            <a:t>n3477</a:t>
          </a:r>
        </a:p>
      </dgm:t>
    </dgm:pt>
    <dgm:pt modelId="3478">
      <dgm:t>
        <a:p>
          <a:r>
            <a:t>n3478</a:t>
          </a:r>
        </a:p>
      </dgm:t>
    </dgm:pt>
    <dgm:pt modelId="3479">
      <dgm:t>
        <a:p>
          <a:r>
            <a:t>n3479</a:t>
          </a:r>
        </a:p>
      </dgm:t>
    </dgm:pt>
    <dgm:pt modelId="3480">
      <dgm:t>
        <a:p>
          <a:r>
            <a:t>n3480</a:t>
          </a:r>
        </a:p>
      </dgm:t>
    </dgm:pt>
    <dgm:pt modelId="3481">
      <dgm:t>
        <a:p>
          <a:r>
            <a:t>n3481</a:t>
          </a:r>
        </a:p>
      </dgm:t>
    </dgm:pt>
    <dgm:pt modelId="3482">
      <dgm:t>
        <a:p>
          <a:r>
            <a:t>n3482</a:t>
          </a:r>
        </a:p>
      </dgm:t>
    </dgm:pt>
    <dgm:pt modelId="3483">
      <dgm:t>
        <a:p>
          <a:r>
            <a:t>n3483</a:t>
          </a:r>
        </a:p>
      </dgm:t>
    </dgm:pt>
    <dgm:pt modelId="3484">
      <dgm:t>
        <a:p>
          <a:r>
            <a:t>n3484</a:t>
          </a:r>
        </a:p>
      </dgm:t>
    </dgm:pt>
    <dgm:pt modelId="3485">
      <dgm:t>
        <a:p>
          <a:r>
            <a:t>n3485</a:t>
          </a:r>
        </a:p>
      </dgm:t>
    </dgm:pt>
    <dgm:pt modelId="3486">
      <dgm:t>
        <a:p>
          <a:r>
            <a:t>n3486</a:t>
          </a:r>
        </a:p>
      </dgm:t>
    </dgm:pt>
    <dgm:pt modelId="3487">
      <dgm:t>
        <a:p>
          <a:r>
            <a:t>n3487</a:t>
          </a:r>
        </a:p>
      </dgm:t>
    </dgm:pt>
    <dgm:pt modelId="3488">
      <dgm:t>
        <a:p>
          <a:r>
            <a:t>n3488</a:t>
          </a:r>
        </a:p>
      </dgm:t>
    </dgm:pt>
    <dgm:pt modelId="3489">
      <dgm:t>
        <a:p>
          <a:r>
            <a:t>n3489</a:t>
          </a:r>
        </a:p>
      </dgm:t>
    </dgm:pt>
    <dgm:pt modelId="3490">
      <dgm:t>
        <a:p>
          <a:r>
            <a:t>n3490</a:t>
          </a:r>
        </a:p>
      </dgm:t>
    </dgm:pt>
    <dgm:pt modelId="3491">
      <dgm:t>
        <a:p>
          <a:r>
            <a:t>n3491</a:t>
          </a:r>
        </a:p>
      </dgm:t>
    </dgm:pt>
    <dgm:pt modelId="3492">
      <dgm:t>
        <a:p>
          <a:r>
            <a:t>n3492</a:t>
          </a:r>
        </a:p>
      </dgm:t>
    </dgm:pt>
    <dgm:pt modelId="3493">
      <dgm:t>
        <a:p>
          <a:r>
            <a:t>n3493</a:t>
          </a:r>
        </a:p>
      </dgm:t>
    </dgm:pt>
    <dgm:pt modelId="3494">
      <dgm:t>
        <a:p>
          <a:r>
            <a:t>n3494</a:t>
          </a:r>
        </a:p>
      </dgm:t>
    </dgm:pt>
    <dgm:pt modelId="3495">
      <dgm:t>
        <a:p>
          <a:r>
            <a:t>n3495</a:t>
          </a:r>
        </a:p>
      </dgm:t>
    </dgm:pt>
    <dgm:pt modelId="3496">
      <dgm:t>
        <a:p>
          <a:r>
            <a:t>n3496</a:t>
          </a:r>
        </a:p>
      </dgm:t>
    </dgm:pt>
    <dgm:pt modelId="3497">
      <dgm:t>
        <a:p>
          <a:r>
            <a:t>n3497</a:t>
          </a:r>
        </a:p>
      </dgm:t>
    </dgm:pt>
    <dgm:pt modelId="3498">
      <dgm:t>
        <a:p>
          <a:r>
            <a:t>n3498</a:t>
          </a:r>
        </a:p>
      </dgm:t>
    </dgm:pt>
    <dgm:pt modelId="3499">
      <dgm:t>
        <a:p>
          <a:r>
            <a:t>n3499</a:t>
          </a:r>
        </a:p>
      </dgm:t>
    </dgm:pt>
    <dgm:pt modelId="3500">
      <dgm:t>
        <a:p>
          <a:r>
            <a:t>n3500</a:t>
          </a:r>
        </a:p>
      </dgm:t>
    </dgm:pt>
    <dgm:pt modelId="3501">
      <dgm:t>
        <a:p>
          <a:r>
            <a:t>n3501</a:t>
          </a:r>
        </a:p>
      </dgm:t>
    </dgm:pt>
    <dgm:pt modelId="3502">
      <dgm:t>
        <a:p>
          <a:r>
            <a:t>n3502</a:t>
          </a:r>
        </a:p>
      </dgm:t>
    </dgm:pt>
    <dgm:pt modelId="3503">
      <dgm:t>
        <a:p>
          <a:r>
            <a:t>n3503</a:t>
          </a:r>
        </a:p>
      </dgm:t>
    </dgm:pt>
    <dgm:pt modelId="3504">
      <dgm:t>
        <a:p>
          <a:r>
            <a:t>n3504</a:t>
          </a:r>
        </a:p>
      </dgm:t>
    </dgm:pt>
    <dgm:pt modelId="3505">
      <dgm:t>
        <a:p>
          <a:r>
            <a:t>n3505</a:t>
          </a:r>
        </a:p>
      </dgm:t>
    </dgm:pt>
    <dgm:pt modelId="3506">
      <dgm:t>
        <a:p>
          <a:r>
            <a:t>n3506</a:t>
          </a:r>
        </a:p>
      </dgm:t>
    </dgm:pt>
    <dgm:pt modelId="3507">
      <dgm:t>
        <a:p>
          <a:r>
            <a:t>n3507</a:t>
          </a:r>
        </a:p>
      </dgm:t>
    </dgm:pt>
    <dgm:pt modelId="3508">
      <dgm:t>
        <a:p>
          <a:r>
            <a:t>n3508</a:t>
          </a:r>
        </a:p>
      </dgm:t>
    </dgm:pt>
    <dgm:pt modelId="3509">
      <dgm:t>
        <a:p>
          <a:r>
            <a:t>n3509</a:t>
          </a:r>
        </a:p>
      </dgm:t>
    </dgm:pt>
    <dgm:pt modelId="3510">
      <dgm:t>
        <a:p>
          <a:r>
            <a:t>n3510</a:t>
          </a:r>
        </a:p>
      </dgm:t>
    </dgm:pt>
    <dgm:pt modelId="3511">
      <dgm:t>
        <a:p>
          <a:r>
            <a:t>n3511</a:t>
          </a:r>
        </a:p>
      </dgm:t>
    </dgm:pt>
    <dgm:pt modelId="3512">
      <dgm:t>
        <a:p>
          <a:r>
            <a:t>n3512</a:t>
          </a:r>
        </a:p>
      </dgm:t>
    </dgm:pt>
    <dgm:pt modelId="3513">
      <dgm:t>
        <a:p>
          <a:r>
            <a:t>n3513</a:t>
          </a:r>
        </a:p>
      </dgm:t>
    </dgm:pt>
    <dgm:pt modelId="3514">
      <dgm:t>
        <a:p>
          <a:r>
            <a:t>n3514</a:t>
          </a:r>
        </a:p>
      </dgm:t>
    </dgm:pt>
    <dgm:pt modelId="3515">
      <dgm:t>
        <a:p>
          <a:r>
            <a:t>n3515</a:t>
          </a:r>
        </a:p>
      </dgm:t>
    </dgm:pt>
    <dgm:pt modelId="3516">
      <dgm:t>
        <a:p>
          <a:r>
            <a:t>n3516</a:t>
          </a:r>
        </a:p>
      </dgm:t>
    </dgm:pt>
    <dgm:pt modelId="3517">
      <dgm:t>
        <a:p>
          <a:r>
            <a:t>n3517</a:t>
          </a:r>
        </a:p>
      </dgm:t>
    </dgm:pt>
    <dgm:pt modelId="3518">
      <dgm:t>
        <a:p>
          <a:r>
            <a:t>n3518</a:t>
          </a:r>
        </a:p>
      </dgm:t>
    </dgm:pt>
    <dgm:pt modelId="3519">
      <dgm:t>
        <a:p>
          <a:r>
            <a:t>n3519</a:t>
          </a:r>
        </a:p>
      </dgm:t>
    </dgm:pt>
    <dgm:pt modelId="3520">
      <dgm:t>
        <a:p>
          <a:r>
            <a:t>n3520</a:t>
          </a:r>
        </a:p>
      </dgm:t>
    </dgm:pt>
    <dgm:pt modelId="3521">
      <dgm:t>
        <a:p>
          <a:r>
            <a:t>n3521</a:t>
          </a:r>
        </a:p>
      </dgm:t>
    </dgm:pt>
    <dgm:pt modelId="3522">
      <dgm:t>
        <a:p>
          <a:r>
            <a:t>n3522</a:t>
          </a:r>
        </a:p>
      </dgm:t>
    </dgm:pt>
    <dgm:pt modelId="3523">
      <dgm:t>
        <a:p>
          <a:r>
            <a:t>n3523</a:t>
          </a:r>
        </a:p>
      </dgm:t>
    </dgm:pt>
    <dgm:pt modelId="3524">
      <dgm:t>
        <a:p>
          <a:r>
            <a:t>n3524</a:t>
          </a:r>
        </a:p>
      </dgm:t>
    </dgm:pt>
    <dgm:pt modelId="3525">
      <dgm:t>
        <a:p>
          <a:r>
            <a:t>n3525</a:t>
          </a:r>
        </a:p>
      </dgm:t>
    </dgm:pt>
    <dgm:pt modelId="3526">
      <dgm:t>
        <a:p>
          <a:r>
            <a:t>n3526</a:t>
          </a:r>
        </a:p>
      </dgm:t>
    </dgm:pt>
    <dgm:pt modelId="3527">
      <dgm:t>
        <a:p>
          <a:r>
            <a:t>n3527</a:t>
          </a:r>
        </a:p>
      </dgm:t>
    </dgm:pt>
    <dgm:pt modelId="3528">
      <dgm:t>
        <a:p>
          <a:r>
            <a:t>n3528</a:t>
          </a:r>
        </a:p>
      </dgm:t>
    </dgm:pt>
    <dgm:pt modelId="3529">
      <dgm:t>
        <a:p>
          <a:r>
            <a:t>n3529</a:t>
          </a:r>
        </a:p>
      </dgm:t>
    </dgm:pt>
    <dgm:pt modelId="3530">
      <dgm:t>
        <a:p>
          <a:r>
            <a:t>n3530</a:t>
          </a:r>
        </a:p>
      </dgm:t>
    </dgm:pt>
    <dgm:pt modelId="3531">
      <dgm:t>
        <a:p>
          <a:r>
            <a:t>n3531</a:t>
          </a:r>
        </a:p>
      </dgm:t>
    </dgm:pt>
    <dgm:pt modelId="3532">
      <dgm:t>
        <a:p>
          <a:r>
            <a:t>n3532</a:t>
          </a:r>
        </a:p>
      </dgm:t>
    </dgm:pt>
    <dgm:pt modelId="3533">
      <dgm:t>
        <a:p>
          <a:r>
            <a:t>n3533</a:t>
          </a:r>
        </a:p>
      </dgm:t>
    </dgm:pt>
    <dgm:pt modelId="3534">
      <dgm:t>
        <a:p>
          <a:r>
            <a:t>n3534</a:t>
          </a:r>
        </a:p>
      </dgm:t>
    </dgm:pt>
    <dgm:pt modelId="3535">
      <dgm:t>
        <a:p>
          <a:r>
            <a:t>n3535</a:t>
          </a:r>
        </a:p>
      </dgm:t>
    </dgm:pt>
    <dgm:pt modelId="3536">
      <dgm:t>
        <a:p>
          <a:r>
            <a:t>n3536</a:t>
          </a:r>
        </a:p>
      </dgm:t>
    </dgm:pt>
    <dgm:pt modelId="3537">
      <dgm:t>
        <a:p>
          <a:r>
            <a:t>n3537</a:t>
          </a:r>
        </a:p>
      </dgm:t>
    </dgm:pt>
    <dgm:pt modelId="3538">
      <dgm:t>
        <a:p>
          <a:r>
            <a:t>n3538</a:t>
          </a:r>
        </a:p>
      </dgm:t>
    </dgm:pt>
    <dgm:pt modelId="3539">
      <dgm:t>
        <a:p>
          <a:r>
            <a:t>n3539</a:t>
          </a:r>
        </a:p>
      </dgm:t>
    </dgm:pt>
    <dgm:pt modelId="3540">
      <dgm:t>
        <a:p>
          <a:r>
            <a:t>n3540</a:t>
          </a:r>
        </a:p>
      </dgm:t>
    </dgm:pt>
    <dgm:pt modelId="3541">
      <dgm:t>
        <a:p>
          <a:r>
            <a:t>n3541</a:t>
          </a:r>
        </a:p>
      </dgm:t>
    </dgm:pt>
    <dgm:pt modelId="3542">
      <dgm:t>
        <a:p>
          <a:r>
            <a:t>n3542</a:t>
          </a:r>
        </a:p>
      </dgm:t>
    </dgm:pt>
    <dgm:pt modelId="3543">
      <dgm:t>
        <a:p>
          <a:r>
            <a:t>n3543</a:t>
          </a:r>
        </a:p>
      </dgm:t>
    </dgm:pt>
    <dgm:pt modelId="3544">
      <dgm:t>
        <a:p>
          <a:r>
            <a:t>n3544</a:t>
          </a:r>
        </a:p>
      </dgm:t>
    </dgm:pt>
    <dgm:pt modelId="3545">
      <dgm:t>
        <a:p>
          <a:r>
            <a:t>n3545</a:t>
          </a:r>
        </a:p>
      </dgm:t>
    </dgm:pt>
    <dgm:pt modelId="3546">
      <dgm:t>
        <a:p>
          <a:r>
            <a:t>n3546</a:t>
          </a:r>
        </a:p>
      </dgm:t>
    </dgm:pt>
    <dgm:pt modelId="3547">
      <dgm:t>
        <a:p>
          <a:r>
            <a:t>n3547</a:t>
          </a:r>
        </a:p>
      </dgm:t>
    </dgm:pt>
    <dgm:pt modelId="3548">
      <dgm:t>
        <a:p>
          <a:r>
            <a:t>n3548</a:t>
          </a:r>
        </a:p>
      </dgm:t>
    </dgm:pt>
    <dgm:pt modelId="3549">
      <dgm:t>
        <a:p>
          <a:r>
            <a:t>n3549</a:t>
          </a:r>
        </a:p>
      </dgm:t>
    </dgm:pt>
    <dgm:pt modelId="3550">
      <dgm:t>
        <a:p>
          <a:r>
            <a:t>n3550</a:t>
          </a:r>
        </a:p>
      </dgm:t>
    </dgm:pt>
    <dgm:pt modelId="3551">
      <dgm:t>
        <a:p>
          <a:r>
            <a:t>n3551</a:t>
          </a:r>
        </a:p>
      </dgm:t>
    </dgm:pt>
    <dgm:pt modelId="3552">
      <dgm:t>
        <a:p>
          <a:r>
            <a:t>n3552</a:t>
          </a:r>
        </a:p>
      </dgm:t>
    </dgm:pt>
    <dgm:pt modelId="3553">
      <dgm:t>
        <a:p>
          <a:r>
            <a:t>n3553</a:t>
          </a:r>
        </a:p>
      </dgm:t>
    </dgm:pt>
    <dgm:pt modelId="3554">
      <dgm:t>
        <a:p>
          <a:r>
            <a:t>n3554</a:t>
          </a:r>
        </a:p>
      </dgm:t>
    </dgm:pt>
    <dgm:pt modelId="3555">
      <dgm:t>
        <a:p>
          <a:r>
            <a:t>n3555</a:t>
          </a:r>
        </a:p>
      </dgm:t>
    </dgm:pt>
    <dgm:pt modelId="3556">
      <dgm:t>
        <a:p>
          <a:r>
            <a:t>n3556</a:t>
          </a:r>
        </a:p>
      </dgm:t>
    </dgm:pt>
    <dgm:pt modelId="3557">
      <dgm:t>
        <a:p>
          <a:r>
            <a:t>n3557</a:t>
          </a:r>
        </a:p>
      </dgm:t>
    </dgm:pt>
    <dgm:pt modelId="3558">
      <dgm:t>
        <a:p>
          <a:r>
            <a:t>n3558</a:t>
          </a:r>
        </a:p>
      </dgm:t>
    </dgm:pt>
    <dgm:pt modelId="3559">
      <dgm:t>
        <a:p>
          <a:r>
            <a:t>n3559</a:t>
          </a:r>
        </a:p>
      </dgm:t>
    </dgm:pt>
    <dgm:pt modelId="3560">
      <dgm:t>
        <a:p>
          <a:r>
            <a:t>n3560</a:t>
          </a:r>
        </a:p>
      </dgm:t>
    </dgm:pt>
    <dgm:pt modelId="3561">
      <dgm:t>
        <a:p>
          <a:r>
            <a:t>n3561</a:t>
          </a:r>
        </a:p>
      </dgm:t>
    </dgm:pt>
    <dgm:pt modelId="3562">
      <dgm:t>
        <a:p>
          <a:r>
            <a:t>n3562</a:t>
          </a:r>
        </a:p>
      </dgm:t>
    </dgm:pt>
    <dgm:pt modelId="3563">
      <dgm:t>
        <a:p>
          <a:r>
            <a:t>n3563</a:t>
          </a:r>
        </a:p>
      </dgm:t>
    </dgm:pt>
    <dgm:pt modelId="3564">
      <dgm:t>
        <a:p>
          <a:r>
            <a:t>n3564</a:t>
          </a:r>
        </a:p>
      </dgm:t>
    </dgm:pt>
    <dgm:pt modelId="3565">
      <dgm:t>
        <a:p>
          <a:r>
            <a:t>n3565</a:t>
          </a:r>
        </a:p>
      </dgm:t>
    </dgm:pt>
    <dgm:pt modelId="3566">
      <dgm:t>
        <a:p>
          <a:r>
            <a:t>n3566</a:t>
          </a:r>
        </a:p>
      </dgm:t>
    </dgm:pt>
    <dgm:pt modelId="3567">
      <dgm:t>
        <a:p>
          <a:r>
            <a:t>n3567</a:t>
          </a:r>
        </a:p>
      </dgm:t>
    </dgm:pt>
    <dgm:pt modelId="3568">
      <dgm:t>
        <a:p>
          <a:r>
            <a:t>n3568</a:t>
          </a:r>
        </a:p>
      </dgm:t>
    </dgm:pt>
    <dgm:pt modelId="3569">
      <dgm:t>
        <a:p>
          <a:r>
            <a:t>n3569</a:t>
          </a:r>
        </a:p>
      </dgm:t>
    </dgm:pt>
    <dgm:pt modelId="3570">
      <dgm:t>
        <a:p>
          <a:r>
            <a:t>n3570</a:t>
          </a:r>
        </a:p>
      </dgm:t>
    </dgm:pt>
    <dgm:pt modelId="3571">
      <dgm:t>
        <a:p>
          <a:r>
            <a:t>n3571</a:t>
          </a:r>
        </a:p>
      </dgm:t>
    </dgm:pt>
    <dgm:pt modelId="3572">
      <dgm:t>
        <a:p>
          <a:r>
            <a:t>n3572</a:t>
          </a:r>
        </a:p>
      </dgm:t>
    </dgm:pt>
    <dgm:pt modelId="3573">
      <dgm:t>
        <a:p>
          <a:r>
            <a:t>n3573</a:t>
          </a:r>
        </a:p>
      </dgm:t>
    </dgm:pt>
    <dgm:pt modelId="3574">
      <dgm:t>
        <a:p>
          <a:r>
            <a:t>n3574</a:t>
          </a:r>
        </a:p>
      </dgm:t>
    </dgm:pt>
    <dgm:pt modelId="3575">
      <dgm:t>
        <a:p>
          <a:r>
            <a:t>n3575</a:t>
          </a:r>
        </a:p>
      </dgm:t>
    </dgm:pt>
    <dgm:pt modelId="3576">
      <dgm:t>
        <a:p>
          <a:r>
            <a:t>n3576</a:t>
          </a:r>
        </a:p>
      </dgm:t>
    </dgm:pt>
    <dgm:pt modelId="3577">
      <dgm:t>
        <a:p>
          <a:r>
            <a:t>n3577</a:t>
          </a:r>
        </a:p>
      </dgm:t>
    </dgm:pt>
    <dgm:pt modelId="3578">
      <dgm:t>
        <a:p>
          <a:r>
            <a:t>n3578</a:t>
          </a:r>
        </a:p>
      </dgm:t>
    </dgm:pt>
    <dgm:pt modelId="3579">
      <dgm:t>
        <a:p>
          <a:r>
            <a:t>n3579</a:t>
          </a:r>
        </a:p>
      </dgm:t>
    </dgm:pt>
    <dgm:pt modelId="3580">
      <dgm:t>
        <a:p>
          <a:r>
            <a:t>n3580</a:t>
          </a:r>
        </a:p>
      </dgm:t>
    </dgm:pt>
    <dgm:pt modelId="3581">
      <dgm:t>
        <a:p>
          <a:r>
            <a:t>n3581</a:t>
          </a:r>
        </a:p>
      </dgm:t>
    </dgm:pt>
    <dgm:pt modelId="3582">
      <dgm:t>
        <a:p>
          <a:r>
            <a:t>n3582</a:t>
          </a:r>
        </a:p>
      </dgm:t>
    </dgm:pt>
    <dgm:pt modelId="3583">
      <dgm:t>
        <a:p>
          <a:r>
            <a:t>n3583</a:t>
          </a:r>
        </a:p>
      </dgm:t>
    </dgm:pt>
    <dgm:pt modelId="3584">
      <dgm:t>
        <a:p>
          <a:r>
            <a:t>n3584</a:t>
          </a:r>
        </a:p>
      </dgm:t>
    </dgm:pt>
    <dgm:pt modelId="3585">
      <dgm:t>
        <a:p>
          <a:r>
            <a:t>n3585</a:t>
          </a:r>
        </a:p>
      </dgm:t>
    </dgm:pt>
    <dgm:pt modelId="3586">
      <dgm:t>
        <a:p>
          <a:r>
            <a:t>n3586</a:t>
          </a:r>
        </a:p>
      </dgm:t>
    </dgm:pt>
    <dgm:pt modelId="3587">
      <dgm:t>
        <a:p>
          <a:r>
            <a:t>n3587</a:t>
          </a:r>
        </a:p>
      </dgm:t>
    </dgm:pt>
    <dgm:pt modelId="3588">
      <dgm:t>
        <a:p>
          <a:r>
            <a:t>n3588</a:t>
          </a:r>
        </a:p>
      </dgm:t>
    </dgm:pt>
    <dgm:pt modelId="3589">
      <dgm:t>
        <a:p>
          <a:r>
            <a:t>n3589</a:t>
          </a:r>
        </a:p>
      </dgm:t>
    </dgm:pt>
    <dgm:pt modelId="3590">
      <dgm:t>
        <a:p>
          <a:r>
            <a:t>n3590</a:t>
          </a:r>
        </a:p>
      </dgm:t>
    </dgm:pt>
    <dgm:pt modelId="3591">
      <dgm:t>
        <a:p>
          <a:r>
            <a:t>n3591</a:t>
          </a:r>
        </a:p>
      </dgm:t>
    </dgm:pt>
    <dgm:pt modelId="3592">
      <dgm:t>
        <a:p>
          <a:r>
            <a:t>n3592</a:t>
          </a:r>
        </a:p>
      </dgm:t>
    </dgm:pt>
    <dgm:pt modelId="3593">
      <dgm:t>
        <a:p>
          <a:r>
            <a:t>n3593</a:t>
          </a:r>
        </a:p>
      </dgm:t>
    </dgm:pt>
    <dgm:pt modelId="3594">
      <dgm:t>
        <a:p>
          <a:r>
            <a:t>n3594</a:t>
          </a:r>
        </a:p>
      </dgm:t>
    </dgm:pt>
    <dgm:pt modelId="3595">
      <dgm:t>
        <a:p>
          <a:r>
            <a:t>n3595</a:t>
          </a:r>
        </a:p>
      </dgm:t>
    </dgm:pt>
    <dgm:pt modelId="3596">
      <dgm:t>
        <a:p>
          <a:r>
            <a:t>n3596</a:t>
          </a:r>
        </a:p>
      </dgm:t>
    </dgm:pt>
    <dgm:pt modelId="3597">
      <dgm:t>
        <a:p>
          <a:r>
            <a:t>n3597</a:t>
          </a:r>
        </a:p>
      </dgm:t>
    </dgm:pt>
    <dgm:pt modelId="3598">
      <dgm:t>
        <a:p>
          <a:r>
            <a:t>n3598</a:t>
          </a:r>
        </a:p>
      </dgm:t>
    </dgm:pt>
    <dgm:pt modelId="3599">
      <dgm:t>
        <a:p>
          <a:r>
            <a:t>n3599</a:t>
          </a:r>
        </a:p>
      </dgm:t>
    </dgm:pt>
    <dgm:pt modelId="3600">
      <dgm:t>
        <a:p>
          <a:r>
            <a:t>n3600</a:t>
          </a:r>
        </a:p>
      </dgm:t>
    </dgm:pt>
    <dgm:pt modelId="3601">
      <dgm:t>
        <a:p>
          <a:r>
            <a:t>n3601</a:t>
          </a:r>
        </a:p>
      </dgm:t>
    </dgm:pt>
    <dgm:pt modelId="3602">
      <dgm:t>
        <a:p>
          <a:r>
            <a:t>n3602</a:t>
          </a:r>
        </a:p>
      </dgm:t>
    </dgm:pt>
    <dgm:pt modelId="3603">
      <dgm:t>
        <a:p>
          <a:r>
            <a:t>n3603</a:t>
          </a:r>
        </a:p>
      </dgm:t>
    </dgm:pt>
    <dgm:pt modelId="3604">
      <dgm:t>
        <a:p>
          <a:r>
            <a:t>n3604</a:t>
          </a:r>
        </a:p>
      </dgm:t>
    </dgm:pt>
    <dgm:pt modelId="3605">
      <dgm:t>
        <a:p>
          <a:r>
            <a:t>n3605</a:t>
          </a:r>
        </a:p>
      </dgm:t>
    </dgm:pt>
    <dgm:pt modelId="3606">
      <dgm:t>
        <a:p>
          <a:r>
            <a:t>n3606</a:t>
          </a:r>
        </a:p>
      </dgm:t>
    </dgm:pt>
    <dgm:pt modelId="3607">
      <dgm:t>
        <a:p>
          <a:r>
            <a:t>n3607</a:t>
          </a:r>
        </a:p>
      </dgm:t>
    </dgm:pt>
    <dgm:pt modelId="3608">
      <dgm:t>
        <a:p>
          <a:r>
            <a:t>n3608</a:t>
          </a:r>
        </a:p>
      </dgm:t>
    </dgm:pt>
    <dgm:pt modelId="3609">
      <dgm:t>
        <a:p>
          <a:r>
            <a:t>n3609</a:t>
          </a:r>
        </a:p>
      </dgm:t>
    </dgm:pt>
    <dgm:pt modelId="3610">
      <dgm:t>
        <a:p>
          <a:r>
            <a:t>n3610</a:t>
          </a:r>
        </a:p>
      </dgm:t>
    </dgm:pt>
    <dgm:pt modelId="3611">
      <dgm:t>
        <a:p>
          <a:r>
            <a:t>n3611</a:t>
          </a:r>
        </a:p>
      </dgm:t>
    </dgm:pt>
    <dgm:pt modelId="3612">
      <dgm:t>
        <a:p>
          <a:r>
            <a:t>n3612</a:t>
          </a:r>
        </a:p>
      </dgm:t>
    </dgm:pt>
    <dgm:pt modelId="3613">
      <dgm:t>
        <a:p>
          <a:r>
            <a:t>n3613</a:t>
          </a:r>
        </a:p>
      </dgm:t>
    </dgm:pt>
    <dgm:pt modelId="3614">
      <dgm:t>
        <a:p>
          <a:r>
            <a:t>n3614</a:t>
          </a:r>
        </a:p>
      </dgm:t>
    </dgm:pt>
    <dgm:pt modelId="3615">
      <dgm:t>
        <a:p>
          <a:r>
            <a:t>n3615</a:t>
          </a:r>
        </a:p>
      </dgm:t>
    </dgm:pt>
    <dgm:pt modelId="3616">
      <dgm:t>
        <a:p>
          <a:r>
            <a:t>n3616</a:t>
          </a:r>
        </a:p>
      </dgm:t>
    </dgm:pt>
    <dgm:pt modelId="3617">
      <dgm:t>
        <a:p>
          <a:r>
            <a:t>n3617</a:t>
          </a:r>
        </a:p>
      </dgm:t>
    </dgm:pt>
    <dgm:pt modelId="3618">
      <dgm:t>
        <a:p>
          <a:r>
            <a:t>n3618</a:t>
          </a:r>
        </a:p>
      </dgm:t>
    </dgm:pt>
    <dgm:pt modelId="3619">
      <dgm:t>
        <a:p>
          <a:r>
            <a:t>n3619</a:t>
          </a:r>
        </a:p>
      </dgm:t>
    </dgm:pt>
    <dgm:pt modelId="3620">
      <dgm:t>
        <a:p>
          <a:r>
            <a:t>n3620</a:t>
          </a:r>
        </a:p>
      </dgm:t>
    </dgm:pt>
    <dgm:pt modelId="3621">
      <dgm:t>
        <a:p>
          <a:r>
            <a:t>n3621</a:t>
          </a:r>
        </a:p>
      </dgm:t>
    </dgm:pt>
    <dgm:pt modelId="3622">
      <dgm:t>
        <a:p>
          <a:r>
            <a:t>n3622</a:t>
          </a:r>
        </a:p>
      </dgm:t>
    </dgm:pt>
    <dgm:pt modelId="3623">
      <dgm:t>
        <a:p>
          <a:r>
            <a:t>n3623</a:t>
          </a:r>
        </a:p>
      </dgm:t>
    </dgm:pt>
    <dgm:pt modelId="3624">
      <dgm:t>
        <a:p>
          <a:r>
            <a:t>n3624</a:t>
          </a:r>
        </a:p>
      </dgm:t>
    </dgm:pt>
    <dgm:pt modelId="3625">
      <dgm:t>
        <a:p>
          <a:r>
            <a:t>n3625</a:t>
          </a:r>
        </a:p>
      </dgm:t>
    </dgm:pt>
    <dgm:pt modelId="3626">
      <dgm:t>
        <a:p>
          <a:r>
            <a:t>n3626</a:t>
          </a:r>
        </a:p>
      </dgm:t>
    </dgm:pt>
    <dgm:pt modelId="3627">
      <dgm:t>
        <a:p>
          <a:r>
            <a:t>n3627</a:t>
          </a:r>
        </a:p>
      </dgm:t>
    </dgm:pt>
    <dgm:pt modelId="3628">
      <dgm:t>
        <a:p>
          <a:r>
            <a:t>n3628</a:t>
          </a:r>
        </a:p>
      </dgm:t>
    </dgm:pt>
    <dgm:pt modelId="3629">
      <dgm:t>
        <a:p>
          <a:r>
            <a:t>n3629</a:t>
          </a:r>
        </a:p>
      </dgm:t>
    </dgm:pt>
    <dgm:pt modelId="3630">
      <dgm:t>
        <a:p>
          <a:r>
            <a:t>n3630</a:t>
          </a:r>
        </a:p>
      </dgm:t>
    </dgm:pt>
    <dgm:pt modelId="3631">
      <dgm:t>
        <a:p>
          <a:r>
            <a:t>n3631</a:t>
          </a:r>
        </a:p>
      </dgm:t>
    </dgm:pt>
    <dgm:pt modelId="3632">
      <dgm:t>
        <a:p>
          <a:r>
            <a:t>n3632</a:t>
          </a:r>
        </a:p>
      </dgm:t>
    </dgm:pt>
    <dgm:pt modelId="3633">
      <dgm:t>
        <a:p>
          <a:r>
            <a:t>n3633</a:t>
          </a:r>
        </a:p>
      </dgm:t>
    </dgm:pt>
    <dgm:pt modelId="3634">
      <dgm:t>
        <a:p>
          <a:r>
            <a:t>n3634</a:t>
          </a:r>
        </a:p>
      </dgm:t>
    </dgm:pt>
    <dgm:pt modelId="3635">
      <dgm:t>
        <a:p>
          <a:r>
            <a:t>n3635</a:t>
          </a:r>
        </a:p>
      </dgm:t>
    </dgm:pt>
    <dgm:pt modelId="3636">
      <dgm:t>
        <a:p>
          <a:r>
            <a:t>n3636</a:t>
          </a:r>
        </a:p>
      </dgm:t>
    </dgm:pt>
    <dgm:pt modelId="3637">
      <dgm:t>
        <a:p>
          <a:r>
            <a:t>n3637</a:t>
          </a:r>
        </a:p>
      </dgm:t>
    </dgm:pt>
    <dgm:pt modelId="3638">
      <dgm:t>
        <a:p>
          <a:r>
            <a:t>n3638</a:t>
          </a:r>
        </a:p>
      </dgm:t>
    </dgm:pt>
    <dgm:pt modelId="3639">
      <dgm:t>
        <a:p>
          <a:r>
            <a:t>n3639</a:t>
          </a:r>
        </a:p>
      </dgm:t>
    </dgm:pt>
    <dgm:pt modelId="3640">
      <dgm:t>
        <a:p>
          <a:r>
            <a:t>n3640</a:t>
          </a:r>
        </a:p>
      </dgm:t>
    </dgm:pt>
    <dgm:pt modelId="3641">
      <dgm:t>
        <a:p>
          <a:r>
            <a:t>n3641</a:t>
          </a:r>
        </a:p>
      </dgm:t>
    </dgm:pt>
    <dgm:pt modelId="3642">
      <dgm:t>
        <a:p>
          <a:r>
            <a:t>n3642</a:t>
          </a:r>
        </a:p>
      </dgm:t>
    </dgm:pt>
    <dgm:pt modelId="3643">
      <dgm:t>
        <a:p>
          <a:r>
            <a:t>n3643</a:t>
          </a:r>
        </a:p>
      </dgm:t>
    </dgm:pt>
    <dgm:pt modelId="3644">
      <dgm:t>
        <a:p>
          <a:r>
            <a:t>n3644</a:t>
          </a:r>
        </a:p>
      </dgm:t>
    </dgm:pt>
    <dgm:pt modelId="3645">
      <dgm:t>
        <a:p>
          <a:r>
            <a:t>n3645</a:t>
          </a:r>
        </a:p>
      </dgm:t>
    </dgm:pt>
    <dgm:pt modelId="3646">
      <dgm:t>
        <a:p>
          <a:r>
            <a:t>n3646</a:t>
          </a:r>
        </a:p>
      </dgm:t>
    </dgm:pt>
    <dgm:pt modelId="3647">
      <dgm:t>
        <a:p>
          <a:r>
            <a:t>n3647</a:t>
          </a:r>
        </a:p>
      </dgm:t>
    </dgm:pt>
    <dgm:pt modelId="3648">
      <dgm:t>
        <a:p>
          <a:r>
            <a:t>n3648</a:t>
          </a:r>
        </a:p>
      </dgm:t>
    </dgm:pt>
    <dgm:pt modelId="3649">
      <dgm:t>
        <a:p>
          <a:r>
            <a:t>n3649</a:t>
          </a:r>
        </a:p>
      </dgm:t>
    </dgm:pt>
    <dgm:pt modelId="3650">
      <dgm:t>
        <a:p>
          <a:r>
            <a:t>n3650</a:t>
          </a:r>
        </a:p>
      </dgm:t>
    </dgm:pt>
    <dgm:pt modelId="3651">
      <dgm:t>
        <a:p>
          <a:r>
            <a:t>n3651</a:t>
          </a:r>
        </a:p>
      </dgm:t>
    </dgm:pt>
    <dgm:pt modelId="3652">
      <dgm:t>
        <a:p>
          <a:r>
            <a:t>n3652</a:t>
          </a:r>
        </a:p>
      </dgm:t>
    </dgm:pt>
    <dgm:pt modelId="3653">
      <dgm:t>
        <a:p>
          <a:r>
            <a:t>n3653</a:t>
          </a:r>
        </a:p>
      </dgm:t>
    </dgm:pt>
    <dgm:pt modelId="3654">
      <dgm:t>
        <a:p>
          <a:r>
            <a:t>n3654</a:t>
          </a:r>
        </a:p>
      </dgm:t>
    </dgm:pt>
    <dgm:pt modelId="3655">
      <dgm:t>
        <a:p>
          <a:r>
            <a:t>n3655</a:t>
          </a:r>
        </a:p>
      </dgm:t>
    </dgm:pt>
    <dgm:pt modelId="3656">
      <dgm:t>
        <a:p>
          <a:r>
            <a:t>n3656</a:t>
          </a:r>
        </a:p>
      </dgm:t>
    </dgm:pt>
    <dgm:pt modelId="3657">
      <dgm:t>
        <a:p>
          <a:r>
            <a:t>n3657</a:t>
          </a:r>
        </a:p>
      </dgm:t>
    </dgm:pt>
    <dgm:pt modelId="3658">
      <dgm:t>
        <a:p>
          <a:r>
            <a:t>n3658</a:t>
          </a:r>
        </a:p>
      </dgm:t>
    </dgm:pt>
    <dgm:pt modelId="3659">
      <dgm:t>
        <a:p>
          <a:r>
            <a:t>n3659</a:t>
          </a:r>
        </a:p>
      </dgm:t>
    </dgm:pt>
    <dgm:pt modelId="3660">
      <dgm:t>
        <a:p>
          <a:r>
            <a:t>n3660</a:t>
          </a:r>
        </a:p>
      </dgm:t>
    </dgm:pt>
    <dgm:pt modelId="3661">
      <dgm:t>
        <a:p>
          <a:r>
            <a:t>n3661</a:t>
          </a:r>
        </a:p>
      </dgm:t>
    </dgm:pt>
    <dgm:pt modelId="3662">
      <dgm:t>
        <a:p>
          <a:r>
            <a:t>n3662</a:t>
          </a:r>
        </a:p>
      </dgm:t>
    </dgm:pt>
    <dgm:pt modelId="3663">
      <dgm:t>
        <a:p>
          <a:r>
            <a:t>n3663</a:t>
          </a:r>
        </a:p>
      </dgm:t>
    </dgm:pt>
    <dgm:pt modelId="3664">
      <dgm:t>
        <a:p>
          <a:r>
            <a:t>n3664</a:t>
          </a:r>
        </a:p>
      </dgm:t>
    </dgm:pt>
    <dgm:pt modelId="3665">
      <dgm:t>
        <a:p>
          <a:r>
            <a:t>n3665</a:t>
          </a:r>
        </a:p>
      </dgm:t>
    </dgm:pt>
    <dgm:pt modelId="3666">
      <dgm:t>
        <a:p>
          <a:r>
            <a:t>n3666</a:t>
          </a:r>
        </a:p>
      </dgm:t>
    </dgm:pt>
    <dgm:pt modelId="3667">
      <dgm:t>
        <a:p>
          <a:r>
            <a:t>n3667</a:t>
          </a:r>
        </a:p>
      </dgm:t>
    </dgm:pt>
    <dgm:pt modelId="3668">
      <dgm:t>
        <a:p>
          <a:r>
            <a:t>n3668</a:t>
          </a:r>
        </a:p>
      </dgm:t>
    </dgm:pt>
    <dgm:pt modelId="3669">
      <dgm:t>
        <a:p>
          <a:r>
            <a:t>n3669</a:t>
          </a:r>
        </a:p>
      </dgm:t>
    </dgm:pt>
    <dgm:pt modelId="3670">
      <dgm:t>
        <a:p>
          <a:r>
            <a:t>n3670</a:t>
          </a:r>
        </a:p>
      </dgm:t>
    </dgm:pt>
    <dgm:pt modelId="3671">
      <dgm:t>
        <a:p>
          <a:r>
            <a:t>n3671</a:t>
          </a:r>
        </a:p>
      </dgm:t>
    </dgm:pt>
    <dgm:pt modelId="3672">
      <dgm:t>
        <a:p>
          <a:r>
            <a:t>n3672</a:t>
          </a:r>
        </a:p>
      </dgm:t>
    </dgm:pt>
    <dgm:pt modelId="3673">
      <dgm:t>
        <a:p>
          <a:r>
            <a:t>n3673</a:t>
          </a:r>
        </a:p>
      </dgm:t>
    </dgm:pt>
    <dgm:pt modelId="3674">
      <dgm:t>
        <a:p>
          <a:r>
            <a:t>n3674</a:t>
          </a:r>
        </a:p>
      </dgm:t>
    </dgm:pt>
    <dgm:pt modelId="3675">
      <dgm:t>
        <a:p>
          <a:r>
            <a:t>n3675</a:t>
          </a:r>
        </a:p>
      </dgm:t>
    </dgm:pt>
    <dgm:pt modelId="3676">
      <dgm:t>
        <a:p>
          <a:r>
            <a:t>n3676</a:t>
          </a:r>
        </a:p>
      </dgm:t>
    </dgm:pt>
    <dgm:pt modelId="3677">
      <dgm:t>
        <a:p>
          <a:r>
            <a:t>n3677</a:t>
          </a:r>
        </a:p>
      </dgm:t>
    </dgm:pt>
    <dgm:pt modelId="3678">
      <dgm:t>
        <a:p>
          <a:r>
            <a:t>n3678</a:t>
          </a:r>
        </a:p>
      </dgm:t>
    </dgm:pt>
    <dgm:pt modelId="3679">
      <dgm:t>
        <a:p>
          <a:r>
            <a:t>n3679</a:t>
          </a:r>
        </a:p>
      </dgm:t>
    </dgm:pt>
    <dgm:pt modelId="3680">
      <dgm:t>
        <a:p>
          <a:r>
            <a:t>n3680</a:t>
          </a:r>
        </a:p>
      </dgm:t>
    </dgm:pt>
    <dgm:pt modelId="3681">
      <dgm:t>
        <a:p>
          <a:r>
            <a:t>n3681</a:t>
          </a:r>
        </a:p>
      </dgm:t>
    </dgm:pt>
    <dgm:pt modelId="3682">
      <dgm:t>
        <a:p>
          <a:r>
            <a:t>n3682</a:t>
          </a:r>
        </a:p>
      </dgm:t>
    </dgm:pt>
    <dgm:pt modelId="3683">
      <dgm:t>
        <a:p>
          <a:r>
            <a:t>n3683</a:t>
          </a:r>
        </a:p>
      </dgm:t>
    </dgm:pt>
    <dgm:pt modelId="3684">
      <dgm:t>
        <a:p>
          <a:r>
            <a:t>n3684</a:t>
          </a:r>
        </a:p>
      </dgm:t>
    </dgm:pt>
    <dgm:pt modelId="3685">
      <dgm:t>
        <a:p>
          <a:r>
            <a:t>n3685</a:t>
          </a:r>
        </a:p>
      </dgm:t>
    </dgm:pt>
    <dgm:pt modelId="3686">
      <dgm:t>
        <a:p>
          <a:r>
            <a:t>n3686</a:t>
          </a:r>
        </a:p>
      </dgm:t>
    </dgm:pt>
    <dgm:pt modelId="3687">
      <dgm:t>
        <a:p>
          <a:r>
            <a:t>n3687</a:t>
          </a:r>
        </a:p>
      </dgm:t>
    </dgm:pt>
    <dgm:pt modelId="3688">
      <dgm:t>
        <a:p>
          <a:r>
            <a:t>n3688</a:t>
          </a:r>
        </a:p>
      </dgm:t>
    </dgm:pt>
    <dgm:pt modelId="3689">
      <dgm:t>
        <a:p>
          <a:r>
            <a:t>n3689</a:t>
          </a:r>
        </a:p>
      </dgm:t>
    </dgm:pt>
    <dgm:pt modelId="3690">
      <dgm:t>
        <a:p>
          <a:r>
            <a:t>n3690</a:t>
          </a:r>
        </a:p>
      </dgm:t>
    </dgm:pt>
    <dgm:pt modelId="3691">
      <dgm:t>
        <a:p>
          <a:r>
            <a:t>n3691</a:t>
          </a:r>
        </a:p>
      </dgm:t>
    </dgm:pt>
    <dgm:pt modelId="3692">
      <dgm:t>
        <a:p>
          <a:r>
            <a:t>n3692</a:t>
          </a:r>
        </a:p>
      </dgm:t>
    </dgm:pt>
    <dgm:pt modelId="3693">
      <dgm:t>
        <a:p>
          <a:r>
            <a:t>n3693</a:t>
          </a:r>
        </a:p>
      </dgm:t>
    </dgm:pt>
    <dgm:pt modelId="3694">
      <dgm:t>
        <a:p>
          <a:r>
            <a:t>n3694</a:t>
          </a:r>
        </a:p>
      </dgm:t>
    </dgm:pt>
    <dgm:pt modelId="3695">
      <dgm:t>
        <a:p>
          <a:r>
            <a:t>n3695</a:t>
          </a:r>
        </a:p>
      </dgm:t>
    </dgm:pt>
    <dgm:pt modelId="3696">
      <dgm:t>
        <a:p>
          <a:r>
            <a:t>n3696</a:t>
          </a:r>
        </a:p>
      </dgm:t>
    </dgm:pt>
    <dgm:pt modelId="3697">
      <dgm:t>
        <a:p>
          <a:r>
            <a:t>n3697</a:t>
          </a:r>
        </a:p>
      </dgm:t>
    </dgm:pt>
    <dgm:pt modelId="3698">
      <dgm:t>
        <a:p>
          <a:r>
            <a:t>n3698</a:t>
          </a:r>
        </a:p>
      </dgm:t>
    </dgm:pt>
    <dgm:pt modelId="3699">
      <dgm:t>
        <a:p>
          <a:r>
            <a:t>n3699</a:t>
          </a:r>
        </a:p>
      </dgm:t>
    </dgm:pt>
    <dgm:pt modelId="3700">
      <dgm:t>
        <a:p>
          <a:r>
            <a:t>n3700</a:t>
          </a:r>
        </a:p>
      </dgm:t>
    </dgm:pt>
    <dgm:pt modelId="3701">
      <dgm:t>
        <a:p>
          <a:r>
            <a:t>n3701</a:t>
          </a:r>
        </a:p>
      </dgm:t>
    </dgm:pt>
    <dgm:pt modelId="3702">
      <dgm:t>
        <a:p>
          <a:r>
            <a:t>n3702</a:t>
          </a:r>
        </a:p>
      </dgm:t>
    </dgm:pt>
    <dgm:pt modelId="3703">
      <dgm:t>
        <a:p>
          <a:r>
            <a:t>n3703</a:t>
          </a:r>
        </a:p>
      </dgm:t>
    </dgm:pt>
    <dgm:pt modelId="3704">
      <dgm:t>
        <a:p>
          <a:r>
            <a:t>n3704</a:t>
          </a:r>
        </a:p>
      </dgm:t>
    </dgm:pt>
    <dgm:pt modelId="3705">
      <dgm:t>
        <a:p>
          <a:r>
            <a:t>n3705</a:t>
          </a:r>
        </a:p>
      </dgm:t>
    </dgm:pt>
    <dgm:pt modelId="3706">
      <dgm:t>
        <a:p>
          <a:r>
            <a:t>n3706</a:t>
          </a:r>
        </a:p>
      </dgm:t>
    </dgm:pt>
    <dgm:pt modelId="3707">
      <dgm:t>
        <a:p>
          <a:r>
            <a:t>n3707</a:t>
          </a:r>
        </a:p>
      </dgm:t>
    </dgm:pt>
    <dgm:pt modelId="3708">
      <dgm:t>
        <a:p>
          <a:r>
            <a:t>n3708</a:t>
          </a:r>
        </a:p>
      </dgm:t>
    </dgm:pt>
    <dgm:pt modelId="3709">
      <dgm:t>
        <a:p>
          <a:r>
            <a:t>n3709</a:t>
          </a:r>
        </a:p>
      </dgm:t>
    </dgm:pt>
    <dgm:pt modelId="3710">
      <dgm:t>
        <a:p>
          <a:r>
            <a:t>n3710</a:t>
          </a:r>
        </a:p>
      </dgm:t>
    </dgm:pt>
    <dgm:pt modelId="3711">
      <dgm:t>
        <a:p>
          <a:r>
            <a:t>n3711</a:t>
          </a:r>
        </a:p>
      </dgm:t>
    </dgm:pt>
    <dgm:pt modelId="3712">
      <dgm:t>
        <a:p>
          <a:r>
            <a:t>n3712</a:t>
          </a:r>
        </a:p>
      </dgm:t>
    </dgm:pt>
    <dgm:pt modelId="3713">
      <dgm:t>
        <a:p>
          <a:r>
            <a:t>n3713</a:t>
          </a:r>
        </a:p>
      </dgm:t>
    </dgm:pt>
    <dgm:pt modelId="3714">
      <dgm:t>
        <a:p>
          <a:r>
            <a:t>n3714</a:t>
          </a:r>
        </a:p>
      </dgm:t>
    </dgm:pt>
    <dgm:pt modelId="3715">
      <dgm:t>
        <a:p>
          <a:r>
            <a:t>n3715</a:t>
          </a:r>
        </a:p>
      </dgm:t>
    </dgm:pt>
    <dgm:pt modelId="3716">
      <dgm:t>
        <a:p>
          <a:r>
            <a:t>n3716</a:t>
          </a:r>
        </a:p>
      </dgm:t>
    </dgm:pt>
    <dgm:pt modelId="3717">
      <dgm:t>
        <a:p>
          <a:r>
            <a:t>n3717</a:t>
          </a:r>
        </a:p>
      </dgm:t>
    </dgm:pt>
    <dgm:pt modelId="3718">
      <dgm:t>
        <a:p>
          <a:r>
            <a:t>n3718</a:t>
          </a:r>
        </a:p>
      </dgm:t>
    </dgm:pt>
    <dgm:pt modelId="3719">
      <dgm:t>
        <a:p>
          <a:r>
            <a:t>n3719</a:t>
          </a:r>
        </a:p>
      </dgm:t>
    </dgm:pt>
    <dgm:pt modelId="3720">
      <dgm:t>
        <a:p>
          <a:r>
            <a:t>n3720</a:t>
          </a:r>
        </a:p>
      </dgm:t>
    </dgm:pt>
    <dgm:pt modelId="3721">
      <dgm:t>
        <a:p>
          <a:r>
            <a:t>n3721</a:t>
          </a:r>
        </a:p>
      </dgm:t>
    </dgm:pt>
    <dgm:pt modelId="3722">
      <dgm:t>
        <a:p>
          <a:r>
            <a:t>n3722</a:t>
          </a:r>
        </a:p>
      </dgm:t>
    </dgm:pt>
    <dgm:pt modelId="3723">
      <dgm:t>
        <a:p>
          <a:r>
            <a:t>n3723</a:t>
          </a:r>
        </a:p>
      </dgm:t>
    </dgm:pt>
    <dgm:pt modelId="3724">
      <dgm:t>
        <a:p>
          <a:r>
            <a:t>n3724</a:t>
          </a:r>
        </a:p>
      </dgm:t>
    </dgm:pt>
    <dgm:pt modelId="3725">
      <dgm:t>
        <a:p>
          <a:r>
            <a:t>n3725</a:t>
          </a:r>
        </a:p>
      </dgm:t>
    </dgm:pt>
    <dgm:pt modelId="3726">
      <dgm:t>
        <a:p>
          <a:r>
            <a:t>n3726</a:t>
          </a:r>
        </a:p>
      </dgm:t>
    </dgm:pt>
    <dgm:pt modelId="3727">
      <dgm:t>
        <a:p>
          <a:r>
            <a:t>n3727</a:t>
          </a:r>
        </a:p>
      </dgm:t>
    </dgm:pt>
    <dgm:pt modelId="3728">
      <dgm:t>
        <a:p>
          <a:r>
            <a:t>n3728</a:t>
          </a:r>
        </a:p>
      </dgm:t>
    </dgm:pt>
    <dgm:pt modelId="3729">
      <dgm:t>
        <a:p>
          <a:r>
            <a:t>n3729</a:t>
          </a:r>
        </a:p>
      </dgm:t>
    </dgm:pt>
    <dgm:pt modelId="3730">
      <dgm:t>
        <a:p>
          <a:r>
            <a:t>n3730</a:t>
          </a:r>
        </a:p>
      </dgm:t>
    </dgm:pt>
    <dgm:pt modelId="3731">
      <dgm:t>
        <a:p>
          <a:r>
            <a:t>n3731</a:t>
          </a:r>
        </a:p>
      </dgm:t>
    </dgm:pt>
    <dgm:pt modelId="3732">
      <dgm:t>
        <a:p>
          <a:r>
            <a:t>n3732</a:t>
          </a:r>
        </a:p>
      </dgm:t>
    </dgm:pt>
    <dgm:pt modelId="3733">
      <dgm:t>
        <a:p>
          <a:r>
            <a:t>n3733</a:t>
          </a:r>
        </a:p>
      </dgm:t>
    </dgm:pt>
    <dgm:pt modelId="3734">
      <dgm:t>
        <a:p>
          <a:r>
            <a:t>n3734</a:t>
          </a:r>
        </a:p>
      </dgm:t>
    </dgm:pt>
    <dgm:pt modelId="3735">
      <dgm:t>
        <a:p>
          <a:r>
            <a:t>n3735</a:t>
          </a:r>
        </a:p>
      </dgm:t>
    </dgm:pt>
    <dgm:pt modelId="3736">
      <dgm:t>
        <a:p>
          <a:r>
            <a:t>n3736</a:t>
          </a:r>
        </a:p>
      </dgm:t>
    </dgm:pt>
    <dgm:pt modelId="3737">
      <dgm:t>
        <a:p>
          <a:r>
            <a:t>n3737</a:t>
          </a:r>
        </a:p>
      </dgm:t>
    </dgm:pt>
    <dgm:pt modelId="3738">
      <dgm:t>
        <a:p>
          <a:r>
            <a:t>n3738</a:t>
          </a:r>
        </a:p>
      </dgm:t>
    </dgm:pt>
    <dgm:pt modelId="3739">
      <dgm:t>
        <a:p>
          <a:r>
            <a:t>n3739</a:t>
          </a:r>
        </a:p>
      </dgm:t>
    </dgm:pt>
    <dgm:pt modelId="3740">
      <dgm:t>
        <a:p>
          <a:r>
            <a:t>n3740</a:t>
          </a:r>
        </a:p>
      </dgm:t>
    </dgm:pt>
    <dgm:pt modelId="3741">
      <dgm:t>
        <a:p>
          <a:r>
            <a:t>n3741</a:t>
          </a:r>
        </a:p>
      </dgm:t>
    </dgm:pt>
    <dgm:pt modelId="3742">
      <dgm:t>
        <a:p>
          <a:r>
            <a:t>n3742</a:t>
          </a:r>
        </a:p>
      </dgm:t>
    </dgm:pt>
    <dgm:pt modelId="3743">
      <dgm:t>
        <a:p>
          <a:r>
            <a:t>n3743</a:t>
          </a:r>
        </a:p>
      </dgm:t>
    </dgm:pt>
    <dgm:pt modelId="3744">
      <dgm:t>
        <a:p>
          <a:r>
            <a:t>n3744</a:t>
          </a:r>
        </a:p>
      </dgm:t>
    </dgm:pt>
    <dgm:pt modelId="3745">
      <dgm:t>
        <a:p>
          <a:r>
            <a:t>n3745</a:t>
          </a:r>
        </a:p>
      </dgm:t>
    </dgm:pt>
    <dgm:pt modelId="3746">
      <dgm:t>
        <a:p>
          <a:r>
            <a:t>n3746</a:t>
          </a:r>
        </a:p>
      </dgm:t>
    </dgm:pt>
    <dgm:pt modelId="3747">
      <dgm:t>
        <a:p>
          <a:r>
            <a:t>n3747</a:t>
          </a:r>
        </a:p>
      </dgm:t>
    </dgm:pt>
    <dgm:pt modelId="3748">
      <dgm:t>
        <a:p>
          <a:r>
            <a:t>n3748</a:t>
          </a:r>
        </a:p>
      </dgm:t>
    </dgm:pt>
    <dgm:pt modelId="3749">
      <dgm:t>
        <a:p>
          <a:r>
            <a:t>n3749</a:t>
          </a:r>
        </a:p>
      </dgm:t>
    </dgm:pt>
    <dgm:pt modelId="3750">
      <dgm:t>
        <a:p>
          <a:r>
            <a:t>n3750</a:t>
          </a:r>
        </a:p>
      </dgm:t>
    </dgm:pt>
    <dgm:pt modelId="3751">
      <dgm:t>
        <a:p>
          <a:r>
            <a:t>n3751</a:t>
          </a:r>
        </a:p>
      </dgm:t>
    </dgm:pt>
    <dgm:pt modelId="3752">
      <dgm:t>
        <a:p>
          <a:r>
            <a:t>n3752</a:t>
          </a:r>
        </a:p>
      </dgm:t>
    </dgm:pt>
    <dgm:pt modelId="3753">
      <dgm:t>
        <a:p>
          <a:r>
            <a:t>n3753</a:t>
          </a:r>
        </a:p>
      </dgm:t>
    </dgm:pt>
    <dgm:pt modelId="3754">
      <dgm:t>
        <a:p>
          <a:r>
            <a:t>n3754</a:t>
          </a:r>
        </a:p>
      </dgm:t>
    </dgm:pt>
    <dgm:pt modelId="3755">
      <dgm:t>
        <a:p>
          <a:r>
            <a:t>n3755</a:t>
          </a:r>
        </a:p>
      </dgm:t>
    </dgm:pt>
    <dgm:pt modelId="3756">
      <dgm:t>
        <a:p>
          <a:r>
            <a:t>n3756</a:t>
          </a:r>
        </a:p>
      </dgm:t>
    </dgm:pt>
    <dgm:pt modelId="3757">
      <dgm:t>
        <a:p>
          <a:r>
            <a:t>n3757</a:t>
          </a:r>
        </a:p>
      </dgm:t>
    </dgm:pt>
    <dgm:pt modelId="3758">
      <dgm:t>
        <a:p>
          <a:r>
            <a:t>n3758</a:t>
          </a:r>
        </a:p>
      </dgm:t>
    </dgm:pt>
    <dgm:pt modelId="3759">
      <dgm:t>
        <a:p>
          <a:r>
            <a:t>n3759</a:t>
          </a:r>
        </a:p>
      </dgm:t>
    </dgm:pt>
    <dgm:pt modelId="3760">
      <dgm:t>
        <a:p>
          <a:r>
            <a:t>n3760</a:t>
          </a:r>
        </a:p>
      </dgm:t>
    </dgm:pt>
    <dgm:pt modelId="3761">
      <dgm:t>
        <a:p>
          <a:r>
            <a:t>n3761</a:t>
          </a:r>
        </a:p>
      </dgm:t>
    </dgm:pt>
    <dgm:pt modelId="3762">
      <dgm:t>
        <a:p>
          <a:r>
            <a:t>n3762</a:t>
          </a:r>
        </a:p>
      </dgm:t>
    </dgm:pt>
    <dgm:pt modelId="3763">
      <dgm:t>
        <a:p>
          <a:r>
            <a:t>n3763</a:t>
          </a:r>
        </a:p>
      </dgm:t>
    </dgm:pt>
    <dgm:pt modelId="3764">
      <dgm:t>
        <a:p>
          <a:r>
            <a:t>n3764</a:t>
          </a:r>
        </a:p>
      </dgm:t>
    </dgm:pt>
    <dgm:pt modelId="3765">
      <dgm:t>
        <a:p>
          <a:r>
            <a:t>n3765</a:t>
          </a:r>
        </a:p>
      </dgm:t>
    </dgm:pt>
    <dgm:pt modelId="3766">
      <dgm:t>
        <a:p>
          <a:r>
            <a:t>n3766</a:t>
          </a:r>
        </a:p>
      </dgm:t>
    </dgm:pt>
    <dgm:pt modelId="3767">
      <dgm:t>
        <a:p>
          <a:r>
            <a:t>n3767</a:t>
          </a:r>
        </a:p>
      </dgm:t>
    </dgm:pt>
    <dgm:pt modelId="3768">
      <dgm:t>
        <a:p>
          <a:r>
            <a:t>n3768</a:t>
          </a:r>
        </a:p>
      </dgm:t>
    </dgm:pt>
    <dgm:pt modelId="3769">
      <dgm:t>
        <a:p>
          <a:r>
            <a:t>n3769</a:t>
          </a:r>
        </a:p>
      </dgm:t>
    </dgm:pt>
    <dgm:pt modelId="3770">
      <dgm:t>
        <a:p>
          <a:r>
            <a:t>n3770</a:t>
          </a:r>
        </a:p>
      </dgm:t>
    </dgm:pt>
    <dgm:pt modelId="3771">
      <dgm:t>
        <a:p>
          <a:r>
            <a:t>n3771</a:t>
          </a:r>
        </a:p>
      </dgm:t>
    </dgm:pt>
    <dgm:pt modelId="3772">
      <dgm:t>
        <a:p>
          <a:r>
            <a:t>n3772</a:t>
          </a:r>
        </a:p>
      </dgm:t>
    </dgm:pt>
    <dgm:pt modelId="3773">
      <dgm:t>
        <a:p>
          <a:r>
            <a:t>n3773</a:t>
          </a:r>
        </a:p>
      </dgm:t>
    </dgm:pt>
    <dgm:pt modelId="3774">
      <dgm:t>
        <a:p>
          <a:r>
            <a:t>n3774</a:t>
          </a:r>
        </a:p>
      </dgm:t>
    </dgm:pt>
    <dgm:pt modelId="3775">
      <dgm:t>
        <a:p>
          <a:r>
            <a:t>n3775</a:t>
          </a:r>
        </a:p>
      </dgm:t>
    </dgm:pt>
    <dgm:pt modelId="3776">
      <dgm:t>
        <a:p>
          <a:r>
            <a:t>n3776</a:t>
          </a:r>
        </a:p>
      </dgm:t>
    </dgm:pt>
    <dgm:pt modelId="3777">
      <dgm:t>
        <a:p>
          <a:r>
            <a:t>n3777</a:t>
          </a:r>
        </a:p>
      </dgm:t>
    </dgm:pt>
    <dgm:pt modelId="3778">
      <dgm:t>
        <a:p>
          <a:r>
            <a:t>n3778</a:t>
          </a:r>
        </a:p>
      </dgm:t>
    </dgm:pt>
    <dgm:pt modelId="3779">
      <dgm:t>
        <a:p>
          <a:r>
            <a:t>n3779</a:t>
          </a:r>
        </a:p>
      </dgm:t>
    </dgm:pt>
    <dgm:pt modelId="3780">
      <dgm:t>
        <a:p>
          <a:r>
            <a:t>n3780</a:t>
          </a:r>
        </a:p>
      </dgm:t>
    </dgm:pt>
    <dgm:pt modelId="3781">
      <dgm:t>
        <a:p>
          <a:r>
            <a:t>n3781</a:t>
          </a:r>
        </a:p>
      </dgm:t>
    </dgm:pt>
    <dgm:pt modelId="3782">
      <dgm:t>
        <a:p>
          <a:r>
            <a:t>n3782</a:t>
          </a:r>
        </a:p>
      </dgm:t>
    </dgm:pt>
    <dgm:pt modelId="3783">
      <dgm:t>
        <a:p>
          <a:r>
            <a:t>n3783</a:t>
          </a:r>
        </a:p>
      </dgm:t>
    </dgm:pt>
    <dgm:pt modelId="3784">
      <dgm:t>
        <a:p>
          <a:r>
            <a:t>n3784</a:t>
          </a:r>
        </a:p>
      </dgm:t>
    </dgm:pt>
    <dgm:pt modelId="3785">
      <dgm:t>
        <a:p>
          <a:r>
            <a:t>n3785</a:t>
          </a:r>
        </a:p>
      </dgm:t>
    </dgm:pt>
    <dgm:pt modelId="3786">
      <dgm:t>
        <a:p>
          <a:r>
            <a:t>n3786</a:t>
          </a:r>
        </a:p>
      </dgm:t>
    </dgm:pt>
    <dgm:pt modelId="3787">
      <dgm:t>
        <a:p>
          <a:r>
            <a:t>n3787</a:t>
          </a:r>
        </a:p>
      </dgm:t>
    </dgm:pt>
    <dgm:pt modelId="3788">
      <dgm:t>
        <a:p>
          <a:r>
            <a:t>n3788</a:t>
          </a:r>
        </a:p>
      </dgm:t>
    </dgm:pt>
    <dgm:pt modelId="3789">
      <dgm:t>
        <a:p>
          <a:r>
            <a:t>n3789</a:t>
          </a:r>
        </a:p>
      </dgm:t>
    </dgm:pt>
    <dgm:pt modelId="3790">
      <dgm:t>
        <a:p>
          <a:r>
            <a:t>n3790</a:t>
          </a:r>
        </a:p>
      </dgm:t>
    </dgm:pt>
    <dgm:pt modelId="3791">
      <dgm:t>
        <a:p>
          <a:r>
            <a:t>n3791</a:t>
          </a:r>
        </a:p>
      </dgm:t>
    </dgm:pt>
    <dgm:pt modelId="3792">
      <dgm:t>
        <a:p>
          <a:r>
            <a:t>n3792</a:t>
          </a:r>
        </a:p>
      </dgm:t>
    </dgm:pt>
    <dgm:pt modelId="3793">
      <dgm:t>
        <a:p>
          <a:r>
            <a:t>n3793</a:t>
          </a:r>
        </a:p>
      </dgm:t>
    </dgm:pt>
    <dgm:pt modelId="3794">
      <dgm:t>
        <a:p>
          <a:r>
            <a:t>n3794</a:t>
          </a:r>
        </a:p>
      </dgm:t>
    </dgm:pt>
    <dgm:pt modelId="3795">
      <dgm:t>
        <a:p>
          <a:r>
            <a:t>n3795</a:t>
          </a:r>
        </a:p>
      </dgm:t>
    </dgm:pt>
    <dgm:pt modelId="3796">
      <dgm:t>
        <a:p>
          <a:r>
            <a:t>n3796</a:t>
          </a:r>
        </a:p>
      </dgm:t>
    </dgm:pt>
    <dgm:pt modelId="3797">
      <dgm:t>
        <a:p>
          <a:r>
            <a:t>n3797</a:t>
          </a:r>
        </a:p>
      </dgm:t>
    </dgm:pt>
    <dgm:pt modelId="3798">
      <dgm:t>
        <a:p>
          <a:r>
            <a:t>n3798</a:t>
          </a:r>
        </a:p>
      </dgm:t>
    </dgm:pt>
    <dgm:pt modelId="3799">
      <dgm:t>
        <a:p>
          <a:r>
            <a:t>n3799</a:t>
          </a:r>
        </a:p>
      </dgm:t>
    </dgm:pt>
    <dgm:pt modelId="3800">
      <dgm:t>
        <a:p>
          <a:r>
            <a:t>n3800</a:t>
          </a:r>
        </a:p>
      </dgm:t>
    </dgm:pt>
    <dgm:pt modelId="3801">
      <dgm:t>
        <a:p>
          <a:r>
            <a:t>n3801</a:t>
          </a:r>
        </a:p>
      </dgm:t>
    </dgm:pt>
    <dgm:pt modelId="3802">
      <dgm:t>
        <a:p>
          <a:r>
            <a:t>n3802</a:t>
          </a:r>
        </a:p>
      </dgm:t>
    </dgm:pt>
    <dgm:pt modelId="3803">
      <dgm:t>
        <a:p>
          <a:r>
            <a:t>n3803</a:t>
          </a:r>
        </a:p>
      </dgm:t>
    </dgm:pt>
    <dgm:pt modelId="3804">
      <dgm:t>
        <a:p>
          <a:r>
            <a:t>n3804</a:t>
          </a:r>
        </a:p>
      </dgm:t>
    </dgm:pt>
    <dgm:pt modelId="3805">
      <dgm:t>
        <a:p>
          <a:r>
            <a:t>n3805</a:t>
          </a:r>
        </a:p>
      </dgm:t>
    </dgm:pt>
    <dgm:pt modelId="3806">
      <dgm:t>
        <a:p>
          <a:r>
            <a:t>n3806</a:t>
          </a:r>
        </a:p>
      </dgm:t>
    </dgm:pt>
    <dgm:pt modelId="3807">
      <dgm:t>
        <a:p>
          <a:r>
            <a:t>n3807</a:t>
          </a:r>
        </a:p>
      </dgm:t>
    </dgm:pt>
    <dgm:pt modelId="3808">
      <dgm:t>
        <a:p>
          <a:r>
            <a:t>n3808</a:t>
          </a:r>
        </a:p>
      </dgm:t>
    </dgm:pt>
    <dgm:pt modelId="3809">
      <dgm:t>
        <a:p>
          <a:r>
            <a:t>n3809</a:t>
          </a:r>
        </a:p>
      </dgm:t>
    </dgm:pt>
    <dgm:pt modelId="3810">
      <dgm:t>
        <a:p>
          <a:r>
            <a:t>n3810</a:t>
          </a:r>
        </a:p>
      </dgm:t>
    </dgm:pt>
    <dgm:pt modelId="3811">
      <dgm:t>
        <a:p>
          <a:r>
            <a:t>n3811</a:t>
          </a:r>
        </a:p>
      </dgm:t>
    </dgm:pt>
    <dgm:pt modelId="3812">
      <dgm:t>
        <a:p>
          <a:r>
            <a:t>n3812</a:t>
          </a:r>
        </a:p>
      </dgm:t>
    </dgm:pt>
    <dgm:pt modelId="3813">
      <dgm:t>
        <a:p>
          <a:r>
            <a:t>n3813</a:t>
          </a:r>
        </a:p>
      </dgm:t>
    </dgm:pt>
    <dgm:pt modelId="3814">
      <dgm:t>
        <a:p>
          <a:r>
            <a:t>n3814</a:t>
          </a:r>
        </a:p>
      </dgm:t>
    </dgm:pt>
    <dgm:pt modelId="3815">
      <dgm:t>
        <a:p>
          <a:r>
            <a:t>n3815</a:t>
          </a:r>
        </a:p>
      </dgm:t>
    </dgm:pt>
    <dgm:pt modelId="3816">
      <dgm:t>
        <a:p>
          <a:r>
            <a:t>n3816</a:t>
          </a:r>
        </a:p>
      </dgm:t>
    </dgm:pt>
    <dgm:pt modelId="3817">
      <dgm:t>
        <a:p>
          <a:r>
            <a:t>n3817</a:t>
          </a:r>
        </a:p>
      </dgm:t>
    </dgm:pt>
    <dgm:pt modelId="3818">
      <dgm:t>
        <a:p>
          <a:r>
            <a:t>n3818</a:t>
          </a:r>
        </a:p>
      </dgm:t>
    </dgm:pt>
    <dgm:pt modelId="3819">
      <dgm:t>
        <a:p>
          <a:r>
            <a:t>n3819</a:t>
          </a:r>
        </a:p>
      </dgm:t>
    </dgm:pt>
    <dgm:pt modelId="3820">
      <dgm:t>
        <a:p>
          <a:r>
            <a:t>n3820</a:t>
          </a:r>
        </a:p>
      </dgm:t>
    </dgm:pt>
    <dgm:pt modelId="3821">
      <dgm:t>
        <a:p>
          <a:r>
            <a:t>n3821</a:t>
          </a:r>
        </a:p>
      </dgm:t>
    </dgm:pt>
    <dgm:pt modelId="3822">
      <dgm:t>
        <a:p>
          <a:r>
            <a:t>n3822</a:t>
          </a:r>
        </a:p>
      </dgm:t>
    </dgm:pt>
    <dgm:pt modelId="3823">
      <dgm:t>
        <a:p>
          <a:r>
            <a:t>n3823</a:t>
          </a:r>
        </a:p>
      </dgm:t>
    </dgm:pt>
    <dgm:pt modelId="3824">
      <dgm:t>
        <a:p>
          <a:r>
            <a:t>n3824</a:t>
          </a:r>
        </a:p>
      </dgm:t>
    </dgm:pt>
    <dgm:pt modelId="3825">
      <dgm:t>
        <a:p>
          <a:r>
            <a:t>n3825</a:t>
          </a:r>
        </a:p>
      </dgm:t>
    </dgm:pt>
    <dgm:pt modelId="3826">
      <dgm:t>
        <a:p>
          <a:r>
            <a:t>n3826</a:t>
          </a:r>
        </a:p>
      </dgm:t>
    </dgm:pt>
    <dgm:pt modelId="3827">
      <dgm:t>
        <a:p>
          <a:r>
            <a:t>n3827</a:t>
          </a:r>
        </a:p>
      </dgm:t>
    </dgm:pt>
    <dgm:pt modelId="3828">
      <dgm:t>
        <a:p>
          <a:r>
            <a:t>n3828</a:t>
          </a:r>
        </a:p>
      </dgm:t>
    </dgm:pt>
    <dgm:pt modelId="3829">
      <dgm:t>
        <a:p>
          <a:r>
            <a:t>n3829</a:t>
          </a:r>
        </a:p>
      </dgm:t>
    </dgm:pt>
    <dgm:pt modelId="3830">
      <dgm:t>
        <a:p>
          <a:r>
            <a:t>n3830</a:t>
          </a:r>
        </a:p>
      </dgm:t>
    </dgm:pt>
    <dgm:pt modelId="3831">
      <dgm:t>
        <a:p>
          <a:r>
            <a:t>n3831</a:t>
          </a:r>
        </a:p>
      </dgm:t>
    </dgm:pt>
    <dgm:pt modelId="3832">
      <dgm:t>
        <a:p>
          <a:r>
            <a:t>n3832</a:t>
          </a:r>
        </a:p>
      </dgm:t>
    </dgm:pt>
    <dgm:pt modelId="3833">
      <dgm:t>
        <a:p>
          <a:r>
            <a:t>n3833</a:t>
          </a:r>
        </a:p>
      </dgm:t>
    </dgm:pt>
    <dgm:pt modelId="3834">
      <dgm:t>
        <a:p>
          <a:r>
            <a:t>n3834</a:t>
          </a:r>
        </a:p>
      </dgm:t>
    </dgm:pt>
    <dgm:pt modelId="3835">
      <dgm:t>
        <a:p>
          <a:r>
            <a:t>n3835</a:t>
          </a:r>
        </a:p>
      </dgm:t>
    </dgm:pt>
    <dgm:pt modelId="3836">
      <dgm:t>
        <a:p>
          <a:r>
            <a:t>n3836</a:t>
          </a:r>
        </a:p>
      </dgm:t>
    </dgm:pt>
    <dgm:pt modelId="3837">
      <dgm:t>
        <a:p>
          <a:r>
            <a:t>n3837</a:t>
          </a:r>
        </a:p>
      </dgm:t>
    </dgm:pt>
    <dgm:pt modelId="3838">
      <dgm:t>
        <a:p>
          <a:r>
            <a:t>n3838</a:t>
          </a:r>
        </a:p>
      </dgm:t>
    </dgm:pt>
    <dgm:pt modelId="3839">
      <dgm:t>
        <a:p>
          <a:r>
            <a:t>n3839</a:t>
          </a:r>
        </a:p>
      </dgm:t>
    </dgm:pt>
    <dgm:pt modelId="3840">
      <dgm:t>
        <a:p>
          <a:r>
            <a:t>n3840</a:t>
          </a:r>
        </a:p>
      </dgm:t>
    </dgm:pt>
    <dgm:pt modelId="3841">
      <dgm:t>
        <a:p>
          <a:r>
            <a:t>n3841</a:t>
          </a:r>
        </a:p>
      </dgm:t>
    </dgm:pt>
    <dgm:pt modelId="3842">
      <dgm:t>
        <a:p>
          <a:r>
            <a:t>n3842</a:t>
          </a:r>
        </a:p>
      </dgm:t>
    </dgm:pt>
    <dgm:pt modelId="3843">
      <dgm:t>
        <a:p>
          <a:r>
            <a:t>n3843</a:t>
          </a:r>
        </a:p>
      </dgm:t>
    </dgm:pt>
    <dgm:pt modelId="3844">
      <dgm:t>
        <a:p>
          <a:r>
            <a:t>n3844</a:t>
          </a:r>
        </a:p>
      </dgm:t>
    </dgm:pt>
    <dgm:pt modelId="3845">
      <dgm:t>
        <a:p>
          <a:r>
            <a:t>n3845</a:t>
          </a:r>
        </a:p>
      </dgm:t>
    </dgm:pt>
    <dgm:pt modelId="3846">
      <dgm:t>
        <a:p>
          <a:r>
            <a:t>n3846</a:t>
          </a:r>
        </a:p>
      </dgm:t>
    </dgm:pt>
    <dgm:pt modelId="3847">
      <dgm:t>
        <a:p>
          <a:r>
            <a:t>n3847</a:t>
          </a:r>
        </a:p>
      </dgm:t>
    </dgm:pt>
    <dgm:pt modelId="3848">
      <dgm:t>
        <a:p>
          <a:r>
            <a:t>n3848</a:t>
          </a:r>
        </a:p>
      </dgm:t>
    </dgm:pt>
    <dgm:pt modelId="3849">
      <dgm:t>
        <a:p>
          <a:r>
            <a:t>n3849</a:t>
          </a:r>
        </a:p>
      </dgm:t>
    </dgm:pt>
    <dgm:pt modelId="3850">
      <dgm:t>
        <a:p>
          <a:r>
            <a:t>n3850</a:t>
          </a:r>
        </a:p>
      </dgm:t>
    </dgm:pt>
    <dgm:pt modelId="3851">
      <dgm:t>
        <a:p>
          <a:r>
            <a:t>n3851</a:t>
          </a:r>
        </a:p>
      </dgm:t>
    </dgm:pt>
    <dgm:pt modelId="3852">
      <dgm:t>
        <a:p>
          <a:r>
            <a:t>n3852</a:t>
          </a:r>
        </a:p>
      </dgm:t>
    </dgm:pt>
    <dgm:pt modelId="3853">
      <dgm:t>
        <a:p>
          <a:r>
            <a:t>n3853</a:t>
          </a:r>
        </a:p>
      </dgm:t>
    </dgm:pt>
    <dgm:pt modelId="3854">
      <dgm:t>
        <a:p>
          <a:r>
            <a:t>n3854</a:t>
          </a:r>
        </a:p>
      </dgm:t>
    </dgm:pt>
    <dgm:pt modelId="3855">
      <dgm:t>
        <a:p>
          <a:r>
            <a:t>n3855</a:t>
          </a:r>
        </a:p>
      </dgm:t>
    </dgm:pt>
    <dgm:pt modelId="3856">
      <dgm:t>
        <a:p>
          <a:r>
            <a:t>n3856</a:t>
          </a:r>
        </a:p>
      </dgm:t>
    </dgm:pt>
    <dgm:pt modelId="3857">
      <dgm:t>
        <a:p>
          <a:r>
            <a:t>n3857</a:t>
          </a:r>
        </a:p>
      </dgm:t>
    </dgm:pt>
    <dgm:pt modelId="3858">
      <dgm:t>
        <a:p>
          <a:r>
            <a:t>n3858</a:t>
          </a:r>
        </a:p>
      </dgm:t>
    </dgm:pt>
    <dgm:pt modelId="3859">
      <dgm:t>
        <a:p>
          <a:r>
            <a:t>n3859</a:t>
          </a:r>
        </a:p>
      </dgm:t>
    </dgm:pt>
    <dgm:pt modelId="3860">
      <dgm:t>
        <a:p>
          <a:r>
            <a:t>n3860</a:t>
          </a:r>
        </a:p>
      </dgm:t>
    </dgm:pt>
    <dgm:pt modelId="3861">
      <dgm:t>
        <a:p>
          <a:r>
            <a:t>n3861</a:t>
          </a:r>
        </a:p>
      </dgm:t>
    </dgm:pt>
    <dgm:pt modelId="3862">
      <dgm:t>
        <a:p>
          <a:r>
            <a:t>n3862</a:t>
          </a:r>
        </a:p>
      </dgm:t>
    </dgm:pt>
    <dgm:pt modelId="3863">
      <dgm:t>
        <a:p>
          <a:r>
            <a:t>n3863</a:t>
          </a:r>
        </a:p>
      </dgm:t>
    </dgm:pt>
    <dgm:pt modelId="3864">
      <dgm:t>
        <a:p>
          <a:r>
            <a:t>n3864</a:t>
          </a:r>
        </a:p>
      </dgm:t>
    </dgm:pt>
    <dgm:pt modelId="3865">
      <dgm:t>
        <a:p>
          <a:r>
            <a:t>n3865</a:t>
          </a:r>
        </a:p>
      </dgm:t>
    </dgm:pt>
    <dgm:pt modelId="3866">
      <dgm:t>
        <a:p>
          <a:r>
            <a:t>n3866</a:t>
          </a:r>
        </a:p>
      </dgm:t>
    </dgm:pt>
    <dgm:pt modelId="3867">
      <dgm:t>
        <a:p>
          <a:r>
            <a:t>n3867</a:t>
          </a:r>
        </a:p>
      </dgm:t>
    </dgm:pt>
    <dgm:pt modelId="3868">
      <dgm:t>
        <a:p>
          <a:r>
            <a:t>n3868</a:t>
          </a:r>
        </a:p>
      </dgm:t>
    </dgm:pt>
    <dgm:pt modelId="3869">
      <dgm:t>
        <a:p>
          <a:r>
            <a:t>n3869</a:t>
          </a:r>
        </a:p>
      </dgm:t>
    </dgm:pt>
    <dgm:pt modelId="3870">
      <dgm:t>
        <a:p>
          <a:r>
            <a:t>n3870</a:t>
          </a:r>
        </a:p>
      </dgm:t>
    </dgm:pt>
    <dgm:pt modelId="3871">
      <dgm:t>
        <a:p>
          <a:r>
            <a:t>n3871</a:t>
          </a:r>
        </a:p>
      </dgm:t>
    </dgm:pt>
    <dgm:pt modelId="3872">
      <dgm:t>
        <a:p>
          <a:r>
            <a:t>n3872</a:t>
          </a:r>
        </a:p>
      </dgm:t>
    </dgm:pt>
    <dgm:pt modelId="3873">
      <dgm:t>
        <a:p>
          <a:r>
            <a:t>n3873</a:t>
          </a:r>
        </a:p>
      </dgm:t>
    </dgm:pt>
    <dgm:pt modelId="3874">
      <dgm:t>
        <a:p>
          <a:r>
            <a:t>n3874</a:t>
          </a:r>
        </a:p>
      </dgm:t>
    </dgm:pt>
    <dgm:pt modelId="3875">
      <dgm:t>
        <a:p>
          <a:r>
            <a:t>n3875</a:t>
          </a:r>
        </a:p>
      </dgm:t>
    </dgm:pt>
    <dgm:pt modelId="3876">
      <dgm:t>
        <a:p>
          <a:r>
            <a:t>n3876</a:t>
          </a:r>
        </a:p>
      </dgm:t>
    </dgm:pt>
    <dgm:pt modelId="3877">
      <dgm:t>
        <a:p>
          <a:r>
            <a:t>n3877</a:t>
          </a:r>
        </a:p>
      </dgm:t>
    </dgm:pt>
    <dgm:pt modelId="3878">
      <dgm:t>
        <a:p>
          <a:r>
            <a:t>n3878</a:t>
          </a:r>
        </a:p>
      </dgm:t>
    </dgm:pt>
    <dgm:pt modelId="3879">
      <dgm:t>
        <a:p>
          <a:r>
            <a:t>n3879</a:t>
          </a:r>
        </a:p>
      </dgm:t>
    </dgm:pt>
    <dgm:pt modelId="3880">
      <dgm:t>
        <a:p>
          <a:r>
            <a:t>n3880</a:t>
          </a:r>
        </a:p>
      </dgm:t>
    </dgm:pt>
    <dgm:pt modelId="3881">
      <dgm:t>
        <a:p>
          <a:r>
            <a:t>n3881</a:t>
          </a:r>
        </a:p>
      </dgm:t>
    </dgm:pt>
    <dgm:pt modelId="3882">
      <dgm:t>
        <a:p>
          <a:r>
            <a:t>n3882</a:t>
          </a:r>
        </a:p>
      </dgm:t>
    </dgm:pt>
    <dgm:pt modelId="3883">
      <dgm:t>
        <a:p>
          <a:r>
            <a:t>n3883</a:t>
          </a:r>
        </a:p>
      </dgm:t>
    </dgm:pt>
    <dgm:pt modelId="3884">
      <dgm:t>
        <a:p>
          <a:r>
            <a:t>n3884</a:t>
          </a:r>
        </a:p>
      </dgm:t>
    </dgm:pt>
    <dgm:pt modelId="3885">
      <dgm:t>
        <a:p>
          <a:r>
            <a:t>n3885</a:t>
          </a:r>
        </a:p>
      </dgm:t>
    </dgm:pt>
    <dgm:pt modelId="3886">
      <dgm:t>
        <a:p>
          <a:r>
            <a:t>n3886</a:t>
          </a:r>
        </a:p>
      </dgm:t>
    </dgm:pt>
    <dgm:pt modelId="3887">
      <dgm:t>
        <a:p>
          <a:r>
            <a:t>n3887</a:t>
          </a:r>
        </a:p>
      </dgm:t>
    </dgm:pt>
    <dgm:pt modelId="3888">
      <dgm:t>
        <a:p>
          <a:r>
            <a:t>n3888</a:t>
          </a:r>
        </a:p>
      </dgm:t>
    </dgm:pt>
    <dgm:pt modelId="3889">
      <dgm:t>
        <a:p>
          <a:r>
            <a:t>n3889</a:t>
          </a:r>
        </a:p>
      </dgm:t>
    </dgm:pt>
    <dgm:pt modelId="3890">
      <dgm:t>
        <a:p>
          <a:r>
            <a:t>n3890</a:t>
          </a:r>
        </a:p>
      </dgm:t>
    </dgm:pt>
    <dgm:pt modelId="3891">
      <dgm:t>
        <a:p>
          <a:r>
            <a:t>n3891</a:t>
          </a:r>
        </a:p>
      </dgm:t>
    </dgm:pt>
    <dgm:pt modelId="3892">
      <dgm:t>
        <a:p>
          <a:r>
            <a:t>n3892</a:t>
          </a:r>
        </a:p>
      </dgm:t>
    </dgm:pt>
    <dgm:pt modelId="3893">
      <dgm:t>
        <a:p>
          <a:r>
            <a:t>n3893</a:t>
          </a:r>
        </a:p>
      </dgm:t>
    </dgm:pt>
    <dgm:pt modelId="3894">
      <dgm:t>
        <a:p>
          <a:r>
            <a:t>n3894</a:t>
          </a:r>
        </a:p>
      </dgm:t>
    </dgm:pt>
    <dgm:pt modelId="3895">
      <dgm:t>
        <a:p>
          <a:r>
            <a:t>n3895</a:t>
          </a:r>
        </a:p>
      </dgm:t>
    </dgm:pt>
    <dgm:pt modelId="3896">
      <dgm:t>
        <a:p>
          <a:r>
            <a:t>n3896</a:t>
          </a:r>
        </a:p>
      </dgm:t>
    </dgm:pt>
    <dgm:pt modelId="3897">
      <dgm:t>
        <a:p>
          <a:r>
            <a:t>n3897</a:t>
          </a:r>
        </a:p>
      </dgm:t>
    </dgm:pt>
    <dgm:pt modelId="3898">
      <dgm:t>
        <a:p>
          <a:r>
            <a:t>n3898</a:t>
          </a:r>
        </a:p>
      </dgm:t>
    </dgm:pt>
    <dgm:pt modelId="3899">
      <dgm:t>
        <a:p>
          <a:r>
            <a:t>n3899</a:t>
          </a:r>
        </a:p>
      </dgm:t>
    </dgm:pt>
    <dgm:pt modelId="3900">
      <dgm:t>
        <a:p>
          <a:r>
            <a:t>n3900</a:t>
          </a:r>
        </a:p>
      </dgm:t>
    </dgm:pt>
    <dgm:pt modelId="3901">
      <dgm:t>
        <a:p>
          <a:r>
            <a:t>n3901</a:t>
          </a:r>
        </a:p>
      </dgm:t>
    </dgm:pt>
    <dgm:pt modelId="3902">
      <dgm:t>
        <a:p>
          <a:r>
            <a:t>n3902</a:t>
          </a:r>
        </a:p>
      </dgm:t>
    </dgm:pt>
    <dgm:pt modelId="3903">
      <dgm:t>
        <a:p>
          <a:r>
            <a:t>n3903</a:t>
          </a:r>
        </a:p>
      </dgm:t>
    </dgm:pt>
    <dgm:pt modelId="3904">
      <dgm:t>
        <a:p>
          <a:r>
            <a:t>n3904</a:t>
          </a:r>
        </a:p>
      </dgm:t>
    </dgm:pt>
    <dgm:pt modelId="3905">
      <dgm:t>
        <a:p>
          <a:r>
            <a:t>n3905</a:t>
          </a:r>
        </a:p>
      </dgm:t>
    </dgm:pt>
    <dgm:pt modelId="3906">
      <dgm:t>
        <a:p>
          <a:r>
            <a:t>n3906</a:t>
          </a:r>
        </a:p>
      </dgm:t>
    </dgm:pt>
    <dgm:pt modelId="3907">
      <dgm:t>
        <a:p>
          <a:r>
            <a:t>n3907</a:t>
          </a:r>
        </a:p>
      </dgm:t>
    </dgm:pt>
    <dgm:pt modelId="3908">
      <dgm:t>
        <a:p>
          <a:r>
            <a:t>n3908</a:t>
          </a:r>
        </a:p>
      </dgm:t>
    </dgm:pt>
    <dgm:pt modelId="3909">
      <dgm:t>
        <a:p>
          <a:r>
            <a:t>n3909</a:t>
          </a:r>
        </a:p>
      </dgm:t>
    </dgm:pt>
    <dgm:pt modelId="3910">
      <dgm:t>
        <a:p>
          <a:r>
            <a:t>n3910</a:t>
          </a:r>
        </a:p>
      </dgm:t>
    </dgm:pt>
    <dgm:pt modelId="3911">
      <dgm:t>
        <a:p>
          <a:r>
            <a:t>n3911</a:t>
          </a:r>
        </a:p>
      </dgm:t>
    </dgm:pt>
    <dgm:pt modelId="3912">
      <dgm:t>
        <a:p>
          <a:r>
            <a:t>n3912</a:t>
          </a:r>
        </a:p>
      </dgm:t>
    </dgm:pt>
    <dgm:pt modelId="3913">
      <dgm:t>
        <a:p>
          <a:r>
            <a:t>n3913</a:t>
          </a:r>
        </a:p>
      </dgm:t>
    </dgm:pt>
    <dgm:pt modelId="3914">
      <dgm:t>
        <a:p>
          <a:r>
            <a:t>n3914</a:t>
          </a:r>
        </a:p>
      </dgm:t>
    </dgm:pt>
    <dgm:pt modelId="3915">
      <dgm:t>
        <a:p>
          <a:r>
            <a:t>n3915</a:t>
          </a:r>
        </a:p>
      </dgm:t>
    </dgm:pt>
    <dgm:pt modelId="3916">
      <dgm:t>
        <a:p>
          <a:r>
            <a:t>n3916</a:t>
          </a:r>
        </a:p>
      </dgm:t>
    </dgm:pt>
    <dgm:pt modelId="3917">
      <dgm:t>
        <a:p>
          <a:r>
            <a:t>n3917</a:t>
          </a:r>
        </a:p>
      </dgm:t>
    </dgm:pt>
    <dgm:pt modelId="3918">
      <dgm:t>
        <a:p>
          <a:r>
            <a:t>n3918</a:t>
          </a:r>
        </a:p>
      </dgm:t>
    </dgm:pt>
    <dgm:pt modelId="3919">
      <dgm:t>
        <a:p>
          <a:r>
            <a:t>n3919</a:t>
          </a:r>
        </a:p>
      </dgm:t>
    </dgm:pt>
    <dgm:pt modelId="3920">
      <dgm:t>
        <a:p>
          <a:r>
            <a:t>n3920</a:t>
          </a:r>
        </a:p>
      </dgm:t>
    </dgm:pt>
    <dgm:pt modelId="3921">
      <dgm:t>
        <a:p>
          <a:r>
            <a:t>n3921</a:t>
          </a:r>
        </a:p>
      </dgm:t>
    </dgm:pt>
    <dgm:pt modelId="3922">
      <dgm:t>
        <a:p>
          <a:r>
            <a:t>n3922</a:t>
          </a:r>
        </a:p>
      </dgm:t>
    </dgm:pt>
    <dgm:pt modelId="3923">
      <dgm:t>
        <a:p>
          <a:r>
            <a:t>n3923</a:t>
          </a:r>
        </a:p>
      </dgm:t>
    </dgm:pt>
    <dgm:pt modelId="3924">
      <dgm:t>
        <a:p>
          <a:r>
            <a:t>n3924</a:t>
          </a:r>
        </a:p>
      </dgm:t>
    </dgm:pt>
    <dgm:pt modelId="3925">
      <dgm:t>
        <a:p>
          <a:r>
            <a:t>n3925</a:t>
          </a:r>
        </a:p>
      </dgm:t>
    </dgm:pt>
    <dgm:pt modelId="3926">
      <dgm:t>
        <a:p>
          <a:r>
            <a:t>n3926</a:t>
          </a:r>
        </a:p>
      </dgm:t>
    </dgm:pt>
    <dgm:pt modelId="3927">
      <dgm:t>
        <a:p>
          <a:r>
            <a:t>n3927</a:t>
          </a:r>
        </a:p>
      </dgm:t>
    </dgm:pt>
    <dgm:pt modelId="3928">
      <dgm:t>
        <a:p>
          <a:r>
            <a:t>n3928</a:t>
          </a:r>
        </a:p>
      </dgm:t>
    </dgm:pt>
    <dgm:pt modelId="3929">
      <dgm:t>
        <a:p>
          <a:r>
            <a:t>n3929</a:t>
          </a:r>
        </a:p>
      </dgm:t>
    </dgm:pt>
    <dgm:pt modelId="3930">
      <dgm:t>
        <a:p>
          <a:r>
            <a:t>n3930</a:t>
          </a:r>
        </a:p>
      </dgm:t>
    </dgm:pt>
    <dgm:pt modelId="3931">
      <dgm:t>
        <a:p>
          <a:r>
            <a:t>n3931</a:t>
          </a:r>
        </a:p>
      </dgm:t>
    </dgm:pt>
    <dgm:pt modelId="3932">
      <dgm:t>
        <a:p>
          <a:r>
            <a:t>n3932</a:t>
          </a:r>
        </a:p>
      </dgm:t>
    </dgm:pt>
    <dgm:pt modelId="3933">
      <dgm:t>
        <a:p>
          <a:r>
            <a:t>n3933</a:t>
          </a:r>
        </a:p>
      </dgm:t>
    </dgm:pt>
    <dgm:pt modelId="3934">
      <dgm:t>
        <a:p>
          <a:r>
            <a:t>n3934</a:t>
          </a:r>
        </a:p>
      </dgm:t>
    </dgm:pt>
    <dgm:pt modelId="3935">
      <dgm:t>
        <a:p>
          <a:r>
            <a:t>n3935</a:t>
          </a:r>
        </a:p>
      </dgm:t>
    </dgm:pt>
    <dgm:pt modelId="3936">
      <dgm:t>
        <a:p>
          <a:r>
            <a:t>n3936</a:t>
          </a:r>
        </a:p>
      </dgm:t>
    </dgm:pt>
    <dgm:pt modelId="3937">
      <dgm:t>
        <a:p>
          <a:r>
            <a:t>n3937</a:t>
          </a:r>
        </a:p>
      </dgm:t>
    </dgm:pt>
    <dgm:pt modelId="3938">
      <dgm:t>
        <a:p>
          <a:r>
            <a:t>n3938</a:t>
          </a:r>
        </a:p>
      </dgm:t>
    </dgm:pt>
    <dgm:pt modelId="3939">
      <dgm:t>
        <a:p>
          <a:r>
            <a:t>n3939</a:t>
          </a:r>
        </a:p>
      </dgm:t>
    </dgm:pt>
    <dgm:pt modelId="3940">
      <dgm:t>
        <a:p>
          <a:r>
            <a:t>n3940</a:t>
          </a:r>
        </a:p>
      </dgm:t>
    </dgm:pt>
    <dgm:pt modelId="3941">
      <dgm:t>
        <a:p>
          <a:r>
            <a:t>n3941</a:t>
          </a:r>
        </a:p>
      </dgm:t>
    </dgm:pt>
    <dgm:pt modelId="3942">
      <dgm:t>
        <a:p>
          <a:r>
            <a:t>n3942</a:t>
          </a:r>
        </a:p>
      </dgm:t>
    </dgm:pt>
    <dgm:pt modelId="3943">
      <dgm:t>
        <a:p>
          <a:r>
            <a:t>n3943</a:t>
          </a:r>
        </a:p>
      </dgm:t>
    </dgm:pt>
    <dgm:pt modelId="3944">
      <dgm:t>
        <a:p>
          <a:r>
            <a:t>n3944</a:t>
          </a:r>
        </a:p>
      </dgm:t>
    </dgm:pt>
    <dgm:pt modelId="3945">
      <dgm:t>
        <a:p>
          <a:r>
            <a:t>n3945</a:t>
          </a:r>
        </a:p>
      </dgm:t>
    </dgm:pt>
    <dgm:pt modelId="3946">
      <dgm:t>
        <a:p>
          <a:r>
            <a:t>n3946</a:t>
          </a:r>
        </a:p>
      </dgm:t>
    </dgm:pt>
    <dgm:pt modelId="3947">
      <dgm:t>
        <a:p>
          <a:r>
            <a:t>n3947</a:t>
          </a:r>
        </a:p>
      </dgm:t>
    </dgm:pt>
    <dgm:pt modelId="3948">
      <dgm:t>
        <a:p>
          <a:r>
            <a:t>n3948</a:t>
          </a:r>
        </a:p>
      </dgm:t>
    </dgm:pt>
    <dgm:pt modelId="3949">
      <dgm:t>
        <a:p>
          <a:r>
            <a:t>n3949</a:t>
          </a:r>
        </a:p>
      </dgm:t>
    </dgm:pt>
    <dgm:pt modelId="3950">
      <dgm:t>
        <a:p>
          <a:r>
            <a:t>n3950</a:t>
          </a:r>
        </a:p>
      </dgm:t>
    </dgm:pt>
    <dgm:pt modelId="3951">
      <dgm:t>
        <a:p>
          <a:r>
            <a:t>n3951</a:t>
          </a:r>
        </a:p>
      </dgm:t>
    </dgm:pt>
    <dgm:pt modelId="3952">
      <dgm:t>
        <a:p>
          <a:r>
            <a:t>n3952</a:t>
          </a:r>
        </a:p>
      </dgm:t>
    </dgm:pt>
    <dgm:pt modelId="3953">
      <dgm:t>
        <a:p>
          <a:r>
            <a:t>n3953</a:t>
          </a:r>
        </a:p>
      </dgm:t>
    </dgm:pt>
    <dgm:pt modelId="3954">
      <dgm:t>
        <a:p>
          <a:r>
            <a:t>n3954</a:t>
          </a:r>
        </a:p>
      </dgm:t>
    </dgm:pt>
    <dgm:pt modelId="3955">
      <dgm:t>
        <a:p>
          <a:r>
            <a:t>n3955</a:t>
          </a:r>
        </a:p>
      </dgm:t>
    </dgm:pt>
    <dgm:pt modelId="3956">
      <dgm:t>
        <a:p>
          <a:r>
            <a:t>n3956</a:t>
          </a:r>
        </a:p>
      </dgm:t>
    </dgm:pt>
    <dgm:pt modelId="3957">
      <dgm:t>
        <a:p>
          <a:r>
            <a:t>n3957</a:t>
          </a:r>
        </a:p>
      </dgm:t>
    </dgm:pt>
    <dgm:pt modelId="3958">
      <dgm:t>
        <a:p>
          <a:r>
            <a:t>n3958</a:t>
          </a:r>
        </a:p>
      </dgm:t>
    </dgm:pt>
    <dgm:pt modelId="3959">
      <dgm:t>
        <a:p>
          <a:r>
            <a:t>n3959</a:t>
          </a:r>
        </a:p>
      </dgm:t>
    </dgm:pt>
    <dgm:pt modelId="3960">
      <dgm:t>
        <a:p>
          <a:r>
            <a:t>n3960</a:t>
          </a:r>
        </a:p>
      </dgm:t>
    </dgm:pt>
    <dgm:pt modelId="3961">
      <dgm:t>
        <a:p>
          <a:r>
            <a:t>n3961</a:t>
          </a:r>
        </a:p>
      </dgm:t>
    </dgm:pt>
    <dgm:pt modelId="3962">
      <dgm:t>
        <a:p>
          <a:r>
            <a:t>n3962</a:t>
          </a:r>
        </a:p>
      </dgm:t>
    </dgm:pt>
    <dgm:pt modelId="3963">
      <dgm:t>
        <a:p>
          <a:r>
            <a:t>n3963</a:t>
          </a:r>
        </a:p>
      </dgm:t>
    </dgm:pt>
    <dgm:pt modelId="3964">
      <dgm:t>
        <a:p>
          <a:r>
            <a:t>n3964</a:t>
          </a:r>
        </a:p>
      </dgm:t>
    </dgm:pt>
    <dgm:pt modelId="3965">
      <dgm:t>
        <a:p>
          <a:r>
            <a:t>n3965</a:t>
          </a:r>
        </a:p>
      </dgm:t>
    </dgm:pt>
    <dgm:pt modelId="3966">
      <dgm:t>
        <a:p>
          <a:r>
            <a:t>n3966</a:t>
          </a:r>
        </a:p>
      </dgm:t>
    </dgm:pt>
    <dgm:pt modelId="3967">
      <dgm:t>
        <a:p>
          <a:r>
            <a:t>n3967</a:t>
          </a:r>
        </a:p>
      </dgm:t>
    </dgm:pt>
    <dgm:pt modelId="3968">
      <dgm:t>
        <a:p>
          <a:r>
            <a:t>n3968</a:t>
          </a:r>
        </a:p>
      </dgm:t>
    </dgm:pt>
    <dgm:pt modelId="3969">
      <dgm:t>
        <a:p>
          <a:r>
            <a:t>n3969</a:t>
          </a:r>
        </a:p>
      </dgm:t>
    </dgm:pt>
    <dgm:pt modelId="3970">
      <dgm:t>
        <a:p>
          <a:r>
            <a:t>n3970</a:t>
          </a:r>
        </a:p>
      </dgm:t>
    </dgm:pt>
    <dgm:pt modelId="3971">
      <dgm:t>
        <a:p>
          <a:r>
            <a:t>n3971</a:t>
          </a:r>
        </a:p>
      </dgm:t>
    </dgm:pt>
    <dgm:pt modelId="3972">
      <dgm:t>
        <a:p>
          <a:r>
            <a:t>n3972</a:t>
          </a:r>
        </a:p>
      </dgm:t>
    </dgm:pt>
    <dgm:pt modelId="3973">
      <dgm:t>
        <a:p>
          <a:r>
            <a:t>n3973</a:t>
          </a:r>
        </a:p>
      </dgm:t>
    </dgm:pt>
    <dgm:pt modelId="3974">
      <dgm:t>
        <a:p>
          <a:r>
            <a:t>n3974</a:t>
          </a:r>
        </a:p>
      </dgm:t>
    </dgm:pt>
    <dgm:pt modelId="3975">
      <dgm:t>
        <a:p>
          <a:r>
            <a:t>n3975</a:t>
          </a:r>
        </a:p>
      </dgm:t>
    </dgm:pt>
    <dgm:pt modelId="3976">
      <dgm:t>
        <a:p>
          <a:r>
            <a:t>n3976</a:t>
          </a:r>
        </a:p>
      </dgm:t>
    </dgm:pt>
    <dgm:pt modelId="3977">
      <dgm:t>
        <a:p>
          <a:r>
            <a:t>n3977</a:t>
          </a:r>
        </a:p>
      </dgm:t>
    </dgm:pt>
    <dgm:pt modelId="3978">
      <dgm:t>
        <a:p>
          <a:r>
            <a:t>n3978</a:t>
          </a:r>
        </a:p>
      </dgm:t>
    </dgm:pt>
    <dgm:pt modelId="3979">
      <dgm:t>
        <a:p>
          <a:r>
            <a:t>n3979</a:t>
          </a:r>
        </a:p>
      </dgm:t>
    </dgm:pt>
    <dgm:pt modelId="3980">
      <dgm:t>
        <a:p>
          <a:r>
            <a:t>n3980</a:t>
          </a:r>
        </a:p>
      </dgm:t>
    </dgm:pt>
    <dgm:pt modelId="3981">
      <dgm:t>
        <a:p>
          <a:r>
            <a:t>n3981</a:t>
          </a:r>
        </a:p>
      </dgm:t>
    </dgm:pt>
    <dgm:pt modelId="3982">
      <dgm:t>
        <a:p>
          <a:r>
            <a:t>n3982</a:t>
          </a:r>
        </a:p>
      </dgm:t>
    </dgm:pt>
    <dgm:pt modelId="3983">
      <dgm:t>
        <a:p>
          <a:r>
            <a:t>n3983</a:t>
          </a:r>
        </a:p>
      </dgm:t>
    </dgm:pt>
    <dgm:pt modelId="3984">
      <dgm:t>
        <a:p>
          <a:r>
            <a:t>n3984</a:t>
          </a:r>
        </a:p>
      </dgm:t>
    </dgm:pt>
    <dgm:pt modelId="3985">
      <dgm:t>
        <a:p>
          <a:r>
            <a:t>n3985</a:t>
          </a:r>
        </a:p>
      </dgm:t>
    </dgm:pt>
    <dgm:pt modelId="3986">
      <dgm:t>
        <a:p>
          <a:r>
            <a:t>n3986</a:t>
          </a:r>
        </a:p>
      </dgm:t>
    </dgm:pt>
    <dgm:pt modelId="3987">
      <dgm:t>
        <a:p>
          <a:r>
            <a:t>n3987</a:t>
          </a:r>
        </a:p>
      </dgm:t>
    </dgm:pt>
    <dgm:pt modelId="3988">
      <dgm:t>
        <a:p>
          <a:r>
            <a:t>n3988</a:t>
          </a:r>
        </a:p>
      </dgm:t>
    </dgm:pt>
    <dgm:pt modelId="3989">
      <dgm:t>
        <a:p>
          <a:r>
            <a:t>n3989</a:t>
          </a:r>
        </a:p>
      </dgm:t>
    </dgm:pt>
    <dgm:pt modelId="3990">
      <dgm:t>
        <a:p>
          <a:r>
            <a:t>n3990</a:t>
          </a:r>
        </a:p>
      </dgm:t>
    </dgm:pt>
    <dgm:pt modelId="3991">
      <dgm:t>
        <a:p>
          <a:r>
            <a:t>n3991</a:t>
          </a:r>
        </a:p>
      </dgm:t>
    </dgm:pt>
    <dgm:pt modelId="3992">
      <dgm:t>
        <a:p>
          <a:r>
            <a:t>n3992</a:t>
          </a:r>
        </a:p>
      </dgm:t>
    </dgm:pt>
    <dgm:pt modelId="3993">
      <dgm:t>
        <a:p>
          <a:r>
            <a:t>n3993</a:t>
          </a:r>
        </a:p>
      </dgm:t>
    </dgm:pt>
    <dgm:pt modelId="3994">
      <dgm:t>
        <a:p>
          <a:r>
            <a:t>n3994</a:t>
          </a:r>
        </a:p>
      </dgm:t>
    </dgm:pt>
    <dgm:pt modelId="3995">
      <dgm:t>
        <a:p>
          <a:r>
            <a:t>n3995</a:t>
          </a:r>
        </a:p>
      </dgm:t>
    </dgm:pt>
    <dgm:pt modelId="3996">
      <dgm:t>
        <a:p>
          <a:r>
            <a:t>n3996</a:t>
          </a:r>
        </a:p>
      </dgm:t>
    </dgm:pt>
    <dgm:pt modelId="3997">
      <dgm:t>
        <a:p>
          <a:r>
            <a:t>n3997</a:t>
          </a:r>
        </a:p>
      </dgm:t>
    </dgm:pt>
    <dgm:pt modelId="3998">
      <dgm:t>
        <a:p>
          <a:r>
            <a:t>n3998</a:t>
          </a:r>
        </a:p>
      </dgm:t>
    </dgm:pt>
    <dgm:pt modelId="3999">
      <dgm:t>
        <a:p>
          <a:r>
            <a:t>n3999</a:t>
          </a:r>
        </a:p>
      </dgm:t>
    </dgm:pt>
    <dgm:pt modelId="4000">
      <dgm:t>
        <a:p>
          <a:r>
            <a:t>n4000</a:t>
          </a:r>
        </a:p>
      </dgm:t>
    </dgm:pt>
    <dgm:pt modelId="4001">
      <dgm:t>
        <a:p>
          <a:r>
            <a:t>n4001</a:t>
          </a:r>
        </a:p>
      </dgm:t>
    </dgm:pt>
    <dgm:pt modelId="4002">
      <dgm:t>
        <a:p>
          <a:r>
            <a:t>n4002</a:t>
          </a:r>
        </a:p>
      </dgm:t>
    </dgm:pt>
    <dgm:pt modelId="4003">
      <dgm:t>
        <a:p>
          <a:r>
            <a:t>n4003</a:t>
          </a:r>
        </a:p>
      </dgm:t>
    </dgm:pt>
    <dgm:pt modelId="4004">
      <dgm:t>
        <a:p>
          <a:r>
            <a:t>n4004</a:t>
          </a:r>
        </a:p>
      </dgm:t>
    </dgm:pt>
    <dgm:pt modelId="4005">
      <dgm:t>
        <a:p>
          <a:r>
            <a:t>n4005</a:t>
          </a:r>
        </a:p>
      </dgm:t>
    </dgm:pt>
    <dgm:pt modelId="4006">
      <dgm:t>
        <a:p>
          <a:r>
            <a:t>n4006</a:t>
          </a:r>
        </a:p>
      </dgm:t>
    </dgm:pt>
    <dgm:pt modelId="4007">
      <dgm:t>
        <a:p>
          <a:r>
            <a:t>n4007</a:t>
          </a:r>
        </a:p>
      </dgm:t>
    </dgm:pt>
    <dgm:pt modelId="4008">
      <dgm:t>
        <a:p>
          <a:r>
            <a:t>n4008</a:t>
          </a:r>
        </a:p>
      </dgm:t>
    </dgm:pt>
    <dgm:pt modelId="4009">
      <dgm:t>
        <a:p>
          <a:r>
            <a:t>n4009</a:t>
          </a:r>
        </a:p>
      </dgm:t>
    </dgm:pt>
    <dgm:pt modelId="4010">
      <dgm:t>
        <a:p>
          <a:r>
            <a:t>n4010</a:t>
          </a:r>
        </a:p>
      </dgm:t>
    </dgm:pt>
    <dgm:pt modelId="4011">
      <dgm:t>
        <a:p>
          <a:r>
            <a:t>n4011</a:t>
          </a:r>
        </a:p>
      </dgm:t>
    </dgm:pt>
    <dgm:pt modelId="4012">
      <dgm:t>
        <a:p>
          <a:r>
            <a:t>n4012</a:t>
          </a:r>
        </a:p>
      </dgm:t>
    </dgm:pt>
    <dgm:pt modelId="4013">
      <dgm:t>
        <a:p>
          <a:r>
            <a:t>n4013</a:t>
          </a:r>
        </a:p>
      </dgm:t>
    </dgm:pt>
    <dgm:pt modelId="4014">
      <dgm:t>
        <a:p>
          <a:r>
            <a:t>n4014</a:t>
          </a:r>
        </a:p>
      </dgm:t>
    </dgm:pt>
    <dgm:pt modelId="4015">
      <dgm:t>
        <a:p>
          <a:r>
            <a:t>n4015</a:t>
          </a:r>
        </a:p>
      </dgm:t>
    </dgm:pt>
    <dgm:pt modelId="4016">
      <dgm:t>
        <a:p>
          <a:r>
            <a:t>n4016</a:t>
          </a:r>
        </a:p>
      </dgm:t>
    </dgm:pt>
    <dgm:pt modelId="4017">
      <dgm:t>
        <a:p>
          <a:r>
            <a:t>n4017</a:t>
          </a:r>
        </a:p>
      </dgm:t>
    </dgm:pt>
    <dgm:pt modelId="4018">
      <dgm:t>
        <a:p>
          <a:r>
            <a:t>n4018</a:t>
          </a:r>
        </a:p>
      </dgm:t>
    </dgm:pt>
    <dgm:pt modelId="4019">
      <dgm:t>
        <a:p>
          <a:r>
            <a:t>n4019</a:t>
          </a:r>
        </a:p>
      </dgm:t>
    </dgm:pt>
    <dgm:pt modelId="4020">
      <dgm:t>
        <a:p>
          <a:r>
            <a:t>n4020</a:t>
          </a:r>
        </a:p>
      </dgm:t>
    </dgm:pt>
    <dgm:pt modelId="4021">
      <dgm:t>
        <a:p>
          <a:r>
            <a:t>n4021</a:t>
          </a:r>
        </a:p>
      </dgm:t>
    </dgm:pt>
    <dgm:pt modelId="4022">
      <dgm:t>
        <a:p>
          <a:r>
            <a:t>n4022</a:t>
          </a:r>
        </a:p>
      </dgm:t>
    </dgm:pt>
    <dgm:pt modelId="4023">
      <dgm:t>
        <a:p>
          <a:r>
            <a:t>n4023</a:t>
          </a:r>
        </a:p>
      </dgm:t>
    </dgm:pt>
    <dgm:pt modelId="4024">
      <dgm:t>
        <a:p>
          <a:r>
            <a:t>n4024</a:t>
          </a:r>
        </a:p>
      </dgm:t>
    </dgm:pt>
    <dgm:pt modelId="4025">
      <dgm:t>
        <a:p>
          <a:r>
            <a:t>n4025</a:t>
          </a:r>
        </a:p>
      </dgm:t>
    </dgm:pt>
    <dgm:pt modelId="4026">
      <dgm:t>
        <a:p>
          <a:r>
            <a:t>n4026</a:t>
          </a:r>
        </a:p>
      </dgm:t>
    </dgm:pt>
    <dgm:pt modelId="4027">
      <dgm:t>
        <a:p>
          <a:r>
            <a:t>n4027</a:t>
          </a:r>
        </a:p>
      </dgm:t>
    </dgm:pt>
    <dgm:pt modelId="4028">
      <dgm:t>
        <a:p>
          <a:r>
            <a:t>n4028</a:t>
          </a:r>
        </a:p>
      </dgm:t>
    </dgm:pt>
    <dgm:pt modelId="4029">
      <dgm:t>
        <a:p>
          <a:r>
            <a:t>n4029</a:t>
          </a:r>
        </a:p>
      </dgm:t>
    </dgm:pt>
    <dgm:pt modelId="4030">
      <dgm:t>
        <a:p>
          <a:r>
            <a:t>n4030</a:t>
          </a:r>
        </a:p>
      </dgm:t>
    </dgm:pt>
    <dgm:pt modelId="4031">
      <dgm:t>
        <a:p>
          <a:r>
            <a:t>n4031</a:t>
          </a:r>
        </a:p>
      </dgm:t>
    </dgm:pt>
    <dgm:pt modelId="4032">
      <dgm:t>
        <a:p>
          <a:r>
            <a:t>n4032</a:t>
          </a:r>
        </a:p>
      </dgm:t>
    </dgm:pt>
    <dgm:pt modelId="4033">
      <dgm:t>
        <a:p>
          <a:r>
            <a:t>n4033</a:t>
          </a:r>
        </a:p>
      </dgm:t>
    </dgm:pt>
    <dgm:pt modelId="4034">
      <dgm:t>
        <a:p>
          <a:r>
            <a:t>n4034</a:t>
          </a:r>
        </a:p>
      </dgm:t>
    </dgm:pt>
    <dgm:pt modelId="4035">
      <dgm:t>
        <a:p>
          <a:r>
            <a:t>n4035</a:t>
          </a:r>
        </a:p>
      </dgm:t>
    </dgm:pt>
    <dgm:pt modelId="4036">
      <dgm:t>
        <a:p>
          <a:r>
            <a:t>n4036</a:t>
          </a:r>
        </a:p>
      </dgm:t>
    </dgm:pt>
    <dgm:pt modelId="4037">
      <dgm:t>
        <a:p>
          <a:r>
            <a:t>n4037</a:t>
          </a:r>
        </a:p>
      </dgm:t>
    </dgm:pt>
    <dgm:pt modelId="4038">
      <dgm:t>
        <a:p>
          <a:r>
            <a:t>n4038</a:t>
          </a:r>
        </a:p>
      </dgm:t>
    </dgm:pt>
    <dgm:pt modelId="4039">
      <dgm:t>
        <a:p>
          <a:r>
            <a:t>n4039</a:t>
          </a:r>
        </a:p>
      </dgm:t>
    </dgm:pt>
    <dgm:pt modelId="4040">
      <dgm:t>
        <a:p>
          <a:r>
            <a:t>n4040</a:t>
          </a:r>
        </a:p>
      </dgm:t>
    </dgm:pt>
    <dgm:pt modelId="4041">
      <dgm:t>
        <a:p>
          <a:r>
            <a:t>n4041</a:t>
          </a:r>
        </a:p>
      </dgm:t>
    </dgm:pt>
    <dgm:pt modelId="4042">
      <dgm:t>
        <a:p>
          <a:r>
            <a:t>n4042</a:t>
          </a:r>
        </a:p>
      </dgm:t>
    </dgm:pt>
    <dgm:pt modelId="4043">
      <dgm:t>
        <a:p>
          <a:r>
            <a:t>n4043</a:t>
          </a:r>
        </a:p>
      </dgm:t>
    </dgm:pt>
    <dgm:pt modelId="4044">
      <dgm:t>
        <a:p>
          <a:r>
            <a:t>n4044</a:t>
          </a:r>
        </a:p>
      </dgm:t>
    </dgm:pt>
    <dgm:pt modelId="4045">
      <dgm:t>
        <a:p>
          <a:r>
            <a:t>n4045</a:t>
          </a:r>
        </a:p>
      </dgm:t>
    </dgm:pt>
    <dgm:pt modelId="4046">
      <dgm:t>
        <a:p>
          <a:r>
            <a:t>n4046</a:t>
          </a:r>
        </a:p>
      </dgm:t>
    </dgm:pt>
    <dgm:pt modelId="4047">
      <dgm:t>
        <a:p>
          <a:r>
            <a:t>n4047</a:t>
          </a:r>
        </a:p>
      </dgm:t>
    </dgm:pt>
    <dgm:pt modelId="4048">
      <dgm:t>
        <a:p>
          <a:r>
            <a:t>n4048</a:t>
          </a:r>
        </a:p>
      </dgm:t>
    </dgm:pt>
    <dgm:pt modelId="4049">
      <dgm:t>
        <a:p>
          <a:r>
            <a:t>n4049</a:t>
          </a:r>
        </a:p>
      </dgm:t>
    </dgm:pt>
    <dgm:pt modelId="4050">
      <dgm:t>
        <a:p>
          <a:r>
            <a:t>n4050</a:t>
          </a:r>
        </a:p>
      </dgm:t>
    </dgm:pt>
    <dgm:pt modelId="4051">
      <dgm:t>
        <a:p>
          <a:r>
            <a:t>n4051</a:t>
          </a:r>
        </a:p>
      </dgm:t>
    </dgm:pt>
    <dgm:pt modelId="4052">
      <dgm:t>
        <a:p>
          <a:r>
            <a:t>n4052</a:t>
          </a:r>
        </a:p>
      </dgm:t>
    </dgm:pt>
    <dgm:pt modelId="4053">
      <dgm:t>
        <a:p>
          <a:r>
            <a:t>n4053</a:t>
          </a:r>
        </a:p>
      </dgm:t>
    </dgm:pt>
    <dgm:pt modelId="4054">
      <dgm:t>
        <a:p>
          <a:r>
            <a:t>n4054</a:t>
          </a:r>
        </a:p>
      </dgm:t>
    </dgm:pt>
    <dgm:pt modelId="4055">
      <dgm:t>
        <a:p>
          <a:r>
            <a:t>n4055</a:t>
          </a:r>
        </a:p>
      </dgm:t>
    </dgm:pt>
    <dgm:pt modelId="4056">
      <dgm:t>
        <a:p>
          <a:r>
            <a:t>n4056</a:t>
          </a:r>
        </a:p>
      </dgm:t>
    </dgm:pt>
    <dgm:pt modelId="4057">
      <dgm:t>
        <a:p>
          <a:r>
            <a:t>n4057</a:t>
          </a:r>
        </a:p>
      </dgm:t>
    </dgm:pt>
    <dgm:pt modelId="4058">
      <dgm:t>
        <a:p>
          <a:r>
            <a:t>n4058</a:t>
          </a:r>
        </a:p>
      </dgm:t>
    </dgm:pt>
    <dgm:pt modelId="4059">
      <dgm:t>
        <a:p>
          <a:r>
            <a:t>n4059</a:t>
          </a:r>
        </a:p>
      </dgm:t>
    </dgm:pt>
    <dgm:pt modelId="4060">
      <dgm:t>
        <a:p>
          <a:r>
            <a:t>n4060</a:t>
          </a:r>
        </a:p>
      </dgm:t>
    </dgm:pt>
    <dgm:pt modelId="4061">
      <dgm:t>
        <a:p>
          <a:r>
            <a:t>n4061</a:t>
          </a:r>
        </a:p>
      </dgm:t>
    </dgm:pt>
    <dgm:pt modelId="4062">
      <dgm:t>
        <a:p>
          <a:r>
            <a:t>n4062</a:t>
          </a:r>
        </a:p>
      </dgm:t>
    </dgm:pt>
    <dgm:pt modelId="4063">
      <dgm:t>
        <a:p>
          <a:r>
            <a:t>n4063</a:t>
          </a:r>
        </a:p>
      </dgm:t>
    </dgm:pt>
    <dgm:pt modelId="4064">
      <dgm:t>
        <a:p>
          <a:r>
            <a:t>n4064</a:t>
          </a:r>
        </a:p>
      </dgm:t>
    </dgm:pt>
    <dgm:pt modelId="4065">
      <dgm:t>
        <a:p>
          <a:r>
            <a:t>n4065</a:t>
          </a:r>
        </a:p>
      </dgm:t>
    </dgm:pt>
    <dgm:pt modelId="4066">
      <dgm:t>
        <a:p>
          <a:r>
            <a:t>n4066</a:t>
          </a:r>
        </a:p>
      </dgm:t>
    </dgm:pt>
    <dgm:pt modelId="4067">
      <dgm:t>
        <a:p>
          <a:r>
            <a:t>n4067</a:t>
          </a:r>
        </a:p>
      </dgm:t>
    </dgm:pt>
    <dgm:pt modelId="4068">
      <dgm:t>
        <a:p>
          <a:r>
            <a:t>n4068</a:t>
          </a:r>
        </a:p>
      </dgm:t>
    </dgm:pt>
    <dgm:pt modelId="4069">
      <dgm:t>
        <a:p>
          <a:r>
            <a:t>n4069</a:t>
          </a:r>
        </a:p>
      </dgm:t>
    </dgm:pt>
    <dgm:pt modelId="4070">
      <dgm:t>
        <a:p>
          <a:r>
            <a:t>n4070</a:t>
          </a:r>
        </a:p>
      </dgm:t>
    </dgm:pt>
    <dgm:pt modelId="4071">
      <dgm:t>
        <a:p>
          <a:r>
            <a:t>n4071</a:t>
          </a:r>
        </a:p>
      </dgm:t>
    </dgm:pt>
    <dgm:pt modelId="4072">
      <dgm:t>
        <a:p>
          <a:r>
            <a:t>n4072</a:t>
          </a:r>
        </a:p>
      </dgm:t>
    </dgm:pt>
    <dgm:pt modelId="4073">
      <dgm:t>
        <a:p>
          <a:r>
            <a:t>n4073</a:t>
          </a:r>
        </a:p>
      </dgm:t>
    </dgm:pt>
    <dgm:pt modelId="4074">
      <dgm:t>
        <a:p>
          <a:r>
            <a:t>n4074</a:t>
          </a:r>
        </a:p>
      </dgm:t>
    </dgm:pt>
    <dgm:pt modelId="4075">
      <dgm:t>
        <a:p>
          <a:r>
            <a:t>n4075</a:t>
          </a:r>
        </a:p>
      </dgm:t>
    </dgm:pt>
    <dgm:pt modelId="4076">
      <dgm:t>
        <a:p>
          <a:r>
            <a:t>n4076</a:t>
          </a:r>
        </a:p>
      </dgm:t>
    </dgm:pt>
    <dgm:pt modelId="4077">
      <dgm:t>
        <a:p>
          <a:r>
            <a:t>n4077</a:t>
          </a:r>
        </a:p>
      </dgm:t>
    </dgm:pt>
    <dgm:pt modelId="4078">
      <dgm:t>
        <a:p>
          <a:r>
            <a:t>n4078</a:t>
          </a:r>
        </a:p>
      </dgm:t>
    </dgm:pt>
    <dgm:pt modelId="4079">
      <dgm:t>
        <a:p>
          <a:r>
            <a:t>n4079</a:t>
          </a:r>
        </a:p>
      </dgm:t>
    </dgm:pt>
    <dgm:pt modelId="4080">
      <dgm:t>
        <a:p>
          <a:r>
            <a:t>n4080</a:t>
          </a:r>
        </a:p>
      </dgm:t>
    </dgm:pt>
    <dgm:pt modelId="4081">
      <dgm:t>
        <a:p>
          <a:r>
            <a:t>n4081</a:t>
          </a:r>
        </a:p>
      </dgm:t>
    </dgm:pt>
    <dgm:pt modelId="4082">
      <dgm:t>
        <a:p>
          <a:r>
            <a:t>n4082</a:t>
          </a:r>
        </a:p>
      </dgm:t>
    </dgm:pt>
    <dgm:pt modelId="4083">
      <dgm:t>
        <a:p>
          <a:r>
            <a:t>n4083</a:t>
          </a:r>
        </a:p>
      </dgm:t>
    </dgm:pt>
    <dgm:pt modelId="4084">
      <dgm:t>
        <a:p>
          <a:r>
            <a:t>n4084</a:t>
          </a:r>
        </a:p>
      </dgm:t>
    </dgm:pt>
    <dgm:pt modelId="4085">
      <dgm:t>
        <a:p>
          <a:r>
            <a:t>n4085</a:t>
          </a:r>
        </a:p>
      </dgm:t>
    </dgm:pt>
    <dgm:pt modelId="4086">
      <dgm:t>
        <a:p>
          <a:r>
            <a:t>n4086</a:t>
          </a:r>
        </a:p>
      </dgm:t>
    </dgm:pt>
    <dgm:pt modelId="4087">
      <dgm:t>
        <a:p>
          <a:r>
            <a:t>n4087</a:t>
          </a:r>
        </a:p>
      </dgm:t>
    </dgm:pt>
    <dgm:pt modelId="4088">
      <dgm:t>
        <a:p>
          <a:r>
            <a:t>n4088</a:t>
          </a:r>
        </a:p>
      </dgm:t>
    </dgm:pt>
    <dgm:pt modelId="4089">
      <dgm:t>
        <a:p>
          <a:r>
            <a:t>n4089</a:t>
          </a:r>
        </a:p>
      </dgm:t>
    </dgm:pt>
    <dgm:pt modelId="4090">
      <dgm:t>
        <a:p>
          <a:r>
            <a:t>n4090</a:t>
          </a:r>
        </a:p>
      </dgm:t>
    </dgm:pt>
    <dgm:pt modelId="4091">
      <dgm:t>
        <a:p>
          <a:r>
            <a:t>n4091</a:t>
          </a:r>
        </a:p>
      </dgm:t>
    </dgm:pt>
    <dgm:pt modelId="4092">
      <dgm:t>
        <a:p>
          <a:r>
            <a:t>n4092</a:t>
          </a:r>
        </a:p>
      </dgm:t>
    </dgm:pt>
    <dgm:pt modelId="4093">
      <dgm:t>
        <a:p>
          <a:r>
            <a:t>n4093</a:t>
          </a:r>
        </a:p>
      </dgm:t>
    </dgm:pt>
    <dgm:pt modelId="4094">
      <dgm:t>
        <a:p>
          <a:r>
            <a:t>n4094</a:t>
          </a:r>
        </a:p>
      </dgm:t>
    </dgm:pt>
    <dgm:pt modelId="4095">
      <dgm:t>
        <a:p>
          <a:r>
            <a:t>n4095</a:t>
          </a:r>
        </a:p>
      </dgm:t>
    </dgm:pt>
    <dgm:pt modelId="4096">
      <dgm:t>
        <a:p>
          <a:r>
            <a:t>n4096</a:t>
          </a:r>
        </a:p>
      </dgm:t>
    </dgm:pt>
    <dgm:pt modelId="4097">
      <dgm:t>
        <a:p>
          <a:r>
            <a:t>n4097</a:t>
          </a:r>
        </a:p>
      </dgm:t>
    </dgm:pt>
    <dgm:pt modelId="4098">
      <dgm:t>
        <a:p>
          <a:r>
            <a:t>n4098</a:t>
          </a:r>
        </a:p>
      </dgm:t>
    </dgm:pt>
    <dgm:pt modelId="4099">
      <dgm:t>
        <a:p>
          <a:r>
            <a:t>n4099</a:t>
          </a:r>
        </a:p>
      </dgm:t>
    </dgm:pt>
    <dgm:pt modelId="4100">
      <dgm:t>
        <a:p>
          <a:r>
            <a:t>n4100</a:t>
          </a:r>
        </a:p>
      </dgm:t>
    </dgm:pt>
    <dgm:pt modelId="4101">
      <dgm:t>
        <a:p>
          <a:r>
            <a:t>n4101</a:t>
          </a:r>
        </a:p>
      </dgm:t>
    </dgm:pt>
    <dgm:pt modelId="4102">
      <dgm:t>
        <a:p>
          <a:r>
            <a:t>n4102</a:t>
          </a:r>
        </a:p>
      </dgm:t>
    </dgm:pt>
    <dgm:pt modelId="4103">
      <dgm:t>
        <a:p>
          <a:r>
            <a:t>n4103</a:t>
          </a:r>
        </a:p>
      </dgm:t>
    </dgm:pt>
    <dgm:pt modelId="4104">
      <dgm:t>
        <a:p>
          <a:r>
            <a:t>n4104</a:t>
          </a:r>
        </a:p>
      </dgm:t>
    </dgm:pt>
    <dgm:pt modelId="4105">
      <dgm:t>
        <a:p>
          <a:r>
            <a:t>n4105</a:t>
          </a:r>
        </a:p>
      </dgm:t>
    </dgm:pt>
    <dgm:pt modelId="4106">
      <dgm:t>
        <a:p>
          <a:r>
            <a:t>n4106</a:t>
          </a:r>
        </a:p>
      </dgm:t>
    </dgm:pt>
    <dgm:pt modelId="4107">
      <dgm:t>
        <a:p>
          <a:r>
            <a:t>n4107</a:t>
          </a:r>
        </a:p>
      </dgm:t>
    </dgm:pt>
    <dgm:pt modelId="4108">
      <dgm:t>
        <a:p>
          <a:r>
            <a:t>n4108</a:t>
          </a:r>
        </a:p>
      </dgm:t>
    </dgm:pt>
    <dgm:pt modelId="4109">
      <dgm:t>
        <a:p>
          <a:r>
            <a:t>n4109</a:t>
          </a:r>
        </a:p>
      </dgm:t>
    </dgm:pt>
    <dgm:pt modelId="4110">
      <dgm:t>
        <a:p>
          <a:r>
            <a:t>n4110</a:t>
          </a:r>
        </a:p>
      </dgm:t>
    </dgm:pt>
    <dgm:pt modelId="4111">
      <dgm:t>
        <a:p>
          <a:r>
            <a:t>n4111</a:t>
          </a:r>
        </a:p>
      </dgm:t>
    </dgm:pt>
    <dgm:pt modelId="4112">
      <dgm:t>
        <a:p>
          <a:r>
            <a:t>n4112</a:t>
          </a:r>
        </a:p>
      </dgm:t>
    </dgm:pt>
    <dgm:pt modelId="4113">
      <dgm:t>
        <a:p>
          <a:r>
            <a:t>n4113</a:t>
          </a:r>
        </a:p>
      </dgm:t>
    </dgm:pt>
    <dgm:pt modelId="4114">
      <dgm:t>
        <a:p>
          <a:r>
            <a:t>n4114</a:t>
          </a:r>
        </a:p>
      </dgm:t>
    </dgm:pt>
    <dgm:pt modelId="4115">
      <dgm:t>
        <a:p>
          <a:r>
            <a:t>n4115</a:t>
          </a:r>
        </a:p>
      </dgm:t>
    </dgm:pt>
    <dgm:pt modelId="4116">
      <dgm:t>
        <a:p>
          <a:r>
            <a:t>n4116</a:t>
          </a:r>
        </a:p>
      </dgm:t>
    </dgm:pt>
    <dgm:pt modelId="4117">
      <dgm:t>
        <a:p>
          <a:r>
            <a:t>n4117</a:t>
          </a:r>
        </a:p>
      </dgm:t>
    </dgm:pt>
    <dgm:pt modelId="4118">
      <dgm:t>
        <a:p>
          <a:r>
            <a:t>n4118</a:t>
          </a:r>
        </a:p>
      </dgm:t>
    </dgm:pt>
    <dgm:pt modelId="4119">
      <dgm:t>
        <a:p>
          <a:r>
            <a:t>n4119</a:t>
          </a:r>
        </a:p>
      </dgm:t>
    </dgm:pt>
    <dgm:pt modelId="4120">
      <dgm:t>
        <a:p>
          <a:r>
            <a:t>n4120</a:t>
          </a:r>
        </a:p>
      </dgm:t>
    </dgm:pt>
    <dgm:pt modelId="4121">
      <dgm:t>
        <a:p>
          <a:r>
            <a:t>n4121</a:t>
          </a:r>
        </a:p>
      </dgm:t>
    </dgm:pt>
    <dgm:pt modelId="4122">
      <dgm:t>
        <a:p>
          <a:r>
            <a:t>n4122</a:t>
          </a:r>
        </a:p>
      </dgm:t>
    </dgm:pt>
    <dgm:pt modelId="4123">
      <dgm:t>
        <a:p>
          <a:r>
            <a:t>n4123</a:t>
          </a:r>
        </a:p>
      </dgm:t>
    </dgm:pt>
    <dgm:pt modelId="4124">
      <dgm:t>
        <a:p>
          <a:r>
            <a:t>n4124</a:t>
          </a:r>
        </a:p>
      </dgm:t>
    </dgm:pt>
    <dgm:pt modelId="4125">
      <dgm:t>
        <a:p>
          <a:r>
            <a:t>n4125</a:t>
          </a:r>
        </a:p>
      </dgm:t>
    </dgm:pt>
    <dgm:pt modelId="4126">
      <dgm:t>
        <a:p>
          <a:r>
            <a:t>n4126</a:t>
          </a:r>
        </a:p>
      </dgm:t>
    </dgm:pt>
    <dgm:pt modelId="4127">
      <dgm:t>
        <a:p>
          <a:r>
            <a:t>n4127</a:t>
          </a:r>
        </a:p>
      </dgm:t>
    </dgm:pt>
    <dgm:pt modelId="4128">
      <dgm:t>
        <a:p>
          <a:r>
            <a:t>n4128</a:t>
          </a:r>
        </a:p>
      </dgm:t>
    </dgm:pt>
    <dgm:pt modelId="4129">
      <dgm:t>
        <a:p>
          <a:r>
            <a:t>n4129</a:t>
          </a:r>
        </a:p>
      </dgm:t>
    </dgm:pt>
    <dgm:pt modelId="4130">
      <dgm:t>
        <a:p>
          <a:r>
            <a:t>n4130</a:t>
          </a:r>
        </a:p>
      </dgm:t>
    </dgm:pt>
    <dgm:pt modelId="4131">
      <dgm:t>
        <a:p>
          <a:r>
            <a:t>n4131</a:t>
          </a:r>
        </a:p>
      </dgm:t>
    </dgm:pt>
    <dgm:pt modelId="4132">
      <dgm:t>
        <a:p>
          <a:r>
            <a:t>n4132</a:t>
          </a:r>
        </a:p>
      </dgm:t>
    </dgm:pt>
    <dgm:pt modelId="4133">
      <dgm:t>
        <a:p>
          <a:r>
            <a:t>n4133</a:t>
          </a:r>
        </a:p>
      </dgm:t>
    </dgm:pt>
    <dgm:pt modelId="4134">
      <dgm:t>
        <a:p>
          <a:r>
            <a:t>n4134</a:t>
          </a:r>
        </a:p>
      </dgm:t>
    </dgm:pt>
    <dgm:pt modelId="4135">
      <dgm:t>
        <a:p>
          <a:r>
            <a:t>n4135</a:t>
          </a:r>
        </a:p>
      </dgm:t>
    </dgm:pt>
    <dgm:pt modelId="4136">
      <dgm:t>
        <a:p>
          <a:r>
            <a:t>n4136</a:t>
          </a:r>
        </a:p>
      </dgm:t>
    </dgm:pt>
    <dgm:pt modelId="4137">
      <dgm:t>
        <a:p>
          <a:r>
            <a:t>n4137</a:t>
          </a:r>
        </a:p>
      </dgm:t>
    </dgm:pt>
    <dgm:pt modelId="4138">
      <dgm:t>
        <a:p>
          <a:r>
            <a:t>n4138</a:t>
          </a:r>
        </a:p>
      </dgm:t>
    </dgm:pt>
    <dgm:pt modelId="4139">
      <dgm:t>
        <a:p>
          <a:r>
            <a:t>n4139</a:t>
          </a:r>
        </a:p>
      </dgm:t>
    </dgm:pt>
    <dgm:pt modelId="4140">
      <dgm:t>
        <a:p>
          <a:r>
            <a:t>n4140</a:t>
          </a:r>
        </a:p>
      </dgm:t>
    </dgm:pt>
    <dgm:pt modelId="4141">
      <dgm:t>
        <a:p>
          <a:r>
            <a:t>n4141</a:t>
          </a:r>
        </a:p>
      </dgm:t>
    </dgm:pt>
    <dgm:pt modelId="4142">
      <dgm:t>
        <a:p>
          <a:r>
            <a:t>n4142</a:t>
          </a:r>
        </a:p>
      </dgm:t>
    </dgm:pt>
    <dgm:pt modelId="4143">
      <dgm:t>
        <a:p>
          <a:r>
            <a:t>n4143</a:t>
          </a:r>
        </a:p>
      </dgm:t>
    </dgm:pt>
    <dgm:pt modelId="4144">
      <dgm:t>
        <a:p>
          <a:r>
            <a:t>n4144</a:t>
          </a:r>
        </a:p>
      </dgm:t>
    </dgm:pt>
    <dgm:pt modelId="4145">
      <dgm:t>
        <a:p>
          <a:r>
            <a:t>n4145</a:t>
          </a:r>
        </a:p>
      </dgm:t>
    </dgm:pt>
    <dgm:pt modelId="4146">
      <dgm:t>
        <a:p>
          <a:r>
            <a:t>n4146</a:t>
          </a:r>
        </a:p>
      </dgm:t>
    </dgm:pt>
    <dgm:pt modelId="4147">
      <dgm:t>
        <a:p>
          <a:r>
            <a:t>n4147</a:t>
          </a:r>
        </a:p>
      </dgm:t>
    </dgm:pt>
    <dgm:pt modelId="4148">
      <dgm:t>
        <a:p>
          <a:r>
            <a:t>n4148</a:t>
          </a:r>
        </a:p>
      </dgm:t>
    </dgm:pt>
    <dgm:pt modelId="4149">
      <dgm:t>
        <a:p>
          <a:r>
            <a:t>n4149</a:t>
          </a:r>
        </a:p>
      </dgm:t>
    </dgm:pt>
    <dgm:pt modelId="4150">
      <dgm:t>
        <a:p>
          <a:r>
            <a:t>n4150</a:t>
          </a:r>
        </a:p>
      </dgm:t>
    </dgm:pt>
    <dgm:pt modelId="4151">
      <dgm:t>
        <a:p>
          <a:r>
            <a:t>n4151</a:t>
          </a:r>
        </a:p>
      </dgm:t>
    </dgm:pt>
    <dgm:pt modelId="4152">
      <dgm:t>
        <a:p>
          <a:r>
            <a:t>n4152</a:t>
          </a:r>
        </a:p>
      </dgm:t>
    </dgm:pt>
    <dgm:pt modelId="4153">
      <dgm:t>
        <a:p>
          <a:r>
            <a:t>n4153</a:t>
          </a:r>
        </a:p>
      </dgm:t>
    </dgm:pt>
    <dgm:pt modelId="4154">
      <dgm:t>
        <a:p>
          <a:r>
            <a:t>n4154</a:t>
          </a:r>
        </a:p>
      </dgm:t>
    </dgm:pt>
    <dgm:pt modelId="4155">
      <dgm:t>
        <a:p>
          <a:r>
            <a:t>n4155</a:t>
          </a:r>
        </a:p>
      </dgm:t>
    </dgm:pt>
    <dgm:pt modelId="4156">
      <dgm:t>
        <a:p>
          <a:r>
            <a:t>n4156</a:t>
          </a:r>
        </a:p>
      </dgm:t>
    </dgm:pt>
    <dgm:pt modelId="4157">
      <dgm:t>
        <a:p>
          <a:r>
            <a:t>n4157</a:t>
          </a:r>
        </a:p>
      </dgm:t>
    </dgm:pt>
    <dgm:pt modelId="4158">
      <dgm:t>
        <a:p>
          <a:r>
            <a:t>n4158</a:t>
          </a:r>
        </a:p>
      </dgm:t>
    </dgm:pt>
    <dgm:pt modelId="4159">
      <dgm:t>
        <a:p>
          <a:r>
            <a:t>n4159</a:t>
          </a:r>
        </a:p>
      </dgm:t>
    </dgm:pt>
    <dgm:pt modelId="4160">
      <dgm:t>
        <a:p>
          <a:r>
            <a:t>n4160</a:t>
          </a:r>
        </a:p>
      </dgm:t>
    </dgm:pt>
    <dgm:pt modelId="4161">
      <dgm:t>
        <a:p>
          <a:r>
            <a:t>n4161</a:t>
          </a:r>
        </a:p>
      </dgm:t>
    </dgm:pt>
    <dgm:pt modelId="4162">
      <dgm:t>
        <a:p>
          <a:r>
            <a:t>n4162</a:t>
          </a:r>
        </a:p>
      </dgm:t>
    </dgm:pt>
    <dgm:pt modelId="4163">
      <dgm:t>
        <a:p>
          <a:r>
            <a:t>n4163</a:t>
          </a:r>
        </a:p>
      </dgm:t>
    </dgm:pt>
    <dgm:pt modelId="4164">
      <dgm:t>
        <a:p>
          <a:r>
            <a:t>n4164</a:t>
          </a:r>
        </a:p>
      </dgm:t>
    </dgm:pt>
    <dgm:pt modelId="4165">
      <dgm:t>
        <a:p>
          <a:r>
            <a:t>n4165</a:t>
          </a:r>
        </a:p>
      </dgm:t>
    </dgm:pt>
    <dgm:pt modelId="4166">
      <dgm:t>
        <a:p>
          <a:r>
            <a:t>n4166</a:t>
          </a:r>
        </a:p>
      </dgm:t>
    </dgm:pt>
    <dgm:pt modelId="4167">
      <dgm:t>
        <a:p>
          <a:r>
            <a:t>n4167</a:t>
          </a:r>
        </a:p>
      </dgm:t>
    </dgm:pt>
    <dgm:pt modelId="4168">
      <dgm:t>
        <a:p>
          <a:r>
            <a:t>n4168</a:t>
          </a:r>
        </a:p>
      </dgm:t>
    </dgm:pt>
    <dgm:pt modelId="4169">
      <dgm:t>
        <a:p>
          <a:r>
            <a:t>n4169</a:t>
          </a:r>
        </a:p>
      </dgm:t>
    </dgm:pt>
    <dgm:pt modelId="4170">
      <dgm:t>
        <a:p>
          <a:r>
            <a:t>n4170</a:t>
          </a:r>
        </a:p>
      </dgm:t>
    </dgm:pt>
    <dgm:pt modelId="4171">
      <dgm:t>
        <a:p>
          <a:r>
            <a:t>n4171</a:t>
          </a:r>
        </a:p>
      </dgm:t>
    </dgm:pt>
    <dgm:pt modelId="4172">
      <dgm:t>
        <a:p>
          <a:r>
            <a:t>n4172</a:t>
          </a:r>
        </a:p>
      </dgm:t>
    </dgm:pt>
    <dgm:pt modelId="4173">
      <dgm:t>
        <a:p>
          <a:r>
            <a:t>n4173</a:t>
          </a:r>
        </a:p>
      </dgm:t>
    </dgm:pt>
    <dgm:pt modelId="4174">
      <dgm:t>
        <a:p>
          <a:r>
            <a:t>n4174</a:t>
          </a:r>
        </a:p>
      </dgm:t>
    </dgm:pt>
    <dgm:pt modelId="4175">
      <dgm:t>
        <a:p>
          <a:r>
            <a:t>n4175</a:t>
          </a:r>
        </a:p>
      </dgm:t>
    </dgm:pt>
    <dgm:pt modelId="4176">
      <dgm:t>
        <a:p>
          <a:r>
            <a:t>n4176</a:t>
          </a:r>
        </a:p>
      </dgm:t>
    </dgm:pt>
    <dgm:pt modelId="4177">
      <dgm:t>
        <a:p>
          <a:r>
            <a:t>n4177</a:t>
          </a:r>
        </a:p>
      </dgm:t>
    </dgm:pt>
    <dgm:pt modelId="4178">
      <dgm:t>
        <a:p>
          <a:r>
            <a:t>n4178</a:t>
          </a:r>
        </a:p>
      </dgm:t>
    </dgm:pt>
    <dgm:pt modelId="4179">
      <dgm:t>
        <a:p>
          <a:r>
            <a:t>n4179</a:t>
          </a:r>
        </a:p>
      </dgm:t>
    </dgm:pt>
    <dgm:pt modelId="4180">
      <dgm:t>
        <a:p>
          <a:r>
            <a:t>n4180</a:t>
          </a:r>
        </a:p>
      </dgm:t>
    </dgm:pt>
    <dgm:pt modelId="4181">
      <dgm:t>
        <a:p>
          <a:r>
            <a:t>n4181</a:t>
          </a:r>
        </a:p>
      </dgm:t>
    </dgm:pt>
    <dgm:pt modelId="4182">
      <dgm:t>
        <a:p>
          <a:r>
            <a:t>n4182</a:t>
          </a:r>
        </a:p>
      </dgm:t>
    </dgm:pt>
    <dgm:pt modelId="4183">
      <dgm:t>
        <a:p>
          <a:r>
            <a:t>n4183</a:t>
          </a:r>
        </a:p>
      </dgm:t>
    </dgm:pt>
    <dgm:pt modelId="4184">
      <dgm:t>
        <a:p>
          <a:r>
            <a:t>n4184</a:t>
          </a:r>
        </a:p>
      </dgm:t>
    </dgm:pt>
    <dgm:pt modelId="4185">
      <dgm:t>
        <a:p>
          <a:r>
            <a:t>n4185</a:t>
          </a:r>
        </a:p>
      </dgm:t>
    </dgm:pt>
    <dgm:pt modelId="4186">
      <dgm:t>
        <a:p>
          <a:r>
            <a:t>n4186</a:t>
          </a:r>
        </a:p>
      </dgm:t>
    </dgm:pt>
    <dgm:pt modelId="4187">
      <dgm:t>
        <a:p>
          <a:r>
            <a:t>n4187</a:t>
          </a:r>
        </a:p>
      </dgm:t>
    </dgm:pt>
    <dgm:pt modelId="4188">
      <dgm:t>
        <a:p>
          <a:r>
            <a:t>n4188</a:t>
          </a:r>
        </a:p>
      </dgm:t>
    </dgm:pt>
    <dgm:pt modelId="4189">
      <dgm:t>
        <a:p>
          <a:r>
            <a:t>n4189</a:t>
          </a:r>
        </a:p>
      </dgm:t>
    </dgm:pt>
    <dgm:pt modelId="4190">
      <dgm:t>
        <a:p>
          <a:r>
            <a:t>n4190</a:t>
          </a:r>
        </a:p>
      </dgm:t>
    </dgm:pt>
    <dgm:pt modelId="4191">
      <dgm:t>
        <a:p>
          <a:r>
            <a:t>n4191</a:t>
          </a:r>
        </a:p>
      </dgm:t>
    </dgm:pt>
    <dgm:pt modelId="4192">
      <dgm:t>
        <a:p>
          <a:r>
            <a:t>n4192</a:t>
          </a:r>
        </a:p>
      </dgm:t>
    </dgm:pt>
    <dgm:pt modelId="4193">
      <dgm:t>
        <a:p>
          <a:r>
            <a:t>n4193</a:t>
          </a:r>
        </a:p>
      </dgm:t>
    </dgm:pt>
    <dgm:pt modelId="4194">
      <dgm:t>
        <a:p>
          <a:r>
            <a:t>n4194</a:t>
          </a:r>
        </a:p>
      </dgm:t>
    </dgm:pt>
    <dgm:pt modelId="4195">
      <dgm:t>
        <a:p>
          <a:r>
            <a:t>n4195</a:t>
          </a:r>
        </a:p>
      </dgm:t>
    </dgm:pt>
    <dgm:pt modelId="4196">
      <dgm:t>
        <a:p>
          <a:r>
            <a:t>n4196</a:t>
          </a:r>
        </a:p>
      </dgm:t>
    </dgm:pt>
    <dgm:pt modelId="4197">
      <dgm:t>
        <a:p>
          <a:r>
            <a:t>n4197</a:t>
          </a:r>
        </a:p>
      </dgm:t>
    </dgm:pt>
    <dgm:pt modelId="4198">
      <dgm:t>
        <a:p>
          <a:r>
            <a:t>n4198</a:t>
          </a:r>
        </a:p>
      </dgm:t>
    </dgm:pt>
    <dgm:pt modelId="4199">
      <dgm:t>
        <a:p>
          <a:r>
            <a:t>n4199</a:t>
          </a:r>
        </a:p>
      </dgm:t>
    </dgm:pt>
    <dgm:pt modelId="4200">
      <dgm:t>
        <a:p>
          <a:r>
            <a:t>n4200</a:t>
          </a:r>
        </a:p>
      </dgm:t>
    </dgm:pt>
    <dgm:pt modelId="4201">
      <dgm:t>
        <a:p>
          <a:r>
            <a:t>n4201</a:t>
          </a:r>
        </a:p>
      </dgm:t>
    </dgm:pt>
    <dgm:pt modelId="4202">
      <dgm:t>
        <a:p>
          <a:r>
            <a:t>n4202</a:t>
          </a:r>
        </a:p>
      </dgm:t>
    </dgm:pt>
    <dgm:pt modelId="4203">
      <dgm:t>
        <a:p>
          <a:r>
            <a:t>n4203</a:t>
          </a:r>
        </a:p>
      </dgm:t>
    </dgm:pt>
    <dgm:pt modelId="4204">
      <dgm:t>
        <a:p>
          <a:r>
            <a:t>n4204</a:t>
          </a:r>
        </a:p>
      </dgm:t>
    </dgm:pt>
    <dgm:pt modelId="4205">
      <dgm:t>
        <a:p>
          <a:r>
            <a:t>n4205</a:t>
          </a:r>
        </a:p>
      </dgm:t>
    </dgm:pt>
    <dgm:pt modelId="4206">
      <dgm:t>
        <a:p>
          <a:r>
            <a:t>n4206</a:t>
          </a:r>
        </a:p>
      </dgm:t>
    </dgm:pt>
    <dgm:pt modelId="4207">
      <dgm:t>
        <a:p>
          <a:r>
            <a:t>n4207</a:t>
          </a:r>
        </a:p>
      </dgm:t>
    </dgm:pt>
    <dgm:pt modelId="4208">
      <dgm:t>
        <a:p>
          <a:r>
            <a:t>n4208</a:t>
          </a:r>
        </a:p>
      </dgm:t>
    </dgm:pt>
    <dgm:pt modelId="4209">
      <dgm:t>
        <a:p>
          <a:r>
            <a:t>n4209</a:t>
          </a:r>
        </a:p>
      </dgm:t>
    </dgm:pt>
    <dgm:pt modelId="4210">
      <dgm:t>
        <a:p>
          <a:r>
            <a:t>n4210</a:t>
          </a:r>
        </a:p>
      </dgm:t>
    </dgm:pt>
    <dgm:pt modelId="4211">
      <dgm:t>
        <a:p>
          <a:r>
            <a:t>n4211</a:t>
          </a:r>
        </a:p>
      </dgm:t>
    </dgm:pt>
    <dgm:pt modelId="4212">
      <dgm:t>
        <a:p>
          <a:r>
            <a:t>n4212</a:t>
          </a:r>
        </a:p>
      </dgm:t>
    </dgm:pt>
    <dgm:pt modelId="4213">
      <dgm:t>
        <a:p>
          <a:r>
            <a:t>n4213</a:t>
          </a:r>
        </a:p>
      </dgm:t>
    </dgm:pt>
    <dgm:pt modelId="4214">
      <dgm:t>
        <a:p>
          <a:r>
            <a:t>n4214</a:t>
          </a:r>
        </a:p>
      </dgm:t>
    </dgm:pt>
    <dgm:pt modelId="4215">
      <dgm:t>
        <a:p>
          <a:r>
            <a:t>n4215</a:t>
          </a:r>
        </a:p>
      </dgm:t>
    </dgm:pt>
    <dgm:pt modelId="4216">
      <dgm:t>
        <a:p>
          <a:r>
            <a:t>n4216</a:t>
          </a:r>
        </a:p>
      </dgm:t>
    </dgm:pt>
    <dgm:pt modelId="4217">
      <dgm:t>
        <a:p>
          <a:r>
            <a:t>n4217</a:t>
          </a:r>
        </a:p>
      </dgm:t>
    </dgm:pt>
    <dgm:pt modelId="4218">
      <dgm:t>
        <a:p>
          <a:r>
            <a:t>n4218</a:t>
          </a:r>
        </a:p>
      </dgm:t>
    </dgm:pt>
    <dgm:pt modelId="4219">
      <dgm:t>
        <a:p>
          <a:r>
            <a:t>n4219</a:t>
          </a:r>
        </a:p>
      </dgm:t>
    </dgm:pt>
    <dgm:pt modelId="4220">
      <dgm:t>
        <a:p>
          <a:r>
            <a:t>n4220</a:t>
          </a:r>
        </a:p>
      </dgm:t>
    </dgm:pt>
    <dgm:pt modelId="4221">
      <dgm:t>
        <a:p>
          <a:r>
            <a:t>n4221</a:t>
          </a:r>
        </a:p>
      </dgm:t>
    </dgm:pt>
    <dgm:pt modelId="4222">
      <dgm:t>
        <a:p>
          <a:r>
            <a:t>n4222</a:t>
          </a:r>
        </a:p>
      </dgm:t>
    </dgm:pt>
    <dgm:pt modelId="4223">
      <dgm:t>
        <a:p>
          <a:r>
            <a:t>n4223</a:t>
          </a:r>
        </a:p>
      </dgm:t>
    </dgm:pt>
    <dgm:pt modelId="4224">
      <dgm:t>
        <a:p>
          <a:r>
            <a:t>n4224</a:t>
          </a:r>
        </a:p>
      </dgm:t>
    </dgm:pt>
    <dgm:pt modelId="4225">
      <dgm:t>
        <a:p>
          <a:r>
            <a:t>n4225</a:t>
          </a:r>
        </a:p>
      </dgm:t>
    </dgm:pt>
    <dgm:pt modelId="4226">
      <dgm:t>
        <a:p>
          <a:r>
            <a:t>n4226</a:t>
          </a:r>
        </a:p>
      </dgm:t>
    </dgm:pt>
    <dgm:pt modelId="4227">
      <dgm:t>
        <a:p>
          <a:r>
            <a:t>n4227</a:t>
          </a:r>
        </a:p>
      </dgm:t>
    </dgm:pt>
    <dgm:pt modelId="4228">
      <dgm:t>
        <a:p>
          <a:r>
            <a:t>n4228</a:t>
          </a:r>
        </a:p>
      </dgm:t>
    </dgm:pt>
    <dgm:pt modelId="4229">
      <dgm:t>
        <a:p>
          <a:r>
            <a:t>n4229</a:t>
          </a:r>
        </a:p>
      </dgm:t>
    </dgm:pt>
    <dgm:pt modelId="4230">
      <dgm:t>
        <a:p>
          <a:r>
            <a:t>n4230</a:t>
          </a:r>
        </a:p>
      </dgm:t>
    </dgm:pt>
    <dgm:pt modelId="4231">
      <dgm:t>
        <a:p>
          <a:r>
            <a:t>n4231</a:t>
          </a:r>
        </a:p>
      </dgm:t>
    </dgm:pt>
    <dgm:pt modelId="4232">
      <dgm:t>
        <a:p>
          <a:r>
            <a:t>n4232</a:t>
          </a:r>
        </a:p>
      </dgm:t>
    </dgm:pt>
    <dgm:pt modelId="4233">
      <dgm:t>
        <a:p>
          <a:r>
            <a:t>n4233</a:t>
          </a:r>
        </a:p>
      </dgm:t>
    </dgm:pt>
    <dgm:pt modelId="4234">
      <dgm:t>
        <a:p>
          <a:r>
            <a:t>n4234</a:t>
          </a:r>
        </a:p>
      </dgm:t>
    </dgm:pt>
    <dgm:pt modelId="4235">
      <dgm:t>
        <a:p>
          <a:r>
            <a:t>n4235</a:t>
          </a:r>
        </a:p>
      </dgm:t>
    </dgm:pt>
    <dgm:pt modelId="4236">
      <dgm:t>
        <a:p>
          <a:r>
            <a:t>n4236</a:t>
          </a:r>
        </a:p>
      </dgm:t>
    </dgm:pt>
    <dgm:pt modelId="4237">
      <dgm:t>
        <a:p>
          <a:r>
            <a:t>n4237</a:t>
          </a:r>
        </a:p>
      </dgm:t>
    </dgm:pt>
    <dgm:pt modelId="4238">
      <dgm:t>
        <a:p>
          <a:r>
            <a:t>n4238</a:t>
          </a:r>
        </a:p>
      </dgm:t>
    </dgm:pt>
    <dgm:pt modelId="4239">
      <dgm:t>
        <a:p>
          <a:r>
            <a:t>n4239</a:t>
          </a:r>
        </a:p>
      </dgm:t>
    </dgm:pt>
    <dgm:pt modelId="4240">
      <dgm:t>
        <a:p>
          <a:r>
            <a:t>n4240</a:t>
          </a:r>
        </a:p>
      </dgm:t>
    </dgm:pt>
    <dgm:pt modelId="4241">
      <dgm:t>
        <a:p>
          <a:r>
            <a:t>n4241</a:t>
          </a:r>
        </a:p>
      </dgm:t>
    </dgm:pt>
    <dgm:pt modelId="4242">
      <dgm:t>
        <a:p>
          <a:r>
            <a:t>n4242</a:t>
          </a:r>
        </a:p>
      </dgm:t>
    </dgm:pt>
    <dgm:pt modelId="4243">
      <dgm:t>
        <a:p>
          <a:r>
            <a:t>n4243</a:t>
          </a:r>
        </a:p>
      </dgm:t>
    </dgm:pt>
    <dgm:pt modelId="4244">
      <dgm:t>
        <a:p>
          <a:r>
            <a:t>n4244</a:t>
          </a:r>
        </a:p>
      </dgm:t>
    </dgm:pt>
    <dgm:pt modelId="4245">
      <dgm:t>
        <a:p>
          <a:r>
            <a:t>n4245</a:t>
          </a:r>
        </a:p>
      </dgm:t>
    </dgm:pt>
    <dgm:pt modelId="4246">
      <dgm:t>
        <a:p>
          <a:r>
            <a:t>n4246</a:t>
          </a:r>
        </a:p>
      </dgm:t>
    </dgm:pt>
    <dgm:pt modelId="4247">
      <dgm:t>
        <a:p>
          <a:r>
            <a:t>n4247</a:t>
          </a:r>
        </a:p>
      </dgm:t>
    </dgm:pt>
    <dgm:pt modelId="4248">
      <dgm:t>
        <a:p>
          <a:r>
            <a:t>n4248</a:t>
          </a:r>
        </a:p>
      </dgm:t>
    </dgm:pt>
    <dgm:pt modelId="4249">
      <dgm:t>
        <a:p>
          <a:r>
            <a:t>n4249</a:t>
          </a:r>
        </a:p>
      </dgm:t>
    </dgm:pt>
    <dgm:pt modelId="4250">
      <dgm:t>
        <a:p>
          <a:r>
            <a:t>n4250</a:t>
          </a:r>
        </a:p>
      </dgm:t>
    </dgm:pt>
    <dgm:pt modelId="4251">
      <dgm:t>
        <a:p>
          <a:r>
            <a:t>n4251</a:t>
          </a:r>
        </a:p>
      </dgm:t>
    </dgm:pt>
    <dgm:pt modelId="4252">
      <dgm:t>
        <a:p>
          <a:r>
            <a:t>n4252</a:t>
          </a:r>
        </a:p>
      </dgm:t>
    </dgm:pt>
    <dgm:pt modelId="4253">
      <dgm:t>
        <a:p>
          <a:r>
            <a:t>n4253</a:t>
          </a:r>
        </a:p>
      </dgm:t>
    </dgm:pt>
    <dgm:pt modelId="4254">
      <dgm:t>
        <a:p>
          <a:r>
            <a:t>n4254</a:t>
          </a:r>
        </a:p>
      </dgm:t>
    </dgm:pt>
    <dgm:pt modelId="4255">
      <dgm:t>
        <a:p>
          <a:r>
            <a:t>n4255</a:t>
          </a:r>
        </a:p>
      </dgm:t>
    </dgm:pt>
    <dgm:pt modelId="4256">
      <dgm:t>
        <a:p>
          <a:r>
            <a:t>n4256</a:t>
          </a:r>
        </a:p>
      </dgm:t>
    </dgm:pt>
    <dgm:pt modelId="4257">
      <dgm:t>
        <a:p>
          <a:r>
            <a:t>n4257</a:t>
          </a:r>
        </a:p>
      </dgm:t>
    </dgm:pt>
    <dgm:pt modelId="4258">
      <dgm:t>
        <a:p>
          <a:r>
            <a:t>n4258</a:t>
          </a:r>
        </a:p>
      </dgm:t>
    </dgm:pt>
    <dgm:pt modelId="4259">
      <dgm:t>
        <a:p>
          <a:r>
            <a:t>n4259</a:t>
          </a:r>
        </a:p>
      </dgm:t>
    </dgm:pt>
    <dgm:pt modelId="4260">
      <dgm:t>
        <a:p>
          <a:r>
            <a:t>n4260</a:t>
          </a:r>
        </a:p>
      </dgm:t>
    </dgm:pt>
    <dgm:pt modelId="4261">
      <dgm:t>
        <a:p>
          <a:r>
            <a:t>n4261</a:t>
          </a:r>
        </a:p>
      </dgm:t>
    </dgm:pt>
    <dgm:pt modelId="4262">
      <dgm:t>
        <a:p>
          <a:r>
            <a:t>n4262</a:t>
          </a:r>
        </a:p>
      </dgm:t>
    </dgm:pt>
    <dgm:pt modelId="4263">
      <dgm:t>
        <a:p>
          <a:r>
            <a:t>n4263</a:t>
          </a:r>
        </a:p>
      </dgm:t>
    </dgm:pt>
    <dgm:pt modelId="4264">
      <dgm:t>
        <a:p>
          <a:r>
            <a:t>n4264</a:t>
          </a:r>
        </a:p>
      </dgm:t>
    </dgm:pt>
    <dgm:pt modelId="4265">
      <dgm:t>
        <a:p>
          <a:r>
            <a:t>n4265</a:t>
          </a:r>
        </a:p>
      </dgm:t>
    </dgm:pt>
    <dgm:pt modelId="4266">
      <dgm:t>
        <a:p>
          <a:r>
            <a:t>n4266</a:t>
          </a:r>
        </a:p>
      </dgm:t>
    </dgm:pt>
    <dgm:pt modelId="4267">
      <dgm:t>
        <a:p>
          <a:r>
            <a:t>n4267</a:t>
          </a:r>
        </a:p>
      </dgm:t>
    </dgm:pt>
    <dgm:pt modelId="4268">
      <dgm:t>
        <a:p>
          <a:r>
            <a:t>n4268</a:t>
          </a:r>
        </a:p>
      </dgm:t>
    </dgm:pt>
    <dgm:pt modelId="4269">
      <dgm:t>
        <a:p>
          <a:r>
            <a:t>n4269</a:t>
          </a:r>
        </a:p>
      </dgm:t>
    </dgm:pt>
    <dgm:pt modelId="4270">
      <dgm:t>
        <a:p>
          <a:r>
            <a:t>n4270</a:t>
          </a:r>
        </a:p>
      </dgm:t>
    </dgm:pt>
    <dgm:pt modelId="4271">
      <dgm:t>
        <a:p>
          <a:r>
            <a:t>n4271</a:t>
          </a:r>
        </a:p>
      </dgm:t>
    </dgm:pt>
    <dgm:pt modelId="4272">
      <dgm:t>
        <a:p>
          <a:r>
            <a:t>n4272</a:t>
          </a:r>
        </a:p>
      </dgm:t>
    </dgm:pt>
    <dgm:pt modelId="4273">
      <dgm:t>
        <a:p>
          <a:r>
            <a:t>n4273</a:t>
          </a:r>
        </a:p>
      </dgm:t>
    </dgm:pt>
    <dgm:pt modelId="4274">
      <dgm:t>
        <a:p>
          <a:r>
            <a:t>n4274</a:t>
          </a:r>
        </a:p>
      </dgm:t>
    </dgm:pt>
    <dgm:pt modelId="4275">
      <dgm:t>
        <a:p>
          <a:r>
            <a:t>n4275</a:t>
          </a:r>
        </a:p>
      </dgm:t>
    </dgm:pt>
    <dgm:pt modelId="4276">
      <dgm:t>
        <a:p>
          <a:r>
            <a:t>n4276</a:t>
          </a:r>
        </a:p>
      </dgm:t>
    </dgm:pt>
    <dgm:pt modelId="4277">
      <dgm:t>
        <a:p>
          <a:r>
            <a:t>n4277</a:t>
          </a:r>
        </a:p>
      </dgm:t>
    </dgm:pt>
    <dgm:pt modelId="4278">
      <dgm:t>
        <a:p>
          <a:r>
            <a:t>n4278</a:t>
          </a:r>
        </a:p>
      </dgm:t>
    </dgm:pt>
    <dgm:pt modelId="4279">
      <dgm:t>
        <a:p>
          <a:r>
            <a:t>n4279</a:t>
          </a:r>
        </a:p>
      </dgm:t>
    </dgm:pt>
    <dgm:pt modelId="4280">
      <dgm:t>
        <a:p>
          <a:r>
            <a:t>n4280</a:t>
          </a:r>
        </a:p>
      </dgm:t>
    </dgm:pt>
    <dgm:pt modelId="4281">
      <dgm:t>
        <a:p>
          <a:r>
            <a:t>n4281</a:t>
          </a:r>
        </a:p>
      </dgm:t>
    </dgm:pt>
    <dgm:pt modelId="4282">
      <dgm:t>
        <a:p>
          <a:r>
            <a:t>n4282</a:t>
          </a:r>
        </a:p>
      </dgm:t>
    </dgm:pt>
    <dgm:pt modelId="4283">
      <dgm:t>
        <a:p>
          <a:r>
            <a:t>n4283</a:t>
          </a:r>
        </a:p>
      </dgm:t>
    </dgm:pt>
    <dgm:pt modelId="4284">
      <dgm:t>
        <a:p>
          <a:r>
            <a:t>n4284</a:t>
          </a:r>
        </a:p>
      </dgm:t>
    </dgm:pt>
    <dgm:pt modelId="4285">
      <dgm:t>
        <a:p>
          <a:r>
            <a:t>n4285</a:t>
          </a:r>
        </a:p>
      </dgm:t>
    </dgm:pt>
    <dgm:pt modelId="4286">
      <dgm:t>
        <a:p>
          <a:r>
            <a:t>n4286</a:t>
          </a:r>
        </a:p>
      </dgm:t>
    </dgm:pt>
    <dgm:pt modelId="4287">
      <dgm:t>
        <a:p>
          <a:r>
            <a:t>n4287</a:t>
          </a:r>
        </a:p>
      </dgm:t>
    </dgm:pt>
    <dgm:pt modelId="4288">
      <dgm:t>
        <a:p>
          <a:r>
            <a:t>n4288</a:t>
          </a:r>
        </a:p>
      </dgm:t>
    </dgm:pt>
    <dgm:pt modelId="4289">
      <dgm:t>
        <a:p>
          <a:r>
            <a:t>n4289</a:t>
          </a:r>
        </a:p>
      </dgm:t>
    </dgm:pt>
    <dgm:pt modelId="4290">
      <dgm:t>
        <a:p>
          <a:r>
            <a:t>n4290</a:t>
          </a:r>
        </a:p>
      </dgm:t>
    </dgm:pt>
    <dgm:pt modelId="4291">
      <dgm:t>
        <a:p>
          <a:r>
            <a:t>n4291</a:t>
          </a:r>
        </a:p>
      </dgm:t>
    </dgm:pt>
    <dgm:pt modelId="4292">
      <dgm:t>
        <a:p>
          <a:r>
            <a:t>n4292</a:t>
          </a:r>
        </a:p>
      </dgm:t>
    </dgm:pt>
    <dgm:pt modelId="4293">
      <dgm:t>
        <a:p>
          <a:r>
            <a:t>n4293</a:t>
          </a:r>
        </a:p>
      </dgm:t>
    </dgm:pt>
    <dgm:pt modelId="4294">
      <dgm:t>
        <a:p>
          <a:r>
            <a:t>n4294</a:t>
          </a:r>
        </a:p>
      </dgm:t>
    </dgm:pt>
    <dgm:pt modelId="4295">
      <dgm:t>
        <a:p>
          <a:r>
            <a:t>n4295</a:t>
          </a:r>
        </a:p>
      </dgm:t>
    </dgm:pt>
    <dgm:pt modelId="4296">
      <dgm:t>
        <a:p>
          <a:r>
            <a:t>n4296</a:t>
          </a:r>
        </a:p>
      </dgm:t>
    </dgm:pt>
    <dgm:pt modelId="4297">
      <dgm:t>
        <a:p>
          <a:r>
            <a:t>n4297</a:t>
          </a:r>
        </a:p>
      </dgm:t>
    </dgm:pt>
    <dgm:pt modelId="4298">
      <dgm:t>
        <a:p>
          <a:r>
            <a:t>n4298</a:t>
          </a:r>
        </a:p>
      </dgm:t>
    </dgm:pt>
    <dgm:pt modelId="4299">
      <dgm:t>
        <a:p>
          <a:r>
            <a:t>n4299</a:t>
          </a:r>
        </a:p>
      </dgm:t>
    </dgm:pt>
    <dgm:pt modelId="4300">
      <dgm:t>
        <a:p>
          <a:r>
            <a:t>n4300</a:t>
          </a:r>
        </a:p>
      </dgm:t>
    </dgm:pt>
    <dgm:pt modelId="4301">
      <dgm:t>
        <a:p>
          <a:r>
            <a:t>n4301</a:t>
          </a:r>
        </a:p>
      </dgm:t>
    </dgm:pt>
    <dgm:pt modelId="4302">
      <dgm:t>
        <a:p>
          <a:r>
            <a:t>n4302</a:t>
          </a:r>
        </a:p>
      </dgm:t>
    </dgm:pt>
    <dgm:pt modelId="4303">
      <dgm:t>
        <a:p>
          <a:r>
            <a:t>n4303</a:t>
          </a:r>
        </a:p>
      </dgm:t>
    </dgm:pt>
    <dgm:pt modelId="4304">
      <dgm:t>
        <a:p>
          <a:r>
            <a:t>n4304</a:t>
          </a:r>
        </a:p>
      </dgm:t>
    </dgm:pt>
    <dgm:pt modelId="4305">
      <dgm:t>
        <a:p>
          <a:r>
            <a:t>n4305</a:t>
          </a:r>
        </a:p>
      </dgm:t>
    </dgm:pt>
    <dgm:pt modelId="4306">
      <dgm:t>
        <a:p>
          <a:r>
            <a:t>n4306</a:t>
          </a:r>
        </a:p>
      </dgm:t>
    </dgm:pt>
    <dgm:pt modelId="4307">
      <dgm:t>
        <a:p>
          <a:r>
            <a:t>n4307</a:t>
          </a:r>
        </a:p>
      </dgm:t>
    </dgm:pt>
    <dgm:pt modelId="4308">
      <dgm:t>
        <a:p>
          <a:r>
            <a:t>n4308</a:t>
          </a:r>
        </a:p>
      </dgm:t>
    </dgm:pt>
    <dgm:pt modelId="4309">
      <dgm:t>
        <a:p>
          <a:r>
            <a:t>n4309</a:t>
          </a:r>
        </a:p>
      </dgm:t>
    </dgm:pt>
    <dgm:pt modelId="4310">
      <dgm:t>
        <a:p>
          <a:r>
            <a:t>n4310</a:t>
          </a:r>
        </a:p>
      </dgm:t>
    </dgm:pt>
    <dgm:pt modelId="4311">
      <dgm:t>
        <a:p>
          <a:r>
            <a:t>n4311</a:t>
          </a:r>
        </a:p>
      </dgm:t>
    </dgm:pt>
    <dgm:pt modelId="4312">
      <dgm:t>
        <a:p>
          <a:r>
            <a:t>n4312</a:t>
          </a:r>
        </a:p>
      </dgm:t>
    </dgm:pt>
    <dgm:pt modelId="4313">
      <dgm:t>
        <a:p>
          <a:r>
            <a:t>n4313</a:t>
          </a:r>
        </a:p>
      </dgm:t>
    </dgm:pt>
    <dgm:pt modelId="4314">
      <dgm:t>
        <a:p>
          <a:r>
            <a:t>n4314</a:t>
          </a:r>
        </a:p>
      </dgm:t>
    </dgm:pt>
    <dgm:pt modelId="4315">
      <dgm:t>
        <a:p>
          <a:r>
            <a:t>n4315</a:t>
          </a:r>
        </a:p>
      </dgm:t>
    </dgm:pt>
    <dgm:pt modelId="4316">
      <dgm:t>
        <a:p>
          <a:r>
            <a:t>n4316</a:t>
          </a:r>
        </a:p>
      </dgm:t>
    </dgm:pt>
    <dgm:pt modelId="4317">
      <dgm:t>
        <a:p>
          <a:r>
            <a:t>n4317</a:t>
          </a:r>
        </a:p>
      </dgm:t>
    </dgm:pt>
    <dgm:pt modelId="4318">
      <dgm:t>
        <a:p>
          <a:r>
            <a:t>n4318</a:t>
          </a:r>
        </a:p>
      </dgm:t>
    </dgm:pt>
    <dgm:pt modelId="4319">
      <dgm:t>
        <a:p>
          <a:r>
            <a:t>n4319</a:t>
          </a:r>
        </a:p>
      </dgm:t>
    </dgm:pt>
    <dgm:pt modelId="4320">
      <dgm:t>
        <a:p>
          <a:r>
            <a:t>n4320</a:t>
          </a:r>
        </a:p>
      </dgm:t>
    </dgm:pt>
    <dgm:pt modelId="4321">
      <dgm:t>
        <a:p>
          <a:r>
            <a:t>n4321</a:t>
          </a:r>
        </a:p>
      </dgm:t>
    </dgm:pt>
    <dgm:pt modelId="4322">
      <dgm:t>
        <a:p>
          <a:r>
            <a:t>n4322</a:t>
          </a:r>
        </a:p>
      </dgm:t>
    </dgm:pt>
    <dgm:pt modelId="4323">
      <dgm:t>
        <a:p>
          <a:r>
            <a:t>n4323</a:t>
          </a:r>
        </a:p>
      </dgm:t>
    </dgm:pt>
    <dgm:pt modelId="4324">
      <dgm:t>
        <a:p>
          <a:r>
            <a:t>n4324</a:t>
          </a:r>
        </a:p>
      </dgm:t>
    </dgm:pt>
    <dgm:pt modelId="4325">
      <dgm:t>
        <a:p>
          <a:r>
            <a:t>n4325</a:t>
          </a:r>
        </a:p>
      </dgm:t>
    </dgm:pt>
    <dgm:pt modelId="4326">
      <dgm:t>
        <a:p>
          <a:r>
            <a:t>n4326</a:t>
          </a:r>
        </a:p>
      </dgm:t>
    </dgm:pt>
    <dgm:pt modelId="4327">
      <dgm:t>
        <a:p>
          <a:r>
            <a:t>n4327</a:t>
          </a:r>
        </a:p>
      </dgm:t>
    </dgm:pt>
    <dgm:pt modelId="4328">
      <dgm:t>
        <a:p>
          <a:r>
            <a:t>n4328</a:t>
          </a:r>
        </a:p>
      </dgm:t>
    </dgm:pt>
    <dgm:pt modelId="4329">
      <dgm:t>
        <a:p>
          <a:r>
            <a:t>n4329</a:t>
          </a:r>
        </a:p>
      </dgm:t>
    </dgm:pt>
    <dgm:pt modelId="4330">
      <dgm:t>
        <a:p>
          <a:r>
            <a:t>n4330</a:t>
          </a:r>
        </a:p>
      </dgm:t>
    </dgm:pt>
    <dgm:pt modelId="4331">
      <dgm:t>
        <a:p>
          <a:r>
            <a:t>n4331</a:t>
          </a:r>
        </a:p>
      </dgm:t>
    </dgm:pt>
    <dgm:pt modelId="4332">
      <dgm:t>
        <a:p>
          <a:r>
            <a:t>n4332</a:t>
          </a:r>
        </a:p>
      </dgm:t>
    </dgm:pt>
    <dgm:pt modelId="4333">
      <dgm:t>
        <a:p>
          <a:r>
            <a:t>n4333</a:t>
          </a:r>
        </a:p>
      </dgm:t>
    </dgm:pt>
    <dgm:pt modelId="4334">
      <dgm:t>
        <a:p>
          <a:r>
            <a:t>n4334</a:t>
          </a:r>
        </a:p>
      </dgm:t>
    </dgm:pt>
    <dgm:pt modelId="4335">
      <dgm:t>
        <a:p>
          <a:r>
            <a:t>n4335</a:t>
          </a:r>
        </a:p>
      </dgm:t>
    </dgm:pt>
    <dgm:pt modelId="4336">
      <dgm:t>
        <a:p>
          <a:r>
            <a:t>n4336</a:t>
          </a:r>
        </a:p>
      </dgm:t>
    </dgm:pt>
    <dgm:pt modelId="4337">
      <dgm:t>
        <a:p>
          <a:r>
            <a:t>n4337</a:t>
          </a:r>
        </a:p>
      </dgm:t>
    </dgm:pt>
    <dgm:pt modelId="4338">
      <dgm:t>
        <a:p>
          <a:r>
            <a:t>n4338</a:t>
          </a:r>
        </a:p>
      </dgm:t>
    </dgm:pt>
    <dgm:pt modelId="4339">
      <dgm:t>
        <a:p>
          <a:r>
            <a:t>n4339</a:t>
          </a:r>
        </a:p>
      </dgm:t>
    </dgm:pt>
    <dgm:pt modelId="4340">
      <dgm:t>
        <a:p>
          <a:r>
            <a:t>n4340</a:t>
          </a:r>
        </a:p>
      </dgm:t>
    </dgm:pt>
    <dgm:pt modelId="4341">
      <dgm:t>
        <a:p>
          <a:r>
            <a:t>n4341</a:t>
          </a:r>
        </a:p>
      </dgm:t>
    </dgm:pt>
    <dgm:pt modelId="4342">
      <dgm:t>
        <a:p>
          <a:r>
            <a:t>n4342</a:t>
          </a:r>
        </a:p>
      </dgm:t>
    </dgm:pt>
    <dgm:pt modelId="4343">
      <dgm:t>
        <a:p>
          <a:r>
            <a:t>n4343</a:t>
          </a:r>
        </a:p>
      </dgm:t>
    </dgm:pt>
    <dgm:pt modelId="4344">
      <dgm:t>
        <a:p>
          <a:r>
            <a:t>n4344</a:t>
          </a:r>
        </a:p>
      </dgm:t>
    </dgm:pt>
    <dgm:pt modelId="4345">
      <dgm:t>
        <a:p>
          <a:r>
            <a:t>n4345</a:t>
          </a:r>
        </a:p>
      </dgm:t>
    </dgm:pt>
    <dgm:pt modelId="4346">
      <dgm:t>
        <a:p>
          <a:r>
            <a:t>n4346</a:t>
          </a:r>
        </a:p>
      </dgm:t>
    </dgm:pt>
    <dgm:pt modelId="4347">
      <dgm:t>
        <a:p>
          <a:r>
            <a:t>n4347</a:t>
          </a:r>
        </a:p>
      </dgm:t>
    </dgm:pt>
    <dgm:pt modelId="4348">
      <dgm:t>
        <a:p>
          <a:r>
            <a:t>n4348</a:t>
          </a:r>
        </a:p>
      </dgm:t>
    </dgm:pt>
    <dgm:pt modelId="4349">
      <dgm:t>
        <a:p>
          <a:r>
            <a:t>n4349</a:t>
          </a:r>
        </a:p>
      </dgm:t>
    </dgm:pt>
    <dgm:pt modelId="4350">
      <dgm:t>
        <a:p>
          <a:r>
            <a:t>n4350</a:t>
          </a:r>
        </a:p>
      </dgm:t>
    </dgm:pt>
    <dgm:pt modelId="4351">
      <dgm:t>
        <a:p>
          <a:r>
            <a:t>n4351</a:t>
          </a:r>
        </a:p>
      </dgm:t>
    </dgm:pt>
    <dgm:pt modelId="4352">
      <dgm:t>
        <a:p>
          <a:r>
            <a:t>n4352</a:t>
          </a:r>
        </a:p>
      </dgm:t>
    </dgm:pt>
    <dgm:pt modelId="4353">
      <dgm:t>
        <a:p>
          <a:r>
            <a:t>n4353</a:t>
          </a:r>
        </a:p>
      </dgm:t>
    </dgm:pt>
    <dgm:pt modelId="4354">
      <dgm:t>
        <a:p>
          <a:r>
            <a:t>n4354</a:t>
          </a:r>
        </a:p>
      </dgm:t>
    </dgm:pt>
    <dgm:pt modelId="4355">
      <dgm:t>
        <a:p>
          <a:r>
            <a:t>n4355</a:t>
          </a:r>
        </a:p>
      </dgm:t>
    </dgm:pt>
    <dgm:pt modelId="4356">
      <dgm:t>
        <a:p>
          <a:r>
            <a:t>n4356</a:t>
          </a:r>
        </a:p>
      </dgm:t>
    </dgm:pt>
    <dgm:pt modelId="4357">
      <dgm:t>
        <a:p>
          <a:r>
            <a:t>n4357</a:t>
          </a:r>
        </a:p>
      </dgm:t>
    </dgm:pt>
    <dgm:pt modelId="4358">
      <dgm:t>
        <a:p>
          <a:r>
            <a:t>n4358</a:t>
          </a:r>
        </a:p>
      </dgm:t>
    </dgm:pt>
    <dgm:pt modelId="4359">
      <dgm:t>
        <a:p>
          <a:r>
            <a:t>n4359</a:t>
          </a:r>
        </a:p>
      </dgm:t>
    </dgm:pt>
    <dgm:pt modelId="4360">
      <dgm:t>
        <a:p>
          <a:r>
            <a:t>n4360</a:t>
          </a:r>
        </a:p>
      </dgm:t>
    </dgm:pt>
    <dgm:pt modelId="4361">
      <dgm:t>
        <a:p>
          <a:r>
            <a:t>n4361</a:t>
          </a:r>
        </a:p>
      </dgm:t>
    </dgm:pt>
    <dgm:pt modelId="4362">
      <dgm:t>
        <a:p>
          <a:r>
            <a:t>n4362</a:t>
          </a:r>
        </a:p>
      </dgm:t>
    </dgm:pt>
    <dgm:pt modelId="4363">
      <dgm:t>
        <a:p>
          <a:r>
            <a:t>n4363</a:t>
          </a:r>
        </a:p>
      </dgm:t>
    </dgm:pt>
    <dgm:pt modelId="4364">
      <dgm:t>
        <a:p>
          <a:r>
            <a:t>n4364</a:t>
          </a:r>
        </a:p>
      </dgm:t>
    </dgm:pt>
    <dgm:pt modelId="4365">
      <dgm:t>
        <a:p>
          <a:r>
            <a:t>n4365</a:t>
          </a:r>
        </a:p>
      </dgm:t>
    </dgm:pt>
    <dgm:pt modelId="4366">
      <dgm:t>
        <a:p>
          <a:r>
            <a:t>n4366</a:t>
          </a:r>
        </a:p>
      </dgm:t>
    </dgm:pt>
    <dgm:pt modelId="4367">
      <dgm:t>
        <a:p>
          <a:r>
            <a:t>n4367</a:t>
          </a:r>
        </a:p>
      </dgm:t>
    </dgm:pt>
    <dgm:pt modelId="4368">
      <dgm:t>
        <a:p>
          <a:r>
            <a:t>n4368</a:t>
          </a:r>
        </a:p>
      </dgm:t>
    </dgm:pt>
    <dgm:pt modelId="4369">
      <dgm:t>
        <a:p>
          <a:r>
            <a:t>n4369</a:t>
          </a:r>
        </a:p>
      </dgm:t>
    </dgm:pt>
    <dgm:pt modelId="4370">
      <dgm:t>
        <a:p>
          <a:r>
            <a:t>n4370</a:t>
          </a:r>
        </a:p>
      </dgm:t>
    </dgm:pt>
    <dgm:pt modelId="4371">
      <dgm:t>
        <a:p>
          <a:r>
            <a:t>n4371</a:t>
          </a:r>
        </a:p>
      </dgm:t>
    </dgm:pt>
    <dgm:pt modelId="4372">
      <dgm:t>
        <a:p>
          <a:r>
            <a:t>n4372</a:t>
          </a:r>
        </a:p>
      </dgm:t>
    </dgm:pt>
    <dgm:pt modelId="4373">
      <dgm:t>
        <a:p>
          <a:r>
            <a:t>n4373</a:t>
          </a:r>
        </a:p>
      </dgm:t>
    </dgm:pt>
    <dgm:pt modelId="4374">
      <dgm:t>
        <a:p>
          <a:r>
            <a:t>n4374</a:t>
          </a:r>
        </a:p>
      </dgm:t>
    </dgm:pt>
    <dgm:pt modelId="4375">
      <dgm:t>
        <a:p>
          <a:r>
            <a:t>n4375</a:t>
          </a:r>
        </a:p>
      </dgm:t>
    </dgm:pt>
    <dgm:pt modelId="4376">
      <dgm:t>
        <a:p>
          <a:r>
            <a:t>n4376</a:t>
          </a:r>
        </a:p>
      </dgm:t>
    </dgm:pt>
    <dgm:pt modelId="4377">
      <dgm:t>
        <a:p>
          <a:r>
            <a:t>n4377</a:t>
          </a:r>
        </a:p>
      </dgm:t>
    </dgm:pt>
    <dgm:pt modelId="4378">
      <dgm:t>
        <a:p>
          <a:r>
            <a:t>n4378</a:t>
          </a:r>
        </a:p>
      </dgm:t>
    </dgm:pt>
    <dgm:pt modelId="4379">
      <dgm:t>
        <a:p>
          <a:r>
            <a:t>n4379</a:t>
          </a:r>
        </a:p>
      </dgm:t>
    </dgm:pt>
    <dgm:pt modelId="4380">
      <dgm:t>
        <a:p>
          <a:r>
            <a:t>n4380</a:t>
          </a:r>
        </a:p>
      </dgm:t>
    </dgm:pt>
    <dgm:pt modelId="4381">
      <dgm:t>
        <a:p>
          <a:r>
            <a:t>n4381</a:t>
          </a:r>
        </a:p>
      </dgm:t>
    </dgm:pt>
    <dgm:pt modelId="4382">
      <dgm:t>
        <a:p>
          <a:r>
            <a:t>n4382</a:t>
          </a:r>
        </a:p>
      </dgm:t>
    </dgm:pt>
    <dgm:pt modelId="4383">
      <dgm:t>
        <a:p>
          <a:r>
            <a:t>n4383</a:t>
          </a:r>
        </a:p>
      </dgm:t>
    </dgm:pt>
    <dgm:pt modelId="4384">
      <dgm:t>
        <a:p>
          <a:r>
            <a:t>n4384</a:t>
          </a:r>
        </a:p>
      </dgm:t>
    </dgm:pt>
    <dgm:pt modelId="4385">
      <dgm:t>
        <a:p>
          <a:r>
            <a:t>n4385</a:t>
          </a:r>
        </a:p>
      </dgm:t>
    </dgm:pt>
    <dgm:pt modelId="4386">
      <dgm:t>
        <a:p>
          <a:r>
            <a:t>n4386</a:t>
          </a:r>
        </a:p>
      </dgm:t>
    </dgm:pt>
    <dgm:pt modelId="4387">
      <dgm:t>
        <a:p>
          <a:r>
            <a:t>n4387</a:t>
          </a:r>
        </a:p>
      </dgm:t>
    </dgm:pt>
    <dgm:pt modelId="4388">
      <dgm:t>
        <a:p>
          <a:r>
            <a:t>n4388</a:t>
          </a:r>
        </a:p>
      </dgm:t>
    </dgm:pt>
    <dgm:pt modelId="4389">
      <dgm:t>
        <a:p>
          <a:r>
            <a:t>n4389</a:t>
          </a:r>
        </a:p>
      </dgm:t>
    </dgm:pt>
    <dgm:pt modelId="4390">
      <dgm:t>
        <a:p>
          <a:r>
            <a:t>n4390</a:t>
          </a:r>
        </a:p>
      </dgm:t>
    </dgm:pt>
    <dgm:pt modelId="4391">
      <dgm:t>
        <a:p>
          <a:r>
            <a:t>n4391</a:t>
          </a:r>
        </a:p>
      </dgm:t>
    </dgm:pt>
    <dgm:pt modelId="4392">
      <dgm:t>
        <a:p>
          <a:r>
            <a:t>n4392</a:t>
          </a:r>
        </a:p>
      </dgm:t>
    </dgm:pt>
    <dgm:pt modelId="4393">
      <dgm:t>
        <a:p>
          <a:r>
            <a:t>n4393</a:t>
          </a:r>
        </a:p>
      </dgm:t>
    </dgm:pt>
    <dgm:pt modelId="4394">
      <dgm:t>
        <a:p>
          <a:r>
            <a:t>n4394</a:t>
          </a:r>
        </a:p>
      </dgm:t>
    </dgm:pt>
    <dgm:pt modelId="4395">
      <dgm:t>
        <a:p>
          <a:r>
            <a:t>n4395</a:t>
          </a:r>
        </a:p>
      </dgm:t>
    </dgm:pt>
    <dgm:pt modelId="4396">
      <dgm:t>
        <a:p>
          <a:r>
            <a:t>n4396</a:t>
          </a:r>
        </a:p>
      </dgm:t>
    </dgm:pt>
    <dgm:pt modelId="4397">
      <dgm:t>
        <a:p>
          <a:r>
            <a:t>n4397</a:t>
          </a:r>
        </a:p>
      </dgm:t>
    </dgm:pt>
    <dgm:pt modelId="4398">
      <dgm:t>
        <a:p>
          <a:r>
            <a:t>n4398</a:t>
          </a:r>
        </a:p>
      </dgm:t>
    </dgm:pt>
    <dgm:pt modelId="4399">
      <dgm:t>
        <a:p>
          <a:r>
            <a:t>n4399</a:t>
          </a:r>
        </a:p>
      </dgm:t>
    </dgm:pt>
    <dgm:pt modelId="4400">
      <dgm:t>
        <a:p>
          <a:r>
            <a:t>n4400</a:t>
          </a:r>
        </a:p>
      </dgm:t>
    </dgm:pt>
    <dgm:pt modelId="4401">
      <dgm:t>
        <a:p>
          <a:r>
            <a:t>n4401</a:t>
          </a:r>
        </a:p>
      </dgm:t>
    </dgm:pt>
    <dgm:pt modelId="4402">
      <dgm:t>
        <a:p>
          <a:r>
            <a:t>n4402</a:t>
          </a:r>
        </a:p>
      </dgm:t>
    </dgm:pt>
    <dgm:pt modelId="4403">
      <dgm:t>
        <a:p>
          <a:r>
            <a:t>n4403</a:t>
          </a:r>
        </a:p>
      </dgm:t>
    </dgm:pt>
    <dgm:pt modelId="4404">
      <dgm:t>
        <a:p>
          <a:r>
            <a:t>n4404</a:t>
          </a:r>
        </a:p>
      </dgm:t>
    </dgm:pt>
    <dgm:pt modelId="4405">
      <dgm:t>
        <a:p>
          <a:r>
            <a:t>n4405</a:t>
          </a:r>
        </a:p>
      </dgm:t>
    </dgm:pt>
    <dgm:pt modelId="4406">
      <dgm:t>
        <a:p>
          <a:r>
            <a:t>n4406</a:t>
          </a:r>
        </a:p>
      </dgm:t>
    </dgm:pt>
    <dgm:pt modelId="4407">
      <dgm:t>
        <a:p>
          <a:r>
            <a:t>n4407</a:t>
          </a:r>
        </a:p>
      </dgm:t>
    </dgm:pt>
    <dgm:pt modelId="4408">
      <dgm:t>
        <a:p>
          <a:r>
            <a:t>n4408</a:t>
          </a:r>
        </a:p>
      </dgm:t>
    </dgm:pt>
    <dgm:pt modelId="4409">
      <dgm:t>
        <a:p>
          <a:r>
            <a:t>n4409</a:t>
          </a:r>
        </a:p>
      </dgm:t>
    </dgm:pt>
    <dgm:pt modelId="4410">
      <dgm:t>
        <a:p>
          <a:r>
            <a:t>n4410</a:t>
          </a:r>
        </a:p>
      </dgm:t>
    </dgm:pt>
    <dgm:pt modelId="4411">
      <dgm:t>
        <a:p>
          <a:r>
            <a:t>n4411</a:t>
          </a:r>
        </a:p>
      </dgm:t>
    </dgm:pt>
    <dgm:pt modelId="4412">
      <dgm:t>
        <a:p>
          <a:r>
            <a:t>n4412</a:t>
          </a:r>
        </a:p>
      </dgm:t>
    </dgm:pt>
    <dgm:pt modelId="4413">
      <dgm:t>
        <a:p>
          <a:r>
            <a:t>n4413</a:t>
          </a:r>
        </a:p>
      </dgm:t>
    </dgm:pt>
    <dgm:pt modelId="4414">
      <dgm:t>
        <a:p>
          <a:r>
            <a:t>n4414</a:t>
          </a:r>
        </a:p>
      </dgm:t>
    </dgm:pt>
    <dgm:pt modelId="4415">
      <dgm:t>
        <a:p>
          <a:r>
            <a:t>n4415</a:t>
          </a:r>
        </a:p>
      </dgm:t>
    </dgm:pt>
    <dgm:pt modelId="4416">
      <dgm:t>
        <a:p>
          <a:r>
            <a:t>n4416</a:t>
          </a:r>
        </a:p>
      </dgm:t>
    </dgm:pt>
    <dgm:pt modelId="4417">
      <dgm:t>
        <a:p>
          <a:r>
            <a:t>n4417</a:t>
          </a:r>
        </a:p>
      </dgm:t>
    </dgm:pt>
    <dgm:pt modelId="4418">
      <dgm:t>
        <a:p>
          <a:r>
            <a:t>n4418</a:t>
          </a:r>
        </a:p>
      </dgm:t>
    </dgm:pt>
    <dgm:pt modelId="4419">
      <dgm:t>
        <a:p>
          <a:r>
            <a:t>n4419</a:t>
          </a:r>
        </a:p>
      </dgm:t>
    </dgm:pt>
    <dgm:pt modelId="4420">
      <dgm:t>
        <a:p>
          <a:r>
            <a:t>n4420</a:t>
          </a:r>
        </a:p>
      </dgm:t>
    </dgm:pt>
    <dgm:pt modelId="4421">
      <dgm:t>
        <a:p>
          <a:r>
            <a:t>n4421</a:t>
          </a:r>
        </a:p>
      </dgm:t>
    </dgm:pt>
    <dgm:pt modelId="4422">
      <dgm:t>
        <a:p>
          <a:r>
            <a:t>n4422</a:t>
          </a:r>
        </a:p>
      </dgm:t>
    </dgm:pt>
    <dgm:pt modelId="4423">
      <dgm:t>
        <a:p>
          <a:r>
            <a:t>n4423</a:t>
          </a:r>
        </a:p>
      </dgm:t>
    </dgm:pt>
    <dgm:pt modelId="4424">
      <dgm:t>
        <a:p>
          <a:r>
            <a:t>n4424</a:t>
          </a:r>
        </a:p>
      </dgm:t>
    </dgm:pt>
    <dgm:pt modelId="4425">
      <dgm:t>
        <a:p>
          <a:r>
            <a:t>n4425</a:t>
          </a:r>
        </a:p>
      </dgm:t>
    </dgm:pt>
    <dgm:pt modelId="4426">
      <dgm:t>
        <a:p>
          <a:r>
            <a:t>n4426</a:t>
          </a:r>
        </a:p>
      </dgm:t>
    </dgm:pt>
    <dgm:pt modelId="4427">
      <dgm:t>
        <a:p>
          <a:r>
            <a:t>n4427</a:t>
          </a:r>
        </a:p>
      </dgm:t>
    </dgm:pt>
    <dgm:pt modelId="4428">
      <dgm:t>
        <a:p>
          <a:r>
            <a:t>n4428</a:t>
          </a:r>
        </a:p>
      </dgm:t>
    </dgm:pt>
    <dgm:pt modelId="4429">
      <dgm:t>
        <a:p>
          <a:r>
            <a:t>n4429</a:t>
          </a:r>
        </a:p>
      </dgm:t>
    </dgm:pt>
    <dgm:pt modelId="4430">
      <dgm:t>
        <a:p>
          <a:r>
            <a:t>n4430</a:t>
          </a:r>
        </a:p>
      </dgm:t>
    </dgm:pt>
    <dgm:pt modelId="4431">
      <dgm:t>
        <a:p>
          <a:r>
            <a:t>n4431</a:t>
          </a:r>
        </a:p>
      </dgm:t>
    </dgm:pt>
    <dgm:pt modelId="4432">
      <dgm:t>
        <a:p>
          <a:r>
            <a:t>n4432</a:t>
          </a:r>
        </a:p>
      </dgm:t>
    </dgm:pt>
    <dgm:pt modelId="4433">
      <dgm:t>
        <a:p>
          <a:r>
            <a:t>n4433</a:t>
          </a:r>
        </a:p>
      </dgm:t>
    </dgm:pt>
    <dgm:pt modelId="4434">
      <dgm:t>
        <a:p>
          <a:r>
            <a:t>n4434</a:t>
          </a:r>
        </a:p>
      </dgm:t>
    </dgm:pt>
    <dgm:pt modelId="4435">
      <dgm:t>
        <a:p>
          <a:r>
            <a:t>n4435</a:t>
          </a:r>
        </a:p>
      </dgm:t>
    </dgm:pt>
    <dgm:pt modelId="4436">
      <dgm:t>
        <a:p>
          <a:r>
            <a:t>n4436</a:t>
          </a:r>
        </a:p>
      </dgm:t>
    </dgm:pt>
    <dgm:pt modelId="4437">
      <dgm:t>
        <a:p>
          <a:r>
            <a:t>n4437</a:t>
          </a:r>
        </a:p>
      </dgm:t>
    </dgm:pt>
    <dgm:pt modelId="4438">
      <dgm:t>
        <a:p>
          <a:r>
            <a:t>n4438</a:t>
          </a:r>
        </a:p>
      </dgm:t>
    </dgm:pt>
    <dgm:pt modelId="4439">
      <dgm:t>
        <a:p>
          <a:r>
            <a:t>n4439</a:t>
          </a:r>
        </a:p>
      </dgm:t>
    </dgm:pt>
    <dgm:pt modelId="4440">
      <dgm:t>
        <a:p>
          <a:r>
            <a:t>n4440</a:t>
          </a:r>
        </a:p>
      </dgm:t>
    </dgm:pt>
    <dgm:pt modelId="4441">
      <dgm:t>
        <a:p>
          <a:r>
            <a:t>n4441</a:t>
          </a:r>
        </a:p>
      </dgm:t>
    </dgm:pt>
    <dgm:pt modelId="4442">
      <dgm:t>
        <a:p>
          <a:r>
            <a:t>n4442</a:t>
          </a:r>
        </a:p>
      </dgm:t>
    </dgm:pt>
    <dgm:pt modelId="4443">
      <dgm:t>
        <a:p>
          <a:r>
            <a:t>n4443</a:t>
          </a:r>
        </a:p>
      </dgm:t>
    </dgm:pt>
    <dgm:pt modelId="4444">
      <dgm:t>
        <a:p>
          <a:r>
            <a:t>n4444</a:t>
          </a:r>
        </a:p>
      </dgm:t>
    </dgm:pt>
    <dgm:pt modelId="4445">
      <dgm:t>
        <a:p>
          <a:r>
            <a:t>n4445</a:t>
          </a:r>
        </a:p>
      </dgm:t>
    </dgm:pt>
    <dgm:pt modelId="4446">
      <dgm:t>
        <a:p>
          <a:r>
            <a:t>n4446</a:t>
          </a:r>
        </a:p>
      </dgm:t>
    </dgm:pt>
    <dgm:pt modelId="4447">
      <dgm:t>
        <a:p>
          <a:r>
            <a:t>n4447</a:t>
          </a:r>
        </a:p>
      </dgm:t>
    </dgm:pt>
    <dgm:pt modelId="4448">
      <dgm:t>
        <a:p>
          <a:r>
            <a:t>n4448</a:t>
          </a:r>
        </a:p>
      </dgm:t>
    </dgm:pt>
    <dgm:pt modelId="4449">
      <dgm:t>
        <a:p>
          <a:r>
            <a:t>n4449</a:t>
          </a:r>
        </a:p>
      </dgm:t>
    </dgm:pt>
    <dgm:pt modelId="4450">
      <dgm:t>
        <a:p>
          <a:r>
            <a:t>n4450</a:t>
          </a:r>
        </a:p>
      </dgm:t>
    </dgm:pt>
    <dgm:pt modelId="4451">
      <dgm:t>
        <a:p>
          <a:r>
            <a:t>n4451</a:t>
          </a:r>
        </a:p>
      </dgm:t>
    </dgm:pt>
    <dgm:pt modelId="4452">
      <dgm:t>
        <a:p>
          <a:r>
            <a:t>n4452</a:t>
          </a:r>
        </a:p>
      </dgm:t>
    </dgm:pt>
    <dgm:pt modelId="4453">
      <dgm:t>
        <a:p>
          <a:r>
            <a:t>n4453</a:t>
          </a:r>
        </a:p>
      </dgm:t>
    </dgm:pt>
    <dgm:pt modelId="4454">
      <dgm:t>
        <a:p>
          <a:r>
            <a:t>n4454</a:t>
          </a:r>
        </a:p>
      </dgm:t>
    </dgm:pt>
    <dgm:pt modelId="4455">
      <dgm:t>
        <a:p>
          <a:r>
            <a:t>n4455</a:t>
          </a:r>
        </a:p>
      </dgm:t>
    </dgm:pt>
    <dgm:pt modelId="4456">
      <dgm:t>
        <a:p>
          <a:r>
            <a:t>n4456</a:t>
          </a:r>
        </a:p>
      </dgm:t>
    </dgm:pt>
    <dgm:pt modelId="4457">
      <dgm:t>
        <a:p>
          <a:r>
            <a:t>n4457</a:t>
          </a:r>
        </a:p>
      </dgm:t>
    </dgm:pt>
    <dgm:pt modelId="4458">
      <dgm:t>
        <a:p>
          <a:r>
            <a:t>n4458</a:t>
          </a:r>
        </a:p>
      </dgm:t>
    </dgm:pt>
    <dgm:pt modelId="4459">
      <dgm:t>
        <a:p>
          <a:r>
            <a:t>n4459</a:t>
          </a:r>
        </a:p>
      </dgm:t>
    </dgm:pt>
    <dgm:pt modelId="4460">
      <dgm:t>
        <a:p>
          <a:r>
            <a:t>n4460</a:t>
          </a:r>
        </a:p>
      </dgm:t>
    </dgm:pt>
    <dgm:pt modelId="4461">
      <dgm:t>
        <a:p>
          <a:r>
            <a:t>n4461</a:t>
          </a:r>
        </a:p>
      </dgm:t>
    </dgm:pt>
    <dgm:pt modelId="4462">
      <dgm:t>
        <a:p>
          <a:r>
            <a:t>n4462</a:t>
          </a:r>
        </a:p>
      </dgm:t>
    </dgm:pt>
    <dgm:pt modelId="4463">
      <dgm:t>
        <a:p>
          <a:r>
            <a:t>n4463</a:t>
          </a:r>
        </a:p>
      </dgm:t>
    </dgm:pt>
    <dgm:pt modelId="4464">
      <dgm:t>
        <a:p>
          <a:r>
            <a:t>n4464</a:t>
          </a:r>
        </a:p>
      </dgm:t>
    </dgm:pt>
    <dgm:pt modelId="4465">
      <dgm:t>
        <a:p>
          <a:r>
            <a:t>n4465</a:t>
          </a:r>
        </a:p>
      </dgm:t>
    </dgm:pt>
    <dgm:pt modelId="4466">
      <dgm:t>
        <a:p>
          <a:r>
            <a:t>n4466</a:t>
          </a:r>
        </a:p>
      </dgm:t>
    </dgm:pt>
    <dgm:pt modelId="4467">
      <dgm:t>
        <a:p>
          <a:r>
            <a:t>n4467</a:t>
          </a:r>
        </a:p>
      </dgm:t>
    </dgm:pt>
    <dgm:pt modelId="4468">
      <dgm:t>
        <a:p>
          <a:r>
            <a:t>n4468</a:t>
          </a:r>
        </a:p>
      </dgm:t>
    </dgm:pt>
    <dgm:pt modelId="4469">
      <dgm:t>
        <a:p>
          <a:r>
            <a:t>n4469</a:t>
          </a:r>
        </a:p>
      </dgm:t>
    </dgm:pt>
    <dgm:pt modelId="4470">
      <dgm:t>
        <a:p>
          <a:r>
            <a:t>n4470</a:t>
          </a:r>
        </a:p>
      </dgm:t>
    </dgm:pt>
    <dgm:pt modelId="4471">
      <dgm:t>
        <a:p>
          <a:r>
            <a:t>n4471</a:t>
          </a:r>
        </a:p>
      </dgm:t>
    </dgm:pt>
    <dgm:pt modelId="4472">
      <dgm:t>
        <a:p>
          <a:r>
            <a:t>n4472</a:t>
          </a:r>
        </a:p>
      </dgm:t>
    </dgm:pt>
    <dgm:pt modelId="4473">
      <dgm:t>
        <a:p>
          <a:r>
            <a:t>n4473</a:t>
          </a:r>
        </a:p>
      </dgm:t>
    </dgm:pt>
    <dgm:pt modelId="4474">
      <dgm:t>
        <a:p>
          <a:r>
            <a:t>n4474</a:t>
          </a:r>
        </a:p>
      </dgm:t>
    </dgm:pt>
    <dgm:pt modelId="4475">
      <dgm:t>
        <a:p>
          <a:r>
            <a:t>n4475</a:t>
          </a:r>
        </a:p>
      </dgm:t>
    </dgm:pt>
    <dgm:pt modelId="4476">
      <dgm:t>
        <a:p>
          <a:r>
            <a:t>n4476</a:t>
          </a:r>
        </a:p>
      </dgm:t>
    </dgm:pt>
    <dgm:pt modelId="4477">
      <dgm:t>
        <a:p>
          <a:r>
            <a:t>n4477</a:t>
          </a:r>
        </a:p>
      </dgm:t>
    </dgm:pt>
    <dgm:pt modelId="4478">
      <dgm:t>
        <a:p>
          <a:r>
            <a:t>n4478</a:t>
          </a:r>
        </a:p>
      </dgm:t>
    </dgm:pt>
    <dgm:pt modelId="4479">
      <dgm:t>
        <a:p>
          <a:r>
            <a:t>n4479</a:t>
          </a:r>
        </a:p>
      </dgm:t>
    </dgm:pt>
    <dgm:pt modelId="4480">
      <dgm:t>
        <a:p>
          <a:r>
            <a:t>n4480</a:t>
          </a:r>
        </a:p>
      </dgm:t>
    </dgm:pt>
    <dgm:pt modelId="4481">
      <dgm:t>
        <a:p>
          <a:r>
            <a:t>n4481</a:t>
          </a:r>
        </a:p>
      </dgm:t>
    </dgm:pt>
    <dgm:pt modelId="4482">
      <dgm:t>
        <a:p>
          <a:r>
            <a:t>n4482</a:t>
          </a:r>
        </a:p>
      </dgm:t>
    </dgm:pt>
    <dgm:pt modelId="4483">
      <dgm:t>
        <a:p>
          <a:r>
            <a:t>n4483</a:t>
          </a:r>
        </a:p>
      </dgm:t>
    </dgm:pt>
    <dgm:pt modelId="4484">
      <dgm:t>
        <a:p>
          <a:r>
            <a:t>n4484</a:t>
          </a:r>
        </a:p>
      </dgm:t>
    </dgm:pt>
    <dgm:pt modelId="4485">
      <dgm:t>
        <a:p>
          <a:r>
            <a:t>n4485</a:t>
          </a:r>
        </a:p>
      </dgm:t>
    </dgm:pt>
    <dgm:pt modelId="4486">
      <dgm:t>
        <a:p>
          <a:r>
            <a:t>n4486</a:t>
          </a:r>
        </a:p>
      </dgm:t>
    </dgm:pt>
    <dgm:pt modelId="4487">
      <dgm:t>
        <a:p>
          <a:r>
            <a:t>n4487</a:t>
          </a:r>
        </a:p>
      </dgm:t>
    </dgm:pt>
    <dgm:pt modelId="4488">
      <dgm:t>
        <a:p>
          <a:r>
            <a:t>n4488</a:t>
          </a:r>
        </a:p>
      </dgm:t>
    </dgm:pt>
    <dgm:pt modelId="4489">
      <dgm:t>
        <a:p>
          <a:r>
            <a:t>n4489</a:t>
          </a:r>
        </a:p>
      </dgm:t>
    </dgm:pt>
    <dgm:pt modelId="4490">
      <dgm:t>
        <a:p>
          <a:r>
            <a:t>n4490</a:t>
          </a:r>
        </a:p>
      </dgm:t>
    </dgm:pt>
    <dgm:pt modelId="4491">
      <dgm:t>
        <a:p>
          <a:r>
            <a:t>n4491</a:t>
          </a:r>
        </a:p>
      </dgm:t>
    </dgm:pt>
    <dgm:pt modelId="4492">
      <dgm:t>
        <a:p>
          <a:r>
            <a:t>n4492</a:t>
          </a:r>
        </a:p>
      </dgm:t>
    </dgm:pt>
    <dgm:pt modelId="4493">
      <dgm:t>
        <a:p>
          <a:r>
            <a:t>n4493</a:t>
          </a:r>
        </a:p>
      </dgm:t>
    </dgm:pt>
    <dgm:pt modelId="4494">
      <dgm:t>
        <a:p>
          <a:r>
            <a:t>n4494</a:t>
          </a:r>
        </a:p>
      </dgm:t>
    </dgm:pt>
    <dgm:pt modelId="4495">
      <dgm:t>
        <a:p>
          <a:r>
            <a:t>n4495</a:t>
          </a:r>
        </a:p>
      </dgm:t>
    </dgm:pt>
    <dgm:pt modelId="4496">
      <dgm:t>
        <a:p>
          <a:r>
            <a:t>n4496</a:t>
          </a:r>
        </a:p>
      </dgm:t>
    </dgm:pt>
    <dgm:pt modelId="4497">
      <dgm:t>
        <a:p>
          <a:r>
            <a:t>n4497</a:t>
          </a:r>
        </a:p>
      </dgm:t>
    </dgm:pt>
    <dgm:pt modelId="4498">
      <dgm:t>
        <a:p>
          <a:r>
            <a:t>n4498</a:t>
          </a:r>
        </a:p>
      </dgm:t>
    </dgm:pt>
    <dgm:pt modelId="4499">
      <dgm:t>
        <a:p>
          <a:r>
            <a:t>n4499</a:t>
          </a:r>
        </a:p>
      </dgm:t>
    </dgm:pt>
    <dgm:pt modelId="4500">
      <dgm:t>
        <a:p>
          <a:r>
            <a:t>n4500</a:t>
          </a:r>
        </a:p>
      </dgm:t>
    </dgm:pt>
    <dgm:pt modelId="4501">
      <dgm:t>
        <a:p>
          <a:r>
            <a:t>n4501</a:t>
          </a:r>
        </a:p>
      </dgm:t>
    </dgm:pt>
    <dgm:pt modelId="4502">
      <dgm:t>
        <a:p>
          <a:r>
            <a:t>n4502</a:t>
          </a:r>
        </a:p>
      </dgm:t>
    </dgm:pt>
    <dgm:pt modelId="4503">
      <dgm:t>
        <a:p>
          <a:r>
            <a:t>n4503</a:t>
          </a:r>
        </a:p>
      </dgm:t>
    </dgm:pt>
    <dgm:pt modelId="4504">
      <dgm:t>
        <a:p>
          <a:r>
            <a:t>n4504</a:t>
          </a:r>
        </a:p>
      </dgm:t>
    </dgm:pt>
    <dgm:pt modelId="4505">
      <dgm:t>
        <a:p>
          <a:r>
            <a:t>n4505</a:t>
          </a:r>
        </a:p>
      </dgm:t>
    </dgm:pt>
    <dgm:pt modelId="4506">
      <dgm:t>
        <a:p>
          <a:r>
            <a:t>n4506</a:t>
          </a:r>
        </a:p>
      </dgm:t>
    </dgm:pt>
    <dgm:pt modelId="4507">
      <dgm:t>
        <a:p>
          <a:r>
            <a:t>n4507</a:t>
          </a:r>
        </a:p>
      </dgm:t>
    </dgm:pt>
    <dgm:pt modelId="4508">
      <dgm:t>
        <a:p>
          <a:r>
            <a:t>n4508</a:t>
          </a:r>
        </a:p>
      </dgm:t>
    </dgm:pt>
    <dgm:pt modelId="4509">
      <dgm:t>
        <a:p>
          <a:r>
            <a:t>n4509</a:t>
          </a:r>
        </a:p>
      </dgm:t>
    </dgm:pt>
    <dgm:pt modelId="4510">
      <dgm:t>
        <a:p>
          <a:r>
            <a:t>n4510</a:t>
          </a:r>
        </a:p>
      </dgm:t>
    </dgm:pt>
    <dgm:pt modelId="4511">
      <dgm:t>
        <a:p>
          <a:r>
            <a:t>n4511</a:t>
          </a:r>
        </a:p>
      </dgm:t>
    </dgm:pt>
    <dgm:pt modelId="4512">
      <dgm:t>
        <a:p>
          <a:r>
            <a:t>n4512</a:t>
          </a:r>
        </a:p>
      </dgm:t>
    </dgm:pt>
    <dgm:pt modelId="4513">
      <dgm:t>
        <a:p>
          <a:r>
            <a:t>n4513</a:t>
          </a:r>
        </a:p>
      </dgm:t>
    </dgm:pt>
    <dgm:pt modelId="4514">
      <dgm:t>
        <a:p>
          <a:r>
            <a:t>n4514</a:t>
          </a:r>
        </a:p>
      </dgm:t>
    </dgm:pt>
    <dgm:pt modelId="4515">
      <dgm:t>
        <a:p>
          <a:r>
            <a:t>n4515</a:t>
          </a:r>
        </a:p>
      </dgm:t>
    </dgm:pt>
    <dgm:pt modelId="4516">
      <dgm:t>
        <a:p>
          <a:r>
            <a:t>n4516</a:t>
          </a:r>
        </a:p>
      </dgm:t>
    </dgm:pt>
    <dgm:pt modelId="4517">
      <dgm:t>
        <a:p>
          <a:r>
            <a:t>n4517</a:t>
          </a:r>
        </a:p>
      </dgm:t>
    </dgm:pt>
    <dgm:pt modelId="4518">
      <dgm:t>
        <a:p>
          <a:r>
            <a:t>n4518</a:t>
          </a:r>
        </a:p>
      </dgm:t>
    </dgm:pt>
    <dgm:pt modelId="4519">
      <dgm:t>
        <a:p>
          <a:r>
            <a:t>n4519</a:t>
          </a:r>
        </a:p>
      </dgm:t>
    </dgm:pt>
    <dgm:pt modelId="4520">
      <dgm:t>
        <a:p>
          <a:r>
            <a:t>n4520</a:t>
          </a:r>
        </a:p>
      </dgm:t>
    </dgm:pt>
    <dgm:pt modelId="4521">
      <dgm:t>
        <a:p>
          <a:r>
            <a:t>n4521</a:t>
          </a:r>
        </a:p>
      </dgm:t>
    </dgm:pt>
    <dgm:pt modelId="4522">
      <dgm:t>
        <a:p>
          <a:r>
            <a:t>n4522</a:t>
          </a:r>
        </a:p>
      </dgm:t>
    </dgm:pt>
    <dgm:pt modelId="4523">
      <dgm:t>
        <a:p>
          <a:r>
            <a:t>n4523</a:t>
          </a:r>
        </a:p>
      </dgm:t>
    </dgm:pt>
    <dgm:pt modelId="4524">
      <dgm:t>
        <a:p>
          <a:r>
            <a:t>n4524</a:t>
          </a:r>
        </a:p>
      </dgm:t>
    </dgm:pt>
    <dgm:pt modelId="4525">
      <dgm:t>
        <a:p>
          <a:r>
            <a:t>n4525</a:t>
          </a:r>
        </a:p>
      </dgm:t>
    </dgm:pt>
    <dgm:pt modelId="4526">
      <dgm:t>
        <a:p>
          <a:r>
            <a:t>n4526</a:t>
          </a:r>
        </a:p>
      </dgm:t>
    </dgm:pt>
    <dgm:pt modelId="4527">
      <dgm:t>
        <a:p>
          <a:r>
            <a:t>n4527</a:t>
          </a:r>
        </a:p>
      </dgm:t>
    </dgm:pt>
    <dgm:pt modelId="4528">
      <dgm:t>
        <a:p>
          <a:r>
            <a:t>n4528</a:t>
          </a:r>
        </a:p>
      </dgm:t>
    </dgm:pt>
    <dgm:pt modelId="4529">
      <dgm:t>
        <a:p>
          <a:r>
            <a:t>n4529</a:t>
          </a:r>
        </a:p>
      </dgm:t>
    </dgm:pt>
    <dgm:pt modelId="4530">
      <dgm:t>
        <a:p>
          <a:r>
            <a:t>n4530</a:t>
          </a:r>
        </a:p>
      </dgm:t>
    </dgm:pt>
    <dgm:pt modelId="4531">
      <dgm:t>
        <a:p>
          <a:r>
            <a:t>n4531</a:t>
          </a:r>
        </a:p>
      </dgm:t>
    </dgm:pt>
    <dgm:pt modelId="4532">
      <dgm:t>
        <a:p>
          <a:r>
            <a:t>n4532</a:t>
          </a:r>
        </a:p>
      </dgm:t>
    </dgm:pt>
    <dgm:pt modelId="4533">
      <dgm:t>
        <a:p>
          <a:r>
            <a:t>n4533</a:t>
          </a:r>
        </a:p>
      </dgm:t>
    </dgm:pt>
    <dgm:pt modelId="4534">
      <dgm:t>
        <a:p>
          <a:r>
            <a:t>n4534</a:t>
          </a:r>
        </a:p>
      </dgm:t>
    </dgm:pt>
    <dgm:pt modelId="4535">
      <dgm:t>
        <a:p>
          <a:r>
            <a:t>n4535</a:t>
          </a:r>
        </a:p>
      </dgm:t>
    </dgm:pt>
    <dgm:pt modelId="4536">
      <dgm:t>
        <a:p>
          <a:r>
            <a:t>n4536</a:t>
          </a:r>
        </a:p>
      </dgm:t>
    </dgm:pt>
    <dgm:pt modelId="4537">
      <dgm:t>
        <a:p>
          <a:r>
            <a:t>n4537</a:t>
          </a:r>
        </a:p>
      </dgm:t>
    </dgm:pt>
    <dgm:pt modelId="4538">
      <dgm:t>
        <a:p>
          <a:r>
            <a:t>n4538</a:t>
          </a:r>
        </a:p>
      </dgm:t>
    </dgm:pt>
    <dgm:pt modelId="4539">
      <dgm:t>
        <a:p>
          <a:r>
            <a:t>n4539</a:t>
          </a:r>
        </a:p>
      </dgm:t>
    </dgm:pt>
    <dgm:pt modelId="4540">
      <dgm:t>
        <a:p>
          <a:r>
            <a:t>n4540</a:t>
          </a:r>
        </a:p>
      </dgm:t>
    </dgm:pt>
    <dgm:pt modelId="4541">
      <dgm:t>
        <a:p>
          <a:r>
            <a:t>n4541</a:t>
          </a:r>
        </a:p>
      </dgm:t>
    </dgm:pt>
    <dgm:pt modelId="4542">
      <dgm:t>
        <a:p>
          <a:r>
            <a:t>n4542</a:t>
          </a:r>
        </a:p>
      </dgm:t>
    </dgm:pt>
    <dgm:pt modelId="4543">
      <dgm:t>
        <a:p>
          <a:r>
            <a:t>n4543</a:t>
          </a:r>
        </a:p>
      </dgm:t>
    </dgm:pt>
    <dgm:pt modelId="4544">
      <dgm:t>
        <a:p>
          <a:r>
            <a:t>n4544</a:t>
          </a:r>
        </a:p>
      </dgm:t>
    </dgm:pt>
    <dgm:pt modelId="4545">
      <dgm:t>
        <a:p>
          <a:r>
            <a:t>n4545</a:t>
          </a:r>
        </a:p>
      </dgm:t>
    </dgm:pt>
    <dgm:pt modelId="4546">
      <dgm:t>
        <a:p>
          <a:r>
            <a:t>n4546</a:t>
          </a:r>
        </a:p>
      </dgm:t>
    </dgm:pt>
    <dgm:pt modelId="4547">
      <dgm:t>
        <a:p>
          <a:r>
            <a:t>n4547</a:t>
          </a:r>
        </a:p>
      </dgm:t>
    </dgm:pt>
    <dgm:pt modelId="4548">
      <dgm:t>
        <a:p>
          <a:r>
            <a:t>n4548</a:t>
          </a:r>
        </a:p>
      </dgm:t>
    </dgm:pt>
    <dgm:pt modelId="4549">
      <dgm:t>
        <a:p>
          <a:r>
            <a:t>n4549</a:t>
          </a:r>
        </a:p>
      </dgm:t>
    </dgm:pt>
    <dgm:pt modelId="4550">
      <dgm:t>
        <a:p>
          <a:r>
            <a:t>n4550</a:t>
          </a:r>
        </a:p>
      </dgm:t>
    </dgm:pt>
    <dgm:pt modelId="4551">
      <dgm:t>
        <a:p>
          <a:r>
            <a:t>n4551</a:t>
          </a:r>
        </a:p>
      </dgm:t>
    </dgm:pt>
    <dgm:pt modelId="4552">
      <dgm:t>
        <a:p>
          <a:r>
            <a:t>n4552</a:t>
          </a:r>
        </a:p>
      </dgm:t>
    </dgm:pt>
    <dgm:pt modelId="4553">
      <dgm:t>
        <a:p>
          <a:r>
            <a:t>n4553</a:t>
          </a:r>
        </a:p>
      </dgm:t>
    </dgm:pt>
    <dgm:pt modelId="4554">
      <dgm:t>
        <a:p>
          <a:r>
            <a:t>n4554</a:t>
          </a:r>
        </a:p>
      </dgm:t>
    </dgm:pt>
    <dgm:pt modelId="4555">
      <dgm:t>
        <a:p>
          <a:r>
            <a:t>n4555</a:t>
          </a:r>
        </a:p>
      </dgm:t>
    </dgm:pt>
    <dgm:pt modelId="4556">
      <dgm:t>
        <a:p>
          <a:r>
            <a:t>n4556</a:t>
          </a:r>
        </a:p>
      </dgm:t>
    </dgm:pt>
    <dgm:pt modelId="4557">
      <dgm:t>
        <a:p>
          <a:r>
            <a:t>n4557</a:t>
          </a:r>
        </a:p>
      </dgm:t>
    </dgm:pt>
    <dgm:pt modelId="4558">
      <dgm:t>
        <a:p>
          <a:r>
            <a:t>n4558</a:t>
          </a:r>
        </a:p>
      </dgm:t>
    </dgm:pt>
    <dgm:pt modelId="4559">
      <dgm:t>
        <a:p>
          <a:r>
            <a:t>n4559</a:t>
          </a:r>
        </a:p>
      </dgm:t>
    </dgm:pt>
    <dgm:pt modelId="4560">
      <dgm:t>
        <a:p>
          <a:r>
            <a:t>n4560</a:t>
          </a:r>
        </a:p>
      </dgm:t>
    </dgm:pt>
    <dgm:pt modelId="4561">
      <dgm:t>
        <a:p>
          <a:r>
            <a:t>n4561</a:t>
          </a:r>
        </a:p>
      </dgm:t>
    </dgm:pt>
    <dgm:pt modelId="4562">
      <dgm:t>
        <a:p>
          <a:r>
            <a:t>n4562</a:t>
          </a:r>
        </a:p>
      </dgm:t>
    </dgm:pt>
    <dgm:pt modelId="4563">
      <dgm:t>
        <a:p>
          <a:r>
            <a:t>n4563</a:t>
          </a:r>
        </a:p>
      </dgm:t>
    </dgm:pt>
    <dgm:pt modelId="4564">
      <dgm:t>
        <a:p>
          <a:r>
            <a:t>n4564</a:t>
          </a:r>
        </a:p>
      </dgm:t>
    </dgm:pt>
    <dgm:pt modelId="4565">
      <dgm:t>
        <a:p>
          <a:r>
            <a:t>n4565</a:t>
          </a:r>
        </a:p>
      </dgm:t>
    </dgm:pt>
    <dgm:pt modelId="4566">
      <dgm:t>
        <a:p>
          <a:r>
            <a:t>n4566</a:t>
          </a:r>
        </a:p>
      </dgm:t>
    </dgm:pt>
    <dgm:pt modelId="4567">
      <dgm:t>
        <a:p>
          <a:r>
            <a:t>n4567</a:t>
          </a:r>
        </a:p>
      </dgm:t>
    </dgm:pt>
    <dgm:pt modelId="4568">
      <dgm:t>
        <a:p>
          <a:r>
            <a:t>n4568</a:t>
          </a:r>
        </a:p>
      </dgm:t>
    </dgm:pt>
    <dgm:pt modelId="4569">
      <dgm:t>
        <a:p>
          <a:r>
            <a:t>n4569</a:t>
          </a:r>
        </a:p>
      </dgm:t>
    </dgm:pt>
    <dgm:pt modelId="4570">
      <dgm:t>
        <a:p>
          <a:r>
            <a:t>n4570</a:t>
          </a:r>
        </a:p>
      </dgm:t>
    </dgm:pt>
    <dgm:pt modelId="4571">
      <dgm:t>
        <a:p>
          <a:r>
            <a:t>n4571</a:t>
          </a:r>
        </a:p>
      </dgm:t>
    </dgm:pt>
    <dgm:pt modelId="4572">
      <dgm:t>
        <a:p>
          <a:r>
            <a:t>n4572</a:t>
          </a:r>
        </a:p>
      </dgm:t>
    </dgm:pt>
    <dgm:pt modelId="4573">
      <dgm:t>
        <a:p>
          <a:r>
            <a:t>n4573</a:t>
          </a:r>
        </a:p>
      </dgm:t>
    </dgm:pt>
    <dgm:pt modelId="4574">
      <dgm:t>
        <a:p>
          <a:r>
            <a:t>n4574</a:t>
          </a:r>
        </a:p>
      </dgm:t>
    </dgm:pt>
    <dgm:pt modelId="4575">
      <dgm:t>
        <a:p>
          <a:r>
            <a:t>n4575</a:t>
          </a:r>
        </a:p>
      </dgm:t>
    </dgm:pt>
    <dgm:pt modelId="4576">
      <dgm:t>
        <a:p>
          <a:r>
            <a:t>n4576</a:t>
          </a:r>
        </a:p>
      </dgm:t>
    </dgm:pt>
    <dgm:pt modelId="4577">
      <dgm:t>
        <a:p>
          <a:r>
            <a:t>n4577</a:t>
          </a:r>
        </a:p>
      </dgm:t>
    </dgm:pt>
    <dgm:pt modelId="4578">
      <dgm:t>
        <a:p>
          <a:r>
            <a:t>n4578</a:t>
          </a:r>
        </a:p>
      </dgm:t>
    </dgm:pt>
    <dgm:pt modelId="4579">
      <dgm:t>
        <a:p>
          <a:r>
            <a:t>n4579</a:t>
          </a:r>
        </a:p>
      </dgm:t>
    </dgm:pt>
    <dgm:pt modelId="4580">
      <dgm:t>
        <a:p>
          <a:r>
            <a:t>n4580</a:t>
          </a:r>
        </a:p>
      </dgm:t>
    </dgm:pt>
    <dgm:pt modelId="4581">
      <dgm:t>
        <a:p>
          <a:r>
            <a:t>n4581</a:t>
          </a:r>
        </a:p>
      </dgm:t>
    </dgm:pt>
    <dgm:pt modelId="4582">
      <dgm:t>
        <a:p>
          <a:r>
            <a:t>n4582</a:t>
          </a:r>
        </a:p>
      </dgm:t>
    </dgm:pt>
    <dgm:pt modelId="4583">
      <dgm:t>
        <a:p>
          <a:r>
            <a:t>n4583</a:t>
          </a:r>
        </a:p>
      </dgm:t>
    </dgm:pt>
    <dgm:pt modelId="4584">
      <dgm:t>
        <a:p>
          <a:r>
            <a:t>n4584</a:t>
          </a:r>
        </a:p>
      </dgm:t>
    </dgm:pt>
    <dgm:pt modelId="4585">
      <dgm:t>
        <a:p>
          <a:r>
            <a:t>n4585</a:t>
          </a:r>
        </a:p>
      </dgm:t>
    </dgm:pt>
    <dgm:pt modelId="4586">
      <dgm:t>
        <a:p>
          <a:r>
            <a:t>n4586</a:t>
          </a:r>
        </a:p>
      </dgm:t>
    </dgm:pt>
    <dgm:pt modelId="4587">
      <dgm:t>
        <a:p>
          <a:r>
            <a:t>n4587</a:t>
          </a:r>
        </a:p>
      </dgm:t>
    </dgm:pt>
    <dgm:pt modelId="4588">
      <dgm:t>
        <a:p>
          <a:r>
            <a:t>n4588</a:t>
          </a:r>
        </a:p>
      </dgm:t>
    </dgm:pt>
    <dgm:pt modelId="4589">
      <dgm:t>
        <a:p>
          <a:r>
            <a:t>n4589</a:t>
          </a:r>
        </a:p>
      </dgm:t>
    </dgm:pt>
    <dgm:pt modelId="4590">
      <dgm:t>
        <a:p>
          <a:r>
            <a:t>n4590</a:t>
          </a:r>
        </a:p>
      </dgm:t>
    </dgm:pt>
    <dgm:pt modelId="4591">
      <dgm:t>
        <a:p>
          <a:r>
            <a:t>n4591</a:t>
          </a:r>
        </a:p>
      </dgm:t>
    </dgm:pt>
    <dgm:pt modelId="4592">
      <dgm:t>
        <a:p>
          <a:r>
            <a:t>n4592</a:t>
          </a:r>
        </a:p>
      </dgm:t>
    </dgm:pt>
    <dgm:pt modelId="4593">
      <dgm:t>
        <a:p>
          <a:r>
            <a:t>n4593</a:t>
          </a:r>
        </a:p>
      </dgm:t>
    </dgm:pt>
    <dgm:pt modelId="4594">
      <dgm:t>
        <a:p>
          <a:r>
            <a:t>n4594</a:t>
          </a:r>
        </a:p>
      </dgm:t>
    </dgm:pt>
    <dgm:pt modelId="4595">
      <dgm:t>
        <a:p>
          <a:r>
            <a:t>n4595</a:t>
          </a:r>
        </a:p>
      </dgm:t>
    </dgm:pt>
    <dgm:pt modelId="4596">
      <dgm:t>
        <a:p>
          <a:r>
            <a:t>n4596</a:t>
          </a:r>
        </a:p>
      </dgm:t>
    </dgm:pt>
    <dgm:pt modelId="4597">
      <dgm:t>
        <a:p>
          <a:r>
            <a:t>n4597</a:t>
          </a:r>
        </a:p>
      </dgm:t>
    </dgm:pt>
    <dgm:pt modelId="4598">
      <dgm:t>
        <a:p>
          <a:r>
            <a:t>n4598</a:t>
          </a:r>
        </a:p>
      </dgm:t>
    </dgm:pt>
    <dgm:pt modelId="4599">
      <dgm:t>
        <a:p>
          <a:r>
            <a:t>n4599</a:t>
          </a:r>
        </a:p>
      </dgm:t>
    </dgm:pt>
    <dgm:pt modelId="4600">
      <dgm:t>
        <a:p>
          <a:r>
            <a:t>n4600</a:t>
          </a:r>
        </a:p>
      </dgm:t>
    </dgm:pt>
    <dgm:pt modelId="4601">
      <dgm:t>
        <a:p>
          <a:r>
            <a:t>n4601</a:t>
          </a:r>
        </a:p>
      </dgm:t>
    </dgm:pt>
    <dgm:pt modelId="4602">
      <dgm:t>
        <a:p>
          <a:r>
            <a:t>n4602</a:t>
          </a:r>
        </a:p>
      </dgm:t>
    </dgm:pt>
    <dgm:pt modelId="4603">
      <dgm:t>
        <a:p>
          <a:r>
            <a:t>n4603</a:t>
          </a:r>
        </a:p>
      </dgm:t>
    </dgm:pt>
    <dgm:pt modelId="4604">
      <dgm:t>
        <a:p>
          <a:r>
            <a:t>n4604</a:t>
          </a:r>
        </a:p>
      </dgm:t>
    </dgm:pt>
    <dgm:pt modelId="4605">
      <dgm:t>
        <a:p>
          <a:r>
            <a:t>n4605</a:t>
          </a:r>
        </a:p>
      </dgm:t>
    </dgm:pt>
    <dgm:pt modelId="4606">
      <dgm:t>
        <a:p>
          <a:r>
            <a:t>n4606</a:t>
          </a:r>
        </a:p>
      </dgm:t>
    </dgm:pt>
    <dgm:pt modelId="4607">
      <dgm:t>
        <a:p>
          <a:r>
            <a:t>n4607</a:t>
          </a:r>
        </a:p>
      </dgm:t>
    </dgm:pt>
    <dgm:pt modelId="4608">
      <dgm:t>
        <a:p>
          <a:r>
            <a:t>n4608</a:t>
          </a:r>
        </a:p>
      </dgm:t>
    </dgm:pt>
    <dgm:pt modelId="4609">
      <dgm:t>
        <a:p>
          <a:r>
            <a:t>n4609</a:t>
          </a:r>
        </a:p>
      </dgm:t>
    </dgm:pt>
    <dgm:pt modelId="4610">
      <dgm:t>
        <a:p>
          <a:r>
            <a:t>n4610</a:t>
          </a:r>
        </a:p>
      </dgm:t>
    </dgm:pt>
    <dgm:pt modelId="4611">
      <dgm:t>
        <a:p>
          <a:r>
            <a:t>n4611</a:t>
          </a:r>
        </a:p>
      </dgm:t>
    </dgm:pt>
    <dgm:pt modelId="4612">
      <dgm:t>
        <a:p>
          <a:r>
            <a:t>n4612</a:t>
          </a:r>
        </a:p>
      </dgm:t>
    </dgm:pt>
    <dgm:pt modelId="4613">
      <dgm:t>
        <a:p>
          <a:r>
            <a:t>n4613</a:t>
          </a:r>
        </a:p>
      </dgm:t>
    </dgm:pt>
    <dgm:pt modelId="4614">
      <dgm:t>
        <a:p>
          <a:r>
            <a:t>n4614</a:t>
          </a:r>
        </a:p>
      </dgm:t>
    </dgm:pt>
    <dgm:pt modelId="4615">
      <dgm:t>
        <a:p>
          <a:r>
            <a:t>n4615</a:t>
          </a:r>
        </a:p>
      </dgm:t>
    </dgm:pt>
    <dgm:pt modelId="4616">
      <dgm:t>
        <a:p>
          <a:r>
            <a:t>n4616</a:t>
          </a:r>
        </a:p>
      </dgm:t>
    </dgm:pt>
    <dgm:pt modelId="4617">
      <dgm:t>
        <a:p>
          <a:r>
            <a:t>n4617</a:t>
          </a:r>
        </a:p>
      </dgm:t>
    </dgm:pt>
    <dgm:pt modelId="4618">
      <dgm:t>
        <a:p>
          <a:r>
            <a:t>n4618</a:t>
          </a:r>
        </a:p>
      </dgm:t>
    </dgm:pt>
    <dgm:pt modelId="4619">
      <dgm:t>
        <a:p>
          <a:r>
            <a:t>n4619</a:t>
          </a:r>
        </a:p>
      </dgm:t>
    </dgm:pt>
    <dgm:pt modelId="4620">
      <dgm:t>
        <a:p>
          <a:r>
            <a:t>n4620</a:t>
          </a:r>
        </a:p>
      </dgm:t>
    </dgm:pt>
    <dgm:pt modelId="4621">
      <dgm:t>
        <a:p>
          <a:r>
            <a:t>n4621</a:t>
          </a:r>
        </a:p>
      </dgm:t>
    </dgm:pt>
    <dgm:pt modelId="4622">
      <dgm:t>
        <a:p>
          <a:r>
            <a:t>n4622</a:t>
          </a:r>
        </a:p>
      </dgm:t>
    </dgm:pt>
    <dgm:pt modelId="4623">
      <dgm:t>
        <a:p>
          <a:r>
            <a:t>n4623</a:t>
          </a:r>
        </a:p>
      </dgm:t>
    </dgm:pt>
    <dgm:pt modelId="4624">
      <dgm:t>
        <a:p>
          <a:r>
            <a:t>n4624</a:t>
          </a:r>
        </a:p>
      </dgm:t>
    </dgm:pt>
    <dgm:pt modelId="4625">
      <dgm:t>
        <a:p>
          <a:r>
            <a:t>n4625</a:t>
          </a:r>
        </a:p>
      </dgm:t>
    </dgm:pt>
    <dgm:pt modelId="4626">
      <dgm:t>
        <a:p>
          <a:r>
            <a:t>n4626</a:t>
          </a:r>
        </a:p>
      </dgm:t>
    </dgm:pt>
    <dgm:pt modelId="4627">
      <dgm:t>
        <a:p>
          <a:r>
            <a:t>n4627</a:t>
          </a:r>
        </a:p>
      </dgm:t>
    </dgm:pt>
    <dgm:pt modelId="4628">
      <dgm:t>
        <a:p>
          <a:r>
            <a:t>n4628</a:t>
          </a:r>
        </a:p>
      </dgm:t>
    </dgm:pt>
    <dgm:pt modelId="4629">
      <dgm:t>
        <a:p>
          <a:r>
            <a:t>n4629</a:t>
          </a:r>
        </a:p>
      </dgm:t>
    </dgm:pt>
    <dgm:pt modelId="4630">
      <dgm:t>
        <a:p>
          <a:r>
            <a:t>n4630</a:t>
          </a:r>
        </a:p>
      </dgm:t>
    </dgm:pt>
    <dgm:pt modelId="4631">
      <dgm:t>
        <a:p>
          <a:r>
            <a:t>n4631</a:t>
          </a:r>
        </a:p>
      </dgm:t>
    </dgm:pt>
    <dgm:pt modelId="4632">
      <dgm:t>
        <a:p>
          <a:r>
            <a:t>n4632</a:t>
          </a:r>
        </a:p>
      </dgm:t>
    </dgm:pt>
    <dgm:pt modelId="4633">
      <dgm:t>
        <a:p>
          <a:r>
            <a:t>n4633</a:t>
          </a:r>
        </a:p>
      </dgm:t>
    </dgm:pt>
    <dgm:pt modelId="4634">
      <dgm:t>
        <a:p>
          <a:r>
            <a:t>n4634</a:t>
          </a:r>
        </a:p>
      </dgm:t>
    </dgm:pt>
    <dgm:pt modelId="4635">
      <dgm:t>
        <a:p>
          <a:r>
            <a:t>n4635</a:t>
          </a:r>
        </a:p>
      </dgm:t>
    </dgm:pt>
    <dgm:pt modelId="4636">
      <dgm:t>
        <a:p>
          <a:r>
            <a:t>n4636</a:t>
          </a:r>
        </a:p>
      </dgm:t>
    </dgm:pt>
    <dgm:pt modelId="4637">
      <dgm:t>
        <a:p>
          <a:r>
            <a:t>n4637</a:t>
          </a:r>
        </a:p>
      </dgm:t>
    </dgm:pt>
    <dgm:pt modelId="4638">
      <dgm:t>
        <a:p>
          <a:r>
            <a:t>n4638</a:t>
          </a:r>
        </a:p>
      </dgm:t>
    </dgm:pt>
    <dgm:pt modelId="4639">
      <dgm:t>
        <a:p>
          <a:r>
            <a:t>n4639</a:t>
          </a:r>
        </a:p>
      </dgm:t>
    </dgm:pt>
    <dgm:pt modelId="4640">
      <dgm:t>
        <a:p>
          <a:r>
            <a:t>n4640</a:t>
          </a:r>
        </a:p>
      </dgm:t>
    </dgm:pt>
    <dgm:pt modelId="4641">
      <dgm:t>
        <a:p>
          <a:r>
            <a:t>n4641</a:t>
          </a:r>
        </a:p>
      </dgm:t>
    </dgm:pt>
    <dgm:pt modelId="4642">
      <dgm:t>
        <a:p>
          <a:r>
            <a:t>n4642</a:t>
          </a:r>
        </a:p>
      </dgm:t>
    </dgm:pt>
    <dgm:pt modelId="4643">
      <dgm:t>
        <a:p>
          <a:r>
            <a:t>n4643</a:t>
          </a:r>
        </a:p>
      </dgm:t>
    </dgm:pt>
    <dgm:pt modelId="4644">
      <dgm:t>
        <a:p>
          <a:r>
            <a:t>n4644</a:t>
          </a:r>
        </a:p>
      </dgm:t>
    </dgm:pt>
    <dgm:pt modelId="4645">
      <dgm:t>
        <a:p>
          <a:r>
            <a:t>n4645</a:t>
          </a:r>
        </a:p>
      </dgm:t>
    </dgm:pt>
    <dgm:pt modelId="4646">
      <dgm:t>
        <a:p>
          <a:r>
            <a:t>n4646</a:t>
          </a:r>
        </a:p>
      </dgm:t>
    </dgm:pt>
    <dgm:pt modelId="4647">
      <dgm:t>
        <a:p>
          <a:r>
            <a:t>n4647</a:t>
          </a:r>
        </a:p>
      </dgm:t>
    </dgm:pt>
    <dgm:pt modelId="4648">
      <dgm:t>
        <a:p>
          <a:r>
            <a:t>n4648</a:t>
          </a:r>
        </a:p>
      </dgm:t>
    </dgm:pt>
    <dgm:pt modelId="4649">
      <dgm:t>
        <a:p>
          <a:r>
            <a:t>n4649</a:t>
          </a:r>
        </a:p>
      </dgm:t>
    </dgm:pt>
    <dgm:pt modelId="4650">
      <dgm:t>
        <a:p>
          <a:r>
            <a:t>n4650</a:t>
          </a:r>
        </a:p>
      </dgm:t>
    </dgm:pt>
    <dgm:pt modelId="4651">
      <dgm:t>
        <a:p>
          <a:r>
            <a:t>n4651</a:t>
          </a:r>
        </a:p>
      </dgm:t>
    </dgm:pt>
    <dgm:pt modelId="4652">
      <dgm:t>
        <a:p>
          <a:r>
            <a:t>n4652</a:t>
          </a:r>
        </a:p>
      </dgm:t>
    </dgm:pt>
    <dgm:pt modelId="4653">
      <dgm:t>
        <a:p>
          <a:r>
            <a:t>n4653</a:t>
          </a:r>
        </a:p>
      </dgm:t>
    </dgm:pt>
    <dgm:pt modelId="4654">
      <dgm:t>
        <a:p>
          <a:r>
            <a:t>n4654</a:t>
          </a:r>
        </a:p>
      </dgm:t>
    </dgm:pt>
    <dgm:pt modelId="4655">
      <dgm:t>
        <a:p>
          <a:r>
            <a:t>n4655</a:t>
          </a:r>
        </a:p>
      </dgm:t>
    </dgm:pt>
    <dgm:pt modelId="4656">
      <dgm:t>
        <a:p>
          <a:r>
            <a:t>n4656</a:t>
          </a:r>
        </a:p>
      </dgm:t>
    </dgm:pt>
    <dgm:pt modelId="4657">
      <dgm:t>
        <a:p>
          <a:r>
            <a:t>n4657</a:t>
          </a:r>
        </a:p>
      </dgm:t>
    </dgm:pt>
    <dgm:pt modelId="4658">
      <dgm:t>
        <a:p>
          <a:r>
            <a:t>n4658</a:t>
          </a:r>
        </a:p>
      </dgm:t>
    </dgm:pt>
    <dgm:pt modelId="4659">
      <dgm:t>
        <a:p>
          <a:r>
            <a:t>n4659</a:t>
          </a:r>
        </a:p>
      </dgm:t>
    </dgm:pt>
    <dgm:pt modelId="4660">
      <dgm:t>
        <a:p>
          <a:r>
            <a:t>n4660</a:t>
          </a:r>
        </a:p>
      </dgm:t>
    </dgm:pt>
    <dgm:pt modelId="4661">
      <dgm:t>
        <a:p>
          <a:r>
            <a:t>n4661</a:t>
          </a:r>
        </a:p>
      </dgm:t>
    </dgm:pt>
    <dgm:pt modelId="4662">
      <dgm:t>
        <a:p>
          <a:r>
            <a:t>n4662</a:t>
          </a:r>
        </a:p>
      </dgm:t>
    </dgm:pt>
    <dgm:pt modelId="4663">
      <dgm:t>
        <a:p>
          <a:r>
            <a:t>n4663</a:t>
          </a:r>
        </a:p>
      </dgm:t>
    </dgm:pt>
    <dgm:pt modelId="4664">
      <dgm:t>
        <a:p>
          <a:r>
            <a:t>n4664</a:t>
          </a:r>
        </a:p>
      </dgm:t>
    </dgm:pt>
    <dgm:pt modelId="4665">
      <dgm:t>
        <a:p>
          <a:r>
            <a:t>n4665</a:t>
          </a:r>
        </a:p>
      </dgm:t>
    </dgm:pt>
    <dgm:pt modelId="4666">
      <dgm:t>
        <a:p>
          <a:r>
            <a:t>n4666</a:t>
          </a:r>
        </a:p>
      </dgm:t>
    </dgm:pt>
    <dgm:pt modelId="4667">
      <dgm:t>
        <a:p>
          <a:r>
            <a:t>n4667</a:t>
          </a:r>
        </a:p>
      </dgm:t>
    </dgm:pt>
    <dgm:pt modelId="4668">
      <dgm:t>
        <a:p>
          <a:r>
            <a:t>n4668</a:t>
          </a:r>
        </a:p>
      </dgm:t>
    </dgm:pt>
    <dgm:pt modelId="4669">
      <dgm:t>
        <a:p>
          <a:r>
            <a:t>n4669</a:t>
          </a:r>
        </a:p>
      </dgm:t>
    </dgm:pt>
    <dgm:pt modelId="4670">
      <dgm:t>
        <a:p>
          <a:r>
            <a:t>n4670</a:t>
          </a:r>
        </a:p>
      </dgm:t>
    </dgm:pt>
    <dgm:pt modelId="4671">
      <dgm:t>
        <a:p>
          <a:r>
            <a:t>n4671</a:t>
          </a:r>
        </a:p>
      </dgm:t>
    </dgm:pt>
    <dgm:pt modelId="4672">
      <dgm:t>
        <a:p>
          <a:r>
            <a:t>n4672</a:t>
          </a:r>
        </a:p>
      </dgm:t>
    </dgm:pt>
    <dgm:pt modelId="4673">
      <dgm:t>
        <a:p>
          <a:r>
            <a:t>n4673</a:t>
          </a:r>
        </a:p>
      </dgm:t>
    </dgm:pt>
    <dgm:pt modelId="4674">
      <dgm:t>
        <a:p>
          <a:r>
            <a:t>n4674</a:t>
          </a:r>
        </a:p>
      </dgm:t>
    </dgm:pt>
    <dgm:pt modelId="4675">
      <dgm:t>
        <a:p>
          <a:r>
            <a:t>n4675</a:t>
          </a:r>
        </a:p>
      </dgm:t>
    </dgm:pt>
    <dgm:pt modelId="4676">
      <dgm:t>
        <a:p>
          <a:r>
            <a:t>n4676</a:t>
          </a:r>
        </a:p>
      </dgm:t>
    </dgm:pt>
    <dgm:pt modelId="4677">
      <dgm:t>
        <a:p>
          <a:r>
            <a:t>n4677</a:t>
          </a:r>
        </a:p>
      </dgm:t>
    </dgm:pt>
    <dgm:pt modelId="4678">
      <dgm:t>
        <a:p>
          <a:r>
            <a:t>n4678</a:t>
          </a:r>
        </a:p>
      </dgm:t>
    </dgm:pt>
    <dgm:pt modelId="4679">
      <dgm:t>
        <a:p>
          <a:r>
            <a:t>n4679</a:t>
          </a:r>
        </a:p>
      </dgm:t>
    </dgm:pt>
    <dgm:pt modelId="4680">
      <dgm:t>
        <a:p>
          <a:r>
            <a:t>n4680</a:t>
          </a:r>
        </a:p>
      </dgm:t>
    </dgm:pt>
    <dgm:pt modelId="4681">
      <dgm:t>
        <a:p>
          <a:r>
            <a:t>n4681</a:t>
          </a:r>
        </a:p>
      </dgm:t>
    </dgm:pt>
    <dgm:pt modelId="4682">
      <dgm:t>
        <a:p>
          <a:r>
            <a:t>n4682</a:t>
          </a:r>
        </a:p>
      </dgm:t>
    </dgm:pt>
    <dgm:pt modelId="4683">
      <dgm:t>
        <a:p>
          <a:r>
            <a:t>n4683</a:t>
          </a:r>
        </a:p>
      </dgm:t>
    </dgm:pt>
    <dgm:pt modelId="4684">
      <dgm:t>
        <a:p>
          <a:r>
            <a:t>n4684</a:t>
          </a:r>
        </a:p>
      </dgm:t>
    </dgm:pt>
    <dgm:pt modelId="4685">
      <dgm:t>
        <a:p>
          <a:r>
            <a:t>n4685</a:t>
          </a:r>
        </a:p>
      </dgm:t>
    </dgm:pt>
    <dgm:pt modelId="4686">
      <dgm:t>
        <a:p>
          <a:r>
            <a:t>n4686</a:t>
          </a:r>
        </a:p>
      </dgm:t>
    </dgm:pt>
    <dgm:pt modelId="4687">
      <dgm:t>
        <a:p>
          <a:r>
            <a:t>n4687</a:t>
          </a:r>
        </a:p>
      </dgm:t>
    </dgm:pt>
    <dgm:pt modelId="4688">
      <dgm:t>
        <a:p>
          <a:r>
            <a:t>n4688</a:t>
          </a:r>
        </a:p>
      </dgm:t>
    </dgm:pt>
    <dgm:pt modelId="4689">
      <dgm:t>
        <a:p>
          <a:r>
            <a:t>n4689</a:t>
          </a:r>
        </a:p>
      </dgm:t>
    </dgm:pt>
    <dgm:pt modelId="4690">
      <dgm:t>
        <a:p>
          <a:r>
            <a:t>n4690</a:t>
          </a:r>
        </a:p>
      </dgm:t>
    </dgm:pt>
    <dgm:pt modelId="4691">
      <dgm:t>
        <a:p>
          <a:r>
            <a:t>n4691</a:t>
          </a:r>
        </a:p>
      </dgm:t>
    </dgm:pt>
    <dgm:pt modelId="4692">
      <dgm:t>
        <a:p>
          <a:r>
            <a:t>n4692</a:t>
          </a:r>
        </a:p>
      </dgm:t>
    </dgm:pt>
    <dgm:pt modelId="4693">
      <dgm:t>
        <a:p>
          <a:r>
            <a:t>n4693</a:t>
          </a:r>
        </a:p>
      </dgm:t>
    </dgm:pt>
    <dgm:pt modelId="4694">
      <dgm:t>
        <a:p>
          <a:r>
            <a:t>n4694</a:t>
          </a:r>
        </a:p>
      </dgm:t>
    </dgm:pt>
    <dgm:pt modelId="4695">
      <dgm:t>
        <a:p>
          <a:r>
            <a:t>n4695</a:t>
          </a:r>
        </a:p>
      </dgm:t>
    </dgm:pt>
    <dgm:pt modelId="4696">
      <dgm:t>
        <a:p>
          <a:r>
            <a:t>n4696</a:t>
          </a:r>
        </a:p>
      </dgm:t>
    </dgm:pt>
    <dgm:pt modelId="4697">
      <dgm:t>
        <a:p>
          <a:r>
            <a:t>n4697</a:t>
          </a:r>
        </a:p>
      </dgm:t>
    </dgm:pt>
    <dgm:pt modelId="4698">
      <dgm:t>
        <a:p>
          <a:r>
            <a:t>n4698</a:t>
          </a:r>
        </a:p>
      </dgm:t>
    </dgm:pt>
    <dgm:pt modelId="4699">
      <dgm:t>
        <a:p>
          <a:r>
            <a:t>n4699</a:t>
          </a:r>
        </a:p>
      </dgm:t>
    </dgm:pt>
    <dgm:pt modelId="4700">
      <dgm:t>
        <a:p>
          <a:r>
            <a:t>n4700</a:t>
          </a:r>
        </a:p>
      </dgm:t>
    </dgm:pt>
    <dgm:pt modelId="4701">
      <dgm:t>
        <a:p>
          <a:r>
            <a:t>n4701</a:t>
          </a:r>
        </a:p>
      </dgm:t>
    </dgm:pt>
    <dgm:pt modelId="4702">
      <dgm:t>
        <a:p>
          <a:r>
            <a:t>n4702</a:t>
          </a:r>
        </a:p>
      </dgm:t>
    </dgm:pt>
    <dgm:pt modelId="4703">
      <dgm:t>
        <a:p>
          <a:r>
            <a:t>n4703</a:t>
          </a:r>
        </a:p>
      </dgm:t>
    </dgm:pt>
    <dgm:pt modelId="4704">
      <dgm:t>
        <a:p>
          <a:r>
            <a:t>n4704</a:t>
          </a:r>
        </a:p>
      </dgm:t>
    </dgm:pt>
    <dgm:pt modelId="4705">
      <dgm:t>
        <a:p>
          <a:r>
            <a:t>n4705</a:t>
          </a:r>
        </a:p>
      </dgm:t>
    </dgm:pt>
    <dgm:pt modelId="4706">
      <dgm:t>
        <a:p>
          <a:r>
            <a:t>n4706</a:t>
          </a:r>
        </a:p>
      </dgm:t>
    </dgm:pt>
    <dgm:pt modelId="4707">
      <dgm:t>
        <a:p>
          <a:r>
            <a:t>n4707</a:t>
          </a:r>
        </a:p>
      </dgm:t>
    </dgm:pt>
    <dgm:pt modelId="4708">
      <dgm:t>
        <a:p>
          <a:r>
            <a:t>n4708</a:t>
          </a:r>
        </a:p>
      </dgm:t>
    </dgm:pt>
    <dgm:pt modelId="4709">
      <dgm:t>
        <a:p>
          <a:r>
            <a:t>n4709</a:t>
          </a:r>
        </a:p>
      </dgm:t>
    </dgm:pt>
    <dgm:pt modelId="4710">
      <dgm:t>
        <a:p>
          <a:r>
            <a:t>n4710</a:t>
          </a:r>
        </a:p>
      </dgm:t>
    </dgm:pt>
    <dgm:pt modelId="4711">
      <dgm:t>
        <a:p>
          <a:r>
            <a:t>n4711</a:t>
          </a:r>
        </a:p>
      </dgm:t>
    </dgm:pt>
    <dgm:pt modelId="4712">
      <dgm:t>
        <a:p>
          <a:r>
            <a:t>n4712</a:t>
          </a:r>
        </a:p>
      </dgm:t>
    </dgm:pt>
    <dgm:pt modelId="4713">
      <dgm:t>
        <a:p>
          <a:r>
            <a:t>n4713</a:t>
          </a:r>
        </a:p>
      </dgm:t>
    </dgm:pt>
    <dgm:pt modelId="4714">
      <dgm:t>
        <a:p>
          <a:r>
            <a:t>n4714</a:t>
          </a:r>
        </a:p>
      </dgm:t>
    </dgm:pt>
    <dgm:pt modelId="4715">
      <dgm:t>
        <a:p>
          <a:r>
            <a:t>n4715</a:t>
          </a:r>
        </a:p>
      </dgm:t>
    </dgm:pt>
    <dgm:pt modelId="4716">
      <dgm:t>
        <a:p>
          <a:r>
            <a:t>n4716</a:t>
          </a:r>
        </a:p>
      </dgm:t>
    </dgm:pt>
    <dgm:pt modelId="4717">
      <dgm:t>
        <a:p>
          <a:r>
            <a:t>n4717</a:t>
          </a:r>
        </a:p>
      </dgm:t>
    </dgm:pt>
    <dgm:pt modelId="4718">
      <dgm:t>
        <a:p>
          <a:r>
            <a:t>n4718</a:t>
          </a:r>
        </a:p>
      </dgm:t>
    </dgm:pt>
    <dgm:pt modelId="4719">
      <dgm:t>
        <a:p>
          <a:r>
            <a:t>n4719</a:t>
          </a:r>
        </a:p>
      </dgm:t>
    </dgm:pt>
    <dgm:pt modelId="4720">
      <dgm:t>
        <a:p>
          <a:r>
            <a:t>n4720</a:t>
          </a:r>
        </a:p>
      </dgm:t>
    </dgm:pt>
    <dgm:pt modelId="4721">
      <dgm:t>
        <a:p>
          <a:r>
            <a:t>n4721</a:t>
          </a:r>
        </a:p>
      </dgm:t>
    </dgm:pt>
    <dgm:pt modelId="4722">
      <dgm:t>
        <a:p>
          <a:r>
            <a:t>n4722</a:t>
          </a:r>
        </a:p>
      </dgm:t>
    </dgm:pt>
    <dgm:pt modelId="4723">
      <dgm:t>
        <a:p>
          <a:r>
            <a:t>n4723</a:t>
          </a:r>
        </a:p>
      </dgm:t>
    </dgm:pt>
    <dgm:pt modelId="4724">
      <dgm:t>
        <a:p>
          <a:r>
            <a:t>n4724</a:t>
          </a:r>
        </a:p>
      </dgm:t>
    </dgm:pt>
    <dgm:pt modelId="4725">
      <dgm:t>
        <a:p>
          <a:r>
            <a:t>n4725</a:t>
          </a:r>
        </a:p>
      </dgm:t>
    </dgm:pt>
    <dgm:pt modelId="4726">
      <dgm:t>
        <a:p>
          <a:r>
            <a:t>n4726</a:t>
          </a:r>
        </a:p>
      </dgm:t>
    </dgm:pt>
    <dgm:pt modelId="4727">
      <dgm:t>
        <a:p>
          <a:r>
            <a:t>n4727</a:t>
          </a:r>
        </a:p>
      </dgm:t>
    </dgm:pt>
    <dgm:pt modelId="4728">
      <dgm:t>
        <a:p>
          <a:r>
            <a:t>n4728</a:t>
          </a:r>
        </a:p>
      </dgm:t>
    </dgm:pt>
    <dgm:pt modelId="4729">
      <dgm:t>
        <a:p>
          <a:r>
            <a:t>n4729</a:t>
          </a:r>
        </a:p>
      </dgm:t>
    </dgm:pt>
    <dgm:pt modelId="4730">
      <dgm:t>
        <a:p>
          <a:r>
            <a:t>n4730</a:t>
          </a:r>
        </a:p>
      </dgm:t>
    </dgm:pt>
    <dgm:pt modelId="4731">
      <dgm:t>
        <a:p>
          <a:r>
            <a:t>n4731</a:t>
          </a:r>
        </a:p>
      </dgm:t>
    </dgm:pt>
    <dgm:pt modelId="4732">
      <dgm:t>
        <a:p>
          <a:r>
            <a:t>n4732</a:t>
          </a:r>
        </a:p>
      </dgm:t>
    </dgm:pt>
    <dgm:pt modelId="4733">
      <dgm:t>
        <a:p>
          <a:r>
            <a:t>n4733</a:t>
          </a:r>
        </a:p>
      </dgm:t>
    </dgm:pt>
    <dgm:pt modelId="4734">
      <dgm:t>
        <a:p>
          <a:r>
            <a:t>n4734</a:t>
          </a:r>
        </a:p>
      </dgm:t>
    </dgm:pt>
    <dgm:pt modelId="4735">
      <dgm:t>
        <a:p>
          <a:r>
            <a:t>n4735</a:t>
          </a:r>
        </a:p>
      </dgm:t>
    </dgm:pt>
    <dgm:pt modelId="4736">
      <dgm:t>
        <a:p>
          <a:r>
            <a:t>n4736</a:t>
          </a:r>
        </a:p>
      </dgm:t>
    </dgm:pt>
    <dgm:pt modelId="4737">
      <dgm:t>
        <a:p>
          <a:r>
            <a:t>n4737</a:t>
          </a:r>
        </a:p>
      </dgm:t>
    </dgm:pt>
    <dgm:pt modelId="4738">
      <dgm:t>
        <a:p>
          <a:r>
            <a:t>n4738</a:t>
          </a:r>
        </a:p>
      </dgm:t>
    </dgm:pt>
    <dgm:pt modelId="4739">
      <dgm:t>
        <a:p>
          <a:r>
            <a:t>n4739</a:t>
          </a:r>
        </a:p>
      </dgm:t>
    </dgm:pt>
    <dgm:pt modelId="4740">
      <dgm:t>
        <a:p>
          <a:r>
            <a:t>n4740</a:t>
          </a:r>
        </a:p>
      </dgm:t>
    </dgm:pt>
    <dgm:pt modelId="4741">
      <dgm:t>
        <a:p>
          <a:r>
            <a:t>n4741</a:t>
          </a:r>
        </a:p>
      </dgm:t>
    </dgm:pt>
    <dgm:pt modelId="4742">
      <dgm:t>
        <a:p>
          <a:r>
            <a:t>n4742</a:t>
          </a:r>
        </a:p>
      </dgm:t>
    </dgm:pt>
    <dgm:pt modelId="4743">
      <dgm:t>
        <a:p>
          <a:r>
            <a:t>n4743</a:t>
          </a:r>
        </a:p>
      </dgm:t>
    </dgm:pt>
    <dgm:pt modelId="4744">
      <dgm:t>
        <a:p>
          <a:r>
            <a:t>n4744</a:t>
          </a:r>
        </a:p>
      </dgm:t>
    </dgm:pt>
    <dgm:pt modelId="4745">
      <dgm:t>
        <a:p>
          <a:r>
            <a:t>n4745</a:t>
          </a:r>
        </a:p>
      </dgm:t>
    </dgm:pt>
    <dgm:pt modelId="4746">
      <dgm:t>
        <a:p>
          <a:r>
            <a:t>n4746</a:t>
          </a:r>
        </a:p>
      </dgm:t>
    </dgm:pt>
    <dgm:pt modelId="4747">
      <dgm:t>
        <a:p>
          <a:r>
            <a:t>n4747</a:t>
          </a:r>
        </a:p>
      </dgm:t>
    </dgm:pt>
    <dgm:pt modelId="4748">
      <dgm:t>
        <a:p>
          <a:r>
            <a:t>n4748</a:t>
          </a:r>
        </a:p>
      </dgm:t>
    </dgm:pt>
    <dgm:pt modelId="4749">
      <dgm:t>
        <a:p>
          <a:r>
            <a:t>n4749</a:t>
          </a:r>
        </a:p>
      </dgm:t>
    </dgm:pt>
    <dgm:pt modelId="4750">
      <dgm:t>
        <a:p>
          <a:r>
            <a:t>n4750</a:t>
          </a:r>
        </a:p>
      </dgm:t>
    </dgm:pt>
    <dgm:pt modelId="4751">
      <dgm:t>
        <a:p>
          <a:r>
            <a:t>n4751</a:t>
          </a:r>
        </a:p>
      </dgm:t>
    </dgm:pt>
    <dgm:pt modelId="4752">
      <dgm:t>
        <a:p>
          <a:r>
            <a:t>n4752</a:t>
          </a:r>
        </a:p>
      </dgm:t>
    </dgm:pt>
    <dgm:pt modelId="4753">
      <dgm:t>
        <a:p>
          <a:r>
            <a:t>n4753</a:t>
          </a:r>
        </a:p>
      </dgm:t>
    </dgm:pt>
    <dgm:pt modelId="4754">
      <dgm:t>
        <a:p>
          <a:r>
            <a:t>n4754</a:t>
          </a:r>
        </a:p>
      </dgm:t>
    </dgm:pt>
    <dgm:pt modelId="4755">
      <dgm:t>
        <a:p>
          <a:r>
            <a:t>n4755</a:t>
          </a:r>
        </a:p>
      </dgm:t>
    </dgm:pt>
    <dgm:pt modelId="4756">
      <dgm:t>
        <a:p>
          <a:r>
            <a:t>n4756</a:t>
          </a:r>
        </a:p>
      </dgm:t>
    </dgm:pt>
    <dgm:pt modelId="4757">
      <dgm:t>
        <a:p>
          <a:r>
            <a:t>n4757</a:t>
          </a:r>
        </a:p>
      </dgm:t>
    </dgm:pt>
    <dgm:pt modelId="4758">
      <dgm:t>
        <a:p>
          <a:r>
            <a:t>n4758</a:t>
          </a:r>
        </a:p>
      </dgm:t>
    </dgm:pt>
    <dgm:pt modelId="4759">
      <dgm:t>
        <a:p>
          <a:r>
            <a:t>n4759</a:t>
          </a:r>
        </a:p>
      </dgm:t>
    </dgm:pt>
    <dgm:pt modelId="4760">
      <dgm:t>
        <a:p>
          <a:r>
            <a:t>n4760</a:t>
          </a:r>
        </a:p>
      </dgm:t>
    </dgm:pt>
    <dgm:pt modelId="4761">
      <dgm:t>
        <a:p>
          <a:r>
            <a:t>n4761</a:t>
          </a:r>
        </a:p>
      </dgm:t>
    </dgm:pt>
    <dgm:pt modelId="4762">
      <dgm:t>
        <a:p>
          <a:r>
            <a:t>n4762</a:t>
          </a:r>
        </a:p>
      </dgm:t>
    </dgm:pt>
    <dgm:pt modelId="4763">
      <dgm:t>
        <a:p>
          <a:r>
            <a:t>n4763</a:t>
          </a:r>
        </a:p>
      </dgm:t>
    </dgm:pt>
    <dgm:pt modelId="4764">
      <dgm:t>
        <a:p>
          <a:r>
            <a:t>n4764</a:t>
          </a:r>
        </a:p>
      </dgm:t>
    </dgm:pt>
    <dgm:pt modelId="4765">
      <dgm:t>
        <a:p>
          <a:r>
            <a:t>n4765</a:t>
          </a:r>
        </a:p>
      </dgm:t>
    </dgm:pt>
    <dgm:pt modelId="4766">
      <dgm:t>
        <a:p>
          <a:r>
            <a:t>n4766</a:t>
          </a:r>
        </a:p>
      </dgm:t>
    </dgm:pt>
    <dgm:pt modelId="4767">
      <dgm:t>
        <a:p>
          <a:r>
            <a:t>n4767</a:t>
          </a:r>
        </a:p>
      </dgm:t>
    </dgm:pt>
    <dgm:pt modelId="4768">
      <dgm:t>
        <a:p>
          <a:r>
            <a:t>n4768</a:t>
          </a:r>
        </a:p>
      </dgm:t>
    </dgm:pt>
    <dgm:pt modelId="4769">
      <dgm:t>
        <a:p>
          <a:r>
            <a:t>n4769</a:t>
          </a:r>
        </a:p>
      </dgm:t>
    </dgm:pt>
    <dgm:pt modelId="4770">
      <dgm:t>
        <a:p>
          <a:r>
            <a:t>n4770</a:t>
          </a:r>
        </a:p>
      </dgm:t>
    </dgm:pt>
    <dgm:pt modelId="4771">
      <dgm:t>
        <a:p>
          <a:r>
            <a:t>n4771</a:t>
          </a:r>
        </a:p>
      </dgm:t>
    </dgm:pt>
    <dgm:pt modelId="4772">
      <dgm:t>
        <a:p>
          <a:r>
            <a:t>n4772</a:t>
          </a:r>
        </a:p>
      </dgm:t>
    </dgm:pt>
    <dgm:pt modelId="4773">
      <dgm:t>
        <a:p>
          <a:r>
            <a:t>n4773</a:t>
          </a:r>
        </a:p>
      </dgm:t>
    </dgm:pt>
    <dgm:pt modelId="4774">
      <dgm:t>
        <a:p>
          <a:r>
            <a:t>n4774</a:t>
          </a:r>
        </a:p>
      </dgm:t>
    </dgm:pt>
    <dgm:pt modelId="4775">
      <dgm:t>
        <a:p>
          <a:r>
            <a:t>n4775</a:t>
          </a:r>
        </a:p>
      </dgm:t>
    </dgm:pt>
    <dgm:pt modelId="4776">
      <dgm:t>
        <a:p>
          <a:r>
            <a:t>n4776</a:t>
          </a:r>
        </a:p>
      </dgm:t>
    </dgm:pt>
    <dgm:pt modelId="4777">
      <dgm:t>
        <a:p>
          <a:r>
            <a:t>n4777</a:t>
          </a:r>
        </a:p>
      </dgm:t>
    </dgm:pt>
    <dgm:pt modelId="4778">
      <dgm:t>
        <a:p>
          <a:r>
            <a:t>n4778</a:t>
          </a:r>
        </a:p>
      </dgm:t>
    </dgm:pt>
    <dgm:pt modelId="4779">
      <dgm:t>
        <a:p>
          <a:r>
            <a:t>n4779</a:t>
          </a:r>
        </a:p>
      </dgm:t>
    </dgm:pt>
    <dgm:pt modelId="4780">
      <dgm:t>
        <a:p>
          <a:r>
            <a:t>n4780</a:t>
          </a:r>
        </a:p>
      </dgm:t>
    </dgm:pt>
    <dgm:pt modelId="4781">
      <dgm:t>
        <a:p>
          <a:r>
            <a:t>n4781</a:t>
          </a:r>
        </a:p>
      </dgm:t>
    </dgm:pt>
    <dgm:pt modelId="4782">
      <dgm:t>
        <a:p>
          <a:r>
            <a:t>n4782</a:t>
          </a:r>
        </a:p>
      </dgm:t>
    </dgm:pt>
    <dgm:pt modelId="4783">
      <dgm:t>
        <a:p>
          <a:r>
            <a:t>n4783</a:t>
          </a:r>
        </a:p>
      </dgm:t>
    </dgm:pt>
    <dgm:pt modelId="4784">
      <dgm:t>
        <a:p>
          <a:r>
            <a:t>n4784</a:t>
          </a:r>
        </a:p>
      </dgm:t>
    </dgm:pt>
    <dgm:pt modelId="4785">
      <dgm:t>
        <a:p>
          <a:r>
            <a:t>n4785</a:t>
          </a:r>
        </a:p>
      </dgm:t>
    </dgm:pt>
    <dgm:pt modelId="4786">
      <dgm:t>
        <a:p>
          <a:r>
            <a:t>n4786</a:t>
          </a:r>
        </a:p>
      </dgm:t>
    </dgm:pt>
    <dgm:pt modelId="4787">
      <dgm:t>
        <a:p>
          <a:r>
            <a:t>n4787</a:t>
          </a:r>
        </a:p>
      </dgm:t>
    </dgm:pt>
    <dgm:pt modelId="4788">
      <dgm:t>
        <a:p>
          <a:r>
            <a:t>n4788</a:t>
          </a:r>
        </a:p>
      </dgm:t>
    </dgm:pt>
    <dgm:pt modelId="4789">
      <dgm:t>
        <a:p>
          <a:r>
            <a:t>n4789</a:t>
          </a:r>
        </a:p>
      </dgm:t>
    </dgm:pt>
    <dgm:pt modelId="4790">
      <dgm:t>
        <a:p>
          <a:r>
            <a:t>n4790</a:t>
          </a:r>
        </a:p>
      </dgm:t>
    </dgm:pt>
    <dgm:pt modelId="4791">
      <dgm:t>
        <a:p>
          <a:r>
            <a:t>n4791</a:t>
          </a:r>
        </a:p>
      </dgm:t>
    </dgm:pt>
    <dgm:pt modelId="4792">
      <dgm:t>
        <a:p>
          <a:r>
            <a:t>n4792</a:t>
          </a:r>
        </a:p>
      </dgm:t>
    </dgm:pt>
    <dgm:pt modelId="4793">
      <dgm:t>
        <a:p>
          <a:r>
            <a:t>n4793</a:t>
          </a:r>
        </a:p>
      </dgm:t>
    </dgm:pt>
    <dgm:pt modelId="4794">
      <dgm:t>
        <a:p>
          <a:r>
            <a:t>n4794</a:t>
          </a:r>
        </a:p>
      </dgm:t>
    </dgm:pt>
    <dgm:pt modelId="4795">
      <dgm:t>
        <a:p>
          <a:r>
            <a:t>n4795</a:t>
          </a:r>
        </a:p>
      </dgm:t>
    </dgm:pt>
    <dgm:pt modelId="4796">
      <dgm:t>
        <a:p>
          <a:r>
            <a:t>n4796</a:t>
          </a:r>
        </a:p>
      </dgm:t>
    </dgm:pt>
    <dgm:pt modelId="4797">
      <dgm:t>
        <a:p>
          <a:r>
            <a:t>n4797</a:t>
          </a:r>
        </a:p>
      </dgm:t>
    </dgm:pt>
    <dgm:pt modelId="4798">
      <dgm:t>
        <a:p>
          <a:r>
            <a:t>n4798</a:t>
          </a:r>
        </a:p>
      </dgm:t>
    </dgm:pt>
    <dgm:pt modelId="4799">
      <dgm:t>
        <a:p>
          <a:r>
            <a:t>n4799</a:t>
          </a:r>
        </a:p>
      </dgm:t>
    </dgm:pt>
    <dgm:pt modelId="4800">
      <dgm:t>
        <a:p>
          <a:r>
            <a:t>n4800</a:t>
          </a:r>
        </a:p>
      </dgm:t>
    </dgm:pt>
    <dgm:pt modelId="4801">
      <dgm:t>
        <a:p>
          <a:r>
            <a:t>n4801</a:t>
          </a:r>
        </a:p>
      </dgm:t>
    </dgm:pt>
    <dgm:pt modelId="4802">
      <dgm:t>
        <a:p>
          <a:r>
            <a:t>n4802</a:t>
          </a:r>
        </a:p>
      </dgm:t>
    </dgm:pt>
    <dgm:pt modelId="4803">
      <dgm:t>
        <a:p>
          <a:r>
            <a:t>n4803</a:t>
          </a:r>
        </a:p>
      </dgm:t>
    </dgm:pt>
    <dgm:pt modelId="4804">
      <dgm:t>
        <a:p>
          <a:r>
            <a:t>n4804</a:t>
          </a:r>
        </a:p>
      </dgm:t>
    </dgm:pt>
    <dgm:pt modelId="4805">
      <dgm:t>
        <a:p>
          <a:r>
            <a:t>n4805</a:t>
          </a:r>
        </a:p>
      </dgm:t>
    </dgm:pt>
    <dgm:pt modelId="4806">
      <dgm:t>
        <a:p>
          <a:r>
            <a:t>n4806</a:t>
          </a:r>
        </a:p>
      </dgm:t>
    </dgm:pt>
    <dgm:pt modelId="4807">
      <dgm:t>
        <a:p>
          <a:r>
            <a:t>n4807</a:t>
          </a:r>
        </a:p>
      </dgm:t>
    </dgm:pt>
    <dgm:pt modelId="4808">
      <dgm:t>
        <a:p>
          <a:r>
            <a:t>n4808</a:t>
          </a:r>
        </a:p>
      </dgm:t>
    </dgm:pt>
    <dgm:pt modelId="4809">
      <dgm:t>
        <a:p>
          <a:r>
            <a:t>n4809</a:t>
          </a:r>
        </a:p>
      </dgm:t>
    </dgm:pt>
    <dgm:pt modelId="4810">
      <dgm:t>
        <a:p>
          <a:r>
            <a:t>n4810</a:t>
          </a:r>
        </a:p>
      </dgm:t>
    </dgm:pt>
    <dgm:pt modelId="4811">
      <dgm:t>
        <a:p>
          <a:r>
            <a:t>n4811</a:t>
          </a:r>
        </a:p>
      </dgm:t>
    </dgm:pt>
    <dgm:pt modelId="4812">
      <dgm:t>
        <a:p>
          <a:r>
            <a:t>n4812</a:t>
          </a:r>
        </a:p>
      </dgm:t>
    </dgm:pt>
    <dgm:pt modelId="4813">
      <dgm:t>
        <a:p>
          <a:r>
            <a:t>n4813</a:t>
          </a:r>
        </a:p>
      </dgm:t>
    </dgm:pt>
    <dgm:pt modelId="4814">
      <dgm:t>
        <a:p>
          <a:r>
            <a:t>n4814</a:t>
          </a:r>
        </a:p>
      </dgm:t>
    </dgm:pt>
    <dgm:pt modelId="4815">
      <dgm:t>
        <a:p>
          <a:r>
            <a:t>n4815</a:t>
          </a:r>
        </a:p>
      </dgm:t>
    </dgm:pt>
    <dgm:pt modelId="4816">
      <dgm:t>
        <a:p>
          <a:r>
            <a:t>n4816</a:t>
          </a:r>
        </a:p>
      </dgm:t>
    </dgm:pt>
    <dgm:pt modelId="4817">
      <dgm:t>
        <a:p>
          <a:r>
            <a:t>n4817</a:t>
          </a:r>
        </a:p>
      </dgm:t>
    </dgm:pt>
    <dgm:pt modelId="4818">
      <dgm:t>
        <a:p>
          <a:r>
            <a:t>n4818</a:t>
          </a:r>
        </a:p>
      </dgm:t>
    </dgm:pt>
    <dgm:pt modelId="4819">
      <dgm:t>
        <a:p>
          <a:r>
            <a:t>n4819</a:t>
          </a:r>
        </a:p>
      </dgm:t>
    </dgm:pt>
    <dgm:pt modelId="4820">
      <dgm:t>
        <a:p>
          <a:r>
            <a:t>n4820</a:t>
          </a:r>
        </a:p>
      </dgm:t>
    </dgm:pt>
    <dgm:pt modelId="4821">
      <dgm:t>
        <a:p>
          <a:r>
            <a:t>n4821</a:t>
          </a:r>
        </a:p>
      </dgm:t>
    </dgm:pt>
    <dgm:pt modelId="4822">
      <dgm:t>
        <a:p>
          <a:r>
            <a:t>n4822</a:t>
          </a:r>
        </a:p>
      </dgm:t>
    </dgm:pt>
    <dgm:pt modelId="4823">
      <dgm:t>
        <a:p>
          <a:r>
            <a:t>n4823</a:t>
          </a:r>
        </a:p>
      </dgm:t>
    </dgm:pt>
    <dgm:pt modelId="4824">
      <dgm:t>
        <a:p>
          <a:r>
            <a:t>n4824</a:t>
          </a:r>
        </a:p>
      </dgm:t>
    </dgm:pt>
    <dgm:pt modelId="4825">
      <dgm:t>
        <a:p>
          <a:r>
            <a:t>n4825</a:t>
          </a:r>
        </a:p>
      </dgm:t>
    </dgm:pt>
    <dgm:pt modelId="4826">
      <dgm:t>
        <a:p>
          <a:r>
            <a:t>n4826</a:t>
          </a:r>
        </a:p>
      </dgm:t>
    </dgm:pt>
    <dgm:pt modelId="4827">
      <dgm:t>
        <a:p>
          <a:r>
            <a:t>n4827</a:t>
          </a:r>
        </a:p>
      </dgm:t>
    </dgm:pt>
    <dgm:pt modelId="4828">
      <dgm:t>
        <a:p>
          <a:r>
            <a:t>n4828</a:t>
          </a:r>
        </a:p>
      </dgm:t>
    </dgm:pt>
    <dgm:pt modelId="4829">
      <dgm:t>
        <a:p>
          <a:r>
            <a:t>n4829</a:t>
          </a:r>
        </a:p>
      </dgm:t>
    </dgm:pt>
    <dgm:pt modelId="4830">
      <dgm:t>
        <a:p>
          <a:r>
            <a:t>n4830</a:t>
          </a:r>
        </a:p>
      </dgm:t>
    </dgm:pt>
    <dgm:pt modelId="4831">
      <dgm:t>
        <a:p>
          <a:r>
            <a:t>n4831</a:t>
          </a:r>
        </a:p>
      </dgm:t>
    </dgm:pt>
    <dgm:pt modelId="4832">
      <dgm:t>
        <a:p>
          <a:r>
            <a:t>n4832</a:t>
          </a:r>
        </a:p>
      </dgm:t>
    </dgm:pt>
    <dgm:pt modelId="4833">
      <dgm:t>
        <a:p>
          <a:r>
            <a:t>n4833</a:t>
          </a:r>
        </a:p>
      </dgm:t>
    </dgm:pt>
    <dgm:pt modelId="4834">
      <dgm:t>
        <a:p>
          <a:r>
            <a:t>n4834</a:t>
          </a:r>
        </a:p>
      </dgm:t>
    </dgm:pt>
    <dgm:pt modelId="4835">
      <dgm:t>
        <a:p>
          <a:r>
            <a:t>n4835</a:t>
          </a:r>
        </a:p>
      </dgm:t>
    </dgm:pt>
    <dgm:pt modelId="4836">
      <dgm:t>
        <a:p>
          <a:r>
            <a:t>n4836</a:t>
          </a:r>
        </a:p>
      </dgm:t>
    </dgm:pt>
    <dgm:pt modelId="4837">
      <dgm:t>
        <a:p>
          <a:r>
            <a:t>n4837</a:t>
          </a:r>
        </a:p>
      </dgm:t>
    </dgm:pt>
    <dgm:pt modelId="4838">
      <dgm:t>
        <a:p>
          <a:r>
            <a:t>n4838</a:t>
          </a:r>
        </a:p>
      </dgm:t>
    </dgm:pt>
    <dgm:pt modelId="4839">
      <dgm:t>
        <a:p>
          <a:r>
            <a:t>n4839</a:t>
          </a:r>
        </a:p>
      </dgm:t>
    </dgm:pt>
    <dgm:pt modelId="4840">
      <dgm:t>
        <a:p>
          <a:r>
            <a:t>n4840</a:t>
          </a:r>
        </a:p>
      </dgm:t>
    </dgm:pt>
    <dgm:pt modelId="4841">
      <dgm:t>
        <a:p>
          <a:r>
            <a:t>n4841</a:t>
          </a:r>
        </a:p>
      </dgm:t>
    </dgm:pt>
    <dgm:pt modelId="4842">
      <dgm:t>
        <a:p>
          <a:r>
            <a:t>n4842</a:t>
          </a:r>
        </a:p>
      </dgm:t>
    </dgm:pt>
    <dgm:pt modelId="4843">
      <dgm:t>
        <a:p>
          <a:r>
            <a:t>n4843</a:t>
          </a:r>
        </a:p>
      </dgm:t>
    </dgm:pt>
    <dgm:pt modelId="4844">
      <dgm:t>
        <a:p>
          <a:r>
            <a:t>n4844</a:t>
          </a:r>
        </a:p>
      </dgm:t>
    </dgm:pt>
    <dgm:pt modelId="4845">
      <dgm:t>
        <a:p>
          <a:r>
            <a:t>n4845</a:t>
          </a:r>
        </a:p>
      </dgm:t>
    </dgm:pt>
    <dgm:pt modelId="4846">
      <dgm:t>
        <a:p>
          <a:r>
            <a:t>n4846</a:t>
          </a:r>
        </a:p>
      </dgm:t>
    </dgm:pt>
    <dgm:pt modelId="4847">
      <dgm:t>
        <a:p>
          <a:r>
            <a:t>n4847</a:t>
          </a:r>
        </a:p>
      </dgm:t>
    </dgm:pt>
    <dgm:pt modelId="4848">
      <dgm:t>
        <a:p>
          <a:r>
            <a:t>n4848</a:t>
          </a:r>
        </a:p>
      </dgm:t>
    </dgm:pt>
    <dgm:pt modelId="4849">
      <dgm:t>
        <a:p>
          <a:r>
            <a:t>n4849</a:t>
          </a:r>
        </a:p>
      </dgm:t>
    </dgm:pt>
    <dgm:pt modelId="4850">
      <dgm:t>
        <a:p>
          <a:r>
            <a:t>n4850</a:t>
          </a:r>
        </a:p>
      </dgm:t>
    </dgm:pt>
    <dgm:pt modelId="4851">
      <dgm:t>
        <a:p>
          <a:r>
            <a:t>n4851</a:t>
          </a:r>
        </a:p>
      </dgm:t>
    </dgm:pt>
    <dgm:pt modelId="4852">
      <dgm:t>
        <a:p>
          <a:r>
            <a:t>n4852</a:t>
          </a:r>
        </a:p>
      </dgm:t>
    </dgm:pt>
    <dgm:pt modelId="4853">
      <dgm:t>
        <a:p>
          <a:r>
            <a:t>n4853</a:t>
          </a:r>
        </a:p>
      </dgm:t>
    </dgm:pt>
    <dgm:pt modelId="4854">
      <dgm:t>
        <a:p>
          <a:r>
            <a:t>n4854</a:t>
          </a:r>
        </a:p>
      </dgm:t>
    </dgm:pt>
    <dgm:pt modelId="4855">
      <dgm:t>
        <a:p>
          <a:r>
            <a:t>n4855</a:t>
          </a:r>
        </a:p>
      </dgm:t>
    </dgm:pt>
    <dgm:pt modelId="4856">
      <dgm:t>
        <a:p>
          <a:r>
            <a:t>n4856</a:t>
          </a:r>
        </a:p>
      </dgm:t>
    </dgm:pt>
    <dgm:pt modelId="4857">
      <dgm:t>
        <a:p>
          <a:r>
            <a:t>n4857</a:t>
          </a:r>
        </a:p>
      </dgm:t>
    </dgm:pt>
    <dgm:pt modelId="4858">
      <dgm:t>
        <a:p>
          <a:r>
            <a:t>n4858</a:t>
          </a:r>
        </a:p>
      </dgm:t>
    </dgm:pt>
    <dgm:pt modelId="4859">
      <dgm:t>
        <a:p>
          <a:r>
            <a:t>n4859</a:t>
          </a:r>
        </a:p>
      </dgm:t>
    </dgm:pt>
    <dgm:pt modelId="4860">
      <dgm:t>
        <a:p>
          <a:r>
            <a:t>n4860</a:t>
          </a:r>
        </a:p>
      </dgm:t>
    </dgm:pt>
    <dgm:pt modelId="4861">
      <dgm:t>
        <a:p>
          <a:r>
            <a:t>n4861</a:t>
          </a:r>
        </a:p>
      </dgm:t>
    </dgm:pt>
    <dgm:pt modelId="4862">
      <dgm:t>
        <a:p>
          <a:r>
            <a:t>n4862</a:t>
          </a:r>
        </a:p>
      </dgm:t>
    </dgm:pt>
    <dgm:pt modelId="4863">
      <dgm:t>
        <a:p>
          <a:r>
            <a:t>n4863</a:t>
          </a:r>
        </a:p>
      </dgm:t>
    </dgm:pt>
    <dgm:pt modelId="4864">
      <dgm:t>
        <a:p>
          <a:r>
            <a:t>n4864</a:t>
          </a:r>
        </a:p>
      </dgm:t>
    </dgm:pt>
    <dgm:pt modelId="4865">
      <dgm:t>
        <a:p>
          <a:r>
            <a:t>n4865</a:t>
          </a:r>
        </a:p>
      </dgm:t>
    </dgm:pt>
    <dgm:pt modelId="4866">
      <dgm:t>
        <a:p>
          <a:r>
            <a:t>n4866</a:t>
          </a:r>
        </a:p>
      </dgm:t>
    </dgm:pt>
    <dgm:pt modelId="4867">
      <dgm:t>
        <a:p>
          <a:r>
            <a:t>n4867</a:t>
          </a:r>
        </a:p>
      </dgm:t>
    </dgm:pt>
    <dgm:pt modelId="4868">
      <dgm:t>
        <a:p>
          <a:r>
            <a:t>n4868</a:t>
          </a:r>
        </a:p>
      </dgm:t>
    </dgm:pt>
    <dgm:pt modelId="4869">
      <dgm:t>
        <a:p>
          <a:r>
            <a:t>n4869</a:t>
          </a:r>
        </a:p>
      </dgm:t>
    </dgm:pt>
    <dgm:pt modelId="4870">
      <dgm:t>
        <a:p>
          <a:r>
            <a:t>n4870</a:t>
          </a:r>
        </a:p>
      </dgm:t>
    </dgm:pt>
    <dgm:pt modelId="4871">
      <dgm:t>
        <a:p>
          <a:r>
            <a:t>n4871</a:t>
          </a:r>
        </a:p>
      </dgm:t>
    </dgm:pt>
    <dgm:pt modelId="4872">
      <dgm:t>
        <a:p>
          <a:r>
            <a:t>n4872</a:t>
          </a:r>
        </a:p>
      </dgm:t>
    </dgm:pt>
    <dgm:pt modelId="4873">
      <dgm:t>
        <a:p>
          <a:r>
            <a:t>n4873</a:t>
          </a:r>
        </a:p>
      </dgm:t>
    </dgm:pt>
    <dgm:pt modelId="4874">
      <dgm:t>
        <a:p>
          <a:r>
            <a:t>n4874</a:t>
          </a:r>
        </a:p>
      </dgm:t>
    </dgm:pt>
    <dgm:pt modelId="4875">
      <dgm:t>
        <a:p>
          <a:r>
            <a:t>n4875</a:t>
          </a:r>
        </a:p>
      </dgm:t>
    </dgm:pt>
    <dgm:pt modelId="4876">
      <dgm:t>
        <a:p>
          <a:r>
            <a:t>n4876</a:t>
          </a:r>
        </a:p>
      </dgm:t>
    </dgm:pt>
    <dgm:pt modelId="4877">
      <dgm:t>
        <a:p>
          <a:r>
            <a:t>n4877</a:t>
          </a:r>
        </a:p>
      </dgm:t>
    </dgm:pt>
    <dgm:pt modelId="4878">
      <dgm:t>
        <a:p>
          <a:r>
            <a:t>n4878</a:t>
          </a:r>
        </a:p>
      </dgm:t>
    </dgm:pt>
    <dgm:pt modelId="4879">
      <dgm:t>
        <a:p>
          <a:r>
            <a:t>n4879</a:t>
          </a:r>
        </a:p>
      </dgm:t>
    </dgm:pt>
    <dgm:pt modelId="4880">
      <dgm:t>
        <a:p>
          <a:r>
            <a:t>n4880</a:t>
          </a:r>
        </a:p>
      </dgm:t>
    </dgm:pt>
    <dgm:pt modelId="4881">
      <dgm:t>
        <a:p>
          <a:r>
            <a:t>n4881</a:t>
          </a:r>
        </a:p>
      </dgm:t>
    </dgm:pt>
    <dgm:pt modelId="4882">
      <dgm:t>
        <a:p>
          <a:r>
            <a:t>n4882</a:t>
          </a:r>
        </a:p>
      </dgm:t>
    </dgm:pt>
    <dgm:pt modelId="4883">
      <dgm:t>
        <a:p>
          <a:r>
            <a:t>n4883</a:t>
          </a:r>
        </a:p>
      </dgm:t>
    </dgm:pt>
    <dgm:pt modelId="4884">
      <dgm:t>
        <a:p>
          <a:r>
            <a:t>n4884</a:t>
          </a:r>
        </a:p>
      </dgm:t>
    </dgm:pt>
    <dgm:pt modelId="4885">
      <dgm:t>
        <a:p>
          <a:r>
            <a:t>n4885</a:t>
          </a:r>
        </a:p>
      </dgm:t>
    </dgm:pt>
    <dgm:pt modelId="4886">
      <dgm:t>
        <a:p>
          <a:r>
            <a:t>n4886</a:t>
          </a:r>
        </a:p>
      </dgm:t>
    </dgm:pt>
    <dgm:pt modelId="4887">
      <dgm:t>
        <a:p>
          <a:r>
            <a:t>n4887</a:t>
          </a:r>
        </a:p>
      </dgm:t>
    </dgm:pt>
    <dgm:pt modelId="4888">
      <dgm:t>
        <a:p>
          <a:r>
            <a:t>n4888</a:t>
          </a:r>
        </a:p>
      </dgm:t>
    </dgm:pt>
    <dgm:pt modelId="4889">
      <dgm:t>
        <a:p>
          <a:r>
            <a:t>n4889</a:t>
          </a:r>
        </a:p>
      </dgm:t>
    </dgm:pt>
    <dgm:pt modelId="4890">
      <dgm:t>
        <a:p>
          <a:r>
            <a:t>n4890</a:t>
          </a:r>
        </a:p>
      </dgm:t>
    </dgm:pt>
    <dgm:pt modelId="4891">
      <dgm:t>
        <a:p>
          <a:r>
            <a:t>n4891</a:t>
          </a:r>
        </a:p>
      </dgm:t>
    </dgm:pt>
    <dgm:pt modelId="4892">
      <dgm:t>
        <a:p>
          <a:r>
            <a:t>n4892</a:t>
          </a:r>
        </a:p>
      </dgm:t>
    </dgm:pt>
    <dgm:pt modelId="4893">
      <dgm:t>
        <a:p>
          <a:r>
            <a:t>n4893</a:t>
          </a:r>
        </a:p>
      </dgm:t>
    </dgm:pt>
    <dgm:pt modelId="4894">
      <dgm:t>
        <a:p>
          <a:r>
            <a:t>n4894</a:t>
          </a:r>
        </a:p>
      </dgm:t>
    </dgm:pt>
    <dgm:pt modelId="4895">
      <dgm:t>
        <a:p>
          <a:r>
            <a:t>n4895</a:t>
          </a:r>
        </a:p>
      </dgm:t>
    </dgm:pt>
    <dgm:pt modelId="4896">
      <dgm:t>
        <a:p>
          <a:r>
            <a:t>n4896</a:t>
          </a:r>
        </a:p>
      </dgm:t>
    </dgm:pt>
    <dgm:pt modelId="4897">
      <dgm:t>
        <a:p>
          <a:r>
            <a:t>n4897</a:t>
          </a:r>
        </a:p>
      </dgm:t>
    </dgm:pt>
    <dgm:pt modelId="4898">
      <dgm:t>
        <a:p>
          <a:r>
            <a:t>n4898</a:t>
          </a:r>
        </a:p>
      </dgm:t>
    </dgm:pt>
    <dgm:pt modelId="4899">
      <dgm:t>
        <a:p>
          <a:r>
            <a:t>n4899</a:t>
          </a:r>
        </a:p>
      </dgm:t>
    </dgm:pt>
    <dgm:pt modelId="4900">
      <dgm:t>
        <a:p>
          <a:r>
            <a:t>n4900</a:t>
          </a:r>
        </a:p>
      </dgm:t>
    </dgm:pt>
    <dgm:pt modelId="4901">
      <dgm:t>
        <a:p>
          <a:r>
            <a:t>n4901</a:t>
          </a:r>
        </a:p>
      </dgm:t>
    </dgm:pt>
    <dgm:pt modelId="4902">
      <dgm:t>
        <a:p>
          <a:r>
            <a:t>n4902</a:t>
          </a:r>
        </a:p>
      </dgm:t>
    </dgm:pt>
    <dgm:pt modelId="4903">
      <dgm:t>
        <a:p>
          <a:r>
            <a:t>n4903</a:t>
          </a:r>
        </a:p>
      </dgm:t>
    </dgm:pt>
    <dgm:pt modelId="4904">
      <dgm:t>
        <a:p>
          <a:r>
            <a:t>n4904</a:t>
          </a:r>
        </a:p>
      </dgm:t>
    </dgm:pt>
    <dgm:pt modelId="4905">
      <dgm:t>
        <a:p>
          <a:r>
            <a:t>n4905</a:t>
          </a:r>
        </a:p>
      </dgm:t>
    </dgm:pt>
    <dgm:pt modelId="4906">
      <dgm:t>
        <a:p>
          <a:r>
            <a:t>n4906</a:t>
          </a:r>
        </a:p>
      </dgm:t>
    </dgm:pt>
    <dgm:pt modelId="4907">
      <dgm:t>
        <a:p>
          <a:r>
            <a:t>n4907</a:t>
          </a:r>
        </a:p>
      </dgm:t>
    </dgm:pt>
    <dgm:pt modelId="4908">
      <dgm:t>
        <a:p>
          <a:r>
            <a:t>n4908</a:t>
          </a:r>
        </a:p>
      </dgm:t>
    </dgm:pt>
    <dgm:pt modelId="4909">
      <dgm:t>
        <a:p>
          <a:r>
            <a:t>n4909</a:t>
          </a:r>
        </a:p>
      </dgm:t>
    </dgm:pt>
    <dgm:pt modelId="4910">
      <dgm:t>
        <a:p>
          <a:r>
            <a:t>n4910</a:t>
          </a:r>
        </a:p>
      </dgm:t>
    </dgm:pt>
    <dgm:pt modelId="4911">
      <dgm:t>
        <a:p>
          <a:r>
            <a:t>n4911</a:t>
          </a:r>
        </a:p>
      </dgm:t>
    </dgm:pt>
    <dgm:pt modelId="4912">
      <dgm:t>
        <a:p>
          <a:r>
            <a:t>n4912</a:t>
          </a:r>
        </a:p>
      </dgm:t>
    </dgm:pt>
    <dgm:pt modelId="4913">
      <dgm:t>
        <a:p>
          <a:r>
            <a:t>n4913</a:t>
          </a:r>
        </a:p>
      </dgm:t>
    </dgm:pt>
    <dgm:pt modelId="4914">
      <dgm:t>
        <a:p>
          <a:r>
            <a:t>n4914</a:t>
          </a:r>
        </a:p>
      </dgm:t>
    </dgm:pt>
    <dgm:pt modelId="4915">
      <dgm:t>
        <a:p>
          <a:r>
            <a:t>n4915</a:t>
          </a:r>
        </a:p>
      </dgm:t>
    </dgm:pt>
    <dgm:pt modelId="4916">
      <dgm:t>
        <a:p>
          <a:r>
            <a:t>n4916</a:t>
          </a:r>
        </a:p>
      </dgm:t>
    </dgm:pt>
    <dgm:pt modelId="4917">
      <dgm:t>
        <a:p>
          <a:r>
            <a:t>n4917</a:t>
          </a:r>
        </a:p>
      </dgm:t>
    </dgm:pt>
    <dgm:pt modelId="4918">
      <dgm:t>
        <a:p>
          <a:r>
            <a:t>n4918</a:t>
          </a:r>
        </a:p>
      </dgm:t>
    </dgm:pt>
    <dgm:pt modelId="4919">
      <dgm:t>
        <a:p>
          <a:r>
            <a:t>n4919</a:t>
          </a:r>
        </a:p>
      </dgm:t>
    </dgm:pt>
    <dgm:pt modelId="4920">
      <dgm:t>
        <a:p>
          <a:r>
            <a:t>n4920</a:t>
          </a:r>
        </a:p>
      </dgm:t>
    </dgm:pt>
    <dgm:pt modelId="4921">
      <dgm:t>
        <a:p>
          <a:r>
            <a:t>n4921</a:t>
          </a:r>
        </a:p>
      </dgm:t>
    </dgm:pt>
    <dgm:pt modelId="4922">
      <dgm:t>
        <a:p>
          <a:r>
            <a:t>n4922</a:t>
          </a:r>
        </a:p>
      </dgm:t>
    </dgm:pt>
    <dgm:pt modelId="4923">
      <dgm:t>
        <a:p>
          <a:r>
            <a:t>n4923</a:t>
          </a:r>
        </a:p>
      </dgm:t>
    </dgm:pt>
    <dgm:pt modelId="4924">
      <dgm:t>
        <a:p>
          <a:r>
            <a:t>n4924</a:t>
          </a:r>
        </a:p>
      </dgm:t>
    </dgm:pt>
    <dgm:pt modelId="4925">
      <dgm:t>
        <a:p>
          <a:r>
            <a:t>n4925</a:t>
          </a:r>
        </a:p>
      </dgm:t>
    </dgm:pt>
    <dgm:pt modelId="4926">
      <dgm:t>
        <a:p>
          <a:r>
            <a:t>n4926</a:t>
          </a:r>
        </a:p>
      </dgm:t>
    </dgm:pt>
    <dgm:pt modelId="4927">
      <dgm:t>
        <a:p>
          <a:r>
            <a:t>n4927</a:t>
          </a:r>
        </a:p>
      </dgm:t>
    </dgm:pt>
    <dgm:pt modelId="4928">
      <dgm:t>
        <a:p>
          <a:r>
            <a:t>n4928</a:t>
          </a:r>
        </a:p>
      </dgm:t>
    </dgm:pt>
    <dgm:pt modelId="4929">
      <dgm:t>
        <a:p>
          <a:r>
            <a:t>n4929</a:t>
          </a:r>
        </a:p>
      </dgm:t>
    </dgm:pt>
    <dgm:pt modelId="4930">
      <dgm:t>
        <a:p>
          <a:r>
            <a:t>n4930</a:t>
          </a:r>
        </a:p>
      </dgm:t>
    </dgm:pt>
    <dgm:pt modelId="4931">
      <dgm:t>
        <a:p>
          <a:r>
            <a:t>n4931</a:t>
          </a:r>
        </a:p>
      </dgm:t>
    </dgm:pt>
    <dgm:pt modelId="4932">
      <dgm:t>
        <a:p>
          <a:r>
            <a:t>n4932</a:t>
          </a:r>
        </a:p>
      </dgm:t>
    </dgm:pt>
    <dgm:pt modelId="4933">
      <dgm:t>
        <a:p>
          <a:r>
            <a:t>n4933</a:t>
          </a:r>
        </a:p>
      </dgm:t>
    </dgm:pt>
    <dgm:pt modelId="4934">
      <dgm:t>
        <a:p>
          <a:r>
            <a:t>n4934</a:t>
          </a:r>
        </a:p>
      </dgm:t>
    </dgm:pt>
    <dgm:pt modelId="4935">
      <dgm:t>
        <a:p>
          <a:r>
            <a:t>n4935</a:t>
          </a:r>
        </a:p>
      </dgm:t>
    </dgm:pt>
    <dgm:pt modelId="4936">
      <dgm:t>
        <a:p>
          <a:r>
            <a:t>n4936</a:t>
          </a:r>
        </a:p>
      </dgm:t>
    </dgm:pt>
    <dgm:pt modelId="4937">
      <dgm:t>
        <a:p>
          <a:r>
            <a:t>n4937</a:t>
          </a:r>
        </a:p>
      </dgm:t>
    </dgm:pt>
    <dgm:pt modelId="4938">
      <dgm:t>
        <a:p>
          <a:r>
            <a:t>n4938</a:t>
          </a:r>
        </a:p>
      </dgm:t>
    </dgm:pt>
    <dgm:pt modelId="4939">
      <dgm:t>
        <a:p>
          <a:r>
            <a:t>n4939</a:t>
          </a:r>
        </a:p>
      </dgm:t>
    </dgm:pt>
    <dgm:pt modelId="4940">
      <dgm:t>
        <a:p>
          <a:r>
            <a:t>n4940</a:t>
          </a:r>
        </a:p>
      </dgm:t>
    </dgm:pt>
    <dgm:pt modelId="4941">
      <dgm:t>
        <a:p>
          <a:r>
            <a:t>n4941</a:t>
          </a:r>
        </a:p>
      </dgm:t>
    </dgm:pt>
    <dgm:pt modelId="4942">
      <dgm:t>
        <a:p>
          <a:r>
            <a:t>n4942</a:t>
          </a:r>
        </a:p>
      </dgm:t>
    </dgm:pt>
    <dgm:pt modelId="4943">
      <dgm:t>
        <a:p>
          <a:r>
            <a:t>n4943</a:t>
          </a:r>
        </a:p>
      </dgm:t>
    </dgm:pt>
    <dgm:pt modelId="4944">
      <dgm:t>
        <a:p>
          <a:r>
            <a:t>n4944</a:t>
          </a:r>
        </a:p>
      </dgm:t>
    </dgm:pt>
    <dgm:pt modelId="4945">
      <dgm:t>
        <a:p>
          <a:r>
            <a:t>n4945</a:t>
          </a:r>
        </a:p>
      </dgm:t>
    </dgm:pt>
    <dgm:pt modelId="4946">
      <dgm:t>
        <a:p>
          <a:r>
            <a:t>n4946</a:t>
          </a:r>
        </a:p>
      </dgm:t>
    </dgm:pt>
    <dgm:pt modelId="4947">
      <dgm:t>
        <a:p>
          <a:r>
            <a:t>n4947</a:t>
          </a:r>
        </a:p>
      </dgm:t>
    </dgm:pt>
    <dgm:pt modelId="4948">
      <dgm:t>
        <a:p>
          <a:r>
            <a:t>n4948</a:t>
          </a:r>
        </a:p>
      </dgm:t>
    </dgm:pt>
    <dgm:pt modelId="4949">
      <dgm:t>
        <a:p>
          <a:r>
            <a:t>n4949</a:t>
          </a:r>
        </a:p>
      </dgm:t>
    </dgm:pt>
    <dgm:pt modelId="4950">
      <dgm:t>
        <a:p>
          <a:r>
            <a:t>n4950</a:t>
          </a:r>
        </a:p>
      </dgm:t>
    </dgm:pt>
    <dgm:pt modelId="4951">
      <dgm:t>
        <a:p>
          <a:r>
            <a:t>n4951</a:t>
          </a:r>
        </a:p>
      </dgm:t>
    </dgm:pt>
    <dgm:pt modelId="4952">
      <dgm:t>
        <a:p>
          <a:r>
            <a:t>n4952</a:t>
          </a:r>
        </a:p>
      </dgm:t>
    </dgm:pt>
    <dgm:pt modelId="4953">
      <dgm:t>
        <a:p>
          <a:r>
            <a:t>n4953</a:t>
          </a:r>
        </a:p>
      </dgm:t>
    </dgm:pt>
    <dgm:pt modelId="4954">
      <dgm:t>
        <a:p>
          <a:r>
            <a:t>n4954</a:t>
          </a:r>
        </a:p>
      </dgm:t>
    </dgm:pt>
    <dgm:pt modelId="4955">
      <dgm:t>
        <a:p>
          <a:r>
            <a:t>n4955</a:t>
          </a:r>
        </a:p>
      </dgm:t>
    </dgm:pt>
    <dgm:pt modelId="4956">
      <dgm:t>
        <a:p>
          <a:r>
            <a:t>n4956</a:t>
          </a:r>
        </a:p>
      </dgm:t>
    </dgm:pt>
    <dgm:pt modelId="4957">
      <dgm:t>
        <a:p>
          <a:r>
            <a:t>n4957</a:t>
          </a:r>
        </a:p>
      </dgm:t>
    </dgm:pt>
    <dgm:pt modelId="4958">
      <dgm:t>
        <a:p>
          <a:r>
            <a:t>n4958</a:t>
          </a:r>
        </a:p>
      </dgm:t>
    </dgm:pt>
    <dgm:pt modelId="4959">
      <dgm:t>
        <a:p>
          <a:r>
            <a:t>n4959</a:t>
          </a:r>
        </a:p>
      </dgm:t>
    </dgm:pt>
    <dgm:pt modelId="4960">
      <dgm:t>
        <a:p>
          <a:r>
            <a:t>n4960</a:t>
          </a:r>
        </a:p>
      </dgm:t>
    </dgm:pt>
    <dgm:pt modelId="4961">
      <dgm:t>
        <a:p>
          <a:r>
            <a:t>n4961</a:t>
          </a:r>
        </a:p>
      </dgm:t>
    </dgm:pt>
    <dgm:pt modelId="4962">
      <dgm:t>
        <a:p>
          <a:r>
            <a:t>n4962</a:t>
          </a:r>
        </a:p>
      </dgm:t>
    </dgm:pt>
    <dgm:pt modelId="4963">
      <dgm:t>
        <a:p>
          <a:r>
            <a:t>n4963</a:t>
          </a:r>
        </a:p>
      </dgm:t>
    </dgm:pt>
    <dgm:pt modelId="4964">
      <dgm:t>
        <a:p>
          <a:r>
            <a:t>n4964</a:t>
          </a:r>
        </a:p>
      </dgm:t>
    </dgm:pt>
    <dgm:pt modelId="4965">
      <dgm:t>
        <a:p>
          <a:r>
            <a:t>n4965</a:t>
          </a:r>
        </a:p>
      </dgm:t>
    </dgm:pt>
    <dgm:pt modelId="4966">
      <dgm:t>
        <a:p>
          <a:r>
            <a:t>n4966</a:t>
          </a:r>
        </a:p>
      </dgm:t>
    </dgm:pt>
    <dgm:pt modelId="4967">
      <dgm:t>
        <a:p>
          <a:r>
            <a:t>n4967</a:t>
          </a:r>
        </a:p>
      </dgm:t>
    </dgm:pt>
    <dgm:pt modelId="4968">
      <dgm:t>
        <a:p>
          <a:r>
            <a:t>n4968</a:t>
          </a:r>
        </a:p>
      </dgm:t>
    </dgm:pt>
    <dgm:pt modelId="4969">
      <dgm:t>
        <a:p>
          <a:r>
            <a:t>n4969</a:t>
          </a:r>
        </a:p>
      </dgm:t>
    </dgm:pt>
    <dgm:pt modelId="4970">
      <dgm:t>
        <a:p>
          <a:r>
            <a:t>n4970</a:t>
          </a:r>
        </a:p>
      </dgm:t>
    </dgm:pt>
    <dgm:pt modelId="4971">
      <dgm:t>
        <a:p>
          <a:r>
            <a:t>n4971</a:t>
          </a:r>
        </a:p>
      </dgm:t>
    </dgm:pt>
    <dgm:pt modelId="4972">
      <dgm:t>
        <a:p>
          <a:r>
            <a:t>n4972</a:t>
          </a:r>
        </a:p>
      </dgm:t>
    </dgm:pt>
    <dgm:pt modelId="4973">
      <dgm:t>
        <a:p>
          <a:r>
            <a:t>n4973</a:t>
          </a:r>
        </a:p>
      </dgm:t>
    </dgm:pt>
    <dgm:pt modelId="4974">
      <dgm:t>
        <a:p>
          <a:r>
            <a:t>n4974</a:t>
          </a:r>
        </a:p>
      </dgm:t>
    </dgm:pt>
    <dgm:pt modelId="4975">
      <dgm:t>
        <a:p>
          <a:r>
            <a:t>n4975</a:t>
          </a:r>
        </a:p>
      </dgm:t>
    </dgm:pt>
    <dgm:pt modelId="4976">
      <dgm:t>
        <a:p>
          <a:r>
            <a:t>n4976</a:t>
          </a:r>
        </a:p>
      </dgm:t>
    </dgm:pt>
    <dgm:pt modelId="4977">
      <dgm:t>
        <a:p>
          <a:r>
            <a:t>n4977</a:t>
          </a:r>
        </a:p>
      </dgm:t>
    </dgm:pt>
    <dgm:pt modelId="4978">
      <dgm:t>
        <a:p>
          <a:r>
            <a:t>n4978</a:t>
          </a:r>
        </a:p>
      </dgm:t>
    </dgm:pt>
    <dgm:pt modelId="4979">
      <dgm:t>
        <a:p>
          <a:r>
            <a:t>n4979</a:t>
          </a:r>
        </a:p>
      </dgm:t>
    </dgm:pt>
    <dgm:pt modelId="4980">
      <dgm:t>
        <a:p>
          <a:r>
            <a:t>n4980</a:t>
          </a:r>
        </a:p>
      </dgm:t>
    </dgm:pt>
    <dgm:pt modelId="4981">
      <dgm:t>
        <a:p>
          <a:r>
            <a:t>n4981</a:t>
          </a:r>
        </a:p>
      </dgm:t>
    </dgm:pt>
    <dgm:pt modelId="4982">
      <dgm:t>
        <a:p>
          <a:r>
            <a:t>n4982</a:t>
          </a:r>
        </a:p>
      </dgm:t>
    </dgm:pt>
    <dgm:pt modelId="4983">
      <dgm:t>
        <a:p>
          <a:r>
            <a:t>n4983</a:t>
          </a:r>
        </a:p>
      </dgm:t>
    </dgm:pt>
    <dgm:pt modelId="4984">
      <dgm:t>
        <a:p>
          <a:r>
            <a:t>n4984</a:t>
          </a:r>
        </a:p>
      </dgm:t>
    </dgm:pt>
    <dgm:pt modelId="4985">
      <dgm:t>
        <a:p>
          <a:r>
            <a:t>n4985</a:t>
          </a:r>
        </a:p>
      </dgm:t>
    </dgm:pt>
    <dgm:pt modelId="4986">
      <dgm:t>
        <a:p>
          <a:r>
            <a:t>n4986</a:t>
          </a:r>
        </a:p>
      </dgm:t>
    </dgm:pt>
    <dgm:pt modelId="4987">
      <dgm:t>
        <a:p>
          <a:r>
            <a:t>n4987</a:t>
          </a:r>
        </a:p>
      </dgm:t>
    </dgm:pt>
    <dgm:pt modelId="4988">
      <dgm:t>
        <a:p>
          <a:r>
            <a:t>n4988</a:t>
          </a:r>
        </a:p>
      </dgm:t>
    </dgm:pt>
    <dgm:pt modelId="4989">
      <dgm:t>
        <a:p>
          <a:r>
            <a:t>n4989</a:t>
          </a:r>
        </a:p>
      </dgm:t>
    </dgm:pt>
    <dgm:pt modelId="4990">
      <dgm:t>
        <a:p>
          <a:r>
            <a:t>n4990</a:t>
          </a:r>
        </a:p>
      </dgm:t>
    </dgm:pt>
    <dgm:pt modelId="4991">
      <dgm:t>
        <a:p>
          <a:r>
            <a:t>n4991</a:t>
          </a:r>
        </a:p>
      </dgm:t>
    </dgm:pt>
    <dgm:pt modelId="4992">
      <dgm:t>
        <a:p>
          <a:r>
            <a:t>n4992</a:t>
          </a:r>
        </a:p>
      </dgm:t>
    </dgm:pt>
    <dgm:pt modelId="4993">
      <dgm:t>
        <a:p>
          <a:r>
            <a:t>n4993</a:t>
          </a:r>
        </a:p>
      </dgm:t>
    </dgm:pt>
    <dgm:pt modelId="4994">
      <dgm:t>
        <a:p>
          <a:r>
            <a:t>n4994</a:t>
          </a:r>
        </a:p>
      </dgm:t>
    </dgm:pt>
    <dgm:pt modelId="4995">
      <dgm:t>
        <a:p>
          <a:r>
            <a:t>n4995</a:t>
          </a:r>
        </a:p>
      </dgm:t>
    </dgm:pt>
    <dgm:pt modelId="4996">
      <dgm:t>
        <a:p>
          <a:r>
            <a:t>n4996</a:t>
          </a:r>
        </a:p>
      </dgm:t>
    </dgm:pt>
    <dgm:pt modelId="4997">
      <dgm:t>
        <a:p>
          <a:r>
            <a:t>n4997</a:t>
          </a:r>
        </a:p>
      </dgm:t>
    </dgm:pt>
    <dgm:pt modelId="4998">
      <dgm:t>
        <a:p>
          <a:r>
            <a:t>n4998</a:t>
          </a:r>
        </a:p>
      </dgm:t>
    </dgm:pt>
    <dgm:pt modelId="4999">
      <dgm:t>
        <a:p>
          <a:r>
            <a:t>n4999</a:t>
          </a:r>
        </a:p>
      </dgm:t>
    </dgm:pt>
    <dgm:pt modelId="5000">
      <dgm:t>
        <a:p>
          <a:r>
            <a:t>n5000</a:t>
          </a:r>
        </a:p>
      </dgm:t>
    </dgm:pt>
    <dgm:pt modelId="5001">
      <dgm:t>
        <a:p>
          <a:r>
            <a:t>n5001</a:t>
          </a:r>
        </a:p>
      </dgm:t>
    </dgm:pt>
    <dgm:pt modelId="5002">
      <dgm:t>
        <a:p>
          <a:r>
            <a:t>n5002</a:t>
          </a:r>
        </a:p>
      </dgm:t>
    </dgm:pt>
    <dgm:pt modelId="5003">
      <dgm:t>
        <a:p>
          <a:r>
            <a:t>n5003</a:t>
          </a:r>
        </a:p>
      </dgm:t>
    </dgm:pt>
    <dgm:pt modelId="5004">
      <dgm:t>
        <a:p>
          <a:r>
            <a:t>n5004</a:t>
          </a:r>
        </a:p>
      </dgm:t>
    </dgm:pt>
    <dgm:pt modelId="5005">
      <dgm:t>
        <a:p>
          <a:r>
            <a:t>n5005</a:t>
          </a:r>
        </a:p>
      </dgm:t>
    </dgm:pt>
    <dgm:pt modelId="5006">
      <dgm:t>
        <a:p>
          <a:r>
            <a:t>n5006</a:t>
          </a:r>
        </a:p>
      </dgm:t>
    </dgm:pt>
    <dgm:pt modelId="5007">
      <dgm:t>
        <a:p>
          <a:r>
            <a:t>n5007</a:t>
          </a:r>
        </a:p>
      </dgm:t>
    </dgm:pt>
    <dgm:pt modelId="5008">
      <dgm:t>
        <a:p>
          <a:r>
            <a:t>n5008</a:t>
          </a:r>
        </a:p>
      </dgm:t>
    </dgm:pt>
    <dgm:pt modelId="5009">
      <dgm:t>
        <a:p>
          <a:r>
            <a:t>n5009</a:t>
          </a:r>
        </a:p>
      </dgm:t>
    </dgm:pt>
    <dgm:pt modelId="5010">
      <dgm:t>
        <a:p>
          <a:r>
            <a:t>n5010</a:t>
          </a:r>
        </a:p>
      </dgm:t>
    </dgm:pt>
    <dgm:pt modelId="5011">
      <dgm:t>
        <a:p>
          <a:r>
            <a:t>n5011</a:t>
          </a:r>
        </a:p>
      </dgm:t>
    </dgm:pt>
    <dgm:pt modelId="5012">
      <dgm:t>
        <a:p>
          <a:r>
            <a:t>n5012</a:t>
          </a:r>
        </a:p>
      </dgm:t>
    </dgm:pt>
    <dgm:pt modelId="5013">
      <dgm:t>
        <a:p>
          <a:r>
            <a:t>n5013</a:t>
          </a:r>
        </a:p>
      </dgm:t>
    </dgm:pt>
    <dgm:pt modelId="5014">
      <dgm:t>
        <a:p>
          <a:r>
            <a:t>n5014</a:t>
          </a:r>
        </a:p>
      </dgm:t>
    </dgm:pt>
    <dgm:pt modelId="5015">
      <dgm:t>
        <a:p>
          <a:r>
            <a:t>n5015</a:t>
          </a:r>
        </a:p>
      </dgm:t>
    </dgm:pt>
    <dgm:pt modelId="5016">
      <dgm:t>
        <a:p>
          <a:r>
            <a:t>n5016</a:t>
          </a:r>
        </a:p>
      </dgm:t>
    </dgm:pt>
    <dgm:pt modelId="5017">
      <dgm:t>
        <a:p>
          <a:r>
            <a:t>n5017</a:t>
          </a:r>
        </a:p>
      </dgm:t>
    </dgm:pt>
    <dgm:pt modelId="5018">
      <dgm:t>
        <a:p>
          <a:r>
            <a:t>n5018</a:t>
          </a:r>
        </a:p>
      </dgm:t>
    </dgm:pt>
    <dgm:pt modelId="5019">
      <dgm:t>
        <a:p>
          <a:r>
            <a:t>n5019</a:t>
          </a:r>
        </a:p>
      </dgm:t>
    </dgm:pt>
    <dgm:pt modelId="5020">
      <dgm:t>
        <a:p>
          <a:r>
            <a:t>n5020</a:t>
          </a:r>
        </a:p>
      </dgm:t>
    </dgm:pt>
    <dgm:pt modelId="5021">
      <dgm:t>
        <a:p>
          <a:r>
            <a:t>n5021</a:t>
          </a:r>
        </a:p>
      </dgm:t>
    </dgm:pt>
    <dgm:pt modelId="5022">
      <dgm:t>
        <a:p>
          <a:r>
            <a:t>n5022</a:t>
          </a:r>
        </a:p>
      </dgm:t>
    </dgm:pt>
    <dgm:pt modelId="5023">
      <dgm:t>
        <a:p>
          <a:r>
            <a:t>n5023</a:t>
          </a:r>
        </a:p>
      </dgm:t>
    </dgm:pt>
    <dgm:pt modelId="5024">
      <dgm:t>
        <a:p>
          <a:r>
            <a:t>n5024</a:t>
          </a:r>
        </a:p>
      </dgm:t>
    </dgm:pt>
    <dgm:pt modelId="5025">
      <dgm:t>
        <a:p>
          <a:r>
            <a:t>n5025</a:t>
          </a:r>
        </a:p>
      </dgm:t>
    </dgm:pt>
    <dgm:pt modelId="5026">
      <dgm:t>
        <a:p>
          <a:r>
            <a:t>n5026</a:t>
          </a:r>
        </a:p>
      </dgm:t>
    </dgm:pt>
    <dgm:pt modelId="5027">
      <dgm:t>
        <a:p>
          <a:r>
            <a:t>n5027</a:t>
          </a:r>
        </a:p>
      </dgm:t>
    </dgm:pt>
    <dgm:pt modelId="5028">
      <dgm:t>
        <a:p>
          <a:r>
            <a:t>n5028</a:t>
          </a:r>
        </a:p>
      </dgm:t>
    </dgm:pt>
    <dgm:pt modelId="5029">
      <dgm:t>
        <a:p>
          <a:r>
            <a:t>n5029</a:t>
          </a:r>
        </a:p>
      </dgm:t>
    </dgm:pt>
    <dgm:pt modelId="5030">
      <dgm:t>
        <a:p>
          <a:r>
            <a:t>n5030</a:t>
          </a:r>
        </a:p>
      </dgm:t>
    </dgm:pt>
    <dgm:pt modelId="5031">
      <dgm:t>
        <a:p>
          <a:r>
            <a:t>n5031</a:t>
          </a:r>
        </a:p>
      </dgm:t>
    </dgm:pt>
    <dgm:pt modelId="5032">
      <dgm:t>
        <a:p>
          <a:r>
            <a:t>n5032</a:t>
          </a:r>
        </a:p>
      </dgm:t>
    </dgm:pt>
    <dgm:pt modelId="5033">
      <dgm:t>
        <a:p>
          <a:r>
            <a:t>n5033</a:t>
          </a:r>
        </a:p>
      </dgm:t>
    </dgm:pt>
    <dgm:pt modelId="5034">
      <dgm:t>
        <a:p>
          <a:r>
            <a:t>n5034</a:t>
          </a:r>
        </a:p>
      </dgm:t>
    </dgm:pt>
    <dgm:pt modelId="5035">
      <dgm:t>
        <a:p>
          <a:r>
            <a:t>n5035</a:t>
          </a:r>
        </a:p>
      </dgm:t>
    </dgm:pt>
    <dgm:pt modelId="5036">
      <dgm:t>
        <a:p>
          <a:r>
            <a:t>n5036</a:t>
          </a:r>
        </a:p>
      </dgm:t>
    </dgm:pt>
    <dgm:pt modelId="5037">
      <dgm:t>
        <a:p>
          <a:r>
            <a:t>n5037</a:t>
          </a:r>
        </a:p>
      </dgm:t>
    </dgm:pt>
    <dgm:pt modelId="5038">
      <dgm:t>
        <a:p>
          <a:r>
            <a:t>n5038</a:t>
          </a:r>
        </a:p>
      </dgm:t>
    </dgm:pt>
    <dgm:pt modelId="5039">
      <dgm:t>
        <a:p>
          <a:r>
            <a:t>n5039</a:t>
          </a:r>
        </a:p>
      </dgm:t>
    </dgm:pt>
    <dgm:pt modelId="5040">
      <dgm:t>
        <a:p>
          <a:r>
            <a:t>n5040</a:t>
          </a:r>
        </a:p>
      </dgm:t>
    </dgm:pt>
    <dgm:pt modelId="5041">
      <dgm:t>
        <a:p>
          <a:r>
            <a:t>n5041</a:t>
          </a:r>
        </a:p>
      </dgm:t>
    </dgm:pt>
    <dgm:pt modelId="5042">
      <dgm:t>
        <a:p>
          <a:r>
            <a:t>n5042</a:t>
          </a:r>
        </a:p>
      </dgm:t>
    </dgm:pt>
    <dgm:pt modelId="5043">
      <dgm:t>
        <a:p>
          <a:r>
            <a:t>n5043</a:t>
          </a:r>
        </a:p>
      </dgm:t>
    </dgm:pt>
    <dgm:pt modelId="5044">
      <dgm:t>
        <a:p>
          <a:r>
            <a:t>n5044</a:t>
          </a:r>
        </a:p>
      </dgm:t>
    </dgm:pt>
    <dgm:pt modelId="5045">
      <dgm:t>
        <a:p>
          <a:r>
            <a:t>n5045</a:t>
          </a:r>
        </a:p>
      </dgm:t>
    </dgm:pt>
    <dgm:pt modelId="5046">
      <dgm:t>
        <a:p>
          <a:r>
            <a:t>n5046</a:t>
          </a:r>
        </a:p>
      </dgm:t>
    </dgm:pt>
    <dgm:pt modelId="5047">
      <dgm:t>
        <a:p>
          <a:r>
            <a:t>n5047</a:t>
          </a:r>
        </a:p>
      </dgm:t>
    </dgm:pt>
    <dgm:pt modelId="5048">
      <dgm:t>
        <a:p>
          <a:r>
            <a:t>n5048</a:t>
          </a:r>
        </a:p>
      </dgm:t>
    </dgm:pt>
    <dgm:pt modelId="5049">
      <dgm:t>
        <a:p>
          <a:r>
            <a:t>n5049</a:t>
          </a:r>
        </a:p>
      </dgm:t>
    </dgm:pt>
    <dgm:pt modelId="5050">
      <dgm:t>
        <a:p>
          <a:r>
            <a:t>n5050</a:t>
          </a:r>
        </a:p>
      </dgm:t>
    </dgm:pt>
    <dgm:pt modelId="5051">
      <dgm:t>
        <a:p>
          <a:r>
            <a:t>n5051</a:t>
          </a:r>
        </a:p>
      </dgm:t>
    </dgm:pt>
    <dgm:pt modelId="5052">
      <dgm:t>
        <a:p>
          <a:r>
            <a:t>n5052</a:t>
          </a:r>
        </a:p>
      </dgm:t>
    </dgm:pt>
    <dgm:pt modelId="5053">
      <dgm:t>
        <a:p>
          <a:r>
            <a:t>n5053</a:t>
          </a:r>
        </a:p>
      </dgm:t>
    </dgm:pt>
    <dgm:pt modelId="5054">
      <dgm:t>
        <a:p>
          <a:r>
            <a:t>n5054</a:t>
          </a:r>
        </a:p>
      </dgm:t>
    </dgm:pt>
    <dgm:pt modelId="5055">
      <dgm:t>
        <a:p>
          <a:r>
            <a:t>n5055</a:t>
          </a:r>
        </a:p>
      </dgm:t>
    </dgm:pt>
    <dgm:pt modelId="5056">
      <dgm:t>
        <a:p>
          <a:r>
            <a:t>n5056</a:t>
          </a:r>
        </a:p>
      </dgm:t>
    </dgm:pt>
    <dgm:pt modelId="5057">
      <dgm:t>
        <a:p>
          <a:r>
            <a:t>n5057</a:t>
          </a:r>
        </a:p>
      </dgm:t>
    </dgm:pt>
    <dgm:pt modelId="5058">
      <dgm:t>
        <a:p>
          <a:r>
            <a:t>n5058</a:t>
          </a:r>
        </a:p>
      </dgm:t>
    </dgm:pt>
    <dgm:pt modelId="5059">
      <dgm:t>
        <a:p>
          <a:r>
            <a:t>n5059</a:t>
          </a:r>
        </a:p>
      </dgm:t>
    </dgm:pt>
    <dgm:pt modelId="5060">
      <dgm:t>
        <a:p>
          <a:r>
            <a:t>n5060</a:t>
          </a:r>
        </a:p>
      </dgm:t>
    </dgm:pt>
    <dgm:pt modelId="5061">
      <dgm:t>
        <a:p>
          <a:r>
            <a:t>n5061</a:t>
          </a:r>
        </a:p>
      </dgm:t>
    </dgm:pt>
    <dgm:pt modelId="5062">
      <dgm:t>
        <a:p>
          <a:r>
            <a:t>n5062</a:t>
          </a:r>
        </a:p>
      </dgm:t>
    </dgm:pt>
    <dgm:pt modelId="5063">
      <dgm:t>
        <a:p>
          <a:r>
            <a:t>n5063</a:t>
          </a:r>
        </a:p>
      </dgm:t>
    </dgm:pt>
    <dgm:pt modelId="5064">
      <dgm:t>
        <a:p>
          <a:r>
            <a:t>n5064</a:t>
          </a:r>
        </a:p>
      </dgm:t>
    </dgm:pt>
    <dgm:pt modelId="5065">
      <dgm:t>
        <a:p>
          <a:r>
            <a:t>n5065</a:t>
          </a:r>
        </a:p>
      </dgm:t>
    </dgm:pt>
    <dgm:pt modelId="5066">
      <dgm:t>
        <a:p>
          <a:r>
            <a:t>n5066</a:t>
          </a:r>
        </a:p>
      </dgm:t>
    </dgm:pt>
    <dgm:pt modelId="5067">
      <dgm:t>
        <a:p>
          <a:r>
            <a:t>n5067</a:t>
          </a:r>
        </a:p>
      </dgm:t>
    </dgm:pt>
    <dgm:pt modelId="5068">
      <dgm:t>
        <a:p>
          <a:r>
            <a:t>n5068</a:t>
          </a:r>
        </a:p>
      </dgm:t>
    </dgm:pt>
    <dgm:pt modelId="5069">
      <dgm:t>
        <a:p>
          <a:r>
            <a:t>n5069</a:t>
          </a:r>
        </a:p>
      </dgm:t>
    </dgm:pt>
    <dgm:pt modelId="5070">
      <dgm:t>
        <a:p>
          <a:r>
            <a:t>n5070</a:t>
          </a:r>
        </a:p>
      </dgm:t>
    </dgm:pt>
    <dgm:pt modelId="5071">
      <dgm:t>
        <a:p>
          <a:r>
            <a:t>n5071</a:t>
          </a:r>
        </a:p>
      </dgm:t>
    </dgm:pt>
    <dgm:pt modelId="5072">
      <dgm:t>
        <a:p>
          <a:r>
            <a:t>n5072</a:t>
          </a:r>
        </a:p>
      </dgm:t>
    </dgm:pt>
    <dgm:pt modelId="5073">
      <dgm:t>
        <a:p>
          <a:r>
            <a:t>n5073</a:t>
          </a:r>
        </a:p>
      </dgm:t>
    </dgm:pt>
    <dgm:pt modelId="5074">
      <dgm:t>
        <a:p>
          <a:r>
            <a:t>n5074</a:t>
          </a:r>
        </a:p>
      </dgm:t>
    </dgm:pt>
    <dgm:pt modelId="5075">
      <dgm:t>
        <a:p>
          <a:r>
            <a:t>n5075</a:t>
          </a:r>
        </a:p>
      </dgm:t>
    </dgm:pt>
    <dgm:pt modelId="5076">
      <dgm:t>
        <a:p>
          <a:r>
            <a:t>n5076</a:t>
          </a:r>
        </a:p>
      </dgm:t>
    </dgm:pt>
    <dgm:pt modelId="5077">
      <dgm:t>
        <a:p>
          <a:r>
            <a:t>n5077</a:t>
          </a:r>
        </a:p>
      </dgm:t>
    </dgm:pt>
    <dgm:pt modelId="5078">
      <dgm:t>
        <a:p>
          <a:r>
            <a:t>n5078</a:t>
          </a:r>
        </a:p>
      </dgm:t>
    </dgm:pt>
    <dgm:pt modelId="5079">
      <dgm:t>
        <a:p>
          <a:r>
            <a:t>n5079</a:t>
          </a:r>
        </a:p>
      </dgm:t>
    </dgm:pt>
    <dgm:pt modelId="5080">
      <dgm:t>
        <a:p>
          <a:r>
            <a:t>n5080</a:t>
          </a:r>
        </a:p>
      </dgm:t>
    </dgm:pt>
    <dgm:pt modelId="5081">
      <dgm:t>
        <a:p>
          <a:r>
            <a:t>n5081</a:t>
          </a:r>
        </a:p>
      </dgm:t>
    </dgm:pt>
    <dgm:pt modelId="5082">
      <dgm:t>
        <a:p>
          <a:r>
            <a:t>n5082</a:t>
          </a:r>
        </a:p>
      </dgm:t>
    </dgm:pt>
    <dgm:pt modelId="5083">
      <dgm:t>
        <a:p>
          <a:r>
            <a:t>n5083</a:t>
          </a:r>
        </a:p>
      </dgm:t>
    </dgm:pt>
    <dgm:pt modelId="5084">
      <dgm:t>
        <a:p>
          <a:r>
            <a:t>n5084</a:t>
          </a:r>
        </a:p>
      </dgm:t>
    </dgm:pt>
    <dgm:pt modelId="5085">
      <dgm:t>
        <a:p>
          <a:r>
            <a:t>n5085</a:t>
          </a:r>
        </a:p>
      </dgm:t>
    </dgm:pt>
    <dgm:pt modelId="5086">
      <dgm:t>
        <a:p>
          <a:r>
            <a:t>n5086</a:t>
          </a:r>
        </a:p>
      </dgm:t>
    </dgm:pt>
    <dgm:pt modelId="5087">
      <dgm:t>
        <a:p>
          <a:r>
            <a:t>n5087</a:t>
          </a:r>
        </a:p>
      </dgm:t>
    </dgm:pt>
    <dgm:pt modelId="5088">
      <dgm:t>
        <a:p>
          <a:r>
            <a:t>n5088</a:t>
          </a:r>
        </a:p>
      </dgm:t>
    </dgm:pt>
    <dgm:pt modelId="5089">
      <dgm:t>
        <a:p>
          <a:r>
            <a:t>n5089</a:t>
          </a:r>
        </a:p>
      </dgm:t>
    </dgm:pt>
    <dgm:pt modelId="5090">
      <dgm:t>
        <a:p>
          <a:r>
            <a:t>n5090</a:t>
          </a:r>
        </a:p>
      </dgm:t>
    </dgm:pt>
    <dgm:pt modelId="5091">
      <dgm:t>
        <a:p>
          <a:r>
            <a:t>n5091</a:t>
          </a:r>
        </a:p>
      </dgm:t>
    </dgm:pt>
    <dgm:pt modelId="5092">
      <dgm:t>
        <a:p>
          <a:r>
            <a:t>n5092</a:t>
          </a:r>
        </a:p>
      </dgm:t>
    </dgm:pt>
    <dgm:pt modelId="5093">
      <dgm:t>
        <a:p>
          <a:r>
            <a:t>n5093</a:t>
          </a:r>
        </a:p>
      </dgm:t>
    </dgm:pt>
    <dgm:pt modelId="5094">
      <dgm:t>
        <a:p>
          <a:r>
            <a:t>n5094</a:t>
          </a:r>
        </a:p>
      </dgm:t>
    </dgm:pt>
    <dgm:pt modelId="5095">
      <dgm:t>
        <a:p>
          <a:r>
            <a:t>n5095</a:t>
          </a:r>
        </a:p>
      </dgm:t>
    </dgm:pt>
    <dgm:pt modelId="5096">
      <dgm:t>
        <a:p>
          <a:r>
            <a:t>n5096</a:t>
          </a:r>
        </a:p>
      </dgm:t>
    </dgm:pt>
    <dgm:pt modelId="5097">
      <dgm:t>
        <a:p>
          <a:r>
            <a:t>n5097</a:t>
          </a:r>
        </a:p>
      </dgm:t>
    </dgm:pt>
    <dgm:pt modelId="5098">
      <dgm:t>
        <a:p>
          <a:r>
            <a:t>n5098</a:t>
          </a:r>
        </a:p>
      </dgm:t>
    </dgm:pt>
    <dgm:pt modelId="5099">
      <dgm:t>
        <a:p>
          <a:r>
            <a:t>n5099</a:t>
          </a:r>
        </a:p>
      </dgm:t>
    </dgm:pt>
    <dgm:pt modelId="5100">
      <dgm:t>
        <a:p>
          <a:r>
            <a:t>n5100</a:t>
          </a:r>
        </a:p>
      </dgm:t>
    </dgm:pt>
    <dgm:pt modelId="5101">
      <dgm:t>
        <a:p>
          <a:r>
            <a:t>n5101</a:t>
          </a:r>
        </a:p>
      </dgm:t>
    </dgm:pt>
    <dgm:pt modelId="5102">
      <dgm:t>
        <a:p>
          <a:r>
            <a:t>n5102</a:t>
          </a:r>
        </a:p>
      </dgm:t>
    </dgm:pt>
    <dgm:pt modelId="5103">
      <dgm:t>
        <a:p>
          <a:r>
            <a:t>n5103</a:t>
          </a:r>
        </a:p>
      </dgm:t>
    </dgm:pt>
    <dgm:pt modelId="5104">
      <dgm:t>
        <a:p>
          <a:r>
            <a:t>n5104</a:t>
          </a:r>
        </a:p>
      </dgm:t>
    </dgm:pt>
    <dgm:pt modelId="5105">
      <dgm:t>
        <a:p>
          <a:r>
            <a:t>n5105</a:t>
          </a:r>
        </a:p>
      </dgm:t>
    </dgm:pt>
    <dgm:pt modelId="5106">
      <dgm:t>
        <a:p>
          <a:r>
            <a:t>n5106</a:t>
          </a:r>
        </a:p>
      </dgm:t>
    </dgm:pt>
    <dgm:pt modelId="5107">
      <dgm:t>
        <a:p>
          <a:r>
            <a:t>n5107</a:t>
          </a:r>
        </a:p>
      </dgm:t>
    </dgm:pt>
    <dgm:pt modelId="5108">
      <dgm:t>
        <a:p>
          <a:r>
            <a:t>n5108</a:t>
          </a:r>
        </a:p>
      </dgm:t>
    </dgm:pt>
    <dgm:pt modelId="5109">
      <dgm:t>
        <a:p>
          <a:r>
            <a:t>n5109</a:t>
          </a:r>
        </a:p>
      </dgm:t>
    </dgm:pt>
    <dgm:pt modelId="5110">
      <dgm:t>
        <a:p>
          <a:r>
            <a:t>n5110</a:t>
          </a:r>
        </a:p>
      </dgm:t>
    </dgm:pt>
    <dgm:pt modelId="5111">
      <dgm:t>
        <a:p>
          <a:r>
            <a:t>n5111</a:t>
          </a:r>
        </a:p>
      </dgm:t>
    </dgm:pt>
    <dgm:pt modelId="5112">
      <dgm:t>
        <a:p>
          <a:r>
            <a:t>n5112</a:t>
          </a:r>
        </a:p>
      </dgm:t>
    </dgm:pt>
    <dgm:pt modelId="5113">
      <dgm:t>
        <a:p>
          <a:r>
            <a:t>n5113</a:t>
          </a:r>
        </a:p>
      </dgm:t>
    </dgm:pt>
    <dgm:pt modelId="5114">
      <dgm:t>
        <a:p>
          <a:r>
            <a:t>n5114</a:t>
          </a:r>
        </a:p>
      </dgm:t>
    </dgm:pt>
    <dgm:pt modelId="5115">
      <dgm:t>
        <a:p>
          <a:r>
            <a:t>n5115</a:t>
          </a:r>
        </a:p>
      </dgm:t>
    </dgm:pt>
    <dgm:pt modelId="5116">
      <dgm:t>
        <a:p>
          <a:r>
            <a:t>n5116</a:t>
          </a:r>
        </a:p>
      </dgm:t>
    </dgm:pt>
    <dgm:pt modelId="5117">
      <dgm:t>
        <a:p>
          <a:r>
            <a:t>n5117</a:t>
          </a:r>
        </a:p>
      </dgm:t>
    </dgm:pt>
    <dgm:pt modelId="5118">
      <dgm:t>
        <a:p>
          <a:r>
            <a:t>n5118</a:t>
          </a:r>
        </a:p>
      </dgm:t>
    </dgm:pt>
    <dgm:pt modelId="5119">
      <dgm:t>
        <a:p>
          <a:r>
            <a:t>n5119</a:t>
          </a:r>
        </a:p>
      </dgm:t>
    </dgm:pt>
    <dgm:pt modelId="5120">
      <dgm:t>
        <a:p>
          <a:r>
            <a:t>n5120</a:t>
          </a:r>
        </a:p>
      </dgm:t>
    </dgm:pt>
    <dgm:pt modelId="5121">
      <dgm:t>
        <a:p>
          <a:r>
            <a:t>n5121</a:t>
          </a:r>
        </a:p>
      </dgm:t>
    </dgm:pt>
    <dgm:pt modelId="5122">
      <dgm:t>
        <a:p>
          <a:r>
            <a:t>n5122</a:t>
          </a:r>
        </a:p>
      </dgm:t>
    </dgm:pt>
    <dgm:pt modelId="5123">
      <dgm:t>
        <a:p>
          <a:r>
            <a:t>n5123</a:t>
          </a:r>
        </a:p>
      </dgm:t>
    </dgm:pt>
    <dgm:pt modelId="5124">
      <dgm:t>
        <a:p>
          <a:r>
            <a:t>n5124</a:t>
          </a:r>
        </a:p>
      </dgm:t>
    </dgm:pt>
    <dgm:pt modelId="5125">
      <dgm:t>
        <a:p>
          <a:r>
            <a:t>n5125</a:t>
          </a:r>
        </a:p>
      </dgm:t>
    </dgm:pt>
    <dgm:pt modelId="5126">
      <dgm:t>
        <a:p>
          <a:r>
            <a:t>n5126</a:t>
          </a:r>
        </a:p>
      </dgm:t>
    </dgm:pt>
    <dgm:pt modelId="5127">
      <dgm:t>
        <a:p>
          <a:r>
            <a:t>n5127</a:t>
          </a:r>
        </a:p>
      </dgm:t>
    </dgm:pt>
    <dgm:pt modelId="5128">
      <dgm:t>
        <a:p>
          <a:r>
            <a:t>n5128</a:t>
          </a:r>
        </a:p>
      </dgm:t>
    </dgm:pt>
    <dgm:pt modelId="5129">
      <dgm:t>
        <a:p>
          <a:r>
            <a:t>n5129</a:t>
          </a:r>
        </a:p>
      </dgm:t>
    </dgm:pt>
    <dgm:pt modelId="5130">
      <dgm:t>
        <a:p>
          <a:r>
            <a:t>n5130</a:t>
          </a:r>
        </a:p>
      </dgm:t>
    </dgm:pt>
    <dgm:pt modelId="5131">
      <dgm:t>
        <a:p>
          <a:r>
            <a:t>n5131</a:t>
          </a:r>
        </a:p>
      </dgm:t>
    </dgm:pt>
    <dgm:pt modelId="5132">
      <dgm:t>
        <a:p>
          <a:r>
            <a:t>n5132</a:t>
          </a:r>
        </a:p>
      </dgm:t>
    </dgm:pt>
    <dgm:pt modelId="5133">
      <dgm:t>
        <a:p>
          <a:r>
            <a:t>n5133</a:t>
          </a:r>
        </a:p>
      </dgm:t>
    </dgm:pt>
    <dgm:pt modelId="5134">
      <dgm:t>
        <a:p>
          <a:r>
            <a:t>n5134</a:t>
          </a:r>
        </a:p>
      </dgm:t>
    </dgm:pt>
    <dgm:pt modelId="5135">
      <dgm:t>
        <a:p>
          <a:r>
            <a:t>n5135</a:t>
          </a:r>
        </a:p>
      </dgm:t>
    </dgm:pt>
    <dgm:pt modelId="5136">
      <dgm:t>
        <a:p>
          <a:r>
            <a:t>n5136</a:t>
          </a:r>
        </a:p>
      </dgm:t>
    </dgm:pt>
    <dgm:pt modelId="5137">
      <dgm:t>
        <a:p>
          <a:r>
            <a:t>n5137</a:t>
          </a:r>
        </a:p>
      </dgm:t>
    </dgm:pt>
    <dgm:pt modelId="5138">
      <dgm:t>
        <a:p>
          <a:r>
            <a:t>n5138</a:t>
          </a:r>
        </a:p>
      </dgm:t>
    </dgm:pt>
    <dgm:pt modelId="5139">
      <dgm:t>
        <a:p>
          <a:r>
            <a:t>n5139</a:t>
          </a:r>
        </a:p>
      </dgm:t>
    </dgm:pt>
    <dgm:pt modelId="5140">
      <dgm:t>
        <a:p>
          <a:r>
            <a:t>n5140</a:t>
          </a:r>
        </a:p>
      </dgm:t>
    </dgm:pt>
    <dgm:pt modelId="5141">
      <dgm:t>
        <a:p>
          <a:r>
            <a:t>n5141</a:t>
          </a:r>
        </a:p>
      </dgm:t>
    </dgm:pt>
    <dgm:pt modelId="5142">
      <dgm:t>
        <a:p>
          <a:r>
            <a:t>n5142</a:t>
          </a:r>
        </a:p>
      </dgm:t>
    </dgm:pt>
    <dgm:pt modelId="5143">
      <dgm:t>
        <a:p>
          <a:r>
            <a:t>n5143</a:t>
          </a:r>
        </a:p>
      </dgm:t>
    </dgm:pt>
    <dgm:pt modelId="5144">
      <dgm:t>
        <a:p>
          <a:r>
            <a:t>n5144</a:t>
          </a:r>
        </a:p>
      </dgm:t>
    </dgm:pt>
    <dgm:pt modelId="5145">
      <dgm:t>
        <a:p>
          <a:r>
            <a:t>n5145</a:t>
          </a:r>
        </a:p>
      </dgm:t>
    </dgm:pt>
    <dgm:pt modelId="5146">
      <dgm:t>
        <a:p>
          <a:r>
            <a:t>n5146</a:t>
          </a:r>
        </a:p>
      </dgm:t>
    </dgm:pt>
    <dgm:pt modelId="5147">
      <dgm:t>
        <a:p>
          <a:r>
            <a:t>n5147</a:t>
          </a:r>
        </a:p>
      </dgm:t>
    </dgm:pt>
    <dgm:pt modelId="5148">
      <dgm:t>
        <a:p>
          <a:r>
            <a:t>n5148</a:t>
          </a:r>
        </a:p>
      </dgm:t>
    </dgm:pt>
    <dgm:pt modelId="5149">
      <dgm:t>
        <a:p>
          <a:r>
            <a:t>n5149</a:t>
          </a:r>
        </a:p>
      </dgm:t>
    </dgm:pt>
    <dgm:pt modelId="5150">
      <dgm:t>
        <a:p>
          <a:r>
            <a:t>n5150</a:t>
          </a:r>
        </a:p>
      </dgm:t>
    </dgm:pt>
    <dgm:pt modelId="5151">
      <dgm:t>
        <a:p>
          <a:r>
            <a:t>n5151</a:t>
          </a:r>
        </a:p>
      </dgm:t>
    </dgm:pt>
    <dgm:pt modelId="5152">
      <dgm:t>
        <a:p>
          <a:r>
            <a:t>n5152</a:t>
          </a:r>
        </a:p>
      </dgm:t>
    </dgm:pt>
    <dgm:pt modelId="5153">
      <dgm:t>
        <a:p>
          <a:r>
            <a:t>n5153</a:t>
          </a:r>
        </a:p>
      </dgm:t>
    </dgm:pt>
    <dgm:pt modelId="5154">
      <dgm:t>
        <a:p>
          <a:r>
            <a:t>n5154</a:t>
          </a:r>
        </a:p>
      </dgm:t>
    </dgm:pt>
    <dgm:pt modelId="5155">
      <dgm:t>
        <a:p>
          <a:r>
            <a:t>n5155</a:t>
          </a:r>
        </a:p>
      </dgm:t>
    </dgm:pt>
    <dgm:pt modelId="5156">
      <dgm:t>
        <a:p>
          <a:r>
            <a:t>n5156</a:t>
          </a:r>
        </a:p>
      </dgm:t>
    </dgm:pt>
    <dgm:pt modelId="5157">
      <dgm:t>
        <a:p>
          <a:r>
            <a:t>n5157</a:t>
          </a:r>
        </a:p>
      </dgm:t>
    </dgm:pt>
    <dgm:pt modelId="5158">
      <dgm:t>
        <a:p>
          <a:r>
            <a:t>n5158</a:t>
          </a:r>
        </a:p>
      </dgm:t>
    </dgm:pt>
    <dgm:pt modelId="5159">
      <dgm:t>
        <a:p>
          <a:r>
            <a:t>n5159</a:t>
          </a:r>
        </a:p>
      </dgm:t>
    </dgm:pt>
    <dgm:pt modelId="5160">
      <dgm:t>
        <a:p>
          <a:r>
            <a:t>n5160</a:t>
          </a:r>
        </a:p>
      </dgm:t>
    </dgm:pt>
    <dgm:pt modelId="5161">
      <dgm:t>
        <a:p>
          <a:r>
            <a:t>n5161</a:t>
          </a:r>
        </a:p>
      </dgm:t>
    </dgm:pt>
    <dgm:pt modelId="5162">
      <dgm:t>
        <a:p>
          <a:r>
            <a:t>n5162</a:t>
          </a:r>
        </a:p>
      </dgm:t>
    </dgm:pt>
    <dgm:pt modelId="5163">
      <dgm:t>
        <a:p>
          <a:r>
            <a:t>n5163</a:t>
          </a:r>
        </a:p>
      </dgm:t>
    </dgm:pt>
    <dgm:pt modelId="5164">
      <dgm:t>
        <a:p>
          <a:r>
            <a:t>n5164</a:t>
          </a:r>
        </a:p>
      </dgm:t>
    </dgm:pt>
    <dgm:pt modelId="5165">
      <dgm:t>
        <a:p>
          <a:r>
            <a:t>n5165</a:t>
          </a:r>
        </a:p>
      </dgm:t>
    </dgm:pt>
    <dgm:pt modelId="5166">
      <dgm:t>
        <a:p>
          <a:r>
            <a:t>n5166</a:t>
          </a:r>
        </a:p>
      </dgm:t>
    </dgm:pt>
    <dgm:pt modelId="5167">
      <dgm:t>
        <a:p>
          <a:r>
            <a:t>n5167</a:t>
          </a:r>
        </a:p>
      </dgm:t>
    </dgm:pt>
    <dgm:pt modelId="5168">
      <dgm:t>
        <a:p>
          <a:r>
            <a:t>n5168</a:t>
          </a:r>
        </a:p>
      </dgm:t>
    </dgm:pt>
    <dgm:pt modelId="5169">
      <dgm:t>
        <a:p>
          <a:r>
            <a:t>n5169</a:t>
          </a:r>
        </a:p>
      </dgm:t>
    </dgm:pt>
    <dgm:pt modelId="5170">
      <dgm:t>
        <a:p>
          <a:r>
            <a:t>n5170</a:t>
          </a:r>
        </a:p>
      </dgm:t>
    </dgm:pt>
    <dgm:pt modelId="5171">
      <dgm:t>
        <a:p>
          <a:r>
            <a:t>n5171</a:t>
          </a:r>
        </a:p>
      </dgm:t>
    </dgm:pt>
    <dgm:pt modelId="5172">
      <dgm:t>
        <a:p>
          <a:r>
            <a:t>n5172</a:t>
          </a:r>
        </a:p>
      </dgm:t>
    </dgm:pt>
    <dgm:pt modelId="5173">
      <dgm:t>
        <a:p>
          <a:r>
            <a:t>n5173</a:t>
          </a:r>
        </a:p>
      </dgm:t>
    </dgm:pt>
    <dgm:pt modelId="5174">
      <dgm:t>
        <a:p>
          <a:r>
            <a:t>n5174</a:t>
          </a:r>
        </a:p>
      </dgm:t>
    </dgm:pt>
    <dgm:pt modelId="5175">
      <dgm:t>
        <a:p>
          <a:r>
            <a:t>n5175</a:t>
          </a:r>
        </a:p>
      </dgm:t>
    </dgm:pt>
    <dgm:pt modelId="5176">
      <dgm:t>
        <a:p>
          <a:r>
            <a:t>n5176</a:t>
          </a:r>
        </a:p>
      </dgm:t>
    </dgm:pt>
    <dgm:pt modelId="5177">
      <dgm:t>
        <a:p>
          <a:r>
            <a:t>n5177</a:t>
          </a:r>
        </a:p>
      </dgm:t>
    </dgm:pt>
    <dgm:pt modelId="5178">
      <dgm:t>
        <a:p>
          <a:r>
            <a:t>n5178</a:t>
          </a:r>
        </a:p>
      </dgm:t>
    </dgm:pt>
    <dgm:pt modelId="5179">
      <dgm:t>
        <a:p>
          <a:r>
            <a:t>n5179</a:t>
          </a:r>
        </a:p>
      </dgm:t>
    </dgm:pt>
    <dgm:pt modelId="5180">
      <dgm:t>
        <a:p>
          <a:r>
            <a:t>n5180</a:t>
          </a:r>
        </a:p>
      </dgm:t>
    </dgm:pt>
    <dgm:pt modelId="5181">
      <dgm:t>
        <a:p>
          <a:r>
            <a:t>n5181</a:t>
          </a:r>
        </a:p>
      </dgm:t>
    </dgm:pt>
    <dgm:pt modelId="5182">
      <dgm:t>
        <a:p>
          <a:r>
            <a:t>n5182</a:t>
          </a:r>
        </a:p>
      </dgm:t>
    </dgm:pt>
    <dgm:pt modelId="5183">
      <dgm:t>
        <a:p>
          <a:r>
            <a:t>n5183</a:t>
          </a:r>
        </a:p>
      </dgm:t>
    </dgm:pt>
    <dgm:pt modelId="5184">
      <dgm:t>
        <a:p>
          <a:r>
            <a:t>n5184</a:t>
          </a:r>
        </a:p>
      </dgm:t>
    </dgm:pt>
    <dgm:pt modelId="5185">
      <dgm:t>
        <a:p>
          <a:r>
            <a:t>n5185</a:t>
          </a:r>
        </a:p>
      </dgm:t>
    </dgm:pt>
    <dgm:pt modelId="5186">
      <dgm:t>
        <a:p>
          <a:r>
            <a:t>n5186</a:t>
          </a:r>
        </a:p>
      </dgm:t>
    </dgm:pt>
    <dgm:pt modelId="5187">
      <dgm:t>
        <a:p>
          <a:r>
            <a:t>n5187</a:t>
          </a:r>
        </a:p>
      </dgm:t>
    </dgm:pt>
    <dgm:pt modelId="5188">
      <dgm:t>
        <a:p>
          <a:r>
            <a:t>n5188</a:t>
          </a:r>
        </a:p>
      </dgm:t>
    </dgm:pt>
    <dgm:pt modelId="5189">
      <dgm:t>
        <a:p>
          <a:r>
            <a:t>n5189</a:t>
          </a:r>
        </a:p>
      </dgm:t>
    </dgm:pt>
    <dgm:pt modelId="5190">
      <dgm:t>
        <a:p>
          <a:r>
            <a:t>n5190</a:t>
          </a:r>
        </a:p>
      </dgm:t>
    </dgm:pt>
    <dgm:pt modelId="5191">
      <dgm:t>
        <a:p>
          <a:r>
            <a:t>n5191</a:t>
          </a:r>
        </a:p>
      </dgm:t>
    </dgm:pt>
    <dgm:pt modelId="5192">
      <dgm:t>
        <a:p>
          <a:r>
            <a:t>n5192</a:t>
          </a:r>
        </a:p>
      </dgm:t>
    </dgm:pt>
    <dgm:pt modelId="5193">
      <dgm:t>
        <a:p>
          <a:r>
            <a:t>n5193</a:t>
          </a:r>
        </a:p>
      </dgm:t>
    </dgm:pt>
    <dgm:pt modelId="5194">
      <dgm:t>
        <a:p>
          <a:r>
            <a:t>n5194</a:t>
          </a:r>
        </a:p>
      </dgm:t>
    </dgm:pt>
    <dgm:pt modelId="5195">
      <dgm:t>
        <a:p>
          <a:r>
            <a:t>n5195</a:t>
          </a:r>
        </a:p>
      </dgm:t>
    </dgm:pt>
    <dgm:pt modelId="5196">
      <dgm:t>
        <a:p>
          <a:r>
            <a:t>n5196</a:t>
          </a:r>
        </a:p>
      </dgm:t>
    </dgm:pt>
    <dgm:pt modelId="5197">
      <dgm:t>
        <a:p>
          <a:r>
            <a:t>n5197</a:t>
          </a:r>
        </a:p>
      </dgm:t>
    </dgm:pt>
    <dgm:pt modelId="5198">
      <dgm:t>
        <a:p>
          <a:r>
            <a:t>n5198</a:t>
          </a:r>
        </a:p>
      </dgm:t>
    </dgm:pt>
    <dgm:pt modelId="5199">
      <dgm:t>
        <a:p>
          <a:r>
            <a:t>n5199</a:t>
          </a:r>
        </a:p>
      </dgm:t>
    </dgm:pt>
    <dgm:pt modelId="5200">
      <dgm:t>
        <a:p>
          <a:r>
            <a:t>n5200</a:t>
          </a:r>
        </a:p>
      </dgm:t>
    </dgm:pt>
    <dgm:pt modelId="5201">
      <dgm:t>
        <a:p>
          <a:r>
            <a:t>n5201</a:t>
          </a:r>
        </a:p>
      </dgm:t>
    </dgm:pt>
    <dgm:pt modelId="5202">
      <dgm:t>
        <a:p>
          <a:r>
            <a:t>n5202</a:t>
          </a:r>
        </a:p>
      </dgm:t>
    </dgm:pt>
    <dgm:pt modelId="5203">
      <dgm:t>
        <a:p>
          <a:r>
            <a:t>n5203</a:t>
          </a:r>
        </a:p>
      </dgm:t>
    </dgm:pt>
    <dgm:pt modelId="5204">
      <dgm:t>
        <a:p>
          <a:r>
            <a:t>n5204</a:t>
          </a:r>
        </a:p>
      </dgm:t>
    </dgm:pt>
    <dgm:pt modelId="5205">
      <dgm:t>
        <a:p>
          <a:r>
            <a:t>n5205</a:t>
          </a:r>
        </a:p>
      </dgm:t>
    </dgm:pt>
    <dgm:pt modelId="5206">
      <dgm:t>
        <a:p>
          <a:r>
            <a:t>n5206</a:t>
          </a:r>
        </a:p>
      </dgm:t>
    </dgm:pt>
    <dgm:pt modelId="5207">
      <dgm:t>
        <a:p>
          <a:r>
            <a:t>n5207</a:t>
          </a:r>
        </a:p>
      </dgm:t>
    </dgm:pt>
    <dgm:pt modelId="5208">
      <dgm:t>
        <a:p>
          <a:r>
            <a:t>n5208</a:t>
          </a:r>
        </a:p>
      </dgm:t>
    </dgm:pt>
    <dgm:pt modelId="5209">
      <dgm:t>
        <a:p>
          <a:r>
            <a:t>n5209</a:t>
          </a:r>
        </a:p>
      </dgm:t>
    </dgm:pt>
    <dgm:pt modelId="5210">
      <dgm:t>
        <a:p>
          <a:r>
            <a:t>n5210</a:t>
          </a:r>
        </a:p>
      </dgm:t>
    </dgm:pt>
    <dgm:pt modelId="5211">
      <dgm:t>
        <a:p>
          <a:r>
            <a:t>n5211</a:t>
          </a:r>
        </a:p>
      </dgm:t>
    </dgm:pt>
    <dgm:pt modelId="5212">
      <dgm:t>
        <a:p>
          <a:r>
            <a:t>n5212</a:t>
          </a:r>
        </a:p>
      </dgm:t>
    </dgm:pt>
    <dgm:pt modelId="5213">
      <dgm:t>
        <a:p>
          <a:r>
            <a:t>n5213</a:t>
          </a:r>
        </a:p>
      </dgm:t>
    </dgm:pt>
    <dgm:pt modelId="5214">
      <dgm:t>
        <a:p>
          <a:r>
            <a:t>n5214</a:t>
          </a:r>
        </a:p>
      </dgm:t>
    </dgm:pt>
    <dgm:pt modelId="5215">
      <dgm:t>
        <a:p>
          <a:r>
            <a:t>n5215</a:t>
          </a:r>
        </a:p>
      </dgm:t>
    </dgm:pt>
    <dgm:pt modelId="5216">
      <dgm:t>
        <a:p>
          <a:r>
            <a:t>n5216</a:t>
          </a:r>
        </a:p>
      </dgm:t>
    </dgm:pt>
    <dgm:pt modelId="5217">
      <dgm:t>
        <a:p>
          <a:r>
            <a:t>n5217</a:t>
          </a:r>
        </a:p>
      </dgm:t>
    </dgm:pt>
    <dgm:pt modelId="5218">
      <dgm:t>
        <a:p>
          <a:r>
            <a:t>n5218</a:t>
          </a:r>
        </a:p>
      </dgm:t>
    </dgm:pt>
    <dgm:pt modelId="5219">
      <dgm:t>
        <a:p>
          <a:r>
            <a:t>n5219</a:t>
          </a:r>
        </a:p>
      </dgm:t>
    </dgm:pt>
    <dgm:pt modelId="5220">
      <dgm:t>
        <a:p>
          <a:r>
            <a:t>n5220</a:t>
          </a:r>
        </a:p>
      </dgm:t>
    </dgm:pt>
    <dgm:pt modelId="5221">
      <dgm:t>
        <a:p>
          <a:r>
            <a:t>n5221</a:t>
          </a:r>
        </a:p>
      </dgm:t>
    </dgm:pt>
    <dgm:pt modelId="5222">
      <dgm:t>
        <a:p>
          <a:r>
            <a:t>n5222</a:t>
          </a:r>
        </a:p>
      </dgm:t>
    </dgm:pt>
    <dgm:pt modelId="5223">
      <dgm:t>
        <a:p>
          <a:r>
            <a:t>n5223</a:t>
          </a:r>
        </a:p>
      </dgm:t>
    </dgm:pt>
    <dgm:pt modelId="5224">
      <dgm:t>
        <a:p>
          <a:r>
            <a:t>n5224</a:t>
          </a:r>
        </a:p>
      </dgm:t>
    </dgm:pt>
    <dgm:pt modelId="5225">
      <dgm:t>
        <a:p>
          <a:r>
            <a:t>n5225</a:t>
          </a:r>
        </a:p>
      </dgm:t>
    </dgm:pt>
    <dgm:pt modelId="5226">
      <dgm:t>
        <a:p>
          <a:r>
            <a:t>n5226</a:t>
          </a:r>
        </a:p>
      </dgm:t>
    </dgm:pt>
    <dgm:pt modelId="5227">
      <dgm:t>
        <a:p>
          <a:r>
            <a:t>n5227</a:t>
          </a:r>
        </a:p>
      </dgm:t>
    </dgm:pt>
    <dgm:pt modelId="5228">
      <dgm:t>
        <a:p>
          <a:r>
            <a:t>n5228</a:t>
          </a:r>
        </a:p>
      </dgm:t>
    </dgm:pt>
    <dgm:pt modelId="5229">
      <dgm:t>
        <a:p>
          <a:r>
            <a:t>n5229</a:t>
          </a:r>
        </a:p>
      </dgm:t>
    </dgm:pt>
    <dgm:pt modelId="5230">
      <dgm:t>
        <a:p>
          <a:r>
            <a:t>n5230</a:t>
          </a:r>
        </a:p>
      </dgm:t>
    </dgm:pt>
    <dgm:pt modelId="5231">
      <dgm:t>
        <a:p>
          <a:r>
            <a:t>n5231</a:t>
          </a:r>
        </a:p>
      </dgm:t>
    </dgm:pt>
    <dgm:pt modelId="5232">
      <dgm:t>
        <a:p>
          <a:r>
            <a:t>n5232</a:t>
          </a:r>
        </a:p>
      </dgm:t>
    </dgm:pt>
    <dgm:pt modelId="5233">
      <dgm:t>
        <a:p>
          <a:r>
            <a:t>n5233</a:t>
          </a:r>
        </a:p>
      </dgm:t>
    </dgm:pt>
    <dgm:pt modelId="5234">
      <dgm:t>
        <a:p>
          <a:r>
            <a:t>n5234</a:t>
          </a:r>
        </a:p>
      </dgm:t>
    </dgm:pt>
    <dgm:pt modelId="5235">
      <dgm:t>
        <a:p>
          <a:r>
            <a:t>n5235</a:t>
          </a:r>
        </a:p>
      </dgm:t>
    </dgm:pt>
    <dgm:pt modelId="5236">
      <dgm:t>
        <a:p>
          <a:r>
            <a:t>n5236</a:t>
          </a:r>
        </a:p>
      </dgm:t>
    </dgm:pt>
    <dgm:pt modelId="5237">
      <dgm:t>
        <a:p>
          <a:r>
            <a:t>n5237</a:t>
          </a:r>
        </a:p>
      </dgm:t>
    </dgm:pt>
    <dgm:pt modelId="5238">
      <dgm:t>
        <a:p>
          <a:r>
            <a:t>n5238</a:t>
          </a:r>
        </a:p>
      </dgm:t>
    </dgm:pt>
    <dgm:pt modelId="5239">
      <dgm:t>
        <a:p>
          <a:r>
            <a:t>n5239</a:t>
          </a:r>
        </a:p>
      </dgm:t>
    </dgm:pt>
    <dgm:pt modelId="5240">
      <dgm:t>
        <a:p>
          <a:r>
            <a:t>n5240</a:t>
          </a:r>
        </a:p>
      </dgm:t>
    </dgm:pt>
    <dgm:pt modelId="5241">
      <dgm:t>
        <a:p>
          <a:r>
            <a:t>n5241</a:t>
          </a:r>
        </a:p>
      </dgm:t>
    </dgm:pt>
    <dgm:pt modelId="5242">
      <dgm:t>
        <a:p>
          <a:r>
            <a:t>n5242</a:t>
          </a:r>
        </a:p>
      </dgm:t>
    </dgm:pt>
    <dgm:pt modelId="5243">
      <dgm:t>
        <a:p>
          <a:r>
            <a:t>n5243</a:t>
          </a:r>
        </a:p>
      </dgm:t>
    </dgm:pt>
    <dgm:pt modelId="5244">
      <dgm:t>
        <a:p>
          <a:r>
            <a:t>n5244</a:t>
          </a:r>
        </a:p>
      </dgm:t>
    </dgm:pt>
    <dgm:pt modelId="5245">
      <dgm:t>
        <a:p>
          <a:r>
            <a:t>n5245</a:t>
          </a:r>
        </a:p>
      </dgm:t>
    </dgm:pt>
    <dgm:pt modelId="5246">
      <dgm:t>
        <a:p>
          <a:r>
            <a:t>n5246</a:t>
          </a:r>
        </a:p>
      </dgm:t>
    </dgm:pt>
    <dgm:pt modelId="5247">
      <dgm:t>
        <a:p>
          <a:r>
            <a:t>n5247</a:t>
          </a:r>
        </a:p>
      </dgm:t>
    </dgm:pt>
    <dgm:pt modelId="5248">
      <dgm:t>
        <a:p>
          <a:r>
            <a:t>n5248</a:t>
          </a:r>
        </a:p>
      </dgm:t>
    </dgm:pt>
    <dgm:pt modelId="5249">
      <dgm:t>
        <a:p>
          <a:r>
            <a:t>n5249</a:t>
          </a:r>
        </a:p>
      </dgm:t>
    </dgm:pt>
    <dgm:pt modelId="5250">
      <dgm:t>
        <a:p>
          <a:r>
            <a:t>n5250</a:t>
          </a:r>
        </a:p>
      </dgm:t>
    </dgm:pt>
    <dgm:pt modelId="5251">
      <dgm:t>
        <a:p>
          <a:r>
            <a:t>n5251</a:t>
          </a:r>
        </a:p>
      </dgm:t>
    </dgm:pt>
    <dgm:pt modelId="5252">
      <dgm:t>
        <a:p>
          <a:r>
            <a:t>n5252</a:t>
          </a:r>
        </a:p>
      </dgm:t>
    </dgm:pt>
    <dgm:pt modelId="5253">
      <dgm:t>
        <a:p>
          <a:r>
            <a:t>n5253</a:t>
          </a:r>
        </a:p>
      </dgm:t>
    </dgm:pt>
    <dgm:pt modelId="5254">
      <dgm:t>
        <a:p>
          <a:r>
            <a:t>n5254</a:t>
          </a:r>
        </a:p>
      </dgm:t>
    </dgm:pt>
    <dgm:pt modelId="5255">
      <dgm:t>
        <a:p>
          <a:r>
            <a:t>n5255</a:t>
          </a:r>
        </a:p>
      </dgm:t>
    </dgm:pt>
    <dgm:pt modelId="5256">
      <dgm:t>
        <a:p>
          <a:r>
            <a:t>n5256</a:t>
          </a:r>
        </a:p>
      </dgm:t>
    </dgm:pt>
    <dgm:pt modelId="5257">
      <dgm:t>
        <a:p>
          <a:r>
            <a:t>n5257</a:t>
          </a:r>
        </a:p>
      </dgm:t>
    </dgm:pt>
    <dgm:pt modelId="5258">
      <dgm:t>
        <a:p>
          <a:r>
            <a:t>n5258</a:t>
          </a:r>
        </a:p>
      </dgm:t>
    </dgm:pt>
    <dgm:pt modelId="5259">
      <dgm:t>
        <a:p>
          <a:r>
            <a:t>n5259</a:t>
          </a:r>
        </a:p>
      </dgm:t>
    </dgm:pt>
    <dgm:pt modelId="5260">
      <dgm:t>
        <a:p>
          <a:r>
            <a:t>n5260</a:t>
          </a:r>
        </a:p>
      </dgm:t>
    </dgm:pt>
    <dgm:pt modelId="5261">
      <dgm:t>
        <a:p>
          <a:r>
            <a:t>n5261</a:t>
          </a:r>
        </a:p>
      </dgm:t>
    </dgm:pt>
    <dgm:pt modelId="5262">
      <dgm:t>
        <a:p>
          <a:r>
            <a:t>n5262</a:t>
          </a:r>
        </a:p>
      </dgm:t>
    </dgm:pt>
    <dgm:pt modelId="5263">
      <dgm:t>
        <a:p>
          <a:r>
            <a:t>n5263</a:t>
          </a:r>
        </a:p>
      </dgm:t>
    </dgm:pt>
    <dgm:pt modelId="5264">
      <dgm:t>
        <a:p>
          <a:r>
            <a:t>n5264</a:t>
          </a:r>
        </a:p>
      </dgm:t>
    </dgm:pt>
    <dgm:pt modelId="5265">
      <dgm:t>
        <a:p>
          <a:r>
            <a:t>n5265</a:t>
          </a:r>
        </a:p>
      </dgm:t>
    </dgm:pt>
    <dgm:pt modelId="5266">
      <dgm:t>
        <a:p>
          <a:r>
            <a:t>n5266</a:t>
          </a:r>
        </a:p>
      </dgm:t>
    </dgm:pt>
    <dgm:pt modelId="5267">
      <dgm:t>
        <a:p>
          <a:r>
            <a:t>n5267</a:t>
          </a:r>
        </a:p>
      </dgm:t>
    </dgm:pt>
    <dgm:pt modelId="5268">
      <dgm:t>
        <a:p>
          <a:r>
            <a:t>n5268</a:t>
          </a:r>
        </a:p>
      </dgm:t>
    </dgm:pt>
    <dgm:pt modelId="5269">
      <dgm:t>
        <a:p>
          <a:r>
            <a:t>n5269</a:t>
          </a:r>
        </a:p>
      </dgm:t>
    </dgm:pt>
    <dgm:pt modelId="5270">
      <dgm:t>
        <a:p>
          <a:r>
            <a:t>n5270</a:t>
          </a:r>
        </a:p>
      </dgm:t>
    </dgm:pt>
    <dgm:pt modelId="5271">
      <dgm:t>
        <a:p>
          <a:r>
            <a:t>n5271</a:t>
          </a:r>
        </a:p>
      </dgm:t>
    </dgm:pt>
    <dgm:pt modelId="5272">
      <dgm:t>
        <a:p>
          <a:r>
            <a:t>n5272</a:t>
          </a:r>
        </a:p>
      </dgm:t>
    </dgm:pt>
    <dgm:pt modelId="5273">
      <dgm:t>
        <a:p>
          <a:r>
            <a:t>n5273</a:t>
          </a:r>
        </a:p>
      </dgm:t>
    </dgm:pt>
    <dgm:pt modelId="5274">
      <dgm:t>
        <a:p>
          <a:r>
            <a:t>n5274</a:t>
          </a:r>
        </a:p>
      </dgm:t>
    </dgm:pt>
    <dgm:pt modelId="5275">
      <dgm:t>
        <a:p>
          <a:r>
            <a:t>n5275</a:t>
          </a:r>
        </a:p>
      </dgm:t>
    </dgm:pt>
    <dgm:pt modelId="5276">
      <dgm:t>
        <a:p>
          <a:r>
            <a:t>n5276</a:t>
          </a:r>
        </a:p>
      </dgm:t>
    </dgm:pt>
    <dgm:pt modelId="5277">
      <dgm:t>
        <a:p>
          <a:r>
            <a:t>n5277</a:t>
          </a:r>
        </a:p>
      </dgm:t>
    </dgm:pt>
    <dgm:pt modelId="5278">
      <dgm:t>
        <a:p>
          <a:r>
            <a:t>n5278</a:t>
          </a:r>
        </a:p>
      </dgm:t>
    </dgm:pt>
    <dgm:pt modelId="5279">
      <dgm:t>
        <a:p>
          <a:r>
            <a:t>n5279</a:t>
          </a:r>
        </a:p>
      </dgm:t>
    </dgm:pt>
    <dgm:pt modelId="5280">
      <dgm:t>
        <a:p>
          <a:r>
            <a:t>n5280</a:t>
          </a:r>
        </a:p>
      </dgm:t>
    </dgm:pt>
    <dgm:pt modelId="5281">
      <dgm:t>
        <a:p>
          <a:r>
            <a:t>n5281</a:t>
          </a:r>
        </a:p>
      </dgm:t>
    </dgm:pt>
    <dgm:pt modelId="5282">
      <dgm:t>
        <a:p>
          <a:r>
            <a:t>n5282</a:t>
          </a:r>
        </a:p>
      </dgm:t>
    </dgm:pt>
    <dgm:pt modelId="5283">
      <dgm:t>
        <a:p>
          <a:r>
            <a:t>n5283</a:t>
          </a:r>
        </a:p>
      </dgm:t>
    </dgm:pt>
    <dgm:pt modelId="5284">
      <dgm:t>
        <a:p>
          <a:r>
            <a:t>n5284</a:t>
          </a:r>
        </a:p>
      </dgm:t>
    </dgm:pt>
    <dgm:pt modelId="5285">
      <dgm:t>
        <a:p>
          <a:r>
            <a:t>n5285</a:t>
          </a:r>
        </a:p>
      </dgm:t>
    </dgm:pt>
    <dgm:pt modelId="5286">
      <dgm:t>
        <a:p>
          <a:r>
            <a:t>n5286</a:t>
          </a:r>
        </a:p>
      </dgm:t>
    </dgm:pt>
    <dgm:pt modelId="5287">
      <dgm:t>
        <a:p>
          <a:r>
            <a:t>n5287</a:t>
          </a:r>
        </a:p>
      </dgm:t>
    </dgm:pt>
    <dgm:pt modelId="5288">
      <dgm:t>
        <a:p>
          <a:r>
            <a:t>n5288</a:t>
          </a:r>
        </a:p>
      </dgm:t>
    </dgm:pt>
    <dgm:pt modelId="5289">
      <dgm:t>
        <a:p>
          <a:r>
            <a:t>n5289</a:t>
          </a:r>
        </a:p>
      </dgm:t>
    </dgm:pt>
    <dgm:pt modelId="5290">
      <dgm:t>
        <a:p>
          <a:r>
            <a:t>n5290</a:t>
          </a:r>
        </a:p>
      </dgm:t>
    </dgm:pt>
    <dgm:pt modelId="5291">
      <dgm:t>
        <a:p>
          <a:r>
            <a:t>n5291</a:t>
          </a:r>
        </a:p>
      </dgm:t>
    </dgm:pt>
    <dgm:pt modelId="5292">
      <dgm:t>
        <a:p>
          <a:r>
            <a:t>n5292</a:t>
          </a:r>
        </a:p>
      </dgm:t>
    </dgm:pt>
    <dgm:pt modelId="5293">
      <dgm:t>
        <a:p>
          <a:r>
            <a:t>n5293</a:t>
          </a:r>
        </a:p>
      </dgm:t>
    </dgm:pt>
    <dgm:pt modelId="5294">
      <dgm:t>
        <a:p>
          <a:r>
            <a:t>n5294</a:t>
          </a:r>
        </a:p>
      </dgm:t>
    </dgm:pt>
    <dgm:pt modelId="5295">
      <dgm:t>
        <a:p>
          <a:r>
            <a:t>n5295</a:t>
          </a:r>
        </a:p>
      </dgm:t>
    </dgm:pt>
    <dgm:pt modelId="5296">
      <dgm:t>
        <a:p>
          <a:r>
            <a:t>n5296</a:t>
          </a:r>
        </a:p>
      </dgm:t>
    </dgm:pt>
    <dgm:pt modelId="5297">
      <dgm:t>
        <a:p>
          <a:r>
            <a:t>n5297</a:t>
          </a:r>
        </a:p>
      </dgm:t>
    </dgm:pt>
    <dgm:pt modelId="5298">
      <dgm:t>
        <a:p>
          <a:r>
            <a:t>n5298</a:t>
          </a:r>
        </a:p>
      </dgm:t>
    </dgm:pt>
    <dgm:pt modelId="5299">
      <dgm:t>
        <a:p>
          <a:r>
            <a:t>n5299</a:t>
          </a:r>
        </a:p>
      </dgm:t>
    </dgm:pt>
    <dgm:pt modelId="5300">
      <dgm:t>
        <a:p>
          <a:r>
            <a:t>n5300</a:t>
          </a:r>
        </a:p>
      </dgm:t>
    </dgm:pt>
    <dgm:pt modelId="5301">
      <dgm:t>
        <a:p>
          <a:r>
            <a:t>n5301</a:t>
          </a:r>
        </a:p>
      </dgm:t>
    </dgm:pt>
    <dgm:pt modelId="5302">
      <dgm:t>
        <a:p>
          <a:r>
            <a:t>n5302</a:t>
          </a:r>
        </a:p>
      </dgm:t>
    </dgm:pt>
    <dgm:pt modelId="5303">
      <dgm:t>
        <a:p>
          <a:r>
            <a:t>n5303</a:t>
          </a:r>
        </a:p>
      </dgm:t>
    </dgm:pt>
    <dgm:pt modelId="5304">
      <dgm:t>
        <a:p>
          <a:r>
            <a:t>n5304</a:t>
          </a:r>
        </a:p>
      </dgm:t>
    </dgm:pt>
    <dgm:pt modelId="5305">
      <dgm:t>
        <a:p>
          <a:r>
            <a:t>n5305</a:t>
          </a:r>
        </a:p>
      </dgm:t>
    </dgm:pt>
    <dgm:pt modelId="5306">
      <dgm:t>
        <a:p>
          <a:r>
            <a:t>n5306</a:t>
          </a:r>
        </a:p>
      </dgm:t>
    </dgm:pt>
    <dgm:pt modelId="5307">
      <dgm:t>
        <a:p>
          <a:r>
            <a:t>n5307</a:t>
          </a:r>
        </a:p>
      </dgm:t>
    </dgm:pt>
    <dgm:pt modelId="5308">
      <dgm:t>
        <a:p>
          <a:r>
            <a:t>n5308</a:t>
          </a:r>
        </a:p>
      </dgm:t>
    </dgm:pt>
    <dgm:pt modelId="5309">
      <dgm:t>
        <a:p>
          <a:r>
            <a:t>n5309</a:t>
          </a:r>
        </a:p>
      </dgm:t>
    </dgm:pt>
    <dgm:pt modelId="5310">
      <dgm:t>
        <a:p>
          <a:r>
            <a:t>n5310</a:t>
          </a:r>
        </a:p>
      </dgm:t>
    </dgm:pt>
    <dgm:pt modelId="5311">
      <dgm:t>
        <a:p>
          <a:r>
            <a:t>n5311</a:t>
          </a:r>
        </a:p>
      </dgm:t>
    </dgm:pt>
    <dgm:pt modelId="5312">
      <dgm:t>
        <a:p>
          <a:r>
            <a:t>n5312</a:t>
          </a:r>
        </a:p>
      </dgm:t>
    </dgm:pt>
    <dgm:pt modelId="5313">
      <dgm:t>
        <a:p>
          <a:r>
            <a:t>n5313</a:t>
          </a:r>
        </a:p>
      </dgm:t>
    </dgm:pt>
    <dgm:pt modelId="5314">
      <dgm:t>
        <a:p>
          <a:r>
            <a:t>n5314</a:t>
          </a:r>
        </a:p>
      </dgm:t>
    </dgm:pt>
    <dgm:pt modelId="5315">
      <dgm:t>
        <a:p>
          <a:r>
            <a:t>n5315</a:t>
          </a:r>
        </a:p>
      </dgm:t>
    </dgm:pt>
    <dgm:pt modelId="5316">
      <dgm:t>
        <a:p>
          <a:r>
            <a:t>n5316</a:t>
          </a:r>
        </a:p>
      </dgm:t>
    </dgm:pt>
    <dgm:pt modelId="5317">
      <dgm:t>
        <a:p>
          <a:r>
            <a:t>n5317</a:t>
          </a:r>
        </a:p>
      </dgm:t>
    </dgm:pt>
    <dgm:pt modelId="5318">
      <dgm:t>
        <a:p>
          <a:r>
            <a:t>n5318</a:t>
          </a:r>
        </a:p>
      </dgm:t>
    </dgm:pt>
    <dgm:pt modelId="5319">
      <dgm:t>
        <a:p>
          <a:r>
            <a:t>n5319</a:t>
          </a:r>
        </a:p>
      </dgm:t>
    </dgm:pt>
    <dgm:pt modelId="5320">
      <dgm:t>
        <a:p>
          <a:r>
            <a:t>n5320</a:t>
          </a:r>
        </a:p>
      </dgm:t>
    </dgm:pt>
    <dgm:pt modelId="5321">
      <dgm:t>
        <a:p>
          <a:r>
            <a:t>n5321</a:t>
          </a:r>
        </a:p>
      </dgm:t>
    </dgm:pt>
    <dgm:pt modelId="5322">
      <dgm:t>
        <a:p>
          <a:r>
            <a:t>n5322</a:t>
          </a:r>
        </a:p>
      </dgm:t>
    </dgm:pt>
    <dgm:pt modelId="5323">
      <dgm:t>
        <a:p>
          <a:r>
            <a:t>n5323</a:t>
          </a:r>
        </a:p>
      </dgm:t>
    </dgm:pt>
    <dgm:pt modelId="5324">
      <dgm:t>
        <a:p>
          <a:r>
            <a:t>n5324</a:t>
          </a:r>
        </a:p>
      </dgm:t>
    </dgm:pt>
    <dgm:pt modelId="5325">
      <dgm:t>
        <a:p>
          <a:r>
            <a:t>n5325</a:t>
          </a:r>
        </a:p>
      </dgm:t>
    </dgm:pt>
    <dgm:pt modelId="5326">
      <dgm:t>
        <a:p>
          <a:r>
            <a:t>n5326</a:t>
          </a:r>
        </a:p>
      </dgm:t>
    </dgm:pt>
    <dgm:pt modelId="5327">
      <dgm:t>
        <a:p>
          <a:r>
            <a:t>n5327</a:t>
          </a:r>
        </a:p>
      </dgm:t>
    </dgm:pt>
    <dgm:pt modelId="5328">
      <dgm:t>
        <a:p>
          <a:r>
            <a:t>n5328</a:t>
          </a:r>
        </a:p>
      </dgm:t>
    </dgm:pt>
    <dgm:pt modelId="5329">
      <dgm:t>
        <a:p>
          <a:r>
            <a:t>n5329</a:t>
          </a:r>
        </a:p>
      </dgm:t>
    </dgm:pt>
    <dgm:pt modelId="5330">
      <dgm:t>
        <a:p>
          <a:r>
            <a:t>n5330</a:t>
          </a:r>
        </a:p>
      </dgm:t>
    </dgm:pt>
    <dgm:pt modelId="5331">
      <dgm:t>
        <a:p>
          <a:r>
            <a:t>n5331</a:t>
          </a:r>
        </a:p>
      </dgm:t>
    </dgm:pt>
    <dgm:pt modelId="5332">
      <dgm:t>
        <a:p>
          <a:r>
            <a:t>n5332</a:t>
          </a:r>
        </a:p>
      </dgm:t>
    </dgm:pt>
    <dgm:pt modelId="5333">
      <dgm:t>
        <a:p>
          <a:r>
            <a:t>n5333</a:t>
          </a:r>
        </a:p>
      </dgm:t>
    </dgm:pt>
    <dgm:pt modelId="5334">
      <dgm:t>
        <a:p>
          <a:r>
            <a:t>n5334</a:t>
          </a:r>
        </a:p>
      </dgm:t>
    </dgm:pt>
    <dgm:pt modelId="5335">
      <dgm:t>
        <a:p>
          <a:r>
            <a:t>n5335</a:t>
          </a:r>
        </a:p>
      </dgm:t>
    </dgm:pt>
    <dgm:pt modelId="5336">
      <dgm:t>
        <a:p>
          <a:r>
            <a:t>n5336</a:t>
          </a:r>
        </a:p>
      </dgm:t>
    </dgm:pt>
    <dgm:pt modelId="5337">
      <dgm:t>
        <a:p>
          <a:r>
            <a:t>n5337</a:t>
          </a:r>
        </a:p>
      </dgm:t>
    </dgm:pt>
    <dgm:pt modelId="5338">
      <dgm:t>
        <a:p>
          <a:r>
            <a:t>n5338</a:t>
          </a:r>
        </a:p>
      </dgm:t>
    </dgm:pt>
    <dgm:pt modelId="5339">
      <dgm:t>
        <a:p>
          <a:r>
            <a:t>n5339</a:t>
          </a:r>
        </a:p>
      </dgm:t>
    </dgm:pt>
    <dgm:pt modelId="5340">
      <dgm:t>
        <a:p>
          <a:r>
            <a:t>n5340</a:t>
          </a:r>
        </a:p>
      </dgm:t>
    </dgm:pt>
    <dgm:pt modelId="5341">
      <dgm:t>
        <a:p>
          <a:r>
            <a:t>n5341</a:t>
          </a:r>
        </a:p>
      </dgm:t>
    </dgm:pt>
    <dgm:pt modelId="5342">
      <dgm:t>
        <a:p>
          <a:r>
            <a:t>n5342</a:t>
          </a:r>
        </a:p>
      </dgm:t>
    </dgm:pt>
    <dgm:pt modelId="5343">
      <dgm:t>
        <a:p>
          <a:r>
            <a:t>n5343</a:t>
          </a:r>
        </a:p>
      </dgm:t>
    </dgm:pt>
    <dgm:pt modelId="5344">
      <dgm:t>
        <a:p>
          <a:r>
            <a:t>n5344</a:t>
          </a:r>
        </a:p>
      </dgm:t>
    </dgm:pt>
    <dgm:pt modelId="5345">
      <dgm:t>
        <a:p>
          <a:r>
            <a:t>n5345</a:t>
          </a:r>
        </a:p>
      </dgm:t>
    </dgm:pt>
    <dgm:pt modelId="5346">
      <dgm:t>
        <a:p>
          <a:r>
            <a:t>n5346</a:t>
          </a:r>
        </a:p>
      </dgm:t>
    </dgm:pt>
    <dgm:pt modelId="5347">
      <dgm:t>
        <a:p>
          <a:r>
            <a:t>n5347</a:t>
          </a:r>
        </a:p>
      </dgm:t>
    </dgm:pt>
    <dgm:pt modelId="5348">
      <dgm:t>
        <a:p>
          <a:r>
            <a:t>n5348</a:t>
          </a:r>
        </a:p>
      </dgm:t>
    </dgm:pt>
    <dgm:pt modelId="5349">
      <dgm:t>
        <a:p>
          <a:r>
            <a:t>n5349</a:t>
          </a:r>
        </a:p>
      </dgm:t>
    </dgm:pt>
    <dgm:pt modelId="5350">
      <dgm:t>
        <a:p>
          <a:r>
            <a:t>n5350</a:t>
          </a:r>
        </a:p>
      </dgm:t>
    </dgm:pt>
    <dgm:pt modelId="5351">
      <dgm:t>
        <a:p>
          <a:r>
            <a:t>n5351</a:t>
          </a:r>
        </a:p>
      </dgm:t>
    </dgm:pt>
    <dgm:pt modelId="5352">
      <dgm:t>
        <a:p>
          <a:r>
            <a:t>n5352</a:t>
          </a:r>
        </a:p>
      </dgm:t>
    </dgm:pt>
    <dgm:pt modelId="5353">
      <dgm:t>
        <a:p>
          <a:r>
            <a:t>n5353</a:t>
          </a:r>
        </a:p>
      </dgm:t>
    </dgm:pt>
    <dgm:pt modelId="5354">
      <dgm:t>
        <a:p>
          <a:r>
            <a:t>n5354</a:t>
          </a:r>
        </a:p>
      </dgm:t>
    </dgm:pt>
    <dgm:pt modelId="5355">
      <dgm:t>
        <a:p>
          <a:r>
            <a:t>n5355</a:t>
          </a:r>
        </a:p>
      </dgm:t>
    </dgm:pt>
    <dgm:pt modelId="5356">
      <dgm:t>
        <a:p>
          <a:r>
            <a:t>n5356</a:t>
          </a:r>
        </a:p>
      </dgm:t>
    </dgm:pt>
    <dgm:pt modelId="5357">
      <dgm:t>
        <a:p>
          <a:r>
            <a:t>n5357</a:t>
          </a:r>
        </a:p>
      </dgm:t>
    </dgm:pt>
    <dgm:pt modelId="5358">
      <dgm:t>
        <a:p>
          <a:r>
            <a:t>n5358</a:t>
          </a:r>
        </a:p>
      </dgm:t>
    </dgm:pt>
    <dgm:pt modelId="5359">
      <dgm:t>
        <a:p>
          <a:r>
            <a:t>n5359</a:t>
          </a:r>
        </a:p>
      </dgm:t>
    </dgm:pt>
    <dgm:pt modelId="5360">
      <dgm:t>
        <a:p>
          <a:r>
            <a:t>n5360</a:t>
          </a:r>
        </a:p>
      </dgm:t>
    </dgm:pt>
    <dgm:pt modelId="5361">
      <dgm:t>
        <a:p>
          <a:r>
            <a:t>n5361</a:t>
          </a:r>
        </a:p>
      </dgm:t>
    </dgm:pt>
    <dgm:pt modelId="5362">
      <dgm:t>
        <a:p>
          <a:r>
            <a:t>n5362</a:t>
          </a:r>
        </a:p>
      </dgm:t>
    </dgm:pt>
    <dgm:pt modelId="5363">
      <dgm:t>
        <a:p>
          <a:r>
            <a:t>n5363</a:t>
          </a:r>
        </a:p>
      </dgm:t>
    </dgm:pt>
    <dgm:pt modelId="5364">
      <dgm:t>
        <a:p>
          <a:r>
            <a:t>n5364</a:t>
          </a:r>
        </a:p>
      </dgm:t>
    </dgm:pt>
    <dgm:pt modelId="5365">
      <dgm:t>
        <a:p>
          <a:r>
            <a:t>n5365</a:t>
          </a:r>
        </a:p>
      </dgm:t>
    </dgm:pt>
    <dgm:pt modelId="5366">
      <dgm:t>
        <a:p>
          <a:r>
            <a:t>n5366</a:t>
          </a:r>
        </a:p>
      </dgm:t>
    </dgm:pt>
    <dgm:pt modelId="5367">
      <dgm:t>
        <a:p>
          <a:r>
            <a:t>n5367</a:t>
          </a:r>
        </a:p>
      </dgm:t>
    </dgm:pt>
    <dgm:pt modelId="5368">
      <dgm:t>
        <a:p>
          <a:r>
            <a:t>n5368</a:t>
          </a:r>
        </a:p>
      </dgm:t>
    </dgm:pt>
    <dgm:pt modelId="5369">
      <dgm:t>
        <a:p>
          <a:r>
            <a:t>n5369</a:t>
          </a:r>
        </a:p>
      </dgm:t>
    </dgm:pt>
    <dgm:pt modelId="5370">
      <dgm:t>
        <a:p>
          <a:r>
            <a:t>n5370</a:t>
          </a:r>
        </a:p>
      </dgm:t>
    </dgm:pt>
    <dgm:pt modelId="5371">
      <dgm:t>
        <a:p>
          <a:r>
            <a:t>n5371</a:t>
          </a:r>
        </a:p>
      </dgm:t>
    </dgm:pt>
    <dgm:pt modelId="5372">
      <dgm:t>
        <a:p>
          <a:r>
            <a:t>n5372</a:t>
          </a:r>
        </a:p>
      </dgm:t>
    </dgm:pt>
    <dgm:pt modelId="5373">
      <dgm:t>
        <a:p>
          <a:r>
            <a:t>n5373</a:t>
          </a:r>
        </a:p>
      </dgm:t>
    </dgm:pt>
    <dgm:pt modelId="5374">
      <dgm:t>
        <a:p>
          <a:r>
            <a:t>n5374</a:t>
          </a:r>
        </a:p>
      </dgm:t>
    </dgm:pt>
    <dgm:pt modelId="5375">
      <dgm:t>
        <a:p>
          <a:r>
            <a:t>n5375</a:t>
          </a:r>
        </a:p>
      </dgm:t>
    </dgm:pt>
    <dgm:pt modelId="5376">
      <dgm:t>
        <a:p>
          <a:r>
            <a:t>n5376</a:t>
          </a:r>
        </a:p>
      </dgm:t>
    </dgm:pt>
    <dgm:pt modelId="5377">
      <dgm:t>
        <a:p>
          <a:r>
            <a:t>n5377</a:t>
          </a:r>
        </a:p>
      </dgm:t>
    </dgm:pt>
    <dgm:pt modelId="5378">
      <dgm:t>
        <a:p>
          <a:r>
            <a:t>n5378</a:t>
          </a:r>
        </a:p>
      </dgm:t>
    </dgm:pt>
    <dgm:pt modelId="5379">
      <dgm:t>
        <a:p>
          <a:r>
            <a:t>n5379</a:t>
          </a:r>
        </a:p>
      </dgm:t>
    </dgm:pt>
    <dgm:pt modelId="5380">
      <dgm:t>
        <a:p>
          <a:r>
            <a:t>n5380</a:t>
          </a:r>
        </a:p>
      </dgm:t>
    </dgm:pt>
    <dgm:pt modelId="5381">
      <dgm:t>
        <a:p>
          <a:r>
            <a:t>n5381</a:t>
          </a:r>
        </a:p>
      </dgm:t>
    </dgm:pt>
    <dgm:pt modelId="5382">
      <dgm:t>
        <a:p>
          <a:r>
            <a:t>n5382</a:t>
          </a:r>
        </a:p>
      </dgm:t>
    </dgm:pt>
    <dgm:pt modelId="5383">
      <dgm:t>
        <a:p>
          <a:r>
            <a:t>n5383</a:t>
          </a:r>
        </a:p>
      </dgm:t>
    </dgm:pt>
    <dgm:pt modelId="5384">
      <dgm:t>
        <a:p>
          <a:r>
            <a:t>n5384</a:t>
          </a:r>
        </a:p>
      </dgm:t>
    </dgm:pt>
    <dgm:pt modelId="5385">
      <dgm:t>
        <a:p>
          <a:r>
            <a:t>n5385</a:t>
          </a:r>
        </a:p>
      </dgm:t>
    </dgm:pt>
    <dgm:pt modelId="5386">
      <dgm:t>
        <a:p>
          <a:r>
            <a:t>n5386</a:t>
          </a:r>
        </a:p>
      </dgm:t>
    </dgm:pt>
    <dgm:pt modelId="5387">
      <dgm:t>
        <a:p>
          <a:r>
            <a:t>n5387</a:t>
          </a:r>
        </a:p>
      </dgm:t>
    </dgm:pt>
    <dgm:pt modelId="5388">
      <dgm:t>
        <a:p>
          <a:r>
            <a:t>n5388</a:t>
          </a:r>
        </a:p>
      </dgm:t>
    </dgm:pt>
    <dgm:pt modelId="5389">
      <dgm:t>
        <a:p>
          <a:r>
            <a:t>n5389</a:t>
          </a:r>
        </a:p>
      </dgm:t>
    </dgm:pt>
    <dgm:pt modelId="5390">
      <dgm:t>
        <a:p>
          <a:r>
            <a:t>n5390</a:t>
          </a:r>
        </a:p>
      </dgm:t>
    </dgm:pt>
    <dgm:pt modelId="5391">
      <dgm:t>
        <a:p>
          <a:r>
            <a:t>n5391</a:t>
          </a:r>
        </a:p>
      </dgm:t>
    </dgm:pt>
    <dgm:pt modelId="5392">
      <dgm:t>
        <a:p>
          <a:r>
            <a:t>n5392</a:t>
          </a:r>
        </a:p>
      </dgm:t>
    </dgm:pt>
    <dgm:pt modelId="5393">
      <dgm:t>
        <a:p>
          <a:r>
            <a:t>n5393</a:t>
          </a:r>
        </a:p>
      </dgm:t>
    </dgm:pt>
    <dgm:pt modelId="5394">
      <dgm:t>
        <a:p>
          <a:r>
            <a:t>n5394</a:t>
          </a:r>
        </a:p>
      </dgm:t>
    </dgm:pt>
    <dgm:pt modelId="5395">
      <dgm:t>
        <a:p>
          <a:r>
            <a:t>n5395</a:t>
          </a:r>
        </a:p>
      </dgm:t>
    </dgm:pt>
    <dgm:pt modelId="5396">
      <dgm:t>
        <a:p>
          <a:r>
            <a:t>n5396</a:t>
          </a:r>
        </a:p>
      </dgm:t>
    </dgm:pt>
    <dgm:pt modelId="5397">
      <dgm:t>
        <a:p>
          <a:r>
            <a:t>n5397</a:t>
          </a:r>
        </a:p>
      </dgm:t>
    </dgm:pt>
    <dgm:pt modelId="5398">
      <dgm:t>
        <a:p>
          <a:r>
            <a:t>n5398</a:t>
          </a:r>
        </a:p>
      </dgm:t>
    </dgm:pt>
    <dgm:pt modelId="5399">
      <dgm:t>
        <a:p>
          <a:r>
            <a:t>n5399</a:t>
          </a:r>
        </a:p>
      </dgm:t>
    </dgm:pt>
    <dgm:pt modelId="5400">
      <dgm:t>
        <a:p>
          <a:r>
            <a:t>n5400</a:t>
          </a:r>
        </a:p>
      </dgm:t>
    </dgm:pt>
    <dgm:pt modelId="5401">
      <dgm:t>
        <a:p>
          <a:r>
            <a:t>n5401</a:t>
          </a:r>
        </a:p>
      </dgm:t>
    </dgm:pt>
    <dgm:pt modelId="5402">
      <dgm:t>
        <a:p>
          <a:r>
            <a:t>n5402</a:t>
          </a:r>
        </a:p>
      </dgm:t>
    </dgm:pt>
    <dgm:pt modelId="5403">
      <dgm:t>
        <a:p>
          <a:r>
            <a:t>n5403</a:t>
          </a:r>
        </a:p>
      </dgm:t>
    </dgm:pt>
    <dgm:pt modelId="5404">
      <dgm:t>
        <a:p>
          <a:r>
            <a:t>n5404</a:t>
          </a:r>
        </a:p>
      </dgm:t>
    </dgm:pt>
    <dgm:pt modelId="5405">
      <dgm:t>
        <a:p>
          <a:r>
            <a:t>n5405</a:t>
          </a:r>
        </a:p>
      </dgm:t>
    </dgm:pt>
    <dgm:pt modelId="5406">
      <dgm:t>
        <a:p>
          <a:r>
            <a:t>n5406</a:t>
          </a:r>
        </a:p>
      </dgm:t>
    </dgm:pt>
    <dgm:pt modelId="5407">
      <dgm:t>
        <a:p>
          <a:r>
            <a:t>n5407</a:t>
          </a:r>
        </a:p>
      </dgm:t>
    </dgm:pt>
    <dgm:pt modelId="5408">
      <dgm:t>
        <a:p>
          <a:r>
            <a:t>n5408</a:t>
          </a:r>
        </a:p>
      </dgm:t>
    </dgm:pt>
    <dgm:pt modelId="5409">
      <dgm:t>
        <a:p>
          <a:r>
            <a:t>n5409</a:t>
          </a:r>
        </a:p>
      </dgm:t>
    </dgm:pt>
    <dgm:pt modelId="5410">
      <dgm:t>
        <a:p>
          <a:r>
            <a:t>n5410</a:t>
          </a:r>
        </a:p>
      </dgm:t>
    </dgm:pt>
    <dgm:pt modelId="5411">
      <dgm:t>
        <a:p>
          <a:r>
            <a:t>n5411</a:t>
          </a:r>
        </a:p>
      </dgm:t>
    </dgm:pt>
    <dgm:pt modelId="5412">
      <dgm:t>
        <a:p>
          <a:r>
            <a:t>n5412</a:t>
          </a:r>
        </a:p>
      </dgm:t>
    </dgm:pt>
    <dgm:pt modelId="5413">
      <dgm:t>
        <a:p>
          <a:r>
            <a:t>n5413</a:t>
          </a:r>
        </a:p>
      </dgm:t>
    </dgm:pt>
    <dgm:pt modelId="5414">
      <dgm:t>
        <a:p>
          <a:r>
            <a:t>n5414</a:t>
          </a:r>
        </a:p>
      </dgm:t>
    </dgm:pt>
    <dgm:pt modelId="5415">
      <dgm:t>
        <a:p>
          <a:r>
            <a:t>n5415</a:t>
          </a:r>
        </a:p>
      </dgm:t>
    </dgm:pt>
    <dgm:pt modelId="5416">
      <dgm:t>
        <a:p>
          <a:r>
            <a:t>n5416</a:t>
          </a:r>
        </a:p>
      </dgm:t>
    </dgm:pt>
    <dgm:pt modelId="5417">
      <dgm:t>
        <a:p>
          <a:r>
            <a:t>n5417</a:t>
          </a:r>
        </a:p>
      </dgm:t>
    </dgm:pt>
    <dgm:pt modelId="5418">
      <dgm:t>
        <a:p>
          <a:r>
            <a:t>n5418</a:t>
          </a:r>
        </a:p>
      </dgm:t>
    </dgm:pt>
    <dgm:pt modelId="5419">
      <dgm:t>
        <a:p>
          <a:r>
            <a:t>n5419</a:t>
          </a:r>
        </a:p>
      </dgm:t>
    </dgm:pt>
    <dgm:pt modelId="5420">
      <dgm:t>
        <a:p>
          <a:r>
            <a:t>n5420</a:t>
          </a:r>
        </a:p>
      </dgm:t>
    </dgm:pt>
    <dgm:pt modelId="5421">
      <dgm:t>
        <a:p>
          <a:r>
            <a:t>n5421</a:t>
          </a:r>
        </a:p>
      </dgm:t>
    </dgm:pt>
    <dgm:pt modelId="5422">
      <dgm:t>
        <a:p>
          <a:r>
            <a:t>n5422</a:t>
          </a:r>
        </a:p>
      </dgm:t>
    </dgm:pt>
    <dgm:pt modelId="5423">
      <dgm:t>
        <a:p>
          <a:r>
            <a:t>n5423</a:t>
          </a:r>
        </a:p>
      </dgm:t>
    </dgm:pt>
    <dgm:pt modelId="5424">
      <dgm:t>
        <a:p>
          <a:r>
            <a:t>n5424</a:t>
          </a:r>
        </a:p>
      </dgm:t>
    </dgm:pt>
    <dgm:pt modelId="5425">
      <dgm:t>
        <a:p>
          <a:r>
            <a:t>n5425</a:t>
          </a:r>
        </a:p>
      </dgm:t>
    </dgm:pt>
    <dgm:pt modelId="5426">
      <dgm:t>
        <a:p>
          <a:r>
            <a:t>n5426</a:t>
          </a:r>
        </a:p>
      </dgm:t>
    </dgm:pt>
    <dgm:pt modelId="5427">
      <dgm:t>
        <a:p>
          <a:r>
            <a:t>n5427</a:t>
          </a:r>
        </a:p>
      </dgm:t>
    </dgm:pt>
    <dgm:pt modelId="5428">
      <dgm:t>
        <a:p>
          <a:r>
            <a:t>n5428</a:t>
          </a:r>
        </a:p>
      </dgm:t>
    </dgm:pt>
    <dgm:pt modelId="5429">
      <dgm:t>
        <a:p>
          <a:r>
            <a:t>n5429</a:t>
          </a:r>
        </a:p>
      </dgm:t>
    </dgm:pt>
    <dgm:pt modelId="5430">
      <dgm:t>
        <a:p>
          <a:r>
            <a:t>n5430</a:t>
          </a:r>
        </a:p>
      </dgm:t>
    </dgm:pt>
    <dgm:pt modelId="5431">
      <dgm:t>
        <a:p>
          <a:r>
            <a:t>n5431</a:t>
          </a:r>
        </a:p>
      </dgm:t>
    </dgm:pt>
    <dgm:pt modelId="5432">
      <dgm:t>
        <a:p>
          <a:r>
            <a:t>n5432</a:t>
          </a:r>
        </a:p>
      </dgm:t>
    </dgm:pt>
    <dgm:pt modelId="5433">
      <dgm:t>
        <a:p>
          <a:r>
            <a:t>n5433</a:t>
          </a:r>
        </a:p>
      </dgm:t>
    </dgm:pt>
    <dgm:pt modelId="5434">
      <dgm:t>
        <a:p>
          <a:r>
            <a:t>n5434</a:t>
          </a:r>
        </a:p>
      </dgm:t>
    </dgm:pt>
    <dgm:pt modelId="5435">
      <dgm:t>
        <a:p>
          <a:r>
            <a:t>n5435</a:t>
          </a:r>
        </a:p>
      </dgm:t>
    </dgm:pt>
    <dgm:pt modelId="5436">
      <dgm:t>
        <a:p>
          <a:r>
            <a:t>n5436</a:t>
          </a:r>
        </a:p>
      </dgm:t>
    </dgm:pt>
    <dgm:pt modelId="5437">
      <dgm:t>
        <a:p>
          <a:r>
            <a:t>n5437</a:t>
          </a:r>
        </a:p>
      </dgm:t>
    </dgm:pt>
    <dgm:pt modelId="5438">
      <dgm:t>
        <a:p>
          <a:r>
            <a:t>n5438</a:t>
          </a:r>
        </a:p>
      </dgm:t>
    </dgm:pt>
    <dgm:pt modelId="5439">
      <dgm:t>
        <a:p>
          <a:r>
            <a:t>n5439</a:t>
          </a:r>
        </a:p>
      </dgm:t>
    </dgm:pt>
    <dgm:pt modelId="5440">
      <dgm:t>
        <a:p>
          <a:r>
            <a:t>n5440</a:t>
          </a:r>
        </a:p>
      </dgm:t>
    </dgm:pt>
    <dgm:pt modelId="5441">
      <dgm:t>
        <a:p>
          <a:r>
            <a:t>n5441</a:t>
          </a:r>
        </a:p>
      </dgm:t>
    </dgm:pt>
    <dgm:pt modelId="5442">
      <dgm:t>
        <a:p>
          <a:r>
            <a:t>n5442</a:t>
          </a:r>
        </a:p>
      </dgm:t>
    </dgm:pt>
    <dgm:pt modelId="5443">
      <dgm:t>
        <a:p>
          <a:r>
            <a:t>n5443</a:t>
          </a:r>
        </a:p>
      </dgm:t>
    </dgm:pt>
    <dgm:pt modelId="5444">
      <dgm:t>
        <a:p>
          <a:r>
            <a:t>n5444</a:t>
          </a:r>
        </a:p>
      </dgm:t>
    </dgm:pt>
    <dgm:pt modelId="5445">
      <dgm:t>
        <a:p>
          <a:r>
            <a:t>n5445</a:t>
          </a:r>
        </a:p>
      </dgm:t>
    </dgm:pt>
    <dgm:pt modelId="5446">
      <dgm:t>
        <a:p>
          <a:r>
            <a:t>n5446</a:t>
          </a:r>
        </a:p>
      </dgm:t>
    </dgm:pt>
    <dgm:pt modelId="5447">
      <dgm:t>
        <a:p>
          <a:r>
            <a:t>n5447</a:t>
          </a:r>
        </a:p>
      </dgm:t>
    </dgm:pt>
    <dgm:pt modelId="5448">
      <dgm:t>
        <a:p>
          <a:r>
            <a:t>n5448</a:t>
          </a:r>
        </a:p>
      </dgm:t>
    </dgm:pt>
    <dgm:pt modelId="5449">
      <dgm:t>
        <a:p>
          <a:r>
            <a:t>n5449</a:t>
          </a:r>
        </a:p>
      </dgm:t>
    </dgm:pt>
    <dgm:pt modelId="5450">
      <dgm:t>
        <a:p>
          <a:r>
            <a:t>n5450</a:t>
          </a:r>
        </a:p>
      </dgm:t>
    </dgm:pt>
    <dgm:pt modelId="5451">
      <dgm:t>
        <a:p>
          <a:r>
            <a:t>n5451</a:t>
          </a:r>
        </a:p>
      </dgm:t>
    </dgm:pt>
    <dgm:pt modelId="5452">
      <dgm:t>
        <a:p>
          <a:r>
            <a:t>n5452</a:t>
          </a:r>
        </a:p>
      </dgm:t>
    </dgm:pt>
    <dgm:pt modelId="5453">
      <dgm:t>
        <a:p>
          <a:r>
            <a:t>n5453</a:t>
          </a:r>
        </a:p>
      </dgm:t>
    </dgm:pt>
    <dgm:pt modelId="5454">
      <dgm:t>
        <a:p>
          <a:r>
            <a:t>n5454</a:t>
          </a:r>
        </a:p>
      </dgm:t>
    </dgm:pt>
    <dgm:pt modelId="5455">
      <dgm:t>
        <a:p>
          <a:r>
            <a:t>n5455</a:t>
          </a:r>
        </a:p>
      </dgm:t>
    </dgm:pt>
    <dgm:pt modelId="5456">
      <dgm:t>
        <a:p>
          <a:r>
            <a:t>n5456</a:t>
          </a:r>
        </a:p>
      </dgm:t>
    </dgm:pt>
    <dgm:pt modelId="5457">
      <dgm:t>
        <a:p>
          <a:r>
            <a:t>n5457</a:t>
          </a:r>
        </a:p>
      </dgm:t>
    </dgm:pt>
    <dgm:pt modelId="5458">
      <dgm:t>
        <a:p>
          <a:r>
            <a:t>n5458</a:t>
          </a:r>
        </a:p>
      </dgm:t>
    </dgm:pt>
    <dgm:pt modelId="5459">
      <dgm:t>
        <a:p>
          <a:r>
            <a:t>n5459</a:t>
          </a:r>
        </a:p>
      </dgm:t>
    </dgm:pt>
    <dgm:pt modelId="5460">
      <dgm:t>
        <a:p>
          <a:r>
            <a:t>n5460</a:t>
          </a:r>
        </a:p>
      </dgm:t>
    </dgm:pt>
    <dgm:pt modelId="5461">
      <dgm:t>
        <a:p>
          <a:r>
            <a:t>n5461</a:t>
          </a:r>
        </a:p>
      </dgm:t>
    </dgm:pt>
    <dgm:pt modelId="5462">
      <dgm:t>
        <a:p>
          <a:r>
            <a:t>n5462</a:t>
          </a:r>
        </a:p>
      </dgm:t>
    </dgm:pt>
    <dgm:pt modelId="5463">
      <dgm:t>
        <a:p>
          <a:r>
            <a:t>n5463</a:t>
          </a:r>
        </a:p>
      </dgm:t>
    </dgm:pt>
    <dgm:pt modelId="5464">
      <dgm:t>
        <a:p>
          <a:r>
            <a:t>n5464</a:t>
          </a:r>
        </a:p>
      </dgm:t>
    </dgm:pt>
    <dgm:pt modelId="5465">
      <dgm:t>
        <a:p>
          <a:r>
            <a:t>n5465</a:t>
          </a:r>
        </a:p>
      </dgm:t>
    </dgm:pt>
    <dgm:pt modelId="5466">
      <dgm:t>
        <a:p>
          <a:r>
            <a:t>n5466</a:t>
          </a:r>
        </a:p>
      </dgm:t>
    </dgm:pt>
    <dgm:pt modelId="5467">
      <dgm:t>
        <a:p>
          <a:r>
            <a:t>n5467</a:t>
          </a:r>
        </a:p>
      </dgm:t>
    </dgm:pt>
    <dgm:pt modelId="5468">
      <dgm:t>
        <a:p>
          <a:r>
            <a:t>n5468</a:t>
          </a:r>
        </a:p>
      </dgm:t>
    </dgm:pt>
    <dgm:pt modelId="5469">
      <dgm:t>
        <a:p>
          <a:r>
            <a:t>n5469</a:t>
          </a:r>
        </a:p>
      </dgm:t>
    </dgm:pt>
    <dgm:pt modelId="5470">
      <dgm:t>
        <a:p>
          <a:r>
            <a:t>n5470</a:t>
          </a:r>
        </a:p>
      </dgm:t>
    </dgm:pt>
    <dgm:pt modelId="5471">
      <dgm:t>
        <a:p>
          <a:r>
            <a:t>n5471</a:t>
          </a:r>
        </a:p>
      </dgm:t>
    </dgm:pt>
    <dgm:pt modelId="5472">
      <dgm:t>
        <a:p>
          <a:r>
            <a:t>n5472</a:t>
          </a:r>
        </a:p>
      </dgm:t>
    </dgm:pt>
    <dgm:pt modelId="5473">
      <dgm:t>
        <a:p>
          <a:r>
            <a:t>n5473</a:t>
          </a:r>
        </a:p>
      </dgm:t>
    </dgm:pt>
    <dgm:pt modelId="5474">
      <dgm:t>
        <a:p>
          <a:r>
            <a:t>n5474</a:t>
          </a:r>
        </a:p>
      </dgm:t>
    </dgm:pt>
    <dgm:pt modelId="5475">
      <dgm:t>
        <a:p>
          <a:r>
            <a:t>n5475</a:t>
          </a:r>
        </a:p>
      </dgm:t>
    </dgm:pt>
    <dgm:pt modelId="5476">
      <dgm:t>
        <a:p>
          <a:r>
            <a:t>n5476</a:t>
          </a:r>
        </a:p>
      </dgm:t>
    </dgm:pt>
    <dgm:pt modelId="5477">
      <dgm:t>
        <a:p>
          <a:r>
            <a:t>n5477</a:t>
          </a:r>
        </a:p>
      </dgm:t>
    </dgm:pt>
    <dgm:pt modelId="5478">
      <dgm:t>
        <a:p>
          <a:r>
            <a:t>n5478</a:t>
          </a:r>
        </a:p>
      </dgm:t>
    </dgm:pt>
    <dgm:pt modelId="5479">
      <dgm:t>
        <a:p>
          <a:r>
            <a:t>n5479</a:t>
          </a:r>
        </a:p>
      </dgm:t>
    </dgm:pt>
    <dgm:pt modelId="5480">
      <dgm:t>
        <a:p>
          <a:r>
            <a:t>n5480</a:t>
          </a:r>
        </a:p>
      </dgm:t>
    </dgm:pt>
    <dgm:pt modelId="5481">
      <dgm:t>
        <a:p>
          <a:r>
            <a:t>n5481</a:t>
          </a:r>
        </a:p>
      </dgm:t>
    </dgm:pt>
    <dgm:pt modelId="5482">
      <dgm:t>
        <a:p>
          <a:r>
            <a:t>n5482</a:t>
          </a:r>
        </a:p>
      </dgm:t>
    </dgm:pt>
    <dgm:pt modelId="5483">
      <dgm:t>
        <a:p>
          <a:r>
            <a:t>n5483</a:t>
          </a:r>
        </a:p>
      </dgm:t>
    </dgm:pt>
    <dgm:pt modelId="5484">
      <dgm:t>
        <a:p>
          <a:r>
            <a:t>n5484</a:t>
          </a:r>
        </a:p>
      </dgm:t>
    </dgm:pt>
    <dgm:pt modelId="5485">
      <dgm:t>
        <a:p>
          <a:r>
            <a:t>n5485</a:t>
          </a:r>
        </a:p>
      </dgm:t>
    </dgm:pt>
    <dgm:pt modelId="5486">
      <dgm:t>
        <a:p>
          <a:r>
            <a:t>n5486</a:t>
          </a:r>
        </a:p>
      </dgm:t>
    </dgm:pt>
    <dgm:pt modelId="5487">
      <dgm:t>
        <a:p>
          <a:r>
            <a:t>n5487</a:t>
          </a:r>
        </a:p>
      </dgm:t>
    </dgm:pt>
    <dgm:pt modelId="5488">
      <dgm:t>
        <a:p>
          <a:r>
            <a:t>n5488</a:t>
          </a:r>
        </a:p>
      </dgm:t>
    </dgm:pt>
    <dgm:pt modelId="5489">
      <dgm:t>
        <a:p>
          <a:r>
            <a:t>n5489</a:t>
          </a:r>
        </a:p>
      </dgm:t>
    </dgm:pt>
    <dgm:pt modelId="5490">
      <dgm:t>
        <a:p>
          <a:r>
            <a:t>n5490</a:t>
          </a:r>
        </a:p>
      </dgm:t>
    </dgm:pt>
    <dgm:pt modelId="5491">
      <dgm:t>
        <a:p>
          <a:r>
            <a:t>n5491</a:t>
          </a:r>
        </a:p>
      </dgm:t>
    </dgm:pt>
    <dgm:pt modelId="5492">
      <dgm:t>
        <a:p>
          <a:r>
            <a:t>n5492</a:t>
          </a:r>
        </a:p>
      </dgm:t>
    </dgm:pt>
    <dgm:pt modelId="5493">
      <dgm:t>
        <a:p>
          <a:r>
            <a:t>n5493</a:t>
          </a:r>
        </a:p>
      </dgm:t>
    </dgm:pt>
    <dgm:pt modelId="5494">
      <dgm:t>
        <a:p>
          <a:r>
            <a:t>n5494</a:t>
          </a:r>
        </a:p>
      </dgm:t>
    </dgm:pt>
    <dgm:pt modelId="5495">
      <dgm:t>
        <a:p>
          <a:r>
            <a:t>n5495</a:t>
          </a:r>
        </a:p>
      </dgm:t>
    </dgm:pt>
    <dgm:pt modelId="5496">
      <dgm:t>
        <a:p>
          <a:r>
            <a:t>n5496</a:t>
          </a:r>
        </a:p>
      </dgm:t>
    </dgm:pt>
    <dgm:pt modelId="5497">
      <dgm:t>
        <a:p>
          <a:r>
            <a:t>n5497</a:t>
          </a:r>
        </a:p>
      </dgm:t>
    </dgm:pt>
    <dgm:pt modelId="5498">
      <dgm:t>
        <a:p>
          <a:r>
            <a:t>n5498</a:t>
          </a:r>
        </a:p>
      </dgm:t>
    </dgm:pt>
    <dgm:pt modelId="5499">
      <dgm:t>
        <a:p>
          <a:r>
            <a:t>n5499</a:t>
          </a:r>
        </a:p>
      </dgm:t>
    </dgm:pt>
    <dgm:pt modelId="5500">
      <dgm:t>
        <a:p>
          <a:r>
            <a:t>n5500</a:t>
          </a:r>
        </a:p>
      </dgm:t>
    </dgm:pt>
    <dgm:pt modelId="5501">
      <dgm:t>
        <a:p>
          <a:r>
            <a:t>n5501</a:t>
          </a:r>
        </a:p>
      </dgm:t>
    </dgm:pt>
    <dgm:pt modelId="5502">
      <dgm:t>
        <a:p>
          <a:r>
            <a:t>n5502</a:t>
          </a:r>
        </a:p>
      </dgm:t>
    </dgm:pt>
    <dgm:pt modelId="5503">
      <dgm:t>
        <a:p>
          <a:r>
            <a:t>n5503</a:t>
          </a:r>
        </a:p>
      </dgm:t>
    </dgm:pt>
    <dgm:pt modelId="5504">
      <dgm:t>
        <a:p>
          <a:r>
            <a:t>n5504</a:t>
          </a:r>
        </a:p>
      </dgm:t>
    </dgm:pt>
    <dgm:pt modelId="5505">
      <dgm:t>
        <a:p>
          <a:r>
            <a:t>n5505</a:t>
          </a:r>
        </a:p>
      </dgm:t>
    </dgm:pt>
    <dgm:pt modelId="5506">
      <dgm:t>
        <a:p>
          <a:r>
            <a:t>n5506</a:t>
          </a:r>
        </a:p>
      </dgm:t>
    </dgm:pt>
    <dgm:pt modelId="5507">
      <dgm:t>
        <a:p>
          <a:r>
            <a:t>n5507</a:t>
          </a:r>
        </a:p>
      </dgm:t>
    </dgm:pt>
    <dgm:pt modelId="5508">
      <dgm:t>
        <a:p>
          <a:r>
            <a:t>n5508</a:t>
          </a:r>
        </a:p>
      </dgm:t>
    </dgm:pt>
    <dgm:pt modelId="5509">
      <dgm:t>
        <a:p>
          <a:r>
            <a:t>n5509</a:t>
          </a:r>
        </a:p>
      </dgm:t>
    </dgm:pt>
    <dgm:pt modelId="5510">
      <dgm:t>
        <a:p>
          <a:r>
            <a:t>n5510</a:t>
          </a:r>
        </a:p>
      </dgm:t>
    </dgm:pt>
    <dgm:pt modelId="5511">
      <dgm:t>
        <a:p>
          <a:r>
            <a:t>n5511</a:t>
          </a:r>
        </a:p>
      </dgm:t>
    </dgm:pt>
    <dgm:pt modelId="5512">
      <dgm:t>
        <a:p>
          <a:r>
            <a:t>n5512</a:t>
          </a:r>
        </a:p>
      </dgm:t>
    </dgm:pt>
    <dgm:pt modelId="5513">
      <dgm:t>
        <a:p>
          <a:r>
            <a:t>n5513</a:t>
          </a:r>
        </a:p>
      </dgm:t>
    </dgm:pt>
    <dgm:pt modelId="5514">
      <dgm:t>
        <a:p>
          <a:r>
            <a:t>n5514</a:t>
          </a:r>
        </a:p>
      </dgm:t>
    </dgm:pt>
    <dgm:pt modelId="5515">
      <dgm:t>
        <a:p>
          <a:r>
            <a:t>n5515</a:t>
          </a:r>
        </a:p>
      </dgm:t>
    </dgm:pt>
    <dgm:pt modelId="5516">
      <dgm:t>
        <a:p>
          <a:r>
            <a:t>n5516</a:t>
          </a:r>
        </a:p>
      </dgm:t>
    </dgm:pt>
    <dgm:pt modelId="5517">
      <dgm:t>
        <a:p>
          <a:r>
            <a:t>n5517</a:t>
          </a:r>
        </a:p>
      </dgm:t>
    </dgm:pt>
    <dgm:pt modelId="5518">
      <dgm:t>
        <a:p>
          <a:r>
            <a:t>n5518</a:t>
          </a:r>
        </a:p>
      </dgm:t>
    </dgm:pt>
    <dgm:pt modelId="5519">
      <dgm:t>
        <a:p>
          <a:r>
            <a:t>n5519</a:t>
          </a:r>
        </a:p>
      </dgm:t>
    </dgm:pt>
    <dgm:pt modelId="5520">
      <dgm:t>
        <a:p>
          <a:r>
            <a:t>n5520</a:t>
          </a:r>
        </a:p>
      </dgm:t>
    </dgm:pt>
    <dgm:pt modelId="5521">
      <dgm:t>
        <a:p>
          <a:r>
            <a:t>n5521</a:t>
          </a:r>
        </a:p>
      </dgm:t>
    </dgm:pt>
    <dgm:pt modelId="5522">
      <dgm:t>
        <a:p>
          <a:r>
            <a:t>n5522</a:t>
          </a:r>
        </a:p>
      </dgm:t>
    </dgm:pt>
    <dgm:pt modelId="5523">
      <dgm:t>
        <a:p>
          <a:r>
            <a:t>n5523</a:t>
          </a:r>
        </a:p>
      </dgm:t>
    </dgm:pt>
    <dgm:pt modelId="5524">
      <dgm:t>
        <a:p>
          <a:r>
            <a:t>n5524</a:t>
          </a:r>
        </a:p>
      </dgm:t>
    </dgm:pt>
    <dgm:pt modelId="5525">
      <dgm:t>
        <a:p>
          <a:r>
            <a:t>n5525</a:t>
          </a:r>
        </a:p>
      </dgm:t>
    </dgm:pt>
    <dgm:pt modelId="5526">
      <dgm:t>
        <a:p>
          <a:r>
            <a:t>n5526</a:t>
          </a:r>
        </a:p>
      </dgm:t>
    </dgm:pt>
    <dgm:pt modelId="5527">
      <dgm:t>
        <a:p>
          <a:r>
            <a:t>n5527</a:t>
          </a:r>
        </a:p>
      </dgm:t>
    </dgm:pt>
    <dgm:pt modelId="5528">
      <dgm:t>
        <a:p>
          <a:r>
            <a:t>n5528</a:t>
          </a:r>
        </a:p>
      </dgm:t>
    </dgm:pt>
    <dgm:pt modelId="5529">
      <dgm:t>
        <a:p>
          <a:r>
            <a:t>n5529</a:t>
          </a:r>
        </a:p>
      </dgm:t>
    </dgm:pt>
    <dgm:pt modelId="5530">
      <dgm:t>
        <a:p>
          <a:r>
            <a:t>n5530</a:t>
          </a:r>
        </a:p>
      </dgm:t>
    </dgm:pt>
    <dgm:pt modelId="5531">
      <dgm:t>
        <a:p>
          <a:r>
            <a:t>n5531</a:t>
          </a:r>
        </a:p>
      </dgm:t>
    </dgm:pt>
    <dgm:pt modelId="5532">
      <dgm:t>
        <a:p>
          <a:r>
            <a:t>n5532</a:t>
          </a:r>
        </a:p>
      </dgm:t>
    </dgm:pt>
    <dgm:pt modelId="5533">
      <dgm:t>
        <a:p>
          <a:r>
            <a:t>n5533</a:t>
          </a:r>
        </a:p>
      </dgm:t>
    </dgm:pt>
    <dgm:pt modelId="5534">
      <dgm:t>
        <a:p>
          <a:r>
            <a:t>n5534</a:t>
          </a:r>
        </a:p>
      </dgm:t>
    </dgm:pt>
    <dgm:pt modelId="5535">
      <dgm:t>
        <a:p>
          <a:r>
            <a:t>n5535</a:t>
          </a:r>
        </a:p>
      </dgm:t>
    </dgm:pt>
    <dgm:pt modelId="5536">
      <dgm:t>
        <a:p>
          <a:r>
            <a:t>n5536</a:t>
          </a:r>
        </a:p>
      </dgm:t>
    </dgm:pt>
    <dgm:pt modelId="5537">
      <dgm:t>
        <a:p>
          <a:r>
            <a:t>n5537</a:t>
          </a:r>
        </a:p>
      </dgm:t>
    </dgm:pt>
    <dgm:pt modelId="5538">
      <dgm:t>
        <a:p>
          <a:r>
            <a:t>n5538</a:t>
          </a:r>
        </a:p>
      </dgm:t>
    </dgm:pt>
    <dgm:pt modelId="5539">
      <dgm:t>
        <a:p>
          <a:r>
            <a:t>n5539</a:t>
          </a:r>
        </a:p>
      </dgm:t>
    </dgm:pt>
    <dgm:pt modelId="5540">
      <dgm:t>
        <a:p>
          <a:r>
            <a:t>n5540</a:t>
          </a:r>
        </a:p>
      </dgm:t>
    </dgm:pt>
    <dgm:pt modelId="5541">
      <dgm:t>
        <a:p>
          <a:r>
            <a:t>n5541</a:t>
          </a:r>
        </a:p>
      </dgm:t>
    </dgm:pt>
    <dgm:pt modelId="5542">
      <dgm:t>
        <a:p>
          <a:r>
            <a:t>n5542</a:t>
          </a:r>
        </a:p>
      </dgm:t>
    </dgm:pt>
    <dgm:pt modelId="5543">
      <dgm:t>
        <a:p>
          <a:r>
            <a:t>n5543</a:t>
          </a:r>
        </a:p>
      </dgm:t>
    </dgm:pt>
    <dgm:pt modelId="5544">
      <dgm:t>
        <a:p>
          <a:r>
            <a:t>n5544</a:t>
          </a:r>
        </a:p>
      </dgm:t>
    </dgm:pt>
    <dgm:pt modelId="5545">
      <dgm:t>
        <a:p>
          <a:r>
            <a:t>n5545</a:t>
          </a:r>
        </a:p>
      </dgm:t>
    </dgm:pt>
    <dgm:pt modelId="5546">
      <dgm:t>
        <a:p>
          <a:r>
            <a:t>n5546</a:t>
          </a:r>
        </a:p>
      </dgm:t>
    </dgm:pt>
    <dgm:pt modelId="5547">
      <dgm:t>
        <a:p>
          <a:r>
            <a:t>n5547</a:t>
          </a:r>
        </a:p>
      </dgm:t>
    </dgm:pt>
    <dgm:pt modelId="5548">
      <dgm:t>
        <a:p>
          <a:r>
            <a:t>n5548</a:t>
          </a:r>
        </a:p>
      </dgm:t>
    </dgm:pt>
    <dgm:pt modelId="5549">
      <dgm:t>
        <a:p>
          <a:r>
            <a:t>n5549</a:t>
          </a:r>
        </a:p>
      </dgm:t>
    </dgm:pt>
    <dgm:pt modelId="5550">
      <dgm:t>
        <a:p>
          <a:r>
            <a:t>n5550</a:t>
          </a:r>
        </a:p>
      </dgm:t>
    </dgm:pt>
    <dgm:pt modelId="5551">
      <dgm:t>
        <a:p>
          <a:r>
            <a:t>n5551</a:t>
          </a:r>
        </a:p>
      </dgm:t>
    </dgm:pt>
    <dgm:pt modelId="5552">
      <dgm:t>
        <a:p>
          <a:r>
            <a:t>n5552</a:t>
          </a:r>
        </a:p>
      </dgm:t>
    </dgm:pt>
    <dgm:pt modelId="5553">
      <dgm:t>
        <a:p>
          <a:r>
            <a:t>n5553</a:t>
          </a:r>
        </a:p>
      </dgm:t>
    </dgm:pt>
    <dgm:pt modelId="5554">
      <dgm:t>
        <a:p>
          <a:r>
            <a:t>n5554</a:t>
          </a:r>
        </a:p>
      </dgm:t>
    </dgm:pt>
    <dgm:pt modelId="5555">
      <dgm:t>
        <a:p>
          <a:r>
            <a:t>n5555</a:t>
          </a:r>
        </a:p>
      </dgm:t>
    </dgm:pt>
    <dgm:pt modelId="5556">
      <dgm:t>
        <a:p>
          <a:r>
            <a:t>n5556</a:t>
          </a:r>
        </a:p>
      </dgm:t>
    </dgm:pt>
    <dgm:pt modelId="5557">
      <dgm:t>
        <a:p>
          <a:r>
            <a:t>n5557</a:t>
          </a:r>
        </a:p>
      </dgm:t>
    </dgm:pt>
    <dgm:pt modelId="5558">
      <dgm:t>
        <a:p>
          <a:r>
            <a:t>n5558</a:t>
          </a:r>
        </a:p>
      </dgm:t>
    </dgm:pt>
    <dgm:pt modelId="5559">
      <dgm:t>
        <a:p>
          <a:r>
            <a:t>n5559</a:t>
          </a:r>
        </a:p>
      </dgm:t>
    </dgm:pt>
    <dgm:pt modelId="5560">
      <dgm:t>
        <a:p>
          <a:r>
            <a:t>n5560</a:t>
          </a:r>
        </a:p>
      </dgm:t>
    </dgm:pt>
    <dgm:pt modelId="5561">
      <dgm:t>
        <a:p>
          <a:r>
            <a:t>n5561</a:t>
          </a:r>
        </a:p>
      </dgm:t>
    </dgm:pt>
    <dgm:pt modelId="5562">
      <dgm:t>
        <a:p>
          <a:r>
            <a:t>n5562</a:t>
          </a:r>
        </a:p>
      </dgm:t>
    </dgm:pt>
    <dgm:pt modelId="5563">
      <dgm:t>
        <a:p>
          <a:r>
            <a:t>n5563</a:t>
          </a:r>
        </a:p>
      </dgm:t>
    </dgm:pt>
    <dgm:pt modelId="5564">
      <dgm:t>
        <a:p>
          <a:r>
            <a:t>n5564</a:t>
          </a:r>
        </a:p>
      </dgm:t>
    </dgm:pt>
    <dgm:pt modelId="5565">
      <dgm:t>
        <a:p>
          <a:r>
            <a:t>n5565</a:t>
          </a:r>
        </a:p>
      </dgm:t>
    </dgm:pt>
    <dgm:pt modelId="5566">
      <dgm:t>
        <a:p>
          <a:r>
            <a:t>n5566</a:t>
          </a:r>
        </a:p>
      </dgm:t>
    </dgm:pt>
    <dgm:pt modelId="5567">
      <dgm:t>
        <a:p>
          <a:r>
            <a:t>n5567</a:t>
          </a:r>
        </a:p>
      </dgm:t>
    </dgm:pt>
    <dgm:pt modelId="5568">
      <dgm:t>
        <a:p>
          <a:r>
            <a:t>n5568</a:t>
          </a:r>
        </a:p>
      </dgm:t>
    </dgm:pt>
    <dgm:pt modelId="5569">
      <dgm:t>
        <a:p>
          <a:r>
            <a:t>n5569</a:t>
          </a:r>
        </a:p>
      </dgm:t>
    </dgm:pt>
    <dgm:pt modelId="5570">
      <dgm:t>
        <a:p>
          <a:r>
            <a:t>n5570</a:t>
          </a:r>
        </a:p>
      </dgm:t>
    </dgm:pt>
    <dgm:pt modelId="5571">
      <dgm:t>
        <a:p>
          <a:r>
            <a:t>n5571</a:t>
          </a:r>
        </a:p>
      </dgm:t>
    </dgm:pt>
    <dgm:pt modelId="5572">
      <dgm:t>
        <a:p>
          <a:r>
            <a:t>n5572</a:t>
          </a:r>
        </a:p>
      </dgm:t>
    </dgm:pt>
    <dgm:pt modelId="5573">
      <dgm:t>
        <a:p>
          <a:r>
            <a:t>n5573</a:t>
          </a:r>
        </a:p>
      </dgm:t>
    </dgm:pt>
    <dgm:pt modelId="5574">
      <dgm:t>
        <a:p>
          <a:r>
            <a:t>n5574</a:t>
          </a:r>
        </a:p>
      </dgm:t>
    </dgm:pt>
    <dgm:pt modelId="5575">
      <dgm:t>
        <a:p>
          <a:r>
            <a:t>n5575</a:t>
          </a:r>
        </a:p>
      </dgm:t>
    </dgm:pt>
    <dgm:pt modelId="5576">
      <dgm:t>
        <a:p>
          <a:r>
            <a:t>n5576</a:t>
          </a:r>
        </a:p>
      </dgm:t>
    </dgm:pt>
    <dgm:pt modelId="5577">
      <dgm:t>
        <a:p>
          <a:r>
            <a:t>n5577</a:t>
          </a:r>
        </a:p>
      </dgm:t>
    </dgm:pt>
    <dgm:pt modelId="5578">
      <dgm:t>
        <a:p>
          <a:r>
            <a:t>n5578</a:t>
          </a:r>
        </a:p>
      </dgm:t>
    </dgm:pt>
    <dgm:pt modelId="5579">
      <dgm:t>
        <a:p>
          <a:r>
            <a:t>n5579</a:t>
          </a:r>
        </a:p>
      </dgm:t>
    </dgm:pt>
    <dgm:pt modelId="5580">
      <dgm:t>
        <a:p>
          <a:r>
            <a:t>n5580</a:t>
          </a:r>
        </a:p>
      </dgm:t>
    </dgm:pt>
    <dgm:pt modelId="5581">
      <dgm:t>
        <a:p>
          <a:r>
            <a:t>n5581</a:t>
          </a:r>
        </a:p>
      </dgm:t>
    </dgm:pt>
    <dgm:pt modelId="5582">
      <dgm:t>
        <a:p>
          <a:r>
            <a:t>n5582</a:t>
          </a:r>
        </a:p>
      </dgm:t>
    </dgm:pt>
    <dgm:pt modelId="5583">
      <dgm:t>
        <a:p>
          <a:r>
            <a:t>n5583</a:t>
          </a:r>
        </a:p>
      </dgm:t>
    </dgm:pt>
    <dgm:pt modelId="5584">
      <dgm:t>
        <a:p>
          <a:r>
            <a:t>n5584</a:t>
          </a:r>
        </a:p>
      </dgm:t>
    </dgm:pt>
    <dgm:pt modelId="5585">
      <dgm:t>
        <a:p>
          <a:r>
            <a:t>n5585</a:t>
          </a:r>
        </a:p>
      </dgm:t>
    </dgm:pt>
    <dgm:pt modelId="5586">
      <dgm:t>
        <a:p>
          <a:r>
            <a:t>n5586</a:t>
          </a:r>
        </a:p>
      </dgm:t>
    </dgm:pt>
    <dgm:pt modelId="5587">
      <dgm:t>
        <a:p>
          <a:r>
            <a:t>n5587</a:t>
          </a:r>
        </a:p>
      </dgm:t>
    </dgm:pt>
    <dgm:pt modelId="5588">
      <dgm:t>
        <a:p>
          <a:r>
            <a:t>n5588</a:t>
          </a:r>
        </a:p>
      </dgm:t>
    </dgm:pt>
    <dgm:pt modelId="5589">
      <dgm:t>
        <a:p>
          <a:r>
            <a:t>n5589</a:t>
          </a:r>
        </a:p>
      </dgm:t>
    </dgm:pt>
    <dgm:pt modelId="5590">
      <dgm:t>
        <a:p>
          <a:r>
            <a:t>n5590</a:t>
          </a:r>
        </a:p>
      </dgm:t>
    </dgm:pt>
    <dgm:pt modelId="5591">
      <dgm:t>
        <a:p>
          <a:r>
            <a:t>n5591</a:t>
          </a:r>
        </a:p>
      </dgm:t>
    </dgm:pt>
    <dgm:pt modelId="5592">
      <dgm:t>
        <a:p>
          <a:r>
            <a:t>n5592</a:t>
          </a:r>
        </a:p>
      </dgm:t>
    </dgm:pt>
    <dgm:pt modelId="5593">
      <dgm:t>
        <a:p>
          <a:r>
            <a:t>n5593</a:t>
          </a:r>
        </a:p>
      </dgm:t>
    </dgm:pt>
    <dgm:pt modelId="5594">
      <dgm:t>
        <a:p>
          <a:r>
            <a:t>n5594</a:t>
          </a:r>
        </a:p>
      </dgm:t>
    </dgm:pt>
    <dgm:pt modelId="5595">
      <dgm:t>
        <a:p>
          <a:r>
            <a:t>n5595</a:t>
          </a:r>
        </a:p>
      </dgm:t>
    </dgm:pt>
    <dgm:pt modelId="5596">
      <dgm:t>
        <a:p>
          <a:r>
            <a:t>n5596</a:t>
          </a:r>
        </a:p>
      </dgm:t>
    </dgm:pt>
    <dgm:pt modelId="5597">
      <dgm:t>
        <a:p>
          <a:r>
            <a:t>n5597</a:t>
          </a:r>
        </a:p>
      </dgm:t>
    </dgm:pt>
    <dgm:pt modelId="5598">
      <dgm:t>
        <a:p>
          <a:r>
            <a:t>n5598</a:t>
          </a:r>
        </a:p>
      </dgm:t>
    </dgm:pt>
    <dgm:pt modelId="5599">
      <dgm:t>
        <a:p>
          <a:r>
            <a:t>n5599</a:t>
          </a:r>
        </a:p>
      </dgm:t>
    </dgm:pt>
    <dgm:pt modelId="5600">
      <dgm:t>
        <a:p>
          <a:r>
            <a:t>n5600</a:t>
          </a:r>
        </a:p>
      </dgm:t>
    </dgm:pt>
    <dgm:pt modelId="5601">
      <dgm:t>
        <a:p>
          <a:r>
            <a:t>n5601</a:t>
          </a:r>
        </a:p>
      </dgm:t>
    </dgm:pt>
    <dgm:pt modelId="5602">
      <dgm:t>
        <a:p>
          <a:r>
            <a:t>n5602</a:t>
          </a:r>
        </a:p>
      </dgm:t>
    </dgm:pt>
    <dgm:pt modelId="5603">
      <dgm:t>
        <a:p>
          <a:r>
            <a:t>n5603</a:t>
          </a:r>
        </a:p>
      </dgm:t>
    </dgm:pt>
    <dgm:pt modelId="5604">
      <dgm:t>
        <a:p>
          <a:r>
            <a:t>n5604</a:t>
          </a:r>
        </a:p>
      </dgm:t>
    </dgm:pt>
    <dgm:pt modelId="5605">
      <dgm:t>
        <a:p>
          <a:r>
            <a:t>n5605</a:t>
          </a:r>
        </a:p>
      </dgm:t>
    </dgm:pt>
    <dgm:pt modelId="5606">
      <dgm:t>
        <a:p>
          <a:r>
            <a:t>n5606</a:t>
          </a:r>
        </a:p>
      </dgm:t>
    </dgm:pt>
    <dgm:pt modelId="5607">
      <dgm:t>
        <a:p>
          <a:r>
            <a:t>n5607</a:t>
          </a:r>
        </a:p>
      </dgm:t>
    </dgm:pt>
    <dgm:pt modelId="5608">
      <dgm:t>
        <a:p>
          <a:r>
            <a:t>n5608</a:t>
          </a:r>
        </a:p>
      </dgm:t>
    </dgm:pt>
    <dgm:pt modelId="5609">
      <dgm:t>
        <a:p>
          <a:r>
            <a:t>n5609</a:t>
          </a:r>
        </a:p>
      </dgm:t>
    </dgm:pt>
    <dgm:pt modelId="5610">
      <dgm:t>
        <a:p>
          <a:r>
            <a:t>n5610</a:t>
          </a:r>
        </a:p>
      </dgm:t>
    </dgm:pt>
    <dgm:pt modelId="5611">
      <dgm:t>
        <a:p>
          <a:r>
            <a:t>n5611</a:t>
          </a:r>
        </a:p>
      </dgm:t>
    </dgm:pt>
    <dgm:pt modelId="5612">
      <dgm:t>
        <a:p>
          <a:r>
            <a:t>n5612</a:t>
          </a:r>
        </a:p>
      </dgm:t>
    </dgm:pt>
    <dgm:pt modelId="5613">
      <dgm:t>
        <a:p>
          <a:r>
            <a:t>n5613</a:t>
          </a:r>
        </a:p>
      </dgm:t>
    </dgm:pt>
    <dgm:pt modelId="5614">
      <dgm:t>
        <a:p>
          <a:r>
            <a:t>n5614</a:t>
          </a:r>
        </a:p>
      </dgm:t>
    </dgm:pt>
    <dgm:pt modelId="5615">
      <dgm:t>
        <a:p>
          <a:r>
            <a:t>n5615</a:t>
          </a:r>
        </a:p>
      </dgm:t>
    </dgm:pt>
    <dgm:pt modelId="5616">
      <dgm:t>
        <a:p>
          <a:r>
            <a:t>n5616</a:t>
          </a:r>
        </a:p>
      </dgm:t>
    </dgm:pt>
    <dgm:pt modelId="5617">
      <dgm:t>
        <a:p>
          <a:r>
            <a:t>n5617</a:t>
          </a:r>
        </a:p>
      </dgm:t>
    </dgm:pt>
    <dgm:pt modelId="5618">
      <dgm:t>
        <a:p>
          <a:r>
            <a:t>n5618</a:t>
          </a:r>
        </a:p>
      </dgm:t>
    </dgm:pt>
    <dgm:pt modelId="5619">
      <dgm:t>
        <a:p>
          <a:r>
            <a:t>n5619</a:t>
          </a:r>
        </a:p>
      </dgm:t>
    </dgm:pt>
    <dgm:pt modelId="5620">
      <dgm:t>
        <a:p>
          <a:r>
            <a:t>n5620</a:t>
          </a:r>
        </a:p>
      </dgm:t>
    </dgm:pt>
    <dgm:pt modelId="5621">
      <dgm:t>
        <a:p>
          <a:r>
            <a:t>n5621</a:t>
          </a:r>
        </a:p>
      </dgm:t>
    </dgm:pt>
    <dgm:pt modelId="5622">
      <dgm:t>
        <a:p>
          <a:r>
            <a:t>n5622</a:t>
          </a:r>
        </a:p>
      </dgm:t>
    </dgm:pt>
    <dgm:pt modelId="5623">
      <dgm:t>
        <a:p>
          <a:r>
            <a:t>n5623</a:t>
          </a:r>
        </a:p>
      </dgm:t>
    </dgm:pt>
    <dgm:pt modelId="5624">
      <dgm:t>
        <a:p>
          <a:r>
            <a:t>n5624</a:t>
          </a:r>
        </a:p>
      </dgm:t>
    </dgm:pt>
    <dgm:pt modelId="5625">
      <dgm:t>
        <a:p>
          <a:r>
            <a:t>n5625</a:t>
          </a:r>
        </a:p>
      </dgm:t>
    </dgm:pt>
    <dgm:pt modelId="5626">
      <dgm:t>
        <a:p>
          <a:r>
            <a:t>n5626</a:t>
          </a:r>
        </a:p>
      </dgm:t>
    </dgm:pt>
    <dgm:pt modelId="5627">
      <dgm:t>
        <a:p>
          <a:r>
            <a:t>n5627</a:t>
          </a:r>
        </a:p>
      </dgm:t>
    </dgm:pt>
    <dgm:pt modelId="5628">
      <dgm:t>
        <a:p>
          <a:r>
            <a:t>n5628</a:t>
          </a:r>
        </a:p>
      </dgm:t>
    </dgm:pt>
    <dgm:pt modelId="5629">
      <dgm:t>
        <a:p>
          <a:r>
            <a:t>n5629</a:t>
          </a:r>
        </a:p>
      </dgm:t>
    </dgm:pt>
    <dgm:pt modelId="5630">
      <dgm:t>
        <a:p>
          <a:r>
            <a:t>n5630</a:t>
          </a:r>
        </a:p>
      </dgm:t>
    </dgm:pt>
    <dgm:pt modelId="5631">
      <dgm:t>
        <a:p>
          <a:r>
            <a:t>n5631</a:t>
          </a:r>
        </a:p>
      </dgm:t>
    </dgm:pt>
    <dgm:pt modelId="5632">
      <dgm:t>
        <a:p>
          <a:r>
            <a:t>n5632</a:t>
          </a:r>
        </a:p>
      </dgm:t>
    </dgm:pt>
    <dgm:pt modelId="5633">
      <dgm:t>
        <a:p>
          <a:r>
            <a:t>n5633</a:t>
          </a:r>
        </a:p>
      </dgm:t>
    </dgm:pt>
    <dgm:pt modelId="5634">
      <dgm:t>
        <a:p>
          <a:r>
            <a:t>n5634</a:t>
          </a:r>
        </a:p>
      </dgm:t>
    </dgm:pt>
    <dgm:pt modelId="5635">
      <dgm:t>
        <a:p>
          <a:r>
            <a:t>n5635</a:t>
          </a:r>
        </a:p>
      </dgm:t>
    </dgm:pt>
    <dgm:pt modelId="5636">
      <dgm:t>
        <a:p>
          <a:r>
            <a:t>n5636</a:t>
          </a:r>
        </a:p>
      </dgm:t>
    </dgm:pt>
    <dgm:pt modelId="5637">
      <dgm:t>
        <a:p>
          <a:r>
            <a:t>n5637</a:t>
          </a:r>
        </a:p>
      </dgm:t>
    </dgm:pt>
    <dgm:pt modelId="5638">
      <dgm:t>
        <a:p>
          <a:r>
            <a:t>n5638</a:t>
          </a:r>
        </a:p>
      </dgm:t>
    </dgm:pt>
    <dgm:pt modelId="5639">
      <dgm:t>
        <a:p>
          <a:r>
            <a:t>n5639</a:t>
          </a:r>
        </a:p>
      </dgm:t>
    </dgm:pt>
    <dgm:pt modelId="5640">
      <dgm:t>
        <a:p>
          <a:r>
            <a:t>n5640</a:t>
          </a:r>
        </a:p>
      </dgm:t>
    </dgm:pt>
    <dgm:pt modelId="5641">
      <dgm:t>
        <a:p>
          <a:r>
            <a:t>n5641</a:t>
          </a:r>
        </a:p>
      </dgm:t>
    </dgm:pt>
    <dgm:pt modelId="5642">
      <dgm:t>
        <a:p>
          <a:r>
            <a:t>n5642</a:t>
          </a:r>
        </a:p>
      </dgm:t>
    </dgm:pt>
    <dgm:pt modelId="5643">
      <dgm:t>
        <a:p>
          <a:r>
            <a:t>n5643</a:t>
          </a:r>
        </a:p>
      </dgm:t>
    </dgm:pt>
    <dgm:pt modelId="5644">
      <dgm:t>
        <a:p>
          <a:r>
            <a:t>n5644</a:t>
          </a:r>
        </a:p>
      </dgm:t>
    </dgm:pt>
    <dgm:pt modelId="5645">
      <dgm:t>
        <a:p>
          <a:r>
            <a:t>n5645</a:t>
          </a:r>
        </a:p>
      </dgm:t>
    </dgm:pt>
    <dgm:pt modelId="5646">
      <dgm:t>
        <a:p>
          <a:r>
            <a:t>n5646</a:t>
          </a:r>
        </a:p>
      </dgm:t>
    </dgm:pt>
    <dgm:pt modelId="5647">
      <dgm:t>
        <a:p>
          <a:r>
            <a:t>n5647</a:t>
          </a:r>
        </a:p>
      </dgm:t>
    </dgm:pt>
    <dgm:pt modelId="5648">
      <dgm:t>
        <a:p>
          <a:r>
            <a:t>n5648</a:t>
          </a:r>
        </a:p>
      </dgm:t>
    </dgm:pt>
    <dgm:pt modelId="5649">
      <dgm:t>
        <a:p>
          <a:r>
            <a:t>n5649</a:t>
          </a:r>
        </a:p>
      </dgm:t>
    </dgm:pt>
    <dgm:pt modelId="5650">
      <dgm:t>
        <a:p>
          <a:r>
            <a:t>n5650</a:t>
          </a:r>
        </a:p>
      </dgm:t>
    </dgm:pt>
    <dgm:pt modelId="5651">
      <dgm:t>
        <a:p>
          <a:r>
            <a:t>n5651</a:t>
          </a:r>
        </a:p>
      </dgm:t>
    </dgm:pt>
    <dgm:pt modelId="5652">
      <dgm:t>
        <a:p>
          <a:r>
            <a:t>n5652</a:t>
          </a:r>
        </a:p>
      </dgm:t>
    </dgm:pt>
    <dgm:pt modelId="5653">
      <dgm:t>
        <a:p>
          <a:r>
            <a:t>n5653</a:t>
          </a:r>
        </a:p>
      </dgm:t>
    </dgm:pt>
    <dgm:pt modelId="5654">
      <dgm:t>
        <a:p>
          <a:r>
            <a:t>n5654</a:t>
          </a:r>
        </a:p>
      </dgm:t>
    </dgm:pt>
    <dgm:pt modelId="5655">
      <dgm:t>
        <a:p>
          <a:r>
            <a:t>n5655</a:t>
          </a:r>
        </a:p>
      </dgm:t>
    </dgm:pt>
    <dgm:pt modelId="5656">
      <dgm:t>
        <a:p>
          <a:r>
            <a:t>n5656</a:t>
          </a:r>
        </a:p>
      </dgm:t>
    </dgm:pt>
    <dgm:pt modelId="5657">
      <dgm:t>
        <a:p>
          <a:r>
            <a:t>n5657</a:t>
          </a:r>
        </a:p>
      </dgm:t>
    </dgm:pt>
    <dgm:pt modelId="5658">
      <dgm:t>
        <a:p>
          <a:r>
            <a:t>n5658</a:t>
          </a:r>
        </a:p>
      </dgm:t>
    </dgm:pt>
    <dgm:pt modelId="5659">
      <dgm:t>
        <a:p>
          <a:r>
            <a:t>n5659</a:t>
          </a:r>
        </a:p>
      </dgm:t>
    </dgm:pt>
    <dgm:pt modelId="5660">
      <dgm:t>
        <a:p>
          <a:r>
            <a:t>n5660</a:t>
          </a:r>
        </a:p>
      </dgm:t>
    </dgm:pt>
    <dgm:pt modelId="5661">
      <dgm:t>
        <a:p>
          <a:r>
            <a:t>n5661</a:t>
          </a:r>
        </a:p>
      </dgm:t>
    </dgm:pt>
    <dgm:pt modelId="5662">
      <dgm:t>
        <a:p>
          <a:r>
            <a:t>n5662</a:t>
          </a:r>
        </a:p>
      </dgm:t>
    </dgm:pt>
    <dgm:pt modelId="5663">
      <dgm:t>
        <a:p>
          <a:r>
            <a:t>n5663</a:t>
          </a:r>
        </a:p>
      </dgm:t>
    </dgm:pt>
    <dgm:pt modelId="5664">
      <dgm:t>
        <a:p>
          <a:r>
            <a:t>n5664</a:t>
          </a:r>
        </a:p>
      </dgm:t>
    </dgm:pt>
    <dgm:pt modelId="5665">
      <dgm:t>
        <a:p>
          <a:r>
            <a:t>n5665</a:t>
          </a:r>
        </a:p>
      </dgm:t>
    </dgm:pt>
    <dgm:pt modelId="5666">
      <dgm:t>
        <a:p>
          <a:r>
            <a:t>n5666</a:t>
          </a:r>
        </a:p>
      </dgm:t>
    </dgm:pt>
    <dgm:pt modelId="5667">
      <dgm:t>
        <a:p>
          <a:r>
            <a:t>n5667</a:t>
          </a:r>
        </a:p>
      </dgm:t>
    </dgm:pt>
    <dgm:pt modelId="5668">
      <dgm:t>
        <a:p>
          <a:r>
            <a:t>n5668</a:t>
          </a:r>
        </a:p>
      </dgm:t>
    </dgm:pt>
    <dgm:pt modelId="5669">
      <dgm:t>
        <a:p>
          <a:r>
            <a:t>n5669</a:t>
          </a:r>
        </a:p>
      </dgm:t>
    </dgm:pt>
    <dgm:pt modelId="5670">
      <dgm:t>
        <a:p>
          <a:r>
            <a:t>n5670</a:t>
          </a:r>
        </a:p>
      </dgm:t>
    </dgm:pt>
    <dgm:pt modelId="5671">
      <dgm:t>
        <a:p>
          <a:r>
            <a:t>n5671</a:t>
          </a:r>
        </a:p>
      </dgm:t>
    </dgm:pt>
    <dgm:pt modelId="5672">
      <dgm:t>
        <a:p>
          <a:r>
            <a:t>n5672</a:t>
          </a:r>
        </a:p>
      </dgm:t>
    </dgm:pt>
    <dgm:pt modelId="5673">
      <dgm:t>
        <a:p>
          <a:r>
            <a:t>n5673</a:t>
          </a:r>
        </a:p>
      </dgm:t>
    </dgm:pt>
    <dgm:pt modelId="5674">
      <dgm:t>
        <a:p>
          <a:r>
            <a:t>n5674</a:t>
          </a:r>
        </a:p>
      </dgm:t>
    </dgm:pt>
    <dgm:pt modelId="5675">
      <dgm:t>
        <a:p>
          <a:r>
            <a:t>n5675</a:t>
          </a:r>
        </a:p>
      </dgm:t>
    </dgm:pt>
    <dgm:pt modelId="5676">
      <dgm:t>
        <a:p>
          <a:r>
            <a:t>n5676</a:t>
          </a:r>
        </a:p>
      </dgm:t>
    </dgm:pt>
    <dgm:pt modelId="5677">
      <dgm:t>
        <a:p>
          <a:r>
            <a:t>n5677</a:t>
          </a:r>
        </a:p>
      </dgm:t>
    </dgm:pt>
    <dgm:pt modelId="5678">
      <dgm:t>
        <a:p>
          <a:r>
            <a:t>n5678</a:t>
          </a:r>
        </a:p>
      </dgm:t>
    </dgm:pt>
    <dgm:pt modelId="5679">
      <dgm:t>
        <a:p>
          <a:r>
            <a:t>n5679</a:t>
          </a:r>
        </a:p>
      </dgm:t>
    </dgm:pt>
    <dgm:pt modelId="5680">
      <dgm:t>
        <a:p>
          <a:r>
            <a:t>n5680</a:t>
          </a:r>
        </a:p>
      </dgm:t>
    </dgm:pt>
    <dgm:pt modelId="5681">
      <dgm:t>
        <a:p>
          <a:r>
            <a:t>n5681</a:t>
          </a:r>
        </a:p>
      </dgm:t>
    </dgm:pt>
    <dgm:pt modelId="5682">
      <dgm:t>
        <a:p>
          <a:r>
            <a:t>n5682</a:t>
          </a:r>
        </a:p>
      </dgm:t>
    </dgm:pt>
    <dgm:pt modelId="5683">
      <dgm:t>
        <a:p>
          <a:r>
            <a:t>n5683</a:t>
          </a:r>
        </a:p>
      </dgm:t>
    </dgm:pt>
    <dgm:pt modelId="5684">
      <dgm:t>
        <a:p>
          <a:r>
            <a:t>n5684</a:t>
          </a:r>
        </a:p>
      </dgm:t>
    </dgm:pt>
    <dgm:pt modelId="5685">
      <dgm:t>
        <a:p>
          <a:r>
            <a:t>n5685</a:t>
          </a:r>
        </a:p>
      </dgm:t>
    </dgm:pt>
    <dgm:pt modelId="5686">
      <dgm:t>
        <a:p>
          <a:r>
            <a:t>n5686</a:t>
          </a:r>
        </a:p>
      </dgm:t>
    </dgm:pt>
    <dgm:pt modelId="5687">
      <dgm:t>
        <a:p>
          <a:r>
            <a:t>n5687</a:t>
          </a:r>
        </a:p>
      </dgm:t>
    </dgm:pt>
    <dgm:pt modelId="5688">
      <dgm:t>
        <a:p>
          <a:r>
            <a:t>n5688</a:t>
          </a:r>
        </a:p>
      </dgm:t>
    </dgm:pt>
    <dgm:pt modelId="5689">
      <dgm:t>
        <a:p>
          <a:r>
            <a:t>n5689</a:t>
          </a:r>
        </a:p>
      </dgm:t>
    </dgm:pt>
    <dgm:pt modelId="5690">
      <dgm:t>
        <a:p>
          <a:r>
            <a:t>n5690</a:t>
          </a:r>
        </a:p>
      </dgm:t>
    </dgm:pt>
    <dgm:pt modelId="5691">
      <dgm:t>
        <a:p>
          <a:r>
            <a:t>n5691</a:t>
          </a:r>
        </a:p>
      </dgm:t>
    </dgm:pt>
    <dgm:pt modelId="5692">
      <dgm:t>
        <a:p>
          <a:r>
            <a:t>n5692</a:t>
          </a:r>
        </a:p>
      </dgm:t>
    </dgm:pt>
    <dgm:pt modelId="5693">
      <dgm:t>
        <a:p>
          <a:r>
            <a:t>n5693</a:t>
          </a:r>
        </a:p>
      </dgm:t>
    </dgm:pt>
    <dgm:pt modelId="5694">
      <dgm:t>
        <a:p>
          <a:r>
            <a:t>n5694</a:t>
          </a:r>
        </a:p>
      </dgm:t>
    </dgm:pt>
    <dgm:pt modelId="5695">
      <dgm:t>
        <a:p>
          <a:r>
            <a:t>n5695</a:t>
          </a:r>
        </a:p>
      </dgm:t>
    </dgm:pt>
    <dgm:pt modelId="5696">
      <dgm:t>
        <a:p>
          <a:r>
            <a:t>n5696</a:t>
          </a:r>
        </a:p>
      </dgm:t>
    </dgm:pt>
    <dgm:pt modelId="5697">
      <dgm:t>
        <a:p>
          <a:r>
            <a:t>n5697</a:t>
          </a:r>
        </a:p>
      </dgm:t>
    </dgm:pt>
    <dgm:pt modelId="5698">
      <dgm:t>
        <a:p>
          <a:r>
            <a:t>n5698</a:t>
          </a:r>
        </a:p>
      </dgm:t>
    </dgm:pt>
    <dgm:pt modelId="5699">
      <dgm:t>
        <a:p>
          <a:r>
            <a:t>n5699</a:t>
          </a:r>
        </a:p>
      </dgm:t>
    </dgm:pt>
    <dgm:pt modelId="5700">
      <dgm:t>
        <a:p>
          <a:r>
            <a:t>n5700</a:t>
          </a:r>
        </a:p>
      </dgm:t>
    </dgm:pt>
    <dgm:pt modelId="5701">
      <dgm:t>
        <a:p>
          <a:r>
            <a:t>n5701</a:t>
          </a:r>
        </a:p>
      </dgm:t>
    </dgm:pt>
    <dgm:pt modelId="5702">
      <dgm:t>
        <a:p>
          <a:r>
            <a:t>n5702</a:t>
          </a:r>
        </a:p>
      </dgm:t>
    </dgm:pt>
    <dgm:pt modelId="5703">
      <dgm:t>
        <a:p>
          <a:r>
            <a:t>n5703</a:t>
          </a:r>
        </a:p>
      </dgm:t>
    </dgm:pt>
    <dgm:pt modelId="5704">
      <dgm:t>
        <a:p>
          <a:r>
            <a:t>n5704</a:t>
          </a:r>
        </a:p>
      </dgm:t>
    </dgm:pt>
    <dgm:pt modelId="5705">
      <dgm:t>
        <a:p>
          <a:r>
            <a:t>n5705</a:t>
          </a:r>
        </a:p>
      </dgm:t>
    </dgm:pt>
    <dgm:pt modelId="5706">
      <dgm:t>
        <a:p>
          <a:r>
            <a:t>n5706</a:t>
          </a:r>
        </a:p>
      </dgm:t>
    </dgm:pt>
    <dgm:pt modelId="5707">
      <dgm:t>
        <a:p>
          <a:r>
            <a:t>n5707</a:t>
          </a:r>
        </a:p>
      </dgm:t>
    </dgm:pt>
    <dgm:pt modelId="5708">
      <dgm:t>
        <a:p>
          <a:r>
            <a:t>n5708</a:t>
          </a:r>
        </a:p>
      </dgm:t>
    </dgm:pt>
    <dgm:pt modelId="5709">
      <dgm:t>
        <a:p>
          <a:r>
            <a:t>n5709</a:t>
          </a:r>
        </a:p>
      </dgm:t>
    </dgm:pt>
    <dgm:pt modelId="5710">
      <dgm:t>
        <a:p>
          <a:r>
            <a:t>n5710</a:t>
          </a:r>
        </a:p>
      </dgm:t>
    </dgm:pt>
    <dgm:pt modelId="5711">
      <dgm:t>
        <a:p>
          <a:r>
            <a:t>n5711</a:t>
          </a:r>
        </a:p>
      </dgm:t>
    </dgm:pt>
    <dgm:pt modelId="5712">
      <dgm:t>
        <a:p>
          <a:r>
            <a:t>n5712</a:t>
          </a:r>
        </a:p>
      </dgm:t>
    </dgm:pt>
    <dgm:pt modelId="5713">
      <dgm:t>
        <a:p>
          <a:r>
            <a:t>n5713</a:t>
          </a:r>
        </a:p>
      </dgm:t>
    </dgm:pt>
    <dgm:pt modelId="5714">
      <dgm:t>
        <a:p>
          <a:r>
            <a:t>n5714</a:t>
          </a:r>
        </a:p>
      </dgm:t>
    </dgm:pt>
    <dgm:pt modelId="5715">
      <dgm:t>
        <a:p>
          <a:r>
            <a:t>n5715</a:t>
          </a:r>
        </a:p>
      </dgm:t>
    </dgm:pt>
    <dgm:pt modelId="5716">
      <dgm:t>
        <a:p>
          <a:r>
            <a:t>n5716</a:t>
          </a:r>
        </a:p>
      </dgm:t>
    </dgm:pt>
    <dgm:pt modelId="5717">
      <dgm:t>
        <a:p>
          <a:r>
            <a:t>n5717</a:t>
          </a:r>
        </a:p>
      </dgm:t>
    </dgm:pt>
    <dgm:pt modelId="5718">
      <dgm:t>
        <a:p>
          <a:r>
            <a:t>n5718</a:t>
          </a:r>
        </a:p>
      </dgm:t>
    </dgm:pt>
    <dgm:pt modelId="5719">
      <dgm:t>
        <a:p>
          <a:r>
            <a:t>n5719</a:t>
          </a:r>
        </a:p>
      </dgm:t>
    </dgm:pt>
    <dgm:pt modelId="5720">
      <dgm:t>
        <a:p>
          <a:r>
            <a:t>n5720</a:t>
          </a:r>
        </a:p>
      </dgm:t>
    </dgm:pt>
    <dgm:pt modelId="5721">
      <dgm:t>
        <a:p>
          <a:r>
            <a:t>n5721</a:t>
          </a:r>
        </a:p>
      </dgm:t>
    </dgm:pt>
    <dgm:pt modelId="5722">
      <dgm:t>
        <a:p>
          <a:r>
            <a:t>n5722</a:t>
          </a:r>
        </a:p>
      </dgm:t>
    </dgm:pt>
    <dgm:pt modelId="5723">
      <dgm:t>
        <a:p>
          <a:r>
            <a:t>n5723</a:t>
          </a:r>
        </a:p>
      </dgm:t>
    </dgm:pt>
    <dgm:pt modelId="5724">
      <dgm:t>
        <a:p>
          <a:r>
            <a:t>n5724</a:t>
          </a:r>
        </a:p>
      </dgm:t>
    </dgm:pt>
    <dgm:pt modelId="5725">
      <dgm:t>
        <a:p>
          <a:r>
            <a:t>n5725</a:t>
          </a:r>
        </a:p>
      </dgm:t>
    </dgm:pt>
    <dgm:pt modelId="5726">
      <dgm:t>
        <a:p>
          <a:r>
            <a:t>n5726</a:t>
          </a:r>
        </a:p>
      </dgm:t>
    </dgm:pt>
    <dgm:pt modelId="5727">
      <dgm:t>
        <a:p>
          <a:r>
            <a:t>n5727</a:t>
          </a:r>
        </a:p>
      </dgm:t>
    </dgm:pt>
    <dgm:pt modelId="5728">
      <dgm:t>
        <a:p>
          <a:r>
            <a:t>n5728</a:t>
          </a:r>
        </a:p>
      </dgm:t>
    </dgm:pt>
    <dgm:pt modelId="5729">
      <dgm:t>
        <a:p>
          <a:r>
            <a:t>n5729</a:t>
          </a:r>
        </a:p>
      </dgm:t>
    </dgm:pt>
    <dgm:pt modelId="5730">
      <dgm:t>
        <a:p>
          <a:r>
            <a:t>n5730</a:t>
          </a:r>
        </a:p>
      </dgm:t>
    </dgm:pt>
    <dgm:pt modelId="5731">
      <dgm:t>
        <a:p>
          <a:r>
            <a:t>n5731</a:t>
          </a:r>
        </a:p>
      </dgm:t>
    </dgm:pt>
    <dgm:pt modelId="5732">
      <dgm:t>
        <a:p>
          <a:r>
            <a:t>n5732</a:t>
          </a:r>
        </a:p>
      </dgm:t>
    </dgm:pt>
    <dgm:pt modelId="5733">
      <dgm:t>
        <a:p>
          <a:r>
            <a:t>n5733</a:t>
          </a:r>
        </a:p>
      </dgm:t>
    </dgm:pt>
    <dgm:pt modelId="5734">
      <dgm:t>
        <a:p>
          <a:r>
            <a:t>n5734</a:t>
          </a:r>
        </a:p>
      </dgm:t>
    </dgm:pt>
    <dgm:pt modelId="5735">
      <dgm:t>
        <a:p>
          <a:r>
            <a:t>n5735</a:t>
          </a:r>
        </a:p>
      </dgm:t>
    </dgm:pt>
    <dgm:pt modelId="5736">
      <dgm:t>
        <a:p>
          <a:r>
            <a:t>n5736</a:t>
          </a:r>
        </a:p>
      </dgm:t>
    </dgm:pt>
    <dgm:pt modelId="5737">
      <dgm:t>
        <a:p>
          <a:r>
            <a:t>n5737</a:t>
          </a:r>
        </a:p>
      </dgm:t>
    </dgm:pt>
    <dgm:pt modelId="5738">
      <dgm:t>
        <a:p>
          <a:r>
            <a:t>n5738</a:t>
          </a:r>
        </a:p>
      </dgm:t>
    </dgm:pt>
    <dgm:pt modelId="5739">
      <dgm:t>
        <a:p>
          <a:r>
            <a:t>n5739</a:t>
          </a:r>
        </a:p>
      </dgm:t>
    </dgm:pt>
    <dgm:pt modelId="5740">
      <dgm:t>
        <a:p>
          <a:r>
            <a:t>n5740</a:t>
          </a:r>
        </a:p>
      </dgm:t>
    </dgm:pt>
    <dgm:pt modelId="5741">
      <dgm:t>
        <a:p>
          <a:r>
            <a:t>n5741</a:t>
          </a:r>
        </a:p>
      </dgm:t>
    </dgm:pt>
    <dgm:pt modelId="5742">
      <dgm:t>
        <a:p>
          <a:r>
            <a:t>n5742</a:t>
          </a:r>
        </a:p>
      </dgm:t>
    </dgm:pt>
    <dgm:pt modelId="5743">
      <dgm:t>
        <a:p>
          <a:r>
            <a:t>n5743</a:t>
          </a:r>
        </a:p>
      </dgm:t>
    </dgm:pt>
    <dgm:pt modelId="5744">
      <dgm:t>
        <a:p>
          <a:r>
            <a:t>n5744</a:t>
          </a:r>
        </a:p>
      </dgm:t>
    </dgm:pt>
    <dgm:pt modelId="5745">
      <dgm:t>
        <a:p>
          <a:r>
            <a:t>n5745</a:t>
          </a:r>
        </a:p>
      </dgm:t>
    </dgm:pt>
    <dgm:pt modelId="5746">
      <dgm:t>
        <a:p>
          <a:r>
            <a:t>n5746</a:t>
          </a:r>
        </a:p>
      </dgm:t>
    </dgm:pt>
    <dgm:pt modelId="5747">
      <dgm:t>
        <a:p>
          <a:r>
            <a:t>n5747</a:t>
          </a:r>
        </a:p>
      </dgm:t>
    </dgm:pt>
    <dgm:pt modelId="5748">
      <dgm:t>
        <a:p>
          <a:r>
            <a:t>n5748</a:t>
          </a:r>
        </a:p>
      </dgm:t>
    </dgm:pt>
    <dgm:pt modelId="5749">
      <dgm:t>
        <a:p>
          <a:r>
            <a:t>n5749</a:t>
          </a:r>
        </a:p>
      </dgm:t>
    </dgm:pt>
    <dgm:pt modelId="5750">
      <dgm:t>
        <a:p>
          <a:r>
            <a:t>n5750</a:t>
          </a:r>
        </a:p>
      </dgm:t>
    </dgm:pt>
    <dgm:pt modelId="5751">
      <dgm:t>
        <a:p>
          <a:r>
            <a:t>n5751</a:t>
          </a:r>
        </a:p>
      </dgm:t>
    </dgm:pt>
    <dgm:pt modelId="5752">
      <dgm:t>
        <a:p>
          <a:r>
            <a:t>n5752</a:t>
          </a:r>
        </a:p>
      </dgm:t>
    </dgm:pt>
    <dgm:pt modelId="5753">
      <dgm:t>
        <a:p>
          <a:r>
            <a:t>n5753</a:t>
          </a:r>
        </a:p>
      </dgm:t>
    </dgm:pt>
    <dgm:pt modelId="5754">
      <dgm:t>
        <a:p>
          <a:r>
            <a:t>n5754</a:t>
          </a:r>
        </a:p>
      </dgm:t>
    </dgm:pt>
    <dgm:pt modelId="5755">
      <dgm:t>
        <a:p>
          <a:r>
            <a:t>n5755</a:t>
          </a:r>
        </a:p>
      </dgm:t>
    </dgm:pt>
    <dgm:pt modelId="5756">
      <dgm:t>
        <a:p>
          <a:r>
            <a:t>n5756</a:t>
          </a:r>
        </a:p>
      </dgm:t>
    </dgm:pt>
    <dgm:pt modelId="5757">
      <dgm:t>
        <a:p>
          <a:r>
            <a:t>n5757</a:t>
          </a:r>
        </a:p>
      </dgm:t>
    </dgm:pt>
    <dgm:pt modelId="5758">
      <dgm:t>
        <a:p>
          <a:r>
            <a:t>n5758</a:t>
          </a:r>
        </a:p>
      </dgm:t>
    </dgm:pt>
    <dgm:pt modelId="5759">
      <dgm:t>
        <a:p>
          <a:r>
            <a:t>n5759</a:t>
          </a:r>
        </a:p>
      </dgm:t>
    </dgm:pt>
    <dgm:pt modelId="5760">
      <dgm:t>
        <a:p>
          <a:r>
            <a:t>n5760</a:t>
          </a:r>
        </a:p>
      </dgm:t>
    </dgm:pt>
    <dgm:pt modelId="5761">
      <dgm:t>
        <a:p>
          <a:r>
            <a:t>n5761</a:t>
          </a:r>
        </a:p>
      </dgm:t>
    </dgm:pt>
    <dgm:pt modelId="5762">
      <dgm:t>
        <a:p>
          <a:r>
            <a:t>n5762</a:t>
          </a:r>
        </a:p>
      </dgm:t>
    </dgm:pt>
    <dgm:pt modelId="5763">
      <dgm:t>
        <a:p>
          <a:r>
            <a:t>n5763</a:t>
          </a:r>
        </a:p>
      </dgm:t>
    </dgm:pt>
    <dgm:pt modelId="5764">
      <dgm:t>
        <a:p>
          <a:r>
            <a:t>n5764</a:t>
          </a:r>
        </a:p>
      </dgm:t>
    </dgm:pt>
    <dgm:pt modelId="5765">
      <dgm:t>
        <a:p>
          <a:r>
            <a:t>n5765</a:t>
          </a:r>
        </a:p>
      </dgm:t>
    </dgm:pt>
    <dgm:pt modelId="5766">
      <dgm:t>
        <a:p>
          <a:r>
            <a:t>n5766</a:t>
          </a:r>
        </a:p>
      </dgm:t>
    </dgm:pt>
    <dgm:pt modelId="5767">
      <dgm:t>
        <a:p>
          <a:r>
            <a:t>n5767</a:t>
          </a:r>
        </a:p>
      </dgm:t>
    </dgm:pt>
    <dgm:pt modelId="5768">
      <dgm:t>
        <a:p>
          <a:r>
            <a:t>n5768</a:t>
          </a:r>
        </a:p>
      </dgm:t>
    </dgm:pt>
    <dgm:pt modelId="5769">
      <dgm:t>
        <a:p>
          <a:r>
            <a:t>n5769</a:t>
          </a:r>
        </a:p>
      </dgm:t>
    </dgm:pt>
    <dgm:pt modelId="5770">
      <dgm:t>
        <a:p>
          <a:r>
            <a:t>n5770</a:t>
          </a:r>
        </a:p>
      </dgm:t>
    </dgm:pt>
    <dgm:pt modelId="5771">
      <dgm:t>
        <a:p>
          <a:r>
            <a:t>n5771</a:t>
          </a:r>
        </a:p>
      </dgm:t>
    </dgm:pt>
    <dgm:pt modelId="5772">
      <dgm:t>
        <a:p>
          <a:r>
            <a:t>n5772</a:t>
          </a:r>
        </a:p>
      </dgm:t>
    </dgm:pt>
    <dgm:pt modelId="5773">
      <dgm:t>
        <a:p>
          <a:r>
            <a:t>n5773</a:t>
          </a:r>
        </a:p>
      </dgm:t>
    </dgm:pt>
    <dgm:pt modelId="5774">
      <dgm:t>
        <a:p>
          <a:r>
            <a:t>n5774</a:t>
          </a:r>
        </a:p>
      </dgm:t>
    </dgm:pt>
    <dgm:pt modelId="5775">
      <dgm:t>
        <a:p>
          <a:r>
            <a:t>n5775</a:t>
          </a:r>
        </a:p>
      </dgm:t>
    </dgm:pt>
    <dgm:pt modelId="5776">
      <dgm:t>
        <a:p>
          <a:r>
            <a:t>n5776</a:t>
          </a:r>
        </a:p>
      </dgm:t>
    </dgm:pt>
    <dgm:pt modelId="5777">
      <dgm:t>
        <a:p>
          <a:r>
            <a:t>n5777</a:t>
          </a:r>
        </a:p>
      </dgm:t>
    </dgm:pt>
    <dgm:pt modelId="5778">
      <dgm:t>
        <a:p>
          <a:r>
            <a:t>n5778</a:t>
          </a:r>
        </a:p>
      </dgm:t>
    </dgm:pt>
    <dgm:pt modelId="5779">
      <dgm:t>
        <a:p>
          <a:r>
            <a:t>n5779</a:t>
          </a:r>
        </a:p>
      </dgm:t>
    </dgm:pt>
    <dgm:pt modelId="5780">
      <dgm:t>
        <a:p>
          <a:r>
            <a:t>n5780</a:t>
          </a:r>
        </a:p>
      </dgm:t>
    </dgm:pt>
    <dgm:pt modelId="5781">
      <dgm:t>
        <a:p>
          <a:r>
            <a:t>n5781</a:t>
          </a:r>
        </a:p>
      </dgm:t>
    </dgm:pt>
    <dgm:pt modelId="5782">
      <dgm:t>
        <a:p>
          <a:r>
            <a:t>n5782</a:t>
          </a:r>
        </a:p>
      </dgm:t>
    </dgm:pt>
    <dgm:pt modelId="5783">
      <dgm:t>
        <a:p>
          <a:r>
            <a:t>n5783</a:t>
          </a:r>
        </a:p>
      </dgm:t>
    </dgm:pt>
    <dgm:pt modelId="5784">
      <dgm:t>
        <a:p>
          <a:r>
            <a:t>n5784</a:t>
          </a:r>
        </a:p>
      </dgm:t>
    </dgm:pt>
    <dgm:pt modelId="5785">
      <dgm:t>
        <a:p>
          <a:r>
            <a:t>n5785</a:t>
          </a:r>
        </a:p>
      </dgm:t>
    </dgm:pt>
    <dgm:pt modelId="5786">
      <dgm:t>
        <a:p>
          <a:r>
            <a:t>n5786</a:t>
          </a:r>
        </a:p>
      </dgm:t>
    </dgm:pt>
    <dgm:pt modelId="5787">
      <dgm:t>
        <a:p>
          <a:r>
            <a:t>n5787</a:t>
          </a:r>
        </a:p>
      </dgm:t>
    </dgm:pt>
    <dgm:pt modelId="5788">
      <dgm:t>
        <a:p>
          <a:r>
            <a:t>n5788</a:t>
          </a:r>
        </a:p>
      </dgm:t>
    </dgm:pt>
    <dgm:pt modelId="5789">
      <dgm:t>
        <a:p>
          <a:r>
            <a:t>n5789</a:t>
          </a:r>
        </a:p>
      </dgm:t>
    </dgm:pt>
    <dgm:pt modelId="5790">
      <dgm:t>
        <a:p>
          <a:r>
            <a:t>n5790</a:t>
          </a:r>
        </a:p>
      </dgm:t>
    </dgm:pt>
    <dgm:pt modelId="5791">
      <dgm:t>
        <a:p>
          <a:r>
            <a:t>n5791</a:t>
          </a:r>
        </a:p>
      </dgm:t>
    </dgm:pt>
    <dgm:pt modelId="5792">
      <dgm:t>
        <a:p>
          <a:r>
            <a:t>n5792</a:t>
          </a:r>
        </a:p>
      </dgm:t>
    </dgm:pt>
    <dgm:pt modelId="5793">
      <dgm:t>
        <a:p>
          <a:r>
            <a:t>n5793</a:t>
          </a:r>
        </a:p>
      </dgm:t>
    </dgm:pt>
    <dgm:pt modelId="5794">
      <dgm:t>
        <a:p>
          <a:r>
            <a:t>n5794</a:t>
          </a:r>
        </a:p>
      </dgm:t>
    </dgm:pt>
    <dgm:pt modelId="5795">
      <dgm:t>
        <a:p>
          <a:r>
            <a:t>n5795</a:t>
          </a:r>
        </a:p>
      </dgm:t>
    </dgm:pt>
    <dgm:pt modelId="5796">
      <dgm:t>
        <a:p>
          <a:r>
            <a:t>n5796</a:t>
          </a:r>
        </a:p>
      </dgm:t>
    </dgm:pt>
    <dgm:pt modelId="5797">
      <dgm:t>
        <a:p>
          <a:r>
            <a:t>n5797</a:t>
          </a:r>
        </a:p>
      </dgm:t>
    </dgm:pt>
    <dgm:pt modelId="5798">
      <dgm:t>
        <a:p>
          <a:r>
            <a:t>n5798</a:t>
          </a:r>
        </a:p>
      </dgm:t>
    </dgm:pt>
    <dgm:pt modelId="5799">
      <dgm:t>
        <a:p>
          <a:r>
            <a:t>n5799</a:t>
          </a:r>
        </a:p>
      </dgm:t>
    </dgm:pt>
    <dgm:pt modelId="5800">
      <dgm:t>
        <a:p>
          <a:r>
            <a:t>n5800</a:t>
          </a:r>
        </a:p>
      </dgm:t>
    </dgm:pt>
    <dgm:pt modelId="5801">
      <dgm:t>
        <a:p>
          <a:r>
            <a:t>n5801</a:t>
          </a:r>
        </a:p>
      </dgm:t>
    </dgm:pt>
    <dgm:pt modelId="5802">
      <dgm:t>
        <a:p>
          <a:r>
            <a:t>n5802</a:t>
          </a:r>
        </a:p>
      </dgm:t>
    </dgm:pt>
    <dgm:pt modelId="5803">
      <dgm:t>
        <a:p>
          <a:r>
            <a:t>n5803</a:t>
          </a:r>
        </a:p>
      </dgm:t>
    </dgm:pt>
    <dgm:pt modelId="5804">
      <dgm:t>
        <a:p>
          <a:r>
            <a:t>n5804</a:t>
          </a:r>
        </a:p>
      </dgm:t>
    </dgm:pt>
    <dgm:pt modelId="5805">
      <dgm:t>
        <a:p>
          <a:r>
            <a:t>n5805</a:t>
          </a:r>
        </a:p>
      </dgm:t>
    </dgm:pt>
    <dgm:pt modelId="5806">
      <dgm:t>
        <a:p>
          <a:r>
            <a:t>n5806</a:t>
          </a:r>
        </a:p>
      </dgm:t>
    </dgm:pt>
    <dgm:pt modelId="5807">
      <dgm:t>
        <a:p>
          <a:r>
            <a:t>n5807</a:t>
          </a:r>
        </a:p>
      </dgm:t>
    </dgm:pt>
    <dgm:pt modelId="5808">
      <dgm:t>
        <a:p>
          <a:r>
            <a:t>n5808</a:t>
          </a:r>
        </a:p>
      </dgm:t>
    </dgm:pt>
    <dgm:pt modelId="5809">
      <dgm:t>
        <a:p>
          <a:r>
            <a:t>n5809</a:t>
          </a:r>
        </a:p>
      </dgm:t>
    </dgm:pt>
    <dgm:pt modelId="5810">
      <dgm:t>
        <a:p>
          <a:r>
            <a:t>n5810</a:t>
          </a:r>
        </a:p>
      </dgm:t>
    </dgm:pt>
    <dgm:pt modelId="5811">
      <dgm:t>
        <a:p>
          <a:r>
            <a:t>n5811</a:t>
          </a:r>
        </a:p>
      </dgm:t>
    </dgm:pt>
    <dgm:pt modelId="5812">
      <dgm:t>
        <a:p>
          <a:r>
            <a:t>n5812</a:t>
          </a:r>
        </a:p>
      </dgm:t>
    </dgm:pt>
    <dgm:pt modelId="5813">
      <dgm:t>
        <a:p>
          <a:r>
            <a:t>n5813</a:t>
          </a:r>
        </a:p>
      </dgm:t>
    </dgm:pt>
    <dgm:pt modelId="5814">
      <dgm:t>
        <a:p>
          <a:r>
            <a:t>n5814</a:t>
          </a:r>
        </a:p>
      </dgm:t>
    </dgm:pt>
    <dgm:pt modelId="5815">
      <dgm:t>
        <a:p>
          <a:r>
            <a:t>n5815</a:t>
          </a:r>
        </a:p>
      </dgm:t>
    </dgm:pt>
    <dgm:pt modelId="5816">
      <dgm:t>
        <a:p>
          <a:r>
            <a:t>n5816</a:t>
          </a:r>
        </a:p>
      </dgm:t>
    </dgm:pt>
    <dgm:pt modelId="5817">
      <dgm:t>
        <a:p>
          <a:r>
            <a:t>n5817</a:t>
          </a:r>
        </a:p>
      </dgm:t>
    </dgm:pt>
    <dgm:pt modelId="5818">
      <dgm:t>
        <a:p>
          <a:r>
            <a:t>n5818</a:t>
          </a:r>
        </a:p>
      </dgm:t>
    </dgm:pt>
    <dgm:pt modelId="5819">
      <dgm:t>
        <a:p>
          <a:r>
            <a:t>n5819</a:t>
          </a:r>
        </a:p>
      </dgm:t>
    </dgm:pt>
    <dgm:pt modelId="5820">
      <dgm:t>
        <a:p>
          <a:r>
            <a:t>n5820</a:t>
          </a:r>
        </a:p>
      </dgm:t>
    </dgm:pt>
    <dgm:pt modelId="5821">
      <dgm:t>
        <a:p>
          <a:r>
            <a:t>n5821</a:t>
          </a:r>
        </a:p>
      </dgm:t>
    </dgm:pt>
    <dgm:pt modelId="5822">
      <dgm:t>
        <a:p>
          <a:r>
            <a:t>n5822</a:t>
          </a:r>
        </a:p>
      </dgm:t>
    </dgm:pt>
    <dgm:pt modelId="5823">
      <dgm:t>
        <a:p>
          <a:r>
            <a:t>n5823</a:t>
          </a:r>
        </a:p>
      </dgm:t>
    </dgm:pt>
    <dgm:pt modelId="5824">
      <dgm:t>
        <a:p>
          <a:r>
            <a:t>n5824</a:t>
          </a:r>
        </a:p>
      </dgm:t>
    </dgm:pt>
    <dgm:pt modelId="5825">
      <dgm:t>
        <a:p>
          <a:r>
            <a:t>n5825</a:t>
          </a:r>
        </a:p>
      </dgm:t>
    </dgm:pt>
    <dgm:pt modelId="5826">
      <dgm:t>
        <a:p>
          <a:r>
            <a:t>n5826</a:t>
          </a:r>
        </a:p>
      </dgm:t>
    </dgm:pt>
    <dgm:pt modelId="5827">
      <dgm:t>
        <a:p>
          <a:r>
            <a:t>n5827</a:t>
          </a:r>
        </a:p>
      </dgm:t>
    </dgm:pt>
    <dgm:pt modelId="5828">
      <dgm:t>
        <a:p>
          <a:r>
            <a:t>n5828</a:t>
          </a:r>
        </a:p>
      </dgm:t>
    </dgm:pt>
    <dgm:pt modelId="5829">
      <dgm:t>
        <a:p>
          <a:r>
            <a:t>n5829</a:t>
          </a:r>
        </a:p>
      </dgm:t>
    </dgm:pt>
    <dgm:pt modelId="5830">
      <dgm:t>
        <a:p>
          <a:r>
            <a:t>n5830</a:t>
          </a:r>
        </a:p>
      </dgm:t>
    </dgm:pt>
    <dgm:pt modelId="5831">
      <dgm:t>
        <a:p>
          <a:r>
            <a:t>n5831</a:t>
          </a:r>
        </a:p>
      </dgm:t>
    </dgm:pt>
    <dgm:pt modelId="5832">
      <dgm:t>
        <a:p>
          <a:r>
            <a:t>n5832</a:t>
          </a:r>
        </a:p>
      </dgm:t>
    </dgm:pt>
    <dgm:pt modelId="5833">
      <dgm:t>
        <a:p>
          <a:r>
            <a:t>n5833</a:t>
          </a:r>
        </a:p>
      </dgm:t>
    </dgm:pt>
    <dgm:pt modelId="5834">
      <dgm:t>
        <a:p>
          <a:r>
            <a:t>n5834</a:t>
          </a:r>
        </a:p>
      </dgm:t>
    </dgm:pt>
    <dgm:pt modelId="5835">
      <dgm:t>
        <a:p>
          <a:r>
            <a:t>n5835</a:t>
          </a:r>
        </a:p>
      </dgm:t>
    </dgm:pt>
    <dgm:pt modelId="5836">
      <dgm:t>
        <a:p>
          <a:r>
            <a:t>n5836</a:t>
          </a:r>
        </a:p>
      </dgm:t>
    </dgm:pt>
    <dgm:pt modelId="5837">
      <dgm:t>
        <a:p>
          <a:r>
            <a:t>n5837</a:t>
          </a:r>
        </a:p>
      </dgm:t>
    </dgm:pt>
    <dgm:pt modelId="5838">
      <dgm:t>
        <a:p>
          <a:r>
            <a:t>n5838</a:t>
          </a:r>
        </a:p>
      </dgm:t>
    </dgm:pt>
    <dgm:pt modelId="5839">
      <dgm:t>
        <a:p>
          <a:r>
            <a:t>n5839</a:t>
          </a:r>
        </a:p>
      </dgm:t>
    </dgm:pt>
    <dgm:pt modelId="5840">
      <dgm:t>
        <a:p>
          <a:r>
            <a:t>n5840</a:t>
          </a:r>
        </a:p>
      </dgm:t>
    </dgm:pt>
    <dgm:pt modelId="5841">
      <dgm:t>
        <a:p>
          <a:r>
            <a:t>n5841</a:t>
          </a:r>
        </a:p>
      </dgm:t>
    </dgm:pt>
    <dgm:pt modelId="5842">
      <dgm:t>
        <a:p>
          <a:r>
            <a:t>n5842</a:t>
          </a:r>
        </a:p>
      </dgm:t>
    </dgm:pt>
    <dgm:pt modelId="5843">
      <dgm:t>
        <a:p>
          <a:r>
            <a:t>n5843</a:t>
          </a:r>
        </a:p>
      </dgm:t>
    </dgm:pt>
    <dgm:pt modelId="5844">
      <dgm:t>
        <a:p>
          <a:r>
            <a:t>n5844</a:t>
          </a:r>
        </a:p>
      </dgm:t>
    </dgm:pt>
    <dgm:pt modelId="5845">
      <dgm:t>
        <a:p>
          <a:r>
            <a:t>n5845</a:t>
          </a:r>
        </a:p>
      </dgm:t>
    </dgm:pt>
    <dgm:pt modelId="5846">
      <dgm:t>
        <a:p>
          <a:r>
            <a:t>n5846</a:t>
          </a:r>
        </a:p>
      </dgm:t>
    </dgm:pt>
    <dgm:pt modelId="5847">
      <dgm:t>
        <a:p>
          <a:r>
            <a:t>n5847</a:t>
          </a:r>
        </a:p>
      </dgm:t>
    </dgm:pt>
    <dgm:pt modelId="5848">
      <dgm:t>
        <a:p>
          <a:r>
            <a:t>n5848</a:t>
          </a:r>
        </a:p>
      </dgm:t>
    </dgm:pt>
    <dgm:pt modelId="5849">
      <dgm:t>
        <a:p>
          <a:r>
            <a:t>n5849</a:t>
          </a:r>
        </a:p>
      </dgm:t>
    </dgm:pt>
    <dgm:pt modelId="5850">
      <dgm:t>
        <a:p>
          <a:r>
            <a:t>n5850</a:t>
          </a:r>
        </a:p>
      </dgm:t>
    </dgm:pt>
    <dgm:pt modelId="5851">
      <dgm:t>
        <a:p>
          <a:r>
            <a:t>n5851</a:t>
          </a:r>
        </a:p>
      </dgm:t>
    </dgm:pt>
    <dgm:pt modelId="5852">
      <dgm:t>
        <a:p>
          <a:r>
            <a:t>n5852</a:t>
          </a:r>
        </a:p>
      </dgm:t>
    </dgm:pt>
    <dgm:pt modelId="5853">
      <dgm:t>
        <a:p>
          <a:r>
            <a:t>n5853</a:t>
          </a:r>
        </a:p>
      </dgm:t>
    </dgm:pt>
    <dgm:pt modelId="5854">
      <dgm:t>
        <a:p>
          <a:r>
            <a:t>n5854</a:t>
          </a:r>
        </a:p>
      </dgm:t>
    </dgm:pt>
    <dgm:pt modelId="5855">
      <dgm:t>
        <a:p>
          <a:r>
            <a:t>n5855</a:t>
          </a:r>
        </a:p>
      </dgm:t>
    </dgm:pt>
    <dgm:pt modelId="5856">
      <dgm:t>
        <a:p>
          <a:r>
            <a:t>n5856</a:t>
          </a:r>
        </a:p>
      </dgm:t>
    </dgm:pt>
    <dgm:pt modelId="5857">
      <dgm:t>
        <a:p>
          <a:r>
            <a:t>n5857</a:t>
          </a:r>
        </a:p>
      </dgm:t>
    </dgm:pt>
    <dgm:pt modelId="5858">
      <dgm:t>
        <a:p>
          <a:r>
            <a:t>n5858</a:t>
          </a:r>
        </a:p>
      </dgm:t>
    </dgm:pt>
    <dgm:pt modelId="5859">
      <dgm:t>
        <a:p>
          <a:r>
            <a:t>n5859</a:t>
          </a:r>
        </a:p>
      </dgm:t>
    </dgm:pt>
    <dgm:pt modelId="5860">
      <dgm:t>
        <a:p>
          <a:r>
            <a:t>n5860</a:t>
          </a:r>
        </a:p>
      </dgm:t>
    </dgm:pt>
    <dgm:pt modelId="5861">
      <dgm:t>
        <a:p>
          <a:r>
            <a:t>n5861</a:t>
          </a:r>
        </a:p>
      </dgm:t>
    </dgm:pt>
    <dgm:pt modelId="5862">
      <dgm:t>
        <a:p>
          <a:r>
            <a:t>n5862</a:t>
          </a:r>
        </a:p>
      </dgm:t>
    </dgm:pt>
    <dgm:pt modelId="5863">
      <dgm:t>
        <a:p>
          <a:r>
            <a:t>n5863</a:t>
          </a:r>
        </a:p>
      </dgm:t>
    </dgm:pt>
    <dgm:pt modelId="5864">
      <dgm:t>
        <a:p>
          <a:r>
            <a:t>n5864</a:t>
          </a:r>
        </a:p>
      </dgm:t>
    </dgm:pt>
    <dgm:pt modelId="5865">
      <dgm:t>
        <a:p>
          <a:r>
            <a:t>n5865</a:t>
          </a:r>
        </a:p>
      </dgm:t>
    </dgm:pt>
    <dgm:pt modelId="5866">
      <dgm:t>
        <a:p>
          <a:r>
            <a:t>n5866</a:t>
          </a:r>
        </a:p>
      </dgm:t>
    </dgm:pt>
    <dgm:pt modelId="5867">
      <dgm:t>
        <a:p>
          <a:r>
            <a:t>n5867</a:t>
          </a:r>
        </a:p>
      </dgm:t>
    </dgm:pt>
    <dgm:pt modelId="5868">
      <dgm:t>
        <a:p>
          <a:r>
            <a:t>n5868</a:t>
          </a:r>
        </a:p>
      </dgm:t>
    </dgm:pt>
    <dgm:pt modelId="5869">
      <dgm:t>
        <a:p>
          <a:r>
            <a:t>n5869</a:t>
          </a:r>
        </a:p>
      </dgm:t>
    </dgm:pt>
    <dgm:pt modelId="5870">
      <dgm:t>
        <a:p>
          <a:r>
            <a:t>n5870</a:t>
          </a:r>
        </a:p>
      </dgm:t>
    </dgm:pt>
    <dgm:pt modelId="5871">
      <dgm:t>
        <a:p>
          <a:r>
            <a:t>n5871</a:t>
          </a:r>
        </a:p>
      </dgm:t>
    </dgm:pt>
    <dgm:pt modelId="5872">
      <dgm:t>
        <a:p>
          <a:r>
            <a:t>n5872</a:t>
          </a:r>
        </a:p>
      </dgm:t>
    </dgm:pt>
    <dgm:pt modelId="5873">
      <dgm:t>
        <a:p>
          <a:r>
            <a:t>n5873</a:t>
          </a:r>
        </a:p>
      </dgm:t>
    </dgm:pt>
    <dgm:pt modelId="5874">
      <dgm:t>
        <a:p>
          <a:r>
            <a:t>n5874</a:t>
          </a:r>
        </a:p>
      </dgm:t>
    </dgm:pt>
    <dgm:pt modelId="5875">
      <dgm:t>
        <a:p>
          <a:r>
            <a:t>n5875</a:t>
          </a:r>
        </a:p>
      </dgm:t>
    </dgm:pt>
    <dgm:pt modelId="5876">
      <dgm:t>
        <a:p>
          <a:r>
            <a:t>n5876</a:t>
          </a:r>
        </a:p>
      </dgm:t>
    </dgm:pt>
    <dgm:pt modelId="5877">
      <dgm:t>
        <a:p>
          <a:r>
            <a:t>n5877</a:t>
          </a:r>
        </a:p>
      </dgm:t>
    </dgm:pt>
    <dgm:pt modelId="5878">
      <dgm:t>
        <a:p>
          <a:r>
            <a:t>n5878</a:t>
          </a:r>
        </a:p>
      </dgm:t>
    </dgm:pt>
    <dgm:pt modelId="5879">
      <dgm:t>
        <a:p>
          <a:r>
            <a:t>n5879</a:t>
          </a:r>
        </a:p>
      </dgm:t>
    </dgm:pt>
    <dgm:pt modelId="5880">
      <dgm:t>
        <a:p>
          <a:r>
            <a:t>n5880</a:t>
          </a:r>
        </a:p>
      </dgm:t>
    </dgm:pt>
    <dgm:pt modelId="5881">
      <dgm:t>
        <a:p>
          <a:r>
            <a:t>n5881</a:t>
          </a:r>
        </a:p>
      </dgm:t>
    </dgm:pt>
    <dgm:pt modelId="5882">
      <dgm:t>
        <a:p>
          <a:r>
            <a:t>n5882</a:t>
          </a:r>
        </a:p>
      </dgm:t>
    </dgm:pt>
    <dgm:pt modelId="5883">
      <dgm:t>
        <a:p>
          <a:r>
            <a:t>n5883</a:t>
          </a:r>
        </a:p>
      </dgm:t>
    </dgm:pt>
    <dgm:pt modelId="5884">
      <dgm:t>
        <a:p>
          <a:r>
            <a:t>n5884</a:t>
          </a:r>
        </a:p>
      </dgm:t>
    </dgm:pt>
    <dgm:pt modelId="5885">
      <dgm:t>
        <a:p>
          <a:r>
            <a:t>n5885</a:t>
          </a:r>
        </a:p>
      </dgm:t>
    </dgm:pt>
    <dgm:pt modelId="5886">
      <dgm:t>
        <a:p>
          <a:r>
            <a:t>n5886</a:t>
          </a:r>
        </a:p>
      </dgm:t>
    </dgm:pt>
    <dgm:pt modelId="5887">
      <dgm:t>
        <a:p>
          <a:r>
            <a:t>n5887</a:t>
          </a:r>
        </a:p>
      </dgm:t>
    </dgm:pt>
    <dgm:pt modelId="5888">
      <dgm:t>
        <a:p>
          <a:r>
            <a:t>n5888</a:t>
          </a:r>
        </a:p>
      </dgm:t>
    </dgm:pt>
    <dgm:pt modelId="5889">
      <dgm:t>
        <a:p>
          <a:r>
            <a:t>n5889</a:t>
          </a:r>
        </a:p>
      </dgm:t>
    </dgm:pt>
    <dgm:pt modelId="5890">
      <dgm:t>
        <a:p>
          <a:r>
            <a:t>n5890</a:t>
          </a:r>
        </a:p>
      </dgm:t>
    </dgm:pt>
    <dgm:pt modelId="5891">
      <dgm:t>
        <a:p>
          <a:r>
            <a:t>n5891</a:t>
          </a:r>
        </a:p>
      </dgm:t>
    </dgm:pt>
    <dgm:pt modelId="5892">
      <dgm:t>
        <a:p>
          <a:r>
            <a:t>n5892</a:t>
          </a:r>
        </a:p>
      </dgm:t>
    </dgm:pt>
    <dgm:pt modelId="5893">
      <dgm:t>
        <a:p>
          <a:r>
            <a:t>n5893</a:t>
          </a:r>
        </a:p>
      </dgm:t>
    </dgm:pt>
    <dgm:pt modelId="5894">
      <dgm:t>
        <a:p>
          <a:r>
            <a:t>n5894</a:t>
          </a:r>
        </a:p>
      </dgm:t>
    </dgm:pt>
    <dgm:pt modelId="5895">
      <dgm:t>
        <a:p>
          <a:r>
            <a:t>n5895</a:t>
          </a:r>
        </a:p>
      </dgm:t>
    </dgm:pt>
    <dgm:pt modelId="5896">
      <dgm:t>
        <a:p>
          <a:r>
            <a:t>n5896</a:t>
          </a:r>
        </a:p>
      </dgm:t>
    </dgm:pt>
    <dgm:pt modelId="5897">
      <dgm:t>
        <a:p>
          <a:r>
            <a:t>n5897</a:t>
          </a:r>
        </a:p>
      </dgm:t>
    </dgm:pt>
    <dgm:pt modelId="5898">
      <dgm:t>
        <a:p>
          <a:r>
            <a:t>n5898</a:t>
          </a:r>
        </a:p>
      </dgm:t>
    </dgm:pt>
    <dgm:pt modelId="5899">
      <dgm:t>
        <a:p>
          <a:r>
            <a:t>n5899</a:t>
          </a:r>
        </a:p>
      </dgm:t>
    </dgm:pt>
    <dgm:pt modelId="5900">
      <dgm:t>
        <a:p>
          <a:r>
            <a:t>n5900</a:t>
          </a:r>
        </a:p>
      </dgm:t>
    </dgm:pt>
    <dgm:pt modelId="5901">
      <dgm:t>
        <a:p>
          <a:r>
            <a:t>n5901</a:t>
          </a:r>
        </a:p>
      </dgm:t>
    </dgm:pt>
    <dgm:pt modelId="5902">
      <dgm:t>
        <a:p>
          <a:r>
            <a:t>n5902</a:t>
          </a:r>
        </a:p>
      </dgm:t>
    </dgm:pt>
    <dgm:pt modelId="5903">
      <dgm:t>
        <a:p>
          <a:r>
            <a:t>n5903</a:t>
          </a:r>
        </a:p>
      </dgm:t>
    </dgm:pt>
    <dgm:pt modelId="5904">
      <dgm:t>
        <a:p>
          <a:r>
            <a:t>n5904</a:t>
          </a:r>
        </a:p>
      </dgm:t>
    </dgm:pt>
    <dgm:pt modelId="5905">
      <dgm:t>
        <a:p>
          <a:r>
            <a:t>n5905</a:t>
          </a:r>
        </a:p>
      </dgm:t>
    </dgm:pt>
    <dgm:pt modelId="5906">
      <dgm:t>
        <a:p>
          <a:r>
            <a:t>n5906</a:t>
          </a:r>
        </a:p>
      </dgm:t>
    </dgm:pt>
    <dgm:pt modelId="5907">
      <dgm:t>
        <a:p>
          <a:r>
            <a:t>n5907</a:t>
          </a:r>
        </a:p>
      </dgm:t>
    </dgm:pt>
    <dgm:pt modelId="5908">
      <dgm:t>
        <a:p>
          <a:r>
            <a:t>n5908</a:t>
          </a:r>
        </a:p>
      </dgm:t>
    </dgm:pt>
    <dgm:pt modelId="5909">
      <dgm:t>
        <a:p>
          <a:r>
            <a:t>n5909</a:t>
          </a:r>
        </a:p>
      </dgm:t>
    </dgm:pt>
    <dgm:pt modelId="5910">
      <dgm:t>
        <a:p>
          <a:r>
            <a:t>n5910</a:t>
          </a:r>
        </a:p>
      </dgm:t>
    </dgm:pt>
    <dgm:pt modelId="5911">
      <dgm:t>
        <a:p>
          <a:r>
            <a:t>n5911</a:t>
          </a:r>
        </a:p>
      </dgm:t>
    </dgm:pt>
    <dgm:pt modelId="5912">
      <dgm:t>
        <a:p>
          <a:r>
            <a:t>n5912</a:t>
          </a:r>
        </a:p>
      </dgm:t>
    </dgm:pt>
    <dgm:pt modelId="5913">
      <dgm:t>
        <a:p>
          <a:r>
            <a:t>n5913</a:t>
          </a:r>
        </a:p>
      </dgm:t>
    </dgm:pt>
    <dgm:pt modelId="5914">
      <dgm:t>
        <a:p>
          <a:r>
            <a:t>n5914</a:t>
          </a:r>
        </a:p>
      </dgm:t>
    </dgm:pt>
    <dgm:pt modelId="5915">
      <dgm:t>
        <a:p>
          <a:r>
            <a:t>n5915</a:t>
          </a:r>
        </a:p>
      </dgm:t>
    </dgm:pt>
    <dgm:pt modelId="5916">
      <dgm:t>
        <a:p>
          <a:r>
            <a:t>n5916</a:t>
          </a:r>
        </a:p>
      </dgm:t>
    </dgm:pt>
    <dgm:pt modelId="5917">
      <dgm:t>
        <a:p>
          <a:r>
            <a:t>n5917</a:t>
          </a:r>
        </a:p>
      </dgm:t>
    </dgm:pt>
    <dgm:pt modelId="5918">
      <dgm:t>
        <a:p>
          <a:r>
            <a:t>n5918</a:t>
          </a:r>
        </a:p>
      </dgm:t>
    </dgm:pt>
    <dgm:pt modelId="5919">
      <dgm:t>
        <a:p>
          <a:r>
            <a:t>n5919</a:t>
          </a:r>
        </a:p>
      </dgm:t>
    </dgm:pt>
    <dgm:pt modelId="5920">
      <dgm:t>
        <a:p>
          <a:r>
            <a:t>n5920</a:t>
          </a:r>
        </a:p>
      </dgm:t>
    </dgm:pt>
    <dgm:pt modelId="5921">
      <dgm:t>
        <a:p>
          <a:r>
            <a:t>n5921</a:t>
          </a:r>
        </a:p>
      </dgm:t>
    </dgm:pt>
    <dgm:pt modelId="5922">
      <dgm:t>
        <a:p>
          <a:r>
            <a:t>n5922</a:t>
          </a:r>
        </a:p>
      </dgm:t>
    </dgm:pt>
    <dgm:pt modelId="5923">
      <dgm:t>
        <a:p>
          <a:r>
            <a:t>n5923</a:t>
          </a:r>
        </a:p>
      </dgm:t>
    </dgm:pt>
    <dgm:pt modelId="5924">
      <dgm:t>
        <a:p>
          <a:r>
            <a:t>n5924</a:t>
          </a:r>
        </a:p>
      </dgm:t>
    </dgm:pt>
    <dgm:pt modelId="5925">
      <dgm:t>
        <a:p>
          <a:r>
            <a:t>n5925</a:t>
          </a:r>
        </a:p>
      </dgm:t>
    </dgm:pt>
    <dgm:pt modelId="5926">
      <dgm:t>
        <a:p>
          <a:r>
            <a:t>n5926</a:t>
          </a:r>
        </a:p>
      </dgm:t>
    </dgm:pt>
    <dgm:pt modelId="5927">
      <dgm:t>
        <a:p>
          <a:r>
            <a:t>n5927</a:t>
          </a:r>
        </a:p>
      </dgm:t>
    </dgm:pt>
    <dgm:pt modelId="5928">
      <dgm:t>
        <a:p>
          <a:r>
            <a:t>n5928</a:t>
          </a:r>
        </a:p>
      </dgm:t>
    </dgm:pt>
    <dgm:pt modelId="5929">
      <dgm:t>
        <a:p>
          <a:r>
            <a:t>n5929</a:t>
          </a:r>
        </a:p>
      </dgm:t>
    </dgm:pt>
    <dgm:pt modelId="5930">
      <dgm:t>
        <a:p>
          <a:r>
            <a:t>n5930</a:t>
          </a:r>
        </a:p>
      </dgm:t>
    </dgm:pt>
    <dgm:pt modelId="5931">
      <dgm:t>
        <a:p>
          <a:r>
            <a:t>n5931</a:t>
          </a:r>
        </a:p>
      </dgm:t>
    </dgm:pt>
    <dgm:pt modelId="5932">
      <dgm:t>
        <a:p>
          <a:r>
            <a:t>n5932</a:t>
          </a:r>
        </a:p>
      </dgm:t>
    </dgm:pt>
    <dgm:pt modelId="5933">
      <dgm:t>
        <a:p>
          <a:r>
            <a:t>n5933</a:t>
          </a:r>
        </a:p>
      </dgm:t>
    </dgm:pt>
    <dgm:pt modelId="5934">
      <dgm:t>
        <a:p>
          <a:r>
            <a:t>n5934</a:t>
          </a:r>
        </a:p>
      </dgm:t>
    </dgm:pt>
    <dgm:pt modelId="5935">
      <dgm:t>
        <a:p>
          <a:r>
            <a:t>n5935</a:t>
          </a:r>
        </a:p>
      </dgm:t>
    </dgm:pt>
    <dgm:pt modelId="5936">
      <dgm:t>
        <a:p>
          <a:r>
            <a:t>n5936</a:t>
          </a:r>
        </a:p>
      </dgm:t>
    </dgm:pt>
    <dgm:pt modelId="5937">
      <dgm:t>
        <a:p>
          <a:r>
            <a:t>n5937</a:t>
          </a:r>
        </a:p>
      </dgm:t>
    </dgm:pt>
    <dgm:pt modelId="5938">
      <dgm:t>
        <a:p>
          <a:r>
            <a:t>n5938</a:t>
          </a:r>
        </a:p>
      </dgm:t>
    </dgm:pt>
    <dgm:pt modelId="5939">
      <dgm:t>
        <a:p>
          <a:r>
            <a:t>n5939</a:t>
          </a:r>
        </a:p>
      </dgm:t>
    </dgm:pt>
    <dgm:pt modelId="5940">
      <dgm:t>
        <a:p>
          <a:r>
            <a:t>n5940</a:t>
          </a:r>
        </a:p>
      </dgm:t>
    </dgm:pt>
    <dgm:pt modelId="5941">
      <dgm:t>
        <a:p>
          <a:r>
            <a:t>n5941</a:t>
          </a:r>
        </a:p>
      </dgm:t>
    </dgm:pt>
    <dgm:pt modelId="5942">
      <dgm:t>
        <a:p>
          <a:r>
            <a:t>n5942</a:t>
          </a:r>
        </a:p>
      </dgm:t>
    </dgm:pt>
    <dgm:pt modelId="5943">
      <dgm:t>
        <a:p>
          <a:r>
            <a:t>n5943</a:t>
          </a:r>
        </a:p>
      </dgm:t>
    </dgm:pt>
    <dgm:pt modelId="5944">
      <dgm:t>
        <a:p>
          <a:r>
            <a:t>n5944</a:t>
          </a:r>
        </a:p>
      </dgm:t>
    </dgm:pt>
    <dgm:pt modelId="5945">
      <dgm:t>
        <a:p>
          <a:r>
            <a:t>n5945</a:t>
          </a:r>
        </a:p>
      </dgm:t>
    </dgm:pt>
    <dgm:pt modelId="5946">
      <dgm:t>
        <a:p>
          <a:r>
            <a:t>n5946</a:t>
          </a:r>
        </a:p>
      </dgm:t>
    </dgm:pt>
    <dgm:pt modelId="5947">
      <dgm:t>
        <a:p>
          <a:r>
            <a:t>n5947</a:t>
          </a:r>
        </a:p>
      </dgm:t>
    </dgm:pt>
    <dgm:pt modelId="5948">
      <dgm:t>
        <a:p>
          <a:r>
            <a:t>n5948</a:t>
          </a:r>
        </a:p>
      </dgm:t>
    </dgm:pt>
    <dgm:pt modelId="5949">
      <dgm:t>
        <a:p>
          <a:r>
            <a:t>n5949</a:t>
          </a:r>
        </a:p>
      </dgm:t>
    </dgm:pt>
    <dgm:pt modelId="5950">
      <dgm:t>
        <a:p>
          <a:r>
            <a:t>n5950</a:t>
          </a:r>
        </a:p>
      </dgm:t>
    </dgm:pt>
    <dgm:pt modelId="5951">
      <dgm:t>
        <a:p>
          <a:r>
            <a:t>n5951</a:t>
          </a:r>
        </a:p>
      </dgm:t>
    </dgm:pt>
    <dgm:pt modelId="5952">
      <dgm:t>
        <a:p>
          <a:r>
            <a:t>n5952</a:t>
          </a:r>
        </a:p>
      </dgm:t>
    </dgm:pt>
    <dgm:pt modelId="5953">
      <dgm:t>
        <a:p>
          <a:r>
            <a:t>n5953</a:t>
          </a:r>
        </a:p>
      </dgm:t>
    </dgm:pt>
    <dgm:pt modelId="5954">
      <dgm:t>
        <a:p>
          <a:r>
            <a:t>n5954</a:t>
          </a:r>
        </a:p>
      </dgm:t>
    </dgm:pt>
    <dgm:pt modelId="5955">
      <dgm:t>
        <a:p>
          <a:r>
            <a:t>n5955</a:t>
          </a:r>
        </a:p>
      </dgm:t>
    </dgm:pt>
    <dgm:pt modelId="5956">
      <dgm:t>
        <a:p>
          <a:r>
            <a:t>n5956</a:t>
          </a:r>
        </a:p>
      </dgm:t>
    </dgm:pt>
    <dgm:pt modelId="5957">
      <dgm:t>
        <a:p>
          <a:r>
            <a:t>n5957</a:t>
          </a:r>
        </a:p>
      </dgm:t>
    </dgm:pt>
    <dgm:pt modelId="5958">
      <dgm:t>
        <a:p>
          <a:r>
            <a:t>n5958</a:t>
          </a:r>
        </a:p>
      </dgm:t>
    </dgm:pt>
    <dgm:pt modelId="5959">
      <dgm:t>
        <a:p>
          <a:r>
            <a:t>n5959</a:t>
          </a:r>
        </a:p>
      </dgm:t>
    </dgm:pt>
    <dgm:pt modelId="5960">
      <dgm:t>
        <a:p>
          <a:r>
            <a:t>n5960</a:t>
          </a:r>
        </a:p>
      </dgm:t>
    </dgm:pt>
    <dgm:pt modelId="5961">
      <dgm:t>
        <a:p>
          <a:r>
            <a:t>n5961</a:t>
          </a:r>
        </a:p>
      </dgm:t>
    </dgm:pt>
    <dgm:pt modelId="5962">
      <dgm:t>
        <a:p>
          <a:r>
            <a:t>n5962</a:t>
          </a:r>
        </a:p>
      </dgm:t>
    </dgm:pt>
    <dgm:pt modelId="5963">
      <dgm:t>
        <a:p>
          <a:r>
            <a:t>n5963</a:t>
          </a:r>
        </a:p>
      </dgm:t>
    </dgm:pt>
    <dgm:pt modelId="5964">
      <dgm:t>
        <a:p>
          <a:r>
            <a:t>n5964</a:t>
          </a:r>
        </a:p>
      </dgm:t>
    </dgm:pt>
    <dgm:pt modelId="5965">
      <dgm:t>
        <a:p>
          <a:r>
            <a:t>n5965</a:t>
          </a:r>
        </a:p>
      </dgm:t>
    </dgm:pt>
    <dgm:pt modelId="5966">
      <dgm:t>
        <a:p>
          <a:r>
            <a:t>n5966</a:t>
          </a:r>
        </a:p>
      </dgm:t>
    </dgm:pt>
    <dgm:pt modelId="5967">
      <dgm:t>
        <a:p>
          <a:r>
            <a:t>n5967</a:t>
          </a:r>
        </a:p>
      </dgm:t>
    </dgm:pt>
    <dgm:pt modelId="5968">
      <dgm:t>
        <a:p>
          <a:r>
            <a:t>n5968</a:t>
          </a:r>
        </a:p>
      </dgm:t>
    </dgm:pt>
    <dgm:pt modelId="5969">
      <dgm:t>
        <a:p>
          <a:r>
            <a:t>n5969</a:t>
          </a:r>
        </a:p>
      </dgm:t>
    </dgm:pt>
    <dgm:pt modelId="5970">
      <dgm:t>
        <a:p>
          <a:r>
            <a:t>n5970</a:t>
          </a:r>
        </a:p>
      </dgm:t>
    </dgm:pt>
    <dgm:pt modelId="5971">
      <dgm:t>
        <a:p>
          <a:r>
            <a:t>n5971</a:t>
          </a:r>
        </a:p>
      </dgm:t>
    </dgm:pt>
    <dgm:pt modelId="5972">
      <dgm:t>
        <a:p>
          <a:r>
            <a:t>n5972</a:t>
          </a:r>
        </a:p>
      </dgm:t>
    </dgm:pt>
    <dgm:pt modelId="5973">
      <dgm:t>
        <a:p>
          <a:r>
            <a:t>n5973</a:t>
          </a:r>
        </a:p>
      </dgm:t>
    </dgm:pt>
    <dgm:pt modelId="5974">
      <dgm:t>
        <a:p>
          <a:r>
            <a:t>n5974</a:t>
          </a:r>
        </a:p>
      </dgm:t>
    </dgm:pt>
    <dgm:pt modelId="5975">
      <dgm:t>
        <a:p>
          <a:r>
            <a:t>n5975</a:t>
          </a:r>
        </a:p>
      </dgm:t>
    </dgm:pt>
    <dgm:pt modelId="5976">
      <dgm:t>
        <a:p>
          <a:r>
            <a:t>n5976</a:t>
          </a:r>
        </a:p>
      </dgm:t>
    </dgm:pt>
    <dgm:pt modelId="5977">
      <dgm:t>
        <a:p>
          <a:r>
            <a:t>n5977</a:t>
          </a:r>
        </a:p>
      </dgm:t>
    </dgm:pt>
    <dgm:pt modelId="5978">
      <dgm:t>
        <a:p>
          <a:r>
            <a:t>n5978</a:t>
          </a:r>
        </a:p>
      </dgm:t>
    </dgm:pt>
    <dgm:pt modelId="5979">
      <dgm:t>
        <a:p>
          <a:r>
            <a:t>n5979</a:t>
          </a:r>
        </a:p>
      </dgm:t>
    </dgm:pt>
    <dgm:pt modelId="5980">
      <dgm:t>
        <a:p>
          <a:r>
            <a:t>n5980</a:t>
          </a:r>
        </a:p>
      </dgm:t>
    </dgm:pt>
    <dgm:pt modelId="5981">
      <dgm:t>
        <a:p>
          <a:r>
            <a:t>n5981</a:t>
          </a:r>
        </a:p>
      </dgm:t>
    </dgm:pt>
    <dgm:pt modelId="5982">
      <dgm:t>
        <a:p>
          <a:r>
            <a:t>n5982</a:t>
          </a:r>
        </a:p>
      </dgm:t>
    </dgm:pt>
    <dgm:pt modelId="5983">
      <dgm:t>
        <a:p>
          <a:r>
            <a:t>n5983</a:t>
          </a:r>
        </a:p>
      </dgm:t>
    </dgm:pt>
    <dgm:pt modelId="5984">
      <dgm:t>
        <a:p>
          <a:r>
            <a:t>n5984</a:t>
          </a:r>
        </a:p>
      </dgm:t>
    </dgm:pt>
    <dgm:pt modelId="5985">
      <dgm:t>
        <a:p>
          <a:r>
            <a:t>n5985</a:t>
          </a:r>
        </a:p>
      </dgm:t>
    </dgm:pt>
    <dgm:pt modelId="5986">
      <dgm:t>
        <a:p>
          <a:r>
            <a:t>n5986</a:t>
          </a:r>
        </a:p>
      </dgm:t>
    </dgm:pt>
    <dgm:pt modelId="5987">
      <dgm:t>
        <a:p>
          <a:r>
            <a:t>n5987</a:t>
          </a:r>
        </a:p>
      </dgm:t>
    </dgm:pt>
    <dgm:pt modelId="5988">
      <dgm:t>
        <a:p>
          <a:r>
            <a:t>n5988</a:t>
          </a:r>
        </a:p>
      </dgm:t>
    </dgm:pt>
    <dgm:pt modelId="5989">
      <dgm:t>
        <a:p>
          <a:r>
            <a:t>n5989</a:t>
          </a:r>
        </a:p>
      </dgm:t>
    </dgm:pt>
    <dgm:pt modelId="5990">
      <dgm:t>
        <a:p>
          <a:r>
            <a:t>n5990</a:t>
          </a:r>
        </a:p>
      </dgm:t>
    </dgm:pt>
    <dgm:pt modelId="5991">
      <dgm:t>
        <a:p>
          <a:r>
            <a:t>n5991</a:t>
          </a:r>
        </a:p>
      </dgm:t>
    </dgm:pt>
    <dgm:pt modelId="5992">
      <dgm:t>
        <a:p>
          <a:r>
            <a:t>n5992</a:t>
          </a:r>
        </a:p>
      </dgm:t>
    </dgm:pt>
    <dgm:pt modelId="5993">
      <dgm:t>
        <a:p>
          <a:r>
            <a:t>n5993</a:t>
          </a:r>
        </a:p>
      </dgm:t>
    </dgm:pt>
    <dgm:pt modelId="5994">
      <dgm:t>
        <a:p>
          <a:r>
            <a:t>n5994</a:t>
          </a:r>
        </a:p>
      </dgm:t>
    </dgm:pt>
    <dgm:pt modelId="5995">
      <dgm:t>
        <a:p>
          <a:r>
            <a:t>n5995</a:t>
          </a:r>
        </a:p>
      </dgm:t>
    </dgm:pt>
    <dgm:pt modelId="5996">
      <dgm:t>
        <a:p>
          <a:r>
            <a:t>n5996</a:t>
          </a:r>
        </a:p>
      </dgm:t>
    </dgm:pt>
    <dgm:pt modelId="5997">
      <dgm:t>
        <a:p>
          <a:r>
            <a:t>n5997</a:t>
          </a:r>
        </a:p>
      </dgm:t>
    </dgm:pt>
    <dgm:pt modelId="5998">
      <dgm:t>
        <a:p>
          <a:r>
            <a:t>n5998</a:t>
          </a:r>
        </a:p>
      </dgm:t>
    </dgm:pt>
    <dgm:pt modelId="5999">
      <dgm:t>
        <a:p>
          <a:r>
            <a:t>n5999</a:t>
          </a:r>
        </a:p>
      </dgm:t>
    </dgm:pt>
    <dgm:pt modelId="6000">
      <dgm:t>
        <a:p>
          <a:r>
            <a:t>n6000</a:t>
          </a:r>
        </a:p>
      </dgm:t>
    </dgm:pt>
    <dgm:pt modelId="6001">
      <dgm:t>
        <a:p>
          <a:r>
            <a:t>n6001</a:t>
          </a:r>
        </a:p>
      </dgm:t>
    </dgm:pt>
    <dgm:pt modelId="6002">
      <dgm:t>
        <a:p>
          <a:r>
            <a:t>n6002</a:t>
          </a:r>
        </a:p>
      </dgm:t>
    </dgm:pt>
    <dgm:pt modelId="6003">
      <dgm:t>
        <a:p>
          <a:r>
            <a:t>n6003</a:t>
          </a:r>
        </a:p>
      </dgm:t>
    </dgm:pt>
    <dgm:pt modelId="6004">
      <dgm:t>
        <a:p>
          <a:r>
            <a:t>n6004</a:t>
          </a:r>
        </a:p>
      </dgm:t>
    </dgm:pt>
    <dgm:pt modelId="6005">
      <dgm:t>
        <a:p>
          <a:r>
            <a:t>n6005</a:t>
          </a:r>
        </a:p>
      </dgm:t>
    </dgm:pt>
    <dgm:pt modelId="6006">
      <dgm:t>
        <a:p>
          <a:r>
            <a:t>n6006</a:t>
          </a:r>
        </a:p>
      </dgm:t>
    </dgm:pt>
    <dgm:pt modelId="6007">
      <dgm:t>
        <a:p>
          <a:r>
            <a:t>n6007</a:t>
          </a:r>
        </a:p>
      </dgm:t>
    </dgm:pt>
    <dgm:pt modelId="6008">
      <dgm:t>
        <a:p>
          <a:r>
            <a:t>n6008</a:t>
          </a:r>
        </a:p>
      </dgm:t>
    </dgm:pt>
    <dgm:pt modelId="6009">
      <dgm:t>
        <a:p>
          <a:r>
            <a:t>n6009</a:t>
          </a:r>
        </a:p>
      </dgm:t>
    </dgm:pt>
    <dgm:pt modelId="6010">
      <dgm:t>
        <a:p>
          <a:r>
            <a:t>n6010</a:t>
          </a:r>
        </a:p>
      </dgm:t>
    </dgm:pt>
    <dgm:pt modelId="6011">
      <dgm:t>
        <a:p>
          <a:r>
            <a:t>n6011</a:t>
          </a:r>
        </a:p>
      </dgm:t>
    </dgm:pt>
    <dgm:pt modelId="6012">
      <dgm:t>
        <a:p>
          <a:r>
            <a:t>n6012</a:t>
          </a:r>
        </a:p>
      </dgm:t>
    </dgm:pt>
    <dgm:pt modelId="6013">
      <dgm:t>
        <a:p>
          <a:r>
            <a:t>n6013</a:t>
          </a:r>
        </a:p>
      </dgm:t>
    </dgm:pt>
    <dgm:pt modelId="6014">
      <dgm:t>
        <a:p>
          <a:r>
            <a:t>n6014</a:t>
          </a:r>
        </a:p>
      </dgm:t>
    </dgm:pt>
    <dgm:pt modelId="6015">
      <dgm:t>
        <a:p>
          <a:r>
            <a:t>n6015</a:t>
          </a:r>
        </a:p>
      </dgm:t>
    </dgm:pt>
    <dgm:pt modelId="6016">
      <dgm:t>
        <a:p>
          <a:r>
            <a:t>n6016</a:t>
          </a:r>
        </a:p>
      </dgm:t>
    </dgm:pt>
    <dgm:pt modelId="6017">
      <dgm:t>
        <a:p>
          <a:r>
            <a:t>n6017</a:t>
          </a:r>
        </a:p>
      </dgm:t>
    </dgm:pt>
    <dgm:pt modelId="6018">
      <dgm:t>
        <a:p>
          <a:r>
            <a:t>n6018</a:t>
          </a:r>
        </a:p>
      </dgm:t>
    </dgm:pt>
    <dgm:pt modelId="6019">
      <dgm:t>
        <a:p>
          <a:r>
            <a:t>n6019</a:t>
          </a:r>
        </a:p>
      </dgm:t>
    </dgm:pt>
    <dgm:pt modelId="6020">
      <dgm:t>
        <a:p>
          <a:r>
            <a:t>n6020</a:t>
          </a:r>
        </a:p>
      </dgm:t>
    </dgm:pt>
    <dgm:pt modelId="6021">
      <dgm:t>
        <a:p>
          <a:r>
            <a:t>n6021</a:t>
          </a:r>
        </a:p>
      </dgm:t>
    </dgm:pt>
    <dgm:pt modelId="6022">
      <dgm:t>
        <a:p>
          <a:r>
            <a:t>n6022</a:t>
          </a:r>
        </a:p>
      </dgm:t>
    </dgm:pt>
    <dgm:pt modelId="6023">
      <dgm:t>
        <a:p>
          <a:r>
            <a:t>n6023</a:t>
          </a:r>
        </a:p>
      </dgm:t>
    </dgm:pt>
    <dgm:pt modelId="6024">
      <dgm:t>
        <a:p>
          <a:r>
            <a:t>n6024</a:t>
          </a:r>
        </a:p>
      </dgm:t>
    </dgm:pt>
    <dgm:pt modelId="6025">
      <dgm:t>
        <a:p>
          <a:r>
            <a:t>n6025</a:t>
          </a:r>
        </a:p>
      </dgm:t>
    </dgm:pt>
    <dgm:pt modelId="6026">
      <dgm:t>
        <a:p>
          <a:r>
            <a:t>n6026</a:t>
          </a:r>
        </a:p>
      </dgm:t>
    </dgm:pt>
    <dgm:pt modelId="6027">
      <dgm:t>
        <a:p>
          <a:r>
            <a:t>n6027</a:t>
          </a:r>
        </a:p>
      </dgm:t>
    </dgm:pt>
    <dgm:pt modelId="6028">
      <dgm:t>
        <a:p>
          <a:r>
            <a:t>n6028</a:t>
          </a:r>
        </a:p>
      </dgm:t>
    </dgm:pt>
    <dgm:pt modelId="6029">
      <dgm:t>
        <a:p>
          <a:r>
            <a:t>n6029</a:t>
          </a:r>
        </a:p>
      </dgm:t>
    </dgm:pt>
    <dgm:pt modelId="6030">
      <dgm:t>
        <a:p>
          <a:r>
            <a:t>n6030</a:t>
          </a:r>
        </a:p>
      </dgm:t>
    </dgm:pt>
    <dgm:pt modelId="6031">
      <dgm:t>
        <a:p>
          <a:r>
            <a:t>n6031</a:t>
          </a:r>
        </a:p>
      </dgm:t>
    </dgm:pt>
    <dgm:pt modelId="6032">
      <dgm:t>
        <a:p>
          <a:r>
            <a:t>n6032</a:t>
          </a:r>
        </a:p>
      </dgm:t>
    </dgm:pt>
    <dgm:pt modelId="6033">
      <dgm:t>
        <a:p>
          <a:r>
            <a:t>n6033</a:t>
          </a:r>
        </a:p>
      </dgm:t>
    </dgm:pt>
    <dgm:pt modelId="6034">
      <dgm:t>
        <a:p>
          <a:r>
            <a:t>n6034</a:t>
          </a:r>
        </a:p>
      </dgm:t>
    </dgm:pt>
    <dgm:pt modelId="6035">
      <dgm:t>
        <a:p>
          <a:r>
            <a:t>n6035</a:t>
          </a:r>
        </a:p>
      </dgm:t>
    </dgm:pt>
    <dgm:pt modelId="6036">
      <dgm:t>
        <a:p>
          <a:r>
            <a:t>n6036</a:t>
          </a:r>
        </a:p>
      </dgm:t>
    </dgm:pt>
    <dgm:pt modelId="6037">
      <dgm:t>
        <a:p>
          <a:r>
            <a:t>n6037</a:t>
          </a:r>
        </a:p>
      </dgm:t>
    </dgm:pt>
    <dgm:pt modelId="6038">
      <dgm:t>
        <a:p>
          <a:r>
            <a:t>n6038</a:t>
          </a:r>
        </a:p>
      </dgm:t>
    </dgm:pt>
    <dgm:pt modelId="6039">
      <dgm:t>
        <a:p>
          <a:r>
            <a:t>n6039</a:t>
          </a:r>
        </a:p>
      </dgm:t>
    </dgm:pt>
    <dgm:pt modelId="6040">
      <dgm:t>
        <a:p>
          <a:r>
            <a:t>n6040</a:t>
          </a:r>
        </a:p>
      </dgm:t>
    </dgm:pt>
    <dgm:pt modelId="6041">
      <dgm:t>
        <a:p>
          <a:r>
            <a:t>n6041</a:t>
          </a:r>
        </a:p>
      </dgm:t>
    </dgm:pt>
    <dgm:pt modelId="6042">
      <dgm:t>
        <a:p>
          <a:r>
            <a:t>n6042</a:t>
          </a:r>
        </a:p>
      </dgm:t>
    </dgm:pt>
    <dgm:pt modelId="6043">
      <dgm:t>
        <a:p>
          <a:r>
            <a:t>n6043</a:t>
          </a:r>
        </a:p>
      </dgm:t>
    </dgm:pt>
    <dgm:pt modelId="6044">
      <dgm:t>
        <a:p>
          <a:r>
            <a:t>n6044</a:t>
          </a:r>
        </a:p>
      </dgm:t>
    </dgm:pt>
    <dgm:pt modelId="6045">
      <dgm:t>
        <a:p>
          <a:r>
            <a:t>n6045</a:t>
          </a:r>
        </a:p>
      </dgm:t>
    </dgm:pt>
    <dgm:pt modelId="6046">
      <dgm:t>
        <a:p>
          <a:r>
            <a:t>n6046</a:t>
          </a:r>
        </a:p>
      </dgm:t>
    </dgm:pt>
    <dgm:pt modelId="6047">
      <dgm:t>
        <a:p>
          <a:r>
            <a:t>n6047</a:t>
          </a:r>
        </a:p>
      </dgm:t>
    </dgm:pt>
    <dgm:pt modelId="6048">
      <dgm:t>
        <a:p>
          <a:r>
            <a:t>n6048</a:t>
          </a:r>
        </a:p>
      </dgm:t>
    </dgm:pt>
    <dgm:pt modelId="6049">
      <dgm:t>
        <a:p>
          <a:r>
            <a:t>n6049</a:t>
          </a:r>
        </a:p>
      </dgm:t>
    </dgm:pt>
    <dgm:pt modelId="6050">
      <dgm:t>
        <a:p>
          <a:r>
            <a:t>n6050</a:t>
          </a:r>
        </a:p>
      </dgm:t>
    </dgm:pt>
    <dgm:pt modelId="6051">
      <dgm:t>
        <a:p>
          <a:r>
            <a:t>n6051</a:t>
          </a:r>
        </a:p>
      </dgm:t>
    </dgm:pt>
    <dgm:pt modelId="6052">
      <dgm:t>
        <a:p>
          <a:r>
            <a:t>n6052</a:t>
          </a:r>
        </a:p>
      </dgm:t>
    </dgm:pt>
    <dgm:pt modelId="6053">
      <dgm:t>
        <a:p>
          <a:r>
            <a:t>n6053</a:t>
          </a:r>
        </a:p>
      </dgm:t>
    </dgm:pt>
    <dgm:pt modelId="6054">
      <dgm:t>
        <a:p>
          <a:r>
            <a:t>n6054</a:t>
          </a:r>
        </a:p>
      </dgm:t>
    </dgm:pt>
    <dgm:pt modelId="6055">
      <dgm:t>
        <a:p>
          <a:r>
            <a:t>n6055</a:t>
          </a:r>
        </a:p>
      </dgm:t>
    </dgm:pt>
    <dgm:pt modelId="6056">
      <dgm:t>
        <a:p>
          <a:r>
            <a:t>n6056</a:t>
          </a:r>
        </a:p>
      </dgm:t>
    </dgm:pt>
    <dgm:pt modelId="6057">
      <dgm:t>
        <a:p>
          <a:r>
            <a:t>n6057</a:t>
          </a:r>
        </a:p>
      </dgm:t>
    </dgm:pt>
    <dgm:pt modelId="6058">
      <dgm:t>
        <a:p>
          <a:r>
            <a:t>n6058</a:t>
          </a:r>
        </a:p>
      </dgm:t>
    </dgm:pt>
    <dgm:pt modelId="6059">
      <dgm:t>
        <a:p>
          <a:r>
            <a:t>n6059</a:t>
          </a:r>
        </a:p>
      </dgm:t>
    </dgm:pt>
    <dgm:pt modelId="6060">
      <dgm:t>
        <a:p>
          <a:r>
            <a:t>n6060</a:t>
          </a:r>
        </a:p>
      </dgm:t>
    </dgm:pt>
    <dgm:pt modelId="6061">
      <dgm:t>
        <a:p>
          <a:r>
            <a:t>n6061</a:t>
          </a:r>
        </a:p>
      </dgm:t>
    </dgm:pt>
    <dgm:pt modelId="6062">
      <dgm:t>
        <a:p>
          <a:r>
            <a:t>n6062</a:t>
          </a:r>
        </a:p>
      </dgm:t>
    </dgm:pt>
    <dgm:pt modelId="6063">
      <dgm:t>
        <a:p>
          <a:r>
            <a:t>n6063</a:t>
          </a:r>
        </a:p>
      </dgm:t>
    </dgm:pt>
    <dgm:pt modelId="6064">
      <dgm:t>
        <a:p>
          <a:r>
            <a:t>n6064</a:t>
          </a:r>
        </a:p>
      </dgm:t>
    </dgm:pt>
    <dgm:pt modelId="6065">
      <dgm:t>
        <a:p>
          <a:r>
            <a:t>n6065</a:t>
          </a:r>
        </a:p>
      </dgm:t>
    </dgm:pt>
    <dgm:pt modelId="6066">
      <dgm:t>
        <a:p>
          <a:r>
            <a:t>n6066</a:t>
          </a:r>
        </a:p>
      </dgm:t>
    </dgm:pt>
    <dgm:pt modelId="6067">
      <dgm:t>
        <a:p>
          <a:r>
            <a:t>n6067</a:t>
          </a:r>
        </a:p>
      </dgm:t>
    </dgm:pt>
    <dgm:pt modelId="6068">
      <dgm:t>
        <a:p>
          <a:r>
            <a:t>n6068</a:t>
          </a:r>
        </a:p>
      </dgm:t>
    </dgm:pt>
    <dgm:pt modelId="6069">
      <dgm:t>
        <a:p>
          <a:r>
            <a:t>n6069</a:t>
          </a:r>
        </a:p>
      </dgm:t>
    </dgm:pt>
    <dgm:pt modelId="6070">
      <dgm:t>
        <a:p>
          <a:r>
            <a:t>n6070</a:t>
          </a:r>
        </a:p>
      </dgm:t>
    </dgm:pt>
    <dgm:pt modelId="6071">
      <dgm:t>
        <a:p>
          <a:r>
            <a:t>n6071</a:t>
          </a:r>
        </a:p>
      </dgm:t>
    </dgm:pt>
    <dgm:pt modelId="6072">
      <dgm:t>
        <a:p>
          <a:r>
            <a:t>n6072</a:t>
          </a:r>
        </a:p>
      </dgm:t>
    </dgm:pt>
    <dgm:pt modelId="6073">
      <dgm:t>
        <a:p>
          <a:r>
            <a:t>n6073</a:t>
          </a:r>
        </a:p>
      </dgm:t>
    </dgm:pt>
    <dgm:pt modelId="6074">
      <dgm:t>
        <a:p>
          <a:r>
            <a:t>n6074</a:t>
          </a:r>
        </a:p>
      </dgm:t>
    </dgm:pt>
    <dgm:pt modelId="6075">
      <dgm:t>
        <a:p>
          <a:r>
            <a:t>n6075</a:t>
          </a:r>
        </a:p>
      </dgm:t>
    </dgm:pt>
    <dgm:pt modelId="6076">
      <dgm:t>
        <a:p>
          <a:r>
            <a:t>n6076</a:t>
          </a:r>
        </a:p>
      </dgm:t>
    </dgm:pt>
    <dgm:pt modelId="6077">
      <dgm:t>
        <a:p>
          <a:r>
            <a:t>n6077</a:t>
          </a:r>
        </a:p>
      </dgm:t>
    </dgm:pt>
    <dgm:pt modelId="6078">
      <dgm:t>
        <a:p>
          <a:r>
            <a:t>n6078</a:t>
          </a:r>
        </a:p>
      </dgm:t>
    </dgm:pt>
    <dgm:pt modelId="6079">
      <dgm:t>
        <a:p>
          <a:r>
            <a:t>n6079</a:t>
          </a:r>
        </a:p>
      </dgm:t>
    </dgm:pt>
    <dgm:pt modelId="6080">
      <dgm:t>
        <a:p>
          <a:r>
            <a:t>n6080</a:t>
          </a:r>
        </a:p>
      </dgm:t>
    </dgm:pt>
    <dgm:pt modelId="6081">
      <dgm:t>
        <a:p>
          <a:r>
            <a:t>n6081</a:t>
          </a:r>
        </a:p>
      </dgm:t>
    </dgm:pt>
    <dgm:pt modelId="6082">
      <dgm:t>
        <a:p>
          <a:r>
            <a:t>n6082</a:t>
          </a:r>
        </a:p>
      </dgm:t>
    </dgm:pt>
    <dgm:pt modelId="6083">
      <dgm:t>
        <a:p>
          <a:r>
            <a:t>n6083</a:t>
          </a:r>
        </a:p>
      </dgm:t>
    </dgm:pt>
    <dgm:pt modelId="6084">
      <dgm:t>
        <a:p>
          <a:r>
            <a:t>n6084</a:t>
          </a:r>
        </a:p>
      </dgm:t>
    </dgm:pt>
    <dgm:pt modelId="6085">
      <dgm:t>
        <a:p>
          <a:r>
            <a:t>n6085</a:t>
          </a:r>
        </a:p>
      </dgm:t>
    </dgm:pt>
    <dgm:pt modelId="6086">
      <dgm:t>
        <a:p>
          <a:r>
            <a:t>n6086</a:t>
          </a:r>
        </a:p>
      </dgm:t>
    </dgm:pt>
    <dgm:pt modelId="6087">
      <dgm:t>
        <a:p>
          <a:r>
            <a:t>n6087</a:t>
          </a:r>
        </a:p>
      </dgm:t>
    </dgm:pt>
    <dgm:pt modelId="6088">
      <dgm:t>
        <a:p>
          <a:r>
            <a:t>n6088</a:t>
          </a:r>
        </a:p>
      </dgm:t>
    </dgm:pt>
    <dgm:pt modelId="6089">
      <dgm:t>
        <a:p>
          <a:r>
            <a:t>n6089</a:t>
          </a:r>
        </a:p>
      </dgm:t>
    </dgm:pt>
    <dgm:pt modelId="6090">
      <dgm:t>
        <a:p>
          <a:r>
            <a:t>n6090</a:t>
          </a:r>
        </a:p>
      </dgm:t>
    </dgm:pt>
    <dgm:pt modelId="6091">
      <dgm:t>
        <a:p>
          <a:r>
            <a:t>n6091</a:t>
          </a:r>
        </a:p>
      </dgm:t>
    </dgm:pt>
    <dgm:pt modelId="6092">
      <dgm:t>
        <a:p>
          <a:r>
            <a:t>n6092</a:t>
          </a:r>
        </a:p>
      </dgm:t>
    </dgm:pt>
    <dgm:pt modelId="6093">
      <dgm:t>
        <a:p>
          <a:r>
            <a:t>n6093</a:t>
          </a:r>
        </a:p>
      </dgm:t>
    </dgm:pt>
    <dgm:pt modelId="6094">
      <dgm:t>
        <a:p>
          <a:r>
            <a:t>n6094</a:t>
          </a:r>
        </a:p>
      </dgm:t>
    </dgm:pt>
    <dgm:pt modelId="6095">
      <dgm:t>
        <a:p>
          <a:r>
            <a:t>n6095</a:t>
          </a:r>
        </a:p>
      </dgm:t>
    </dgm:pt>
    <dgm:pt modelId="6096">
      <dgm:t>
        <a:p>
          <a:r>
            <a:t>n6096</a:t>
          </a:r>
        </a:p>
      </dgm:t>
    </dgm:pt>
    <dgm:pt modelId="6097">
      <dgm:t>
        <a:p>
          <a:r>
            <a:t>n6097</a:t>
          </a:r>
        </a:p>
      </dgm:t>
    </dgm:pt>
    <dgm:pt modelId="6098">
      <dgm:t>
        <a:p>
          <a:r>
            <a:t>n6098</a:t>
          </a:r>
        </a:p>
      </dgm:t>
    </dgm:pt>
    <dgm:pt modelId="6099">
      <dgm:t>
        <a:p>
          <a:r>
            <a:t>n6099</a:t>
          </a:r>
        </a:p>
      </dgm:t>
    </dgm:pt>
    <dgm:pt modelId="6100">
      <dgm:t>
        <a:p>
          <a:r>
            <a:t>n6100</a:t>
          </a:r>
        </a:p>
      </dgm:t>
    </dgm:pt>
    <dgm:pt modelId="6101">
      <dgm:t>
        <a:p>
          <a:r>
            <a:t>n6101</a:t>
          </a:r>
        </a:p>
      </dgm:t>
    </dgm:pt>
    <dgm:pt modelId="6102">
      <dgm:t>
        <a:p>
          <a:r>
            <a:t>n6102</a:t>
          </a:r>
        </a:p>
      </dgm:t>
    </dgm:pt>
    <dgm:pt modelId="6103">
      <dgm:t>
        <a:p>
          <a:r>
            <a:t>n6103</a:t>
          </a:r>
        </a:p>
      </dgm:t>
    </dgm:pt>
    <dgm:pt modelId="6104">
      <dgm:t>
        <a:p>
          <a:r>
            <a:t>n6104</a:t>
          </a:r>
        </a:p>
      </dgm:t>
    </dgm:pt>
    <dgm:pt modelId="6105">
      <dgm:t>
        <a:p>
          <a:r>
            <a:t>n6105</a:t>
          </a:r>
        </a:p>
      </dgm:t>
    </dgm:pt>
    <dgm:pt modelId="6106">
      <dgm:t>
        <a:p>
          <a:r>
            <a:t>n6106</a:t>
          </a:r>
        </a:p>
      </dgm:t>
    </dgm:pt>
    <dgm:pt modelId="6107">
      <dgm:t>
        <a:p>
          <a:r>
            <a:t>n6107</a:t>
          </a:r>
        </a:p>
      </dgm:t>
    </dgm:pt>
    <dgm:pt modelId="6108">
      <dgm:t>
        <a:p>
          <a:r>
            <a:t>n6108</a:t>
          </a:r>
        </a:p>
      </dgm:t>
    </dgm:pt>
    <dgm:pt modelId="6109">
      <dgm:t>
        <a:p>
          <a:r>
            <a:t>n6109</a:t>
          </a:r>
        </a:p>
      </dgm:t>
    </dgm:pt>
    <dgm:pt modelId="6110">
      <dgm:t>
        <a:p>
          <a:r>
            <a:t>n6110</a:t>
          </a:r>
        </a:p>
      </dgm:t>
    </dgm:pt>
    <dgm:pt modelId="6111">
      <dgm:t>
        <a:p>
          <a:r>
            <a:t>n6111</a:t>
          </a:r>
        </a:p>
      </dgm:t>
    </dgm:pt>
    <dgm:pt modelId="6112">
      <dgm:t>
        <a:p>
          <a:r>
            <a:t>n6112</a:t>
          </a:r>
        </a:p>
      </dgm:t>
    </dgm:pt>
    <dgm:pt modelId="6113">
      <dgm:t>
        <a:p>
          <a:r>
            <a:t>n6113</a:t>
          </a:r>
        </a:p>
      </dgm:t>
    </dgm:pt>
    <dgm:pt modelId="6114">
      <dgm:t>
        <a:p>
          <a:r>
            <a:t>n6114</a:t>
          </a:r>
        </a:p>
      </dgm:t>
    </dgm:pt>
    <dgm:pt modelId="6115">
      <dgm:t>
        <a:p>
          <a:r>
            <a:t>n6115</a:t>
          </a:r>
        </a:p>
      </dgm:t>
    </dgm:pt>
    <dgm:pt modelId="6116">
      <dgm:t>
        <a:p>
          <a:r>
            <a:t>n6116</a:t>
          </a:r>
        </a:p>
      </dgm:t>
    </dgm:pt>
    <dgm:pt modelId="6117">
      <dgm:t>
        <a:p>
          <a:r>
            <a:t>n6117</a:t>
          </a:r>
        </a:p>
      </dgm:t>
    </dgm:pt>
    <dgm:pt modelId="6118">
      <dgm:t>
        <a:p>
          <a:r>
            <a:t>n6118</a:t>
          </a:r>
        </a:p>
      </dgm:t>
    </dgm:pt>
    <dgm:pt modelId="6119">
      <dgm:t>
        <a:p>
          <a:r>
            <a:t>n6119</a:t>
          </a:r>
        </a:p>
      </dgm:t>
    </dgm:pt>
    <dgm:pt modelId="6120">
      <dgm:t>
        <a:p>
          <a:r>
            <a:t>n6120</a:t>
          </a:r>
        </a:p>
      </dgm:t>
    </dgm:pt>
    <dgm:pt modelId="6121">
      <dgm:t>
        <a:p>
          <a:r>
            <a:t>n6121</a:t>
          </a:r>
        </a:p>
      </dgm:t>
    </dgm:pt>
    <dgm:pt modelId="6122">
      <dgm:t>
        <a:p>
          <a:r>
            <a:t>n6122</a:t>
          </a:r>
        </a:p>
      </dgm:t>
    </dgm:pt>
    <dgm:pt modelId="6123">
      <dgm:t>
        <a:p>
          <a:r>
            <a:t>n6123</a:t>
          </a:r>
        </a:p>
      </dgm:t>
    </dgm:pt>
    <dgm:pt modelId="6124">
      <dgm:t>
        <a:p>
          <a:r>
            <a:t>n6124</a:t>
          </a:r>
        </a:p>
      </dgm:t>
    </dgm:pt>
    <dgm:pt modelId="6125">
      <dgm:t>
        <a:p>
          <a:r>
            <a:t>n6125</a:t>
          </a:r>
        </a:p>
      </dgm:t>
    </dgm:pt>
    <dgm:pt modelId="6126">
      <dgm:t>
        <a:p>
          <a:r>
            <a:t>n6126</a:t>
          </a:r>
        </a:p>
      </dgm:t>
    </dgm:pt>
    <dgm:pt modelId="6127">
      <dgm:t>
        <a:p>
          <a:r>
            <a:t>n6127</a:t>
          </a:r>
        </a:p>
      </dgm:t>
    </dgm:pt>
    <dgm:pt modelId="6128">
      <dgm:t>
        <a:p>
          <a:r>
            <a:t>n6128</a:t>
          </a:r>
        </a:p>
      </dgm:t>
    </dgm:pt>
    <dgm:pt modelId="6129">
      <dgm:t>
        <a:p>
          <a:r>
            <a:t>n6129</a:t>
          </a:r>
        </a:p>
      </dgm:t>
    </dgm:pt>
    <dgm:pt modelId="6130">
      <dgm:t>
        <a:p>
          <a:r>
            <a:t>n6130</a:t>
          </a:r>
        </a:p>
      </dgm:t>
    </dgm:pt>
    <dgm:pt modelId="6131">
      <dgm:t>
        <a:p>
          <a:r>
            <a:t>n6131</a:t>
          </a:r>
        </a:p>
      </dgm:t>
    </dgm:pt>
    <dgm:pt modelId="6132">
      <dgm:t>
        <a:p>
          <a:r>
            <a:t>n6132</a:t>
          </a:r>
        </a:p>
      </dgm:t>
    </dgm:pt>
    <dgm:pt modelId="6133">
      <dgm:t>
        <a:p>
          <a:r>
            <a:t>n6133</a:t>
          </a:r>
        </a:p>
      </dgm:t>
    </dgm:pt>
    <dgm:pt modelId="6134">
      <dgm:t>
        <a:p>
          <a:r>
            <a:t>n6134</a:t>
          </a:r>
        </a:p>
      </dgm:t>
    </dgm:pt>
    <dgm:pt modelId="6135">
      <dgm:t>
        <a:p>
          <a:r>
            <a:t>n6135</a:t>
          </a:r>
        </a:p>
      </dgm:t>
    </dgm:pt>
    <dgm:pt modelId="6136">
      <dgm:t>
        <a:p>
          <a:r>
            <a:t>n6136</a:t>
          </a:r>
        </a:p>
      </dgm:t>
    </dgm:pt>
    <dgm:pt modelId="6137">
      <dgm:t>
        <a:p>
          <a:r>
            <a:t>n6137</a:t>
          </a:r>
        </a:p>
      </dgm:t>
    </dgm:pt>
    <dgm:pt modelId="6138">
      <dgm:t>
        <a:p>
          <a:r>
            <a:t>n6138</a:t>
          </a:r>
        </a:p>
      </dgm:t>
    </dgm:pt>
    <dgm:pt modelId="6139">
      <dgm:t>
        <a:p>
          <a:r>
            <a:t>n6139</a:t>
          </a:r>
        </a:p>
      </dgm:t>
    </dgm:pt>
    <dgm:pt modelId="6140">
      <dgm:t>
        <a:p>
          <a:r>
            <a:t>n6140</a:t>
          </a:r>
        </a:p>
      </dgm:t>
    </dgm:pt>
    <dgm:pt modelId="6141">
      <dgm:t>
        <a:p>
          <a:r>
            <a:t>n6141</a:t>
          </a:r>
        </a:p>
      </dgm:t>
    </dgm:pt>
    <dgm:pt modelId="6142">
      <dgm:t>
        <a:p>
          <a:r>
            <a:t>n6142</a:t>
          </a:r>
        </a:p>
      </dgm:t>
    </dgm:pt>
    <dgm:pt modelId="6143">
      <dgm:t>
        <a:p>
          <a:r>
            <a:t>n6143</a:t>
          </a:r>
        </a:p>
      </dgm:t>
    </dgm:pt>
    <dgm:pt modelId="6144">
      <dgm:t>
        <a:p>
          <a:r>
            <a:t>n6144</a:t>
          </a:r>
        </a:p>
      </dgm:t>
    </dgm:pt>
    <dgm:pt modelId="6145">
      <dgm:t>
        <a:p>
          <a:r>
            <a:t>n6145</a:t>
          </a:r>
        </a:p>
      </dgm:t>
    </dgm:pt>
    <dgm:pt modelId="6146">
      <dgm:t>
        <a:p>
          <a:r>
            <a:t>n6146</a:t>
          </a:r>
        </a:p>
      </dgm:t>
    </dgm:pt>
    <dgm:pt modelId="6147">
      <dgm:t>
        <a:p>
          <a:r>
            <a:t>n6147</a:t>
          </a:r>
        </a:p>
      </dgm:t>
    </dgm:pt>
    <dgm:pt modelId="6148">
      <dgm:t>
        <a:p>
          <a:r>
            <a:t>n6148</a:t>
          </a:r>
        </a:p>
      </dgm:t>
    </dgm:pt>
    <dgm:pt modelId="6149">
      <dgm:t>
        <a:p>
          <a:r>
            <a:t>n6149</a:t>
          </a:r>
        </a:p>
      </dgm:t>
    </dgm:pt>
    <dgm:pt modelId="6150">
      <dgm:t>
        <a:p>
          <a:r>
            <a:t>n6150</a:t>
          </a:r>
        </a:p>
      </dgm:t>
    </dgm:pt>
    <dgm:pt modelId="6151">
      <dgm:t>
        <a:p>
          <a:r>
            <a:t>n6151</a:t>
          </a:r>
        </a:p>
      </dgm:t>
    </dgm:pt>
    <dgm:pt modelId="6152">
      <dgm:t>
        <a:p>
          <a:r>
            <a:t>n6152</a:t>
          </a:r>
        </a:p>
      </dgm:t>
    </dgm:pt>
    <dgm:pt modelId="6153">
      <dgm:t>
        <a:p>
          <a:r>
            <a:t>n6153</a:t>
          </a:r>
        </a:p>
      </dgm:t>
    </dgm:pt>
    <dgm:pt modelId="6154">
      <dgm:t>
        <a:p>
          <a:r>
            <a:t>n6154</a:t>
          </a:r>
        </a:p>
      </dgm:t>
    </dgm:pt>
    <dgm:pt modelId="6155">
      <dgm:t>
        <a:p>
          <a:r>
            <a:t>n6155</a:t>
          </a:r>
        </a:p>
      </dgm:t>
    </dgm:pt>
    <dgm:pt modelId="6156">
      <dgm:t>
        <a:p>
          <a:r>
            <a:t>n6156</a:t>
          </a:r>
        </a:p>
      </dgm:t>
    </dgm:pt>
    <dgm:pt modelId="6157">
      <dgm:t>
        <a:p>
          <a:r>
            <a:t>n6157</a:t>
          </a:r>
        </a:p>
      </dgm:t>
    </dgm:pt>
    <dgm:pt modelId="6158">
      <dgm:t>
        <a:p>
          <a:r>
            <a:t>n6158</a:t>
          </a:r>
        </a:p>
      </dgm:t>
    </dgm:pt>
    <dgm:pt modelId="6159">
      <dgm:t>
        <a:p>
          <a:r>
            <a:t>n6159</a:t>
          </a:r>
        </a:p>
      </dgm:t>
    </dgm:pt>
    <dgm:pt modelId="6160">
      <dgm:t>
        <a:p>
          <a:r>
            <a:t>n6160</a:t>
          </a:r>
        </a:p>
      </dgm:t>
    </dgm:pt>
    <dgm:pt modelId="6161">
      <dgm:t>
        <a:p>
          <a:r>
            <a:t>n6161</a:t>
          </a:r>
        </a:p>
      </dgm:t>
    </dgm:pt>
    <dgm:pt modelId="6162">
      <dgm:t>
        <a:p>
          <a:r>
            <a:t>n6162</a:t>
          </a:r>
        </a:p>
      </dgm:t>
    </dgm:pt>
    <dgm:pt modelId="6163">
      <dgm:t>
        <a:p>
          <a:r>
            <a:t>n6163</a:t>
          </a:r>
        </a:p>
      </dgm:t>
    </dgm:pt>
    <dgm:pt modelId="6164">
      <dgm:t>
        <a:p>
          <a:r>
            <a:t>n6164</a:t>
          </a:r>
        </a:p>
      </dgm:t>
    </dgm:pt>
    <dgm:pt modelId="6165">
      <dgm:t>
        <a:p>
          <a:r>
            <a:t>n6165</a:t>
          </a:r>
        </a:p>
      </dgm:t>
    </dgm:pt>
    <dgm:pt modelId="6166">
      <dgm:t>
        <a:p>
          <a:r>
            <a:t>n6166</a:t>
          </a:r>
        </a:p>
      </dgm:t>
    </dgm:pt>
    <dgm:pt modelId="6167">
      <dgm:t>
        <a:p>
          <a:r>
            <a:t>n6167</a:t>
          </a:r>
        </a:p>
      </dgm:t>
    </dgm:pt>
    <dgm:pt modelId="6168">
      <dgm:t>
        <a:p>
          <a:r>
            <a:t>n6168</a:t>
          </a:r>
        </a:p>
      </dgm:t>
    </dgm:pt>
    <dgm:pt modelId="6169">
      <dgm:t>
        <a:p>
          <a:r>
            <a:t>n6169</a:t>
          </a:r>
        </a:p>
      </dgm:t>
    </dgm:pt>
    <dgm:pt modelId="6170">
      <dgm:t>
        <a:p>
          <a:r>
            <a:t>n6170</a:t>
          </a:r>
        </a:p>
      </dgm:t>
    </dgm:pt>
    <dgm:pt modelId="6171">
      <dgm:t>
        <a:p>
          <a:r>
            <a:t>n6171</a:t>
          </a:r>
        </a:p>
      </dgm:t>
    </dgm:pt>
    <dgm:pt modelId="6172">
      <dgm:t>
        <a:p>
          <a:r>
            <a:t>n6172</a:t>
          </a:r>
        </a:p>
      </dgm:t>
    </dgm:pt>
    <dgm:pt modelId="6173">
      <dgm:t>
        <a:p>
          <a:r>
            <a:t>n6173</a:t>
          </a:r>
        </a:p>
      </dgm:t>
    </dgm:pt>
    <dgm:pt modelId="6174">
      <dgm:t>
        <a:p>
          <a:r>
            <a:t>n6174</a:t>
          </a:r>
        </a:p>
      </dgm:t>
    </dgm:pt>
    <dgm:pt modelId="6175">
      <dgm:t>
        <a:p>
          <a:r>
            <a:t>n6175</a:t>
          </a:r>
        </a:p>
      </dgm:t>
    </dgm:pt>
    <dgm:pt modelId="6176">
      <dgm:t>
        <a:p>
          <a:r>
            <a:t>n6176</a:t>
          </a:r>
        </a:p>
      </dgm:t>
    </dgm:pt>
    <dgm:pt modelId="6177">
      <dgm:t>
        <a:p>
          <a:r>
            <a:t>n6177</a:t>
          </a:r>
        </a:p>
      </dgm:t>
    </dgm:pt>
    <dgm:pt modelId="6178">
      <dgm:t>
        <a:p>
          <a:r>
            <a:t>n6178</a:t>
          </a:r>
        </a:p>
      </dgm:t>
    </dgm:pt>
    <dgm:pt modelId="6179">
      <dgm:t>
        <a:p>
          <a:r>
            <a:t>n6179</a:t>
          </a:r>
        </a:p>
      </dgm:t>
    </dgm:pt>
    <dgm:pt modelId="6180">
      <dgm:t>
        <a:p>
          <a:r>
            <a:t>n6180</a:t>
          </a:r>
        </a:p>
      </dgm:t>
    </dgm:pt>
    <dgm:pt modelId="6181">
      <dgm:t>
        <a:p>
          <a:r>
            <a:t>n6181</a:t>
          </a:r>
        </a:p>
      </dgm:t>
    </dgm:pt>
    <dgm:pt modelId="6182">
      <dgm:t>
        <a:p>
          <a:r>
            <a:t>n6182</a:t>
          </a:r>
        </a:p>
      </dgm:t>
    </dgm:pt>
    <dgm:pt modelId="6183">
      <dgm:t>
        <a:p>
          <a:r>
            <a:t>n6183</a:t>
          </a:r>
        </a:p>
      </dgm:t>
    </dgm:pt>
    <dgm:pt modelId="6184">
      <dgm:t>
        <a:p>
          <a:r>
            <a:t>n6184</a:t>
          </a:r>
        </a:p>
      </dgm:t>
    </dgm:pt>
    <dgm:pt modelId="6185">
      <dgm:t>
        <a:p>
          <a:r>
            <a:t>n6185</a:t>
          </a:r>
        </a:p>
      </dgm:t>
    </dgm:pt>
    <dgm:pt modelId="6186">
      <dgm:t>
        <a:p>
          <a:r>
            <a:t>n6186</a:t>
          </a:r>
        </a:p>
      </dgm:t>
    </dgm:pt>
    <dgm:pt modelId="6187">
      <dgm:t>
        <a:p>
          <a:r>
            <a:t>n6187</a:t>
          </a:r>
        </a:p>
      </dgm:t>
    </dgm:pt>
    <dgm:pt modelId="6188">
      <dgm:t>
        <a:p>
          <a:r>
            <a:t>n6188</a:t>
          </a:r>
        </a:p>
      </dgm:t>
    </dgm:pt>
    <dgm:pt modelId="6189">
      <dgm:t>
        <a:p>
          <a:r>
            <a:t>n6189</a:t>
          </a:r>
        </a:p>
      </dgm:t>
    </dgm:pt>
    <dgm:pt modelId="6190">
      <dgm:t>
        <a:p>
          <a:r>
            <a:t>n6190</a:t>
          </a:r>
        </a:p>
      </dgm:t>
    </dgm:pt>
    <dgm:pt modelId="6191">
      <dgm:t>
        <a:p>
          <a:r>
            <a:t>n6191</a:t>
          </a:r>
        </a:p>
      </dgm:t>
    </dgm:pt>
    <dgm:pt modelId="6192">
      <dgm:t>
        <a:p>
          <a:r>
            <a:t>n6192</a:t>
          </a:r>
        </a:p>
      </dgm:t>
    </dgm:pt>
    <dgm:pt modelId="6193">
      <dgm:t>
        <a:p>
          <a:r>
            <a:t>n6193</a:t>
          </a:r>
        </a:p>
      </dgm:t>
    </dgm:pt>
    <dgm:pt modelId="6194">
      <dgm:t>
        <a:p>
          <a:r>
            <a:t>n6194</a:t>
          </a:r>
        </a:p>
      </dgm:t>
    </dgm:pt>
    <dgm:pt modelId="6195">
      <dgm:t>
        <a:p>
          <a:r>
            <a:t>n6195</a:t>
          </a:r>
        </a:p>
      </dgm:t>
    </dgm:pt>
    <dgm:pt modelId="6196">
      <dgm:t>
        <a:p>
          <a:r>
            <a:t>n6196</a:t>
          </a:r>
        </a:p>
      </dgm:t>
    </dgm:pt>
    <dgm:pt modelId="6197">
      <dgm:t>
        <a:p>
          <a:r>
            <a:t>n6197</a:t>
          </a:r>
        </a:p>
      </dgm:t>
    </dgm:pt>
    <dgm:pt modelId="6198">
      <dgm:t>
        <a:p>
          <a:r>
            <a:t>n6198</a:t>
          </a:r>
        </a:p>
      </dgm:t>
    </dgm:pt>
    <dgm:pt modelId="6199">
      <dgm:t>
        <a:p>
          <a:r>
            <a:t>n6199</a:t>
          </a:r>
        </a:p>
      </dgm:t>
    </dgm:pt>
    <dgm:pt modelId="6200">
      <dgm:t>
        <a:p>
          <a:r>
            <a:t>n6200</a:t>
          </a:r>
        </a:p>
      </dgm:t>
    </dgm:pt>
    <dgm:pt modelId="6201">
      <dgm:t>
        <a:p>
          <a:r>
            <a:t>n6201</a:t>
          </a:r>
        </a:p>
      </dgm:t>
    </dgm:pt>
    <dgm:pt modelId="6202">
      <dgm:t>
        <a:p>
          <a:r>
            <a:t>n6202</a:t>
          </a:r>
        </a:p>
      </dgm:t>
    </dgm:pt>
    <dgm:pt modelId="6203">
      <dgm:t>
        <a:p>
          <a:r>
            <a:t>n6203</a:t>
          </a:r>
        </a:p>
      </dgm:t>
    </dgm:pt>
    <dgm:pt modelId="6204">
      <dgm:t>
        <a:p>
          <a:r>
            <a:t>n6204</a:t>
          </a:r>
        </a:p>
      </dgm:t>
    </dgm:pt>
    <dgm:pt modelId="6205">
      <dgm:t>
        <a:p>
          <a:r>
            <a:t>n6205</a:t>
          </a:r>
        </a:p>
      </dgm:t>
    </dgm:pt>
    <dgm:pt modelId="6206">
      <dgm:t>
        <a:p>
          <a:r>
            <a:t>n6206</a:t>
          </a:r>
        </a:p>
      </dgm:t>
    </dgm:pt>
    <dgm:pt modelId="6207">
      <dgm:t>
        <a:p>
          <a:r>
            <a:t>n6207</a:t>
          </a:r>
        </a:p>
      </dgm:t>
    </dgm:pt>
    <dgm:pt modelId="6208">
      <dgm:t>
        <a:p>
          <a:r>
            <a:t>n6208</a:t>
          </a:r>
        </a:p>
      </dgm:t>
    </dgm:pt>
    <dgm:pt modelId="6209">
      <dgm:t>
        <a:p>
          <a:r>
            <a:t>n6209</a:t>
          </a:r>
        </a:p>
      </dgm:t>
    </dgm:pt>
    <dgm:pt modelId="6210">
      <dgm:t>
        <a:p>
          <a:r>
            <a:t>n6210</a:t>
          </a:r>
        </a:p>
      </dgm:t>
    </dgm:pt>
    <dgm:pt modelId="6211">
      <dgm:t>
        <a:p>
          <a:r>
            <a:t>n6211</a:t>
          </a:r>
        </a:p>
      </dgm:t>
    </dgm:pt>
    <dgm:pt modelId="6212">
      <dgm:t>
        <a:p>
          <a:r>
            <a:t>n6212</a:t>
          </a:r>
        </a:p>
      </dgm:t>
    </dgm:pt>
    <dgm:pt modelId="6213">
      <dgm:t>
        <a:p>
          <a:r>
            <a:t>n6213</a:t>
          </a:r>
        </a:p>
      </dgm:t>
    </dgm:pt>
    <dgm:pt modelId="6214">
      <dgm:t>
        <a:p>
          <a:r>
            <a:t>n6214</a:t>
          </a:r>
        </a:p>
      </dgm:t>
    </dgm:pt>
    <dgm:pt modelId="6215">
      <dgm:t>
        <a:p>
          <a:r>
            <a:t>n6215</a:t>
          </a:r>
        </a:p>
      </dgm:t>
    </dgm:pt>
    <dgm:pt modelId="6216">
      <dgm:t>
        <a:p>
          <a:r>
            <a:t>n6216</a:t>
          </a:r>
        </a:p>
      </dgm:t>
    </dgm:pt>
    <dgm:pt modelId="6217">
      <dgm:t>
        <a:p>
          <a:r>
            <a:t>n6217</a:t>
          </a:r>
        </a:p>
      </dgm:t>
    </dgm:pt>
    <dgm:pt modelId="6218">
      <dgm:t>
        <a:p>
          <a:r>
            <a:t>n6218</a:t>
          </a:r>
        </a:p>
      </dgm:t>
    </dgm:pt>
    <dgm:pt modelId="6219">
      <dgm:t>
        <a:p>
          <a:r>
            <a:t>n6219</a:t>
          </a:r>
        </a:p>
      </dgm:t>
    </dgm:pt>
    <dgm:pt modelId="6220">
      <dgm:t>
        <a:p>
          <a:r>
            <a:t>n6220</a:t>
          </a:r>
        </a:p>
      </dgm:t>
    </dgm:pt>
    <dgm:pt modelId="6221">
      <dgm:t>
        <a:p>
          <a:r>
            <a:t>n6221</a:t>
          </a:r>
        </a:p>
      </dgm:t>
    </dgm:pt>
    <dgm:pt modelId="6222">
      <dgm:t>
        <a:p>
          <a:r>
            <a:t>n6222</a:t>
          </a:r>
        </a:p>
      </dgm:t>
    </dgm:pt>
    <dgm:pt modelId="6223">
      <dgm:t>
        <a:p>
          <a:r>
            <a:t>n6223</a:t>
          </a:r>
        </a:p>
      </dgm:t>
    </dgm:pt>
    <dgm:pt modelId="6224">
      <dgm:t>
        <a:p>
          <a:r>
            <a:t>n6224</a:t>
          </a:r>
        </a:p>
      </dgm:t>
    </dgm:pt>
    <dgm:pt modelId="6225">
      <dgm:t>
        <a:p>
          <a:r>
            <a:t>n6225</a:t>
          </a:r>
        </a:p>
      </dgm:t>
    </dgm:pt>
    <dgm:pt modelId="6226">
      <dgm:t>
        <a:p>
          <a:r>
            <a:t>n6226</a:t>
          </a:r>
        </a:p>
      </dgm:t>
    </dgm:pt>
    <dgm:pt modelId="6227">
      <dgm:t>
        <a:p>
          <a:r>
            <a:t>n6227</a:t>
          </a:r>
        </a:p>
      </dgm:t>
    </dgm:pt>
    <dgm:pt modelId="6228">
      <dgm:t>
        <a:p>
          <a:r>
            <a:t>n6228</a:t>
          </a:r>
        </a:p>
      </dgm:t>
    </dgm:pt>
    <dgm:pt modelId="6229">
      <dgm:t>
        <a:p>
          <a:r>
            <a:t>n6229</a:t>
          </a:r>
        </a:p>
      </dgm:t>
    </dgm:pt>
    <dgm:pt modelId="6230">
      <dgm:t>
        <a:p>
          <a:r>
            <a:t>n6230</a:t>
          </a:r>
        </a:p>
      </dgm:t>
    </dgm:pt>
    <dgm:pt modelId="6231">
      <dgm:t>
        <a:p>
          <a:r>
            <a:t>n6231</a:t>
          </a:r>
        </a:p>
      </dgm:t>
    </dgm:pt>
    <dgm:pt modelId="6232">
      <dgm:t>
        <a:p>
          <a:r>
            <a:t>n6232</a:t>
          </a:r>
        </a:p>
      </dgm:t>
    </dgm:pt>
    <dgm:pt modelId="6233">
      <dgm:t>
        <a:p>
          <a:r>
            <a:t>n6233</a:t>
          </a:r>
        </a:p>
      </dgm:t>
    </dgm:pt>
    <dgm:pt modelId="6234">
      <dgm:t>
        <a:p>
          <a:r>
            <a:t>n6234</a:t>
          </a:r>
        </a:p>
      </dgm:t>
    </dgm:pt>
    <dgm:pt modelId="6235">
      <dgm:t>
        <a:p>
          <a:r>
            <a:t>n6235</a:t>
          </a:r>
        </a:p>
      </dgm:t>
    </dgm:pt>
    <dgm:pt modelId="6236">
      <dgm:t>
        <a:p>
          <a:r>
            <a:t>n6236</a:t>
          </a:r>
        </a:p>
      </dgm:t>
    </dgm:pt>
    <dgm:pt modelId="6237">
      <dgm:t>
        <a:p>
          <a:r>
            <a:t>n6237</a:t>
          </a:r>
        </a:p>
      </dgm:t>
    </dgm:pt>
    <dgm:pt modelId="6238">
      <dgm:t>
        <a:p>
          <a:r>
            <a:t>n6238</a:t>
          </a:r>
        </a:p>
      </dgm:t>
    </dgm:pt>
    <dgm:pt modelId="6239">
      <dgm:t>
        <a:p>
          <a:r>
            <a:t>n6239</a:t>
          </a:r>
        </a:p>
      </dgm:t>
    </dgm:pt>
    <dgm:pt modelId="6240">
      <dgm:t>
        <a:p>
          <a:r>
            <a:t>n6240</a:t>
          </a:r>
        </a:p>
      </dgm:t>
    </dgm:pt>
    <dgm:pt modelId="6241">
      <dgm:t>
        <a:p>
          <a:r>
            <a:t>n6241</a:t>
          </a:r>
        </a:p>
      </dgm:t>
    </dgm:pt>
    <dgm:pt modelId="6242">
      <dgm:t>
        <a:p>
          <a:r>
            <a:t>n6242</a:t>
          </a:r>
        </a:p>
      </dgm:t>
    </dgm:pt>
    <dgm:pt modelId="6243">
      <dgm:t>
        <a:p>
          <a:r>
            <a:t>n6243</a:t>
          </a:r>
        </a:p>
      </dgm:t>
    </dgm:pt>
    <dgm:pt modelId="6244">
      <dgm:t>
        <a:p>
          <a:r>
            <a:t>n6244</a:t>
          </a:r>
        </a:p>
      </dgm:t>
    </dgm:pt>
    <dgm:pt modelId="6245">
      <dgm:t>
        <a:p>
          <a:r>
            <a:t>n6245</a:t>
          </a:r>
        </a:p>
      </dgm:t>
    </dgm:pt>
    <dgm:pt modelId="6246">
      <dgm:t>
        <a:p>
          <a:r>
            <a:t>n6246</a:t>
          </a:r>
        </a:p>
      </dgm:t>
    </dgm:pt>
    <dgm:pt modelId="6247">
      <dgm:t>
        <a:p>
          <a:r>
            <a:t>n6247</a:t>
          </a:r>
        </a:p>
      </dgm:t>
    </dgm:pt>
    <dgm:pt modelId="6248">
      <dgm:t>
        <a:p>
          <a:r>
            <a:t>n6248</a:t>
          </a:r>
        </a:p>
      </dgm:t>
    </dgm:pt>
    <dgm:pt modelId="6249">
      <dgm:t>
        <a:p>
          <a:r>
            <a:t>n6249</a:t>
          </a:r>
        </a:p>
      </dgm:t>
    </dgm:pt>
    <dgm:pt modelId="6250">
      <dgm:t>
        <a:p>
          <a:r>
            <a:t>n6250</a:t>
          </a:r>
        </a:p>
      </dgm:t>
    </dgm:pt>
    <dgm:pt modelId="6251">
      <dgm:t>
        <a:p>
          <a:r>
            <a:t>n6251</a:t>
          </a:r>
        </a:p>
      </dgm:t>
    </dgm:pt>
    <dgm:pt modelId="6252">
      <dgm:t>
        <a:p>
          <a:r>
            <a:t>n6252</a:t>
          </a:r>
        </a:p>
      </dgm:t>
    </dgm:pt>
    <dgm:pt modelId="6253">
      <dgm:t>
        <a:p>
          <a:r>
            <a:t>n6253</a:t>
          </a:r>
        </a:p>
      </dgm:t>
    </dgm:pt>
    <dgm:pt modelId="6254">
      <dgm:t>
        <a:p>
          <a:r>
            <a:t>n6254</a:t>
          </a:r>
        </a:p>
      </dgm:t>
    </dgm:pt>
    <dgm:pt modelId="6255">
      <dgm:t>
        <a:p>
          <a:r>
            <a:t>n6255</a:t>
          </a:r>
        </a:p>
      </dgm:t>
    </dgm:pt>
    <dgm:pt modelId="6256">
      <dgm:t>
        <a:p>
          <a:r>
            <a:t>n6256</a:t>
          </a:r>
        </a:p>
      </dgm:t>
    </dgm:pt>
    <dgm:pt modelId="6257">
      <dgm:t>
        <a:p>
          <a:r>
            <a:t>n6257</a:t>
          </a:r>
        </a:p>
      </dgm:t>
    </dgm:pt>
    <dgm:pt modelId="6258">
      <dgm:t>
        <a:p>
          <a:r>
            <a:t>n6258</a:t>
          </a:r>
        </a:p>
      </dgm:t>
    </dgm:pt>
    <dgm:pt modelId="6259">
      <dgm:t>
        <a:p>
          <a:r>
            <a:t>n6259</a:t>
          </a:r>
        </a:p>
      </dgm:t>
    </dgm:pt>
    <dgm:pt modelId="6260">
      <dgm:t>
        <a:p>
          <a:r>
            <a:t>n6260</a:t>
          </a:r>
        </a:p>
      </dgm:t>
    </dgm:pt>
    <dgm:pt modelId="6261">
      <dgm:t>
        <a:p>
          <a:r>
            <a:t>n6261</a:t>
          </a:r>
        </a:p>
      </dgm:t>
    </dgm:pt>
    <dgm:pt modelId="6262">
      <dgm:t>
        <a:p>
          <a:r>
            <a:t>n6262</a:t>
          </a:r>
        </a:p>
      </dgm:t>
    </dgm:pt>
    <dgm:pt modelId="6263">
      <dgm:t>
        <a:p>
          <a:r>
            <a:t>n6263</a:t>
          </a:r>
        </a:p>
      </dgm:t>
    </dgm:pt>
    <dgm:pt modelId="6264">
      <dgm:t>
        <a:p>
          <a:r>
            <a:t>n6264</a:t>
          </a:r>
        </a:p>
      </dgm:t>
    </dgm:pt>
    <dgm:pt modelId="6265">
      <dgm:t>
        <a:p>
          <a:r>
            <a:t>n6265</a:t>
          </a:r>
        </a:p>
      </dgm:t>
    </dgm:pt>
    <dgm:pt modelId="6266">
      <dgm:t>
        <a:p>
          <a:r>
            <a:t>n6266</a:t>
          </a:r>
        </a:p>
      </dgm:t>
    </dgm:pt>
    <dgm:pt modelId="6267">
      <dgm:t>
        <a:p>
          <a:r>
            <a:t>n6267</a:t>
          </a:r>
        </a:p>
      </dgm:t>
    </dgm:pt>
    <dgm:pt modelId="6268">
      <dgm:t>
        <a:p>
          <a:r>
            <a:t>n6268</a:t>
          </a:r>
        </a:p>
      </dgm:t>
    </dgm:pt>
    <dgm:pt modelId="6269">
      <dgm:t>
        <a:p>
          <a:r>
            <a:t>n6269</a:t>
          </a:r>
        </a:p>
      </dgm:t>
    </dgm:pt>
    <dgm:pt modelId="6270">
      <dgm:t>
        <a:p>
          <a:r>
            <a:t>n6270</a:t>
          </a:r>
        </a:p>
      </dgm:t>
    </dgm:pt>
    <dgm:pt modelId="6271">
      <dgm:t>
        <a:p>
          <a:r>
            <a:t>n6271</a:t>
          </a:r>
        </a:p>
      </dgm:t>
    </dgm:pt>
    <dgm:pt modelId="6272">
      <dgm:t>
        <a:p>
          <a:r>
            <a:t>n6272</a:t>
          </a:r>
        </a:p>
      </dgm:t>
    </dgm:pt>
    <dgm:pt modelId="6273">
      <dgm:t>
        <a:p>
          <a:r>
            <a:t>n6273</a:t>
          </a:r>
        </a:p>
      </dgm:t>
    </dgm:pt>
    <dgm:pt modelId="6274">
      <dgm:t>
        <a:p>
          <a:r>
            <a:t>n6274</a:t>
          </a:r>
        </a:p>
      </dgm:t>
    </dgm:pt>
    <dgm:pt modelId="6275">
      <dgm:t>
        <a:p>
          <a:r>
            <a:t>n6275</a:t>
          </a:r>
        </a:p>
      </dgm:t>
    </dgm:pt>
    <dgm:pt modelId="6276">
      <dgm:t>
        <a:p>
          <a:r>
            <a:t>n6276</a:t>
          </a:r>
        </a:p>
      </dgm:t>
    </dgm:pt>
    <dgm:pt modelId="6277">
      <dgm:t>
        <a:p>
          <a:r>
            <a:t>n6277</a:t>
          </a:r>
        </a:p>
      </dgm:t>
    </dgm:pt>
    <dgm:pt modelId="6278">
      <dgm:t>
        <a:p>
          <a:r>
            <a:t>n6278</a:t>
          </a:r>
        </a:p>
      </dgm:t>
    </dgm:pt>
    <dgm:pt modelId="6279">
      <dgm:t>
        <a:p>
          <a:r>
            <a:t>n6279</a:t>
          </a:r>
        </a:p>
      </dgm:t>
    </dgm:pt>
    <dgm:pt modelId="6280">
      <dgm:t>
        <a:p>
          <a:r>
            <a:t>n6280</a:t>
          </a:r>
        </a:p>
      </dgm:t>
    </dgm:pt>
    <dgm:pt modelId="6281">
      <dgm:t>
        <a:p>
          <a:r>
            <a:t>n6281</a:t>
          </a:r>
        </a:p>
      </dgm:t>
    </dgm:pt>
    <dgm:pt modelId="6282">
      <dgm:t>
        <a:p>
          <a:r>
            <a:t>n6282</a:t>
          </a:r>
        </a:p>
      </dgm:t>
    </dgm:pt>
    <dgm:pt modelId="6283">
      <dgm:t>
        <a:p>
          <a:r>
            <a:t>n6283</a:t>
          </a:r>
        </a:p>
      </dgm:t>
    </dgm:pt>
    <dgm:pt modelId="6284">
      <dgm:t>
        <a:p>
          <a:r>
            <a:t>n6284</a:t>
          </a:r>
        </a:p>
      </dgm:t>
    </dgm:pt>
    <dgm:pt modelId="6285">
      <dgm:t>
        <a:p>
          <a:r>
            <a:t>n6285</a:t>
          </a:r>
        </a:p>
      </dgm:t>
    </dgm:pt>
    <dgm:pt modelId="6286">
      <dgm:t>
        <a:p>
          <a:r>
            <a:t>n6286</a:t>
          </a:r>
        </a:p>
      </dgm:t>
    </dgm:pt>
    <dgm:pt modelId="6287">
      <dgm:t>
        <a:p>
          <a:r>
            <a:t>n6287</a:t>
          </a:r>
        </a:p>
      </dgm:t>
    </dgm:pt>
    <dgm:pt modelId="6288">
      <dgm:t>
        <a:p>
          <a:r>
            <a:t>n6288</a:t>
          </a:r>
        </a:p>
      </dgm:t>
    </dgm:pt>
    <dgm:pt modelId="6289">
      <dgm:t>
        <a:p>
          <a:r>
            <a:t>n6289</a:t>
          </a:r>
        </a:p>
      </dgm:t>
    </dgm:pt>
    <dgm:pt modelId="6290">
      <dgm:t>
        <a:p>
          <a:r>
            <a:t>n6290</a:t>
          </a:r>
        </a:p>
      </dgm:t>
    </dgm:pt>
    <dgm:pt modelId="6291">
      <dgm:t>
        <a:p>
          <a:r>
            <a:t>n6291</a:t>
          </a:r>
        </a:p>
      </dgm:t>
    </dgm:pt>
    <dgm:pt modelId="6292">
      <dgm:t>
        <a:p>
          <a:r>
            <a:t>n6292</a:t>
          </a:r>
        </a:p>
      </dgm:t>
    </dgm:pt>
    <dgm:pt modelId="6293">
      <dgm:t>
        <a:p>
          <a:r>
            <a:t>n6293</a:t>
          </a:r>
        </a:p>
      </dgm:t>
    </dgm:pt>
    <dgm:pt modelId="6294">
      <dgm:t>
        <a:p>
          <a:r>
            <a:t>n6294</a:t>
          </a:r>
        </a:p>
      </dgm:t>
    </dgm:pt>
    <dgm:pt modelId="6295">
      <dgm:t>
        <a:p>
          <a:r>
            <a:t>n6295</a:t>
          </a:r>
        </a:p>
      </dgm:t>
    </dgm:pt>
    <dgm:pt modelId="6296">
      <dgm:t>
        <a:p>
          <a:r>
            <a:t>n6296</a:t>
          </a:r>
        </a:p>
      </dgm:t>
    </dgm:pt>
    <dgm:pt modelId="6297">
      <dgm:t>
        <a:p>
          <a:r>
            <a:t>n6297</a:t>
          </a:r>
        </a:p>
      </dgm:t>
    </dgm:pt>
    <dgm:pt modelId="6298">
      <dgm:t>
        <a:p>
          <a:r>
            <a:t>n6298</a:t>
          </a:r>
        </a:p>
      </dgm:t>
    </dgm:pt>
    <dgm:pt modelId="6299">
      <dgm:t>
        <a:p>
          <a:r>
            <a:t>n6299</a:t>
          </a:r>
        </a:p>
      </dgm:t>
    </dgm:pt>
    <dgm:pt modelId="6300">
      <dgm:t>
        <a:p>
          <a:r>
            <a:t>n6300</a:t>
          </a:r>
        </a:p>
      </dgm:t>
    </dgm:pt>
    <dgm:pt modelId="6301">
      <dgm:t>
        <a:p>
          <a:r>
            <a:t>n6301</a:t>
          </a:r>
        </a:p>
      </dgm:t>
    </dgm:pt>
    <dgm:pt modelId="6302">
      <dgm:t>
        <a:p>
          <a:r>
            <a:t>n6302</a:t>
          </a:r>
        </a:p>
      </dgm:t>
    </dgm:pt>
    <dgm:pt modelId="6303">
      <dgm:t>
        <a:p>
          <a:r>
            <a:t>n6303</a:t>
          </a:r>
        </a:p>
      </dgm:t>
    </dgm:pt>
    <dgm:pt modelId="6304">
      <dgm:t>
        <a:p>
          <a:r>
            <a:t>n6304</a:t>
          </a:r>
        </a:p>
      </dgm:t>
    </dgm:pt>
    <dgm:pt modelId="6305">
      <dgm:t>
        <a:p>
          <a:r>
            <a:t>n6305</a:t>
          </a:r>
        </a:p>
      </dgm:t>
    </dgm:pt>
    <dgm:pt modelId="6306">
      <dgm:t>
        <a:p>
          <a:r>
            <a:t>n6306</a:t>
          </a:r>
        </a:p>
      </dgm:t>
    </dgm:pt>
    <dgm:pt modelId="6307">
      <dgm:t>
        <a:p>
          <a:r>
            <a:t>n6307</a:t>
          </a:r>
        </a:p>
      </dgm:t>
    </dgm:pt>
    <dgm:pt modelId="6308">
      <dgm:t>
        <a:p>
          <a:r>
            <a:t>n6308</a:t>
          </a:r>
        </a:p>
      </dgm:t>
    </dgm:pt>
    <dgm:pt modelId="6309">
      <dgm:t>
        <a:p>
          <a:r>
            <a:t>n6309</a:t>
          </a:r>
        </a:p>
      </dgm:t>
    </dgm:pt>
    <dgm:pt modelId="6310">
      <dgm:t>
        <a:p>
          <a:r>
            <a:t>n6310</a:t>
          </a:r>
        </a:p>
      </dgm:t>
    </dgm:pt>
    <dgm:pt modelId="6311">
      <dgm:t>
        <a:p>
          <a:r>
            <a:t>n6311</a:t>
          </a:r>
        </a:p>
      </dgm:t>
    </dgm:pt>
    <dgm:pt modelId="6312">
      <dgm:t>
        <a:p>
          <a:r>
            <a:t>n6312</a:t>
          </a:r>
        </a:p>
      </dgm:t>
    </dgm:pt>
    <dgm:pt modelId="6313">
      <dgm:t>
        <a:p>
          <a:r>
            <a:t>n6313</a:t>
          </a:r>
        </a:p>
      </dgm:t>
    </dgm:pt>
    <dgm:pt modelId="6314">
      <dgm:t>
        <a:p>
          <a:r>
            <a:t>n6314</a:t>
          </a:r>
        </a:p>
      </dgm:t>
    </dgm:pt>
    <dgm:pt modelId="6315">
      <dgm:t>
        <a:p>
          <a:r>
            <a:t>n6315</a:t>
          </a:r>
        </a:p>
      </dgm:t>
    </dgm:pt>
    <dgm:pt modelId="6316">
      <dgm:t>
        <a:p>
          <a:r>
            <a:t>n6316</a:t>
          </a:r>
        </a:p>
      </dgm:t>
    </dgm:pt>
    <dgm:pt modelId="6317">
      <dgm:t>
        <a:p>
          <a:r>
            <a:t>n6317</a:t>
          </a:r>
        </a:p>
      </dgm:t>
    </dgm:pt>
    <dgm:pt modelId="6318">
      <dgm:t>
        <a:p>
          <a:r>
            <a:t>n6318</a:t>
          </a:r>
        </a:p>
      </dgm:t>
    </dgm:pt>
    <dgm:pt modelId="6319">
      <dgm:t>
        <a:p>
          <a:r>
            <a:t>n6319</a:t>
          </a:r>
        </a:p>
      </dgm:t>
    </dgm:pt>
    <dgm:pt modelId="6320">
      <dgm:t>
        <a:p>
          <a:r>
            <a:t>n6320</a:t>
          </a:r>
        </a:p>
      </dgm:t>
    </dgm:pt>
    <dgm:pt modelId="6321">
      <dgm:t>
        <a:p>
          <a:r>
            <a:t>n6321</a:t>
          </a:r>
        </a:p>
      </dgm:t>
    </dgm:pt>
    <dgm:pt modelId="6322">
      <dgm:t>
        <a:p>
          <a:r>
            <a:t>n6322</a:t>
          </a:r>
        </a:p>
      </dgm:t>
    </dgm:pt>
    <dgm:pt modelId="6323">
      <dgm:t>
        <a:p>
          <a:r>
            <a:t>n6323</a:t>
          </a:r>
        </a:p>
      </dgm:t>
    </dgm:pt>
    <dgm:pt modelId="6324">
      <dgm:t>
        <a:p>
          <a:r>
            <a:t>n6324</a:t>
          </a:r>
        </a:p>
      </dgm:t>
    </dgm:pt>
    <dgm:pt modelId="6325">
      <dgm:t>
        <a:p>
          <a:r>
            <a:t>n6325</a:t>
          </a:r>
        </a:p>
      </dgm:t>
    </dgm:pt>
    <dgm:pt modelId="6326">
      <dgm:t>
        <a:p>
          <a:r>
            <a:t>n6326</a:t>
          </a:r>
        </a:p>
      </dgm:t>
    </dgm:pt>
    <dgm:pt modelId="6327">
      <dgm:t>
        <a:p>
          <a:r>
            <a:t>n6327</a:t>
          </a:r>
        </a:p>
      </dgm:t>
    </dgm:pt>
    <dgm:pt modelId="6328">
      <dgm:t>
        <a:p>
          <a:r>
            <a:t>n6328</a:t>
          </a:r>
        </a:p>
      </dgm:t>
    </dgm:pt>
    <dgm:pt modelId="6329">
      <dgm:t>
        <a:p>
          <a:r>
            <a:t>n6329</a:t>
          </a:r>
        </a:p>
      </dgm:t>
    </dgm:pt>
    <dgm:pt modelId="6330">
      <dgm:t>
        <a:p>
          <a:r>
            <a:t>n6330</a:t>
          </a:r>
        </a:p>
      </dgm:t>
    </dgm:pt>
    <dgm:pt modelId="6331">
      <dgm:t>
        <a:p>
          <a:r>
            <a:t>n6331</a:t>
          </a:r>
        </a:p>
      </dgm:t>
    </dgm:pt>
    <dgm:pt modelId="6332">
      <dgm:t>
        <a:p>
          <a:r>
            <a:t>n6332</a:t>
          </a:r>
        </a:p>
      </dgm:t>
    </dgm:pt>
    <dgm:pt modelId="6333">
      <dgm:t>
        <a:p>
          <a:r>
            <a:t>n6333</a:t>
          </a:r>
        </a:p>
      </dgm:t>
    </dgm:pt>
    <dgm:pt modelId="6334">
      <dgm:t>
        <a:p>
          <a:r>
            <a:t>n6334</a:t>
          </a:r>
        </a:p>
      </dgm:t>
    </dgm:pt>
    <dgm:pt modelId="6335">
      <dgm:t>
        <a:p>
          <a:r>
            <a:t>n6335</a:t>
          </a:r>
        </a:p>
      </dgm:t>
    </dgm:pt>
    <dgm:pt modelId="6336">
      <dgm:t>
        <a:p>
          <a:r>
            <a:t>n6336</a:t>
          </a:r>
        </a:p>
      </dgm:t>
    </dgm:pt>
    <dgm:pt modelId="6337">
      <dgm:t>
        <a:p>
          <a:r>
            <a:t>n6337</a:t>
          </a:r>
        </a:p>
      </dgm:t>
    </dgm:pt>
    <dgm:pt modelId="6338">
      <dgm:t>
        <a:p>
          <a:r>
            <a:t>n6338</a:t>
          </a:r>
        </a:p>
      </dgm:t>
    </dgm:pt>
    <dgm:pt modelId="6339">
      <dgm:t>
        <a:p>
          <a:r>
            <a:t>n6339</a:t>
          </a:r>
        </a:p>
      </dgm:t>
    </dgm:pt>
    <dgm:pt modelId="6340">
      <dgm:t>
        <a:p>
          <a:r>
            <a:t>n6340</a:t>
          </a:r>
        </a:p>
      </dgm:t>
    </dgm:pt>
    <dgm:pt modelId="6341">
      <dgm:t>
        <a:p>
          <a:r>
            <a:t>n6341</a:t>
          </a:r>
        </a:p>
      </dgm:t>
    </dgm:pt>
    <dgm:pt modelId="6342">
      <dgm:t>
        <a:p>
          <a:r>
            <a:t>n6342</a:t>
          </a:r>
        </a:p>
      </dgm:t>
    </dgm:pt>
    <dgm:pt modelId="6343">
      <dgm:t>
        <a:p>
          <a:r>
            <a:t>n6343</a:t>
          </a:r>
        </a:p>
      </dgm:t>
    </dgm:pt>
    <dgm:pt modelId="6344">
      <dgm:t>
        <a:p>
          <a:r>
            <a:t>n6344</a:t>
          </a:r>
        </a:p>
      </dgm:t>
    </dgm:pt>
    <dgm:pt modelId="6345">
      <dgm:t>
        <a:p>
          <a:r>
            <a:t>n6345</a:t>
          </a:r>
        </a:p>
      </dgm:t>
    </dgm:pt>
    <dgm:pt modelId="6346">
      <dgm:t>
        <a:p>
          <a:r>
            <a:t>n6346</a:t>
          </a:r>
        </a:p>
      </dgm:t>
    </dgm:pt>
    <dgm:pt modelId="6347">
      <dgm:t>
        <a:p>
          <a:r>
            <a:t>n6347</a:t>
          </a:r>
        </a:p>
      </dgm:t>
    </dgm:pt>
    <dgm:pt modelId="6348">
      <dgm:t>
        <a:p>
          <a:r>
            <a:t>n6348</a:t>
          </a:r>
        </a:p>
      </dgm:t>
    </dgm:pt>
    <dgm:pt modelId="6349">
      <dgm:t>
        <a:p>
          <a:r>
            <a:t>n6349</a:t>
          </a:r>
        </a:p>
      </dgm:t>
    </dgm:pt>
    <dgm:pt modelId="6350">
      <dgm:t>
        <a:p>
          <a:r>
            <a:t>n6350</a:t>
          </a:r>
        </a:p>
      </dgm:t>
    </dgm:pt>
    <dgm:pt modelId="6351">
      <dgm:t>
        <a:p>
          <a:r>
            <a:t>n6351</a:t>
          </a:r>
        </a:p>
      </dgm:t>
    </dgm:pt>
    <dgm:pt modelId="6352">
      <dgm:t>
        <a:p>
          <a:r>
            <a:t>n6352</a:t>
          </a:r>
        </a:p>
      </dgm:t>
    </dgm:pt>
    <dgm:pt modelId="6353">
      <dgm:t>
        <a:p>
          <a:r>
            <a:t>n6353</a:t>
          </a:r>
        </a:p>
      </dgm:t>
    </dgm:pt>
    <dgm:pt modelId="6354">
      <dgm:t>
        <a:p>
          <a:r>
            <a:t>n6354</a:t>
          </a:r>
        </a:p>
      </dgm:t>
    </dgm:pt>
    <dgm:pt modelId="6355">
      <dgm:t>
        <a:p>
          <a:r>
            <a:t>n6355</a:t>
          </a:r>
        </a:p>
      </dgm:t>
    </dgm:pt>
    <dgm:pt modelId="6356">
      <dgm:t>
        <a:p>
          <a:r>
            <a:t>n6356</a:t>
          </a:r>
        </a:p>
      </dgm:t>
    </dgm:pt>
    <dgm:pt modelId="6357">
      <dgm:t>
        <a:p>
          <a:r>
            <a:t>n6357</a:t>
          </a:r>
        </a:p>
      </dgm:t>
    </dgm:pt>
    <dgm:pt modelId="6358">
      <dgm:t>
        <a:p>
          <a:r>
            <a:t>n6358</a:t>
          </a:r>
        </a:p>
      </dgm:t>
    </dgm:pt>
    <dgm:pt modelId="6359">
      <dgm:t>
        <a:p>
          <a:r>
            <a:t>n6359</a:t>
          </a:r>
        </a:p>
      </dgm:t>
    </dgm:pt>
    <dgm:pt modelId="6360">
      <dgm:t>
        <a:p>
          <a:r>
            <a:t>n6360</a:t>
          </a:r>
        </a:p>
      </dgm:t>
    </dgm:pt>
    <dgm:pt modelId="6361">
      <dgm:t>
        <a:p>
          <a:r>
            <a:t>n6361</a:t>
          </a:r>
        </a:p>
      </dgm:t>
    </dgm:pt>
    <dgm:pt modelId="6362">
      <dgm:t>
        <a:p>
          <a:r>
            <a:t>n6362</a:t>
          </a:r>
        </a:p>
      </dgm:t>
    </dgm:pt>
    <dgm:pt modelId="6363">
      <dgm:t>
        <a:p>
          <a:r>
            <a:t>n6363</a:t>
          </a:r>
        </a:p>
      </dgm:t>
    </dgm:pt>
    <dgm:pt modelId="6364">
      <dgm:t>
        <a:p>
          <a:r>
            <a:t>n6364</a:t>
          </a:r>
        </a:p>
      </dgm:t>
    </dgm:pt>
    <dgm:pt modelId="6365">
      <dgm:t>
        <a:p>
          <a:r>
            <a:t>n6365</a:t>
          </a:r>
        </a:p>
      </dgm:t>
    </dgm:pt>
    <dgm:pt modelId="6366">
      <dgm:t>
        <a:p>
          <a:r>
            <a:t>n6366</a:t>
          </a:r>
        </a:p>
      </dgm:t>
    </dgm:pt>
    <dgm:pt modelId="6367">
      <dgm:t>
        <a:p>
          <a:r>
            <a:t>n6367</a:t>
          </a:r>
        </a:p>
      </dgm:t>
    </dgm:pt>
    <dgm:pt modelId="6368">
      <dgm:t>
        <a:p>
          <a:r>
            <a:t>n6368</a:t>
          </a:r>
        </a:p>
      </dgm:t>
    </dgm:pt>
    <dgm:pt modelId="6369">
      <dgm:t>
        <a:p>
          <a:r>
            <a:t>n6369</a:t>
          </a:r>
        </a:p>
      </dgm:t>
    </dgm:pt>
    <dgm:pt modelId="6370">
      <dgm:t>
        <a:p>
          <a:r>
            <a:t>n6370</a:t>
          </a:r>
        </a:p>
      </dgm:t>
    </dgm:pt>
    <dgm:pt modelId="6371">
      <dgm:t>
        <a:p>
          <a:r>
            <a:t>n6371</a:t>
          </a:r>
        </a:p>
      </dgm:t>
    </dgm:pt>
    <dgm:pt modelId="6372">
      <dgm:t>
        <a:p>
          <a:r>
            <a:t>n6372</a:t>
          </a:r>
        </a:p>
      </dgm:t>
    </dgm:pt>
    <dgm:pt modelId="6373">
      <dgm:t>
        <a:p>
          <a:r>
            <a:t>n6373</a:t>
          </a:r>
        </a:p>
      </dgm:t>
    </dgm:pt>
    <dgm:pt modelId="6374">
      <dgm:t>
        <a:p>
          <a:r>
            <a:t>n6374</a:t>
          </a:r>
        </a:p>
      </dgm:t>
    </dgm:pt>
    <dgm:pt modelId="6375">
      <dgm:t>
        <a:p>
          <a:r>
            <a:t>n6375</a:t>
          </a:r>
        </a:p>
      </dgm:t>
    </dgm:pt>
    <dgm:pt modelId="6376">
      <dgm:t>
        <a:p>
          <a:r>
            <a:t>n6376</a:t>
          </a:r>
        </a:p>
      </dgm:t>
    </dgm:pt>
    <dgm:pt modelId="6377">
      <dgm:t>
        <a:p>
          <a:r>
            <a:t>n6377</a:t>
          </a:r>
        </a:p>
      </dgm:t>
    </dgm:pt>
    <dgm:pt modelId="6378">
      <dgm:t>
        <a:p>
          <a:r>
            <a:t>n6378</a:t>
          </a:r>
        </a:p>
      </dgm:t>
    </dgm:pt>
    <dgm:pt modelId="6379">
      <dgm:t>
        <a:p>
          <a:r>
            <a:t>n6379</a:t>
          </a:r>
        </a:p>
      </dgm:t>
    </dgm:pt>
    <dgm:pt modelId="6380">
      <dgm:t>
        <a:p>
          <a:r>
            <a:t>n6380</a:t>
          </a:r>
        </a:p>
      </dgm:t>
    </dgm:pt>
    <dgm:pt modelId="6381">
      <dgm:t>
        <a:p>
          <a:r>
            <a:t>n6381</a:t>
          </a:r>
        </a:p>
      </dgm:t>
    </dgm:pt>
    <dgm:pt modelId="6382">
      <dgm:t>
        <a:p>
          <a:r>
            <a:t>n6382</a:t>
          </a:r>
        </a:p>
      </dgm:t>
    </dgm:pt>
    <dgm:pt modelId="6383">
      <dgm:t>
        <a:p>
          <a:r>
            <a:t>n6383</a:t>
          </a:r>
        </a:p>
      </dgm:t>
    </dgm:pt>
    <dgm:pt modelId="6384">
      <dgm:t>
        <a:p>
          <a:r>
            <a:t>n6384</a:t>
          </a:r>
        </a:p>
      </dgm:t>
    </dgm:pt>
    <dgm:pt modelId="6385">
      <dgm:t>
        <a:p>
          <a:r>
            <a:t>n6385</a:t>
          </a:r>
        </a:p>
      </dgm:t>
    </dgm:pt>
    <dgm:pt modelId="6386">
      <dgm:t>
        <a:p>
          <a:r>
            <a:t>n6386</a:t>
          </a:r>
        </a:p>
      </dgm:t>
    </dgm:pt>
    <dgm:pt modelId="6387">
      <dgm:t>
        <a:p>
          <a:r>
            <a:t>n6387</a:t>
          </a:r>
        </a:p>
      </dgm:t>
    </dgm:pt>
    <dgm:pt modelId="6388">
      <dgm:t>
        <a:p>
          <a:r>
            <a:t>n6388</a:t>
          </a:r>
        </a:p>
      </dgm:t>
    </dgm:pt>
    <dgm:pt modelId="6389">
      <dgm:t>
        <a:p>
          <a:r>
            <a:t>n6389</a:t>
          </a:r>
        </a:p>
      </dgm:t>
    </dgm:pt>
    <dgm:pt modelId="6390">
      <dgm:t>
        <a:p>
          <a:r>
            <a:t>n6390</a:t>
          </a:r>
        </a:p>
      </dgm:t>
    </dgm:pt>
    <dgm:pt modelId="6391">
      <dgm:t>
        <a:p>
          <a:r>
            <a:t>n6391</a:t>
          </a:r>
        </a:p>
      </dgm:t>
    </dgm:pt>
    <dgm:pt modelId="6392">
      <dgm:t>
        <a:p>
          <a:r>
            <a:t>n6392</a:t>
          </a:r>
        </a:p>
      </dgm:t>
    </dgm:pt>
    <dgm:pt modelId="6393">
      <dgm:t>
        <a:p>
          <a:r>
            <a:t>n6393</a:t>
          </a:r>
        </a:p>
      </dgm:t>
    </dgm:pt>
    <dgm:pt modelId="6394">
      <dgm:t>
        <a:p>
          <a:r>
            <a:t>n6394</a:t>
          </a:r>
        </a:p>
      </dgm:t>
    </dgm:pt>
    <dgm:pt modelId="6395">
      <dgm:t>
        <a:p>
          <a:r>
            <a:t>n6395</a:t>
          </a:r>
        </a:p>
      </dgm:t>
    </dgm:pt>
    <dgm:pt modelId="6396">
      <dgm:t>
        <a:p>
          <a:r>
            <a:t>n6396</a:t>
          </a:r>
        </a:p>
      </dgm:t>
    </dgm:pt>
    <dgm:pt modelId="6397">
      <dgm:t>
        <a:p>
          <a:r>
            <a:t>n6397</a:t>
          </a:r>
        </a:p>
      </dgm:t>
    </dgm:pt>
    <dgm:pt modelId="6398">
      <dgm:t>
        <a:p>
          <a:r>
            <a:t>n6398</a:t>
          </a:r>
        </a:p>
      </dgm:t>
    </dgm:pt>
    <dgm:pt modelId="6399">
      <dgm:t>
        <a:p>
          <a:r>
            <a:t>n6399</a:t>
          </a:r>
        </a:p>
      </dgm:t>
    </dgm:pt>
    <dgm:pt modelId="6400">
      <dgm:t>
        <a:p>
          <a:r>
            <a:t>n6400</a:t>
          </a:r>
        </a:p>
      </dgm:t>
    </dgm:pt>
    <dgm:pt modelId="6401">
      <dgm:t>
        <a:p>
          <a:r>
            <a:t>n6401</a:t>
          </a:r>
        </a:p>
      </dgm:t>
    </dgm:pt>
    <dgm:pt modelId="6402">
      <dgm:t>
        <a:p>
          <a:r>
            <a:t>n6402</a:t>
          </a:r>
        </a:p>
      </dgm:t>
    </dgm:pt>
    <dgm:pt modelId="6403">
      <dgm:t>
        <a:p>
          <a:r>
            <a:t>n6403</a:t>
          </a:r>
        </a:p>
      </dgm:t>
    </dgm:pt>
    <dgm:pt modelId="6404">
      <dgm:t>
        <a:p>
          <a:r>
            <a:t>n6404</a:t>
          </a:r>
        </a:p>
      </dgm:t>
    </dgm:pt>
    <dgm:pt modelId="6405">
      <dgm:t>
        <a:p>
          <a:r>
            <a:t>n6405</a:t>
          </a:r>
        </a:p>
      </dgm:t>
    </dgm:pt>
    <dgm:pt modelId="6406">
      <dgm:t>
        <a:p>
          <a:r>
            <a:t>n6406</a:t>
          </a:r>
        </a:p>
      </dgm:t>
    </dgm:pt>
    <dgm:pt modelId="6407">
      <dgm:t>
        <a:p>
          <a:r>
            <a:t>n6407</a:t>
          </a:r>
        </a:p>
      </dgm:t>
    </dgm:pt>
    <dgm:pt modelId="6408">
      <dgm:t>
        <a:p>
          <a:r>
            <a:t>n6408</a:t>
          </a:r>
        </a:p>
      </dgm:t>
    </dgm:pt>
    <dgm:pt modelId="6409">
      <dgm:t>
        <a:p>
          <a:r>
            <a:t>n6409</a:t>
          </a:r>
        </a:p>
      </dgm:t>
    </dgm:pt>
    <dgm:pt modelId="6410">
      <dgm:t>
        <a:p>
          <a:r>
            <a:t>n6410</a:t>
          </a:r>
        </a:p>
      </dgm:t>
    </dgm:pt>
    <dgm:pt modelId="6411">
      <dgm:t>
        <a:p>
          <a:r>
            <a:t>n6411</a:t>
          </a:r>
        </a:p>
      </dgm:t>
    </dgm:pt>
    <dgm:pt modelId="6412">
      <dgm:t>
        <a:p>
          <a:r>
            <a:t>n6412</a:t>
          </a:r>
        </a:p>
      </dgm:t>
    </dgm:pt>
    <dgm:pt modelId="6413">
      <dgm:t>
        <a:p>
          <a:r>
            <a:t>n6413</a:t>
          </a:r>
        </a:p>
      </dgm:t>
    </dgm:pt>
    <dgm:pt modelId="6414">
      <dgm:t>
        <a:p>
          <a:r>
            <a:t>n6414</a:t>
          </a:r>
        </a:p>
      </dgm:t>
    </dgm:pt>
    <dgm:pt modelId="6415">
      <dgm:t>
        <a:p>
          <a:r>
            <a:t>n6415</a:t>
          </a:r>
        </a:p>
      </dgm:t>
    </dgm:pt>
    <dgm:pt modelId="6416">
      <dgm:t>
        <a:p>
          <a:r>
            <a:t>n6416</a:t>
          </a:r>
        </a:p>
      </dgm:t>
    </dgm:pt>
    <dgm:pt modelId="6417">
      <dgm:t>
        <a:p>
          <a:r>
            <a:t>n6417</a:t>
          </a:r>
        </a:p>
      </dgm:t>
    </dgm:pt>
    <dgm:pt modelId="6418">
      <dgm:t>
        <a:p>
          <a:r>
            <a:t>n6418</a:t>
          </a:r>
        </a:p>
      </dgm:t>
    </dgm:pt>
    <dgm:pt modelId="6419">
      <dgm:t>
        <a:p>
          <a:r>
            <a:t>n6419</a:t>
          </a:r>
        </a:p>
      </dgm:t>
    </dgm:pt>
    <dgm:pt modelId="6420">
      <dgm:t>
        <a:p>
          <a:r>
            <a:t>n6420</a:t>
          </a:r>
        </a:p>
      </dgm:t>
    </dgm:pt>
    <dgm:pt modelId="6421">
      <dgm:t>
        <a:p>
          <a:r>
            <a:t>n6421</a:t>
          </a:r>
        </a:p>
      </dgm:t>
    </dgm:pt>
    <dgm:pt modelId="6422">
      <dgm:t>
        <a:p>
          <a:r>
            <a:t>n6422</a:t>
          </a:r>
        </a:p>
      </dgm:t>
    </dgm:pt>
    <dgm:pt modelId="6423">
      <dgm:t>
        <a:p>
          <a:r>
            <a:t>n6423</a:t>
          </a:r>
        </a:p>
      </dgm:t>
    </dgm:pt>
    <dgm:pt modelId="6424">
      <dgm:t>
        <a:p>
          <a:r>
            <a:t>n6424</a:t>
          </a:r>
        </a:p>
      </dgm:t>
    </dgm:pt>
    <dgm:pt modelId="6425">
      <dgm:t>
        <a:p>
          <a:r>
            <a:t>n6425</a:t>
          </a:r>
        </a:p>
      </dgm:t>
    </dgm:pt>
    <dgm:pt modelId="6426">
      <dgm:t>
        <a:p>
          <a:r>
            <a:t>n6426</a:t>
          </a:r>
        </a:p>
      </dgm:t>
    </dgm:pt>
    <dgm:pt modelId="6427">
      <dgm:t>
        <a:p>
          <a:r>
            <a:t>n6427</a:t>
          </a:r>
        </a:p>
      </dgm:t>
    </dgm:pt>
    <dgm:pt modelId="6428">
      <dgm:t>
        <a:p>
          <a:r>
            <a:t>n6428</a:t>
          </a:r>
        </a:p>
      </dgm:t>
    </dgm:pt>
    <dgm:pt modelId="6429">
      <dgm:t>
        <a:p>
          <a:r>
            <a:t>n6429</a:t>
          </a:r>
        </a:p>
      </dgm:t>
    </dgm:pt>
    <dgm:pt modelId="6430">
      <dgm:t>
        <a:p>
          <a:r>
            <a:t>n6430</a:t>
          </a:r>
        </a:p>
      </dgm:t>
    </dgm:pt>
    <dgm:pt modelId="6431">
      <dgm:t>
        <a:p>
          <a:r>
            <a:t>n6431</a:t>
          </a:r>
        </a:p>
      </dgm:t>
    </dgm:pt>
    <dgm:pt modelId="6432">
      <dgm:t>
        <a:p>
          <a:r>
            <a:t>n6432</a:t>
          </a:r>
        </a:p>
      </dgm:t>
    </dgm:pt>
    <dgm:pt modelId="6433">
      <dgm:t>
        <a:p>
          <a:r>
            <a:t>n6433</a:t>
          </a:r>
        </a:p>
      </dgm:t>
    </dgm:pt>
    <dgm:pt modelId="6434">
      <dgm:t>
        <a:p>
          <a:r>
            <a:t>n6434</a:t>
          </a:r>
        </a:p>
      </dgm:t>
    </dgm:pt>
    <dgm:pt modelId="6435">
      <dgm:t>
        <a:p>
          <a:r>
            <a:t>n6435</a:t>
          </a:r>
        </a:p>
      </dgm:t>
    </dgm:pt>
    <dgm:pt modelId="6436">
      <dgm:t>
        <a:p>
          <a:r>
            <a:t>n6436</a:t>
          </a:r>
        </a:p>
      </dgm:t>
    </dgm:pt>
    <dgm:pt modelId="6437">
      <dgm:t>
        <a:p>
          <a:r>
            <a:t>n6437</a:t>
          </a:r>
        </a:p>
      </dgm:t>
    </dgm:pt>
    <dgm:pt modelId="6438">
      <dgm:t>
        <a:p>
          <a:r>
            <a:t>n6438</a:t>
          </a:r>
        </a:p>
      </dgm:t>
    </dgm:pt>
    <dgm:pt modelId="6439">
      <dgm:t>
        <a:p>
          <a:r>
            <a:t>n6439</a:t>
          </a:r>
        </a:p>
      </dgm:t>
    </dgm:pt>
    <dgm:pt modelId="6440">
      <dgm:t>
        <a:p>
          <a:r>
            <a:t>n6440</a:t>
          </a:r>
        </a:p>
      </dgm:t>
    </dgm:pt>
    <dgm:pt modelId="6441">
      <dgm:t>
        <a:p>
          <a:r>
            <a:t>n6441</a:t>
          </a:r>
        </a:p>
      </dgm:t>
    </dgm:pt>
    <dgm:pt modelId="6442">
      <dgm:t>
        <a:p>
          <a:r>
            <a:t>n6442</a:t>
          </a:r>
        </a:p>
      </dgm:t>
    </dgm:pt>
    <dgm:pt modelId="6443">
      <dgm:t>
        <a:p>
          <a:r>
            <a:t>n6443</a:t>
          </a:r>
        </a:p>
      </dgm:t>
    </dgm:pt>
    <dgm:pt modelId="6444">
      <dgm:t>
        <a:p>
          <a:r>
            <a:t>n6444</a:t>
          </a:r>
        </a:p>
      </dgm:t>
    </dgm:pt>
    <dgm:pt modelId="6445">
      <dgm:t>
        <a:p>
          <a:r>
            <a:t>n6445</a:t>
          </a:r>
        </a:p>
      </dgm:t>
    </dgm:pt>
    <dgm:pt modelId="6446">
      <dgm:t>
        <a:p>
          <a:r>
            <a:t>n6446</a:t>
          </a:r>
        </a:p>
      </dgm:t>
    </dgm:pt>
    <dgm:pt modelId="6447">
      <dgm:t>
        <a:p>
          <a:r>
            <a:t>n6447</a:t>
          </a:r>
        </a:p>
      </dgm:t>
    </dgm:pt>
    <dgm:pt modelId="6448">
      <dgm:t>
        <a:p>
          <a:r>
            <a:t>n6448</a:t>
          </a:r>
        </a:p>
      </dgm:t>
    </dgm:pt>
    <dgm:pt modelId="6449">
      <dgm:t>
        <a:p>
          <a:r>
            <a:t>n6449</a:t>
          </a:r>
        </a:p>
      </dgm:t>
    </dgm:pt>
    <dgm:pt modelId="6450">
      <dgm:t>
        <a:p>
          <a:r>
            <a:t>n6450</a:t>
          </a:r>
        </a:p>
      </dgm:t>
    </dgm:pt>
    <dgm:pt modelId="6451">
      <dgm:t>
        <a:p>
          <a:r>
            <a:t>n6451</a:t>
          </a:r>
        </a:p>
      </dgm:t>
    </dgm:pt>
    <dgm:pt modelId="6452">
      <dgm:t>
        <a:p>
          <a:r>
            <a:t>n6452</a:t>
          </a:r>
        </a:p>
      </dgm:t>
    </dgm:pt>
    <dgm:pt modelId="6453">
      <dgm:t>
        <a:p>
          <a:r>
            <a:t>n6453</a:t>
          </a:r>
        </a:p>
      </dgm:t>
    </dgm:pt>
    <dgm:pt modelId="6454">
      <dgm:t>
        <a:p>
          <a:r>
            <a:t>n6454</a:t>
          </a:r>
        </a:p>
      </dgm:t>
    </dgm:pt>
    <dgm:pt modelId="6455">
      <dgm:t>
        <a:p>
          <a:r>
            <a:t>n6455</a:t>
          </a:r>
        </a:p>
      </dgm:t>
    </dgm:pt>
    <dgm:pt modelId="6456">
      <dgm:t>
        <a:p>
          <a:r>
            <a:t>n6456</a:t>
          </a:r>
        </a:p>
      </dgm:t>
    </dgm:pt>
    <dgm:pt modelId="6457">
      <dgm:t>
        <a:p>
          <a:r>
            <a:t>n6457</a:t>
          </a:r>
        </a:p>
      </dgm:t>
    </dgm:pt>
    <dgm:pt modelId="6458">
      <dgm:t>
        <a:p>
          <a:r>
            <a:t>n6458</a:t>
          </a:r>
        </a:p>
      </dgm:t>
    </dgm:pt>
    <dgm:pt modelId="6459">
      <dgm:t>
        <a:p>
          <a:r>
            <a:t>n6459</a:t>
          </a:r>
        </a:p>
      </dgm:t>
    </dgm:pt>
    <dgm:pt modelId="6460">
      <dgm:t>
        <a:p>
          <a:r>
            <a:t>n6460</a:t>
          </a:r>
        </a:p>
      </dgm:t>
    </dgm:pt>
    <dgm:pt modelId="6461">
      <dgm:t>
        <a:p>
          <a:r>
            <a:t>n6461</a:t>
          </a:r>
        </a:p>
      </dgm:t>
    </dgm:pt>
    <dgm:pt modelId="6462">
      <dgm:t>
        <a:p>
          <a:r>
            <a:t>n6462</a:t>
          </a:r>
        </a:p>
      </dgm:t>
    </dgm:pt>
    <dgm:pt modelId="6463">
      <dgm:t>
        <a:p>
          <a:r>
            <a:t>n6463</a:t>
          </a:r>
        </a:p>
      </dgm:t>
    </dgm:pt>
    <dgm:pt modelId="6464">
      <dgm:t>
        <a:p>
          <a:r>
            <a:t>n6464</a:t>
          </a:r>
        </a:p>
      </dgm:t>
    </dgm:pt>
    <dgm:pt modelId="6465">
      <dgm:t>
        <a:p>
          <a:r>
            <a:t>n6465</a:t>
          </a:r>
        </a:p>
      </dgm:t>
    </dgm:pt>
    <dgm:pt modelId="6466">
      <dgm:t>
        <a:p>
          <a:r>
            <a:t>n6466</a:t>
          </a:r>
        </a:p>
      </dgm:t>
    </dgm:pt>
    <dgm:pt modelId="6467">
      <dgm:t>
        <a:p>
          <a:r>
            <a:t>n6467</a:t>
          </a:r>
        </a:p>
      </dgm:t>
    </dgm:pt>
    <dgm:pt modelId="6468">
      <dgm:t>
        <a:p>
          <a:r>
            <a:t>n6468</a:t>
          </a:r>
        </a:p>
      </dgm:t>
    </dgm:pt>
    <dgm:pt modelId="6469">
      <dgm:t>
        <a:p>
          <a:r>
            <a:t>n6469</a:t>
          </a:r>
        </a:p>
      </dgm:t>
    </dgm:pt>
    <dgm:pt modelId="6470">
      <dgm:t>
        <a:p>
          <a:r>
            <a:t>n6470</a:t>
          </a:r>
        </a:p>
      </dgm:t>
    </dgm:pt>
    <dgm:pt modelId="6471">
      <dgm:t>
        <a:p>
          <a:r>
            <a:t>n6471</a:t>
          </a:r>
        </a:p>
      </dgm:t>
    </dgm:pt>
    <dgm:pt modelId="6472">
      <dgm:t>
        <a:p>
          <a:r>
            <a:t>n6472</a:t>
          </a:r>
        </a:p>
      </dgm:t>
    </dgm:pt>
    <dgm:pt modelId="6473">
      <dgm:t>
        <a:p>
          <a:r>
            <a:t>n6473</a:t>
          </a:r>
        </a:p>
      </dgm:t>
    </dgm:pt>
    <dgm:pt modelId="6474">
      <dgm:t>
        <a:p>
          <a:r>
            <a:t>n6474</a:t>
          </a:r>
        </a:p>
      </dgm:t>
    </dgm:pt>
    <dgm:pt modelId="6475">
      <dgm:t>
        <a:p>
          <a:r>
            <a:t>n6475</a:t>
          </a:r>
        </a:p>
      </dgm:t>
    </dgm:pt>
    <dgm:pt modelId="6476">
      <dgm:t>
        <a:p>
          <a:r>
            <a:t>n6476</a:t>
          </a:r>
        </a:p>
      </dgm:t>
    </dgm:pt>
    <dgm:pt modelId="6477">
      <dgm:t>
        <a:p>
          <a:r>
            <a:t>n6477</a:t>
          </a:r>
        </a:p>
      </dgm:t>
    </dgm:pt>
    <dgm:pt modelId="6478">
      <dgm:t>
        <a:p>
          <a:r>
            <a:t>n6478</a:t>
          </a:r>
        </a:p>
      </dgm:t>
    </dgm:pt>
    <dgm:pt modelId="6479">
      <dgm:t>
        <a:p>
          <a:r>
            <a:t>n6479</a:t>
          </a:r>
        </a:p>
      </dgm:t>
    </dgm:pt>
    <dgm:pt modelId="6480">
      <dgm:t>
        <a:p>
          <a:r>
            <a:t>n6480</a:t>
          </a:r>
        </a:p>
      </dgm:t>
    </dgm:pt>
    <dgm:pt modelId="6481">
      <dgm:t>
        <a:p>
          <a:r>
            <a:t>n6481</a:t>
          </a:r>
        </a:p>
      </dgm:t>
    </dgm:pt>
    <dgm:pt modelId="6482">
      <dgm:t>
        <a:p>
          <a:r>
            <a:t>n6482</a:t>
          </a:r>
        </a:p>
      </dgm:t>
    </dgm:pt>
    <dgm:pt modelId="6483">
      <dgm:t>
        <a:p>
          <a:r>
            <a:t>n6483</a:t>
          </a:r>
        </a:p>
      </dgm:t>
    </dgm:pt>
    <dgm:pt modelId="6484">
      <dgm:t>
        <a:p>
          <a:r>
            <a:t>n6484</a:t>
          </a:r>
        </a:p>
      </dgm:t>
    </dgm:pt>
    <dgm:pt modelId="6485">
      <dgm:t>
        <a:p>
          <a:r>
            <a:t>n6485</a:t>
          </a:r>
        </a:p>
      </dgm:t>
    </dgm:pt>
    <dgm:pt modelId="6486">
      <dgm:t>
        <a:p>
          <a:r>
            <a:t>n6486</a:t>
          </a:r>
        </a:p>
      </dgm:t>
    </dgm:pt>
    <dgm:pt modelId="6487">
      <dgm:t>
        <a:p>
          <a:r>
            <a:t>n6487</a:t>
          </a:r>
        </a:p>
      </dgm:t>
    </dgm:pt>
    <dgm:pt modelId="6488">
      <dgm:t>
        <a:p>
          <a:r>
            <a:t>n6488</a:t>
          </a:r>
        </a:p>
      </dgm:t>
    </dgm:pt>
    <dgm:pt modelId="6489">
      <dgm:t>
        <a:p>
          <a:r>
            <a:t>n6489</a:t>
          </a:r>
        </a:p>
      </dgm:t>
    </dgm:pt>
    <dgm:pt modelId="6490">
      <dgm:t>
        <a:p>
          <a:r>
            <a:t>n6490</a:t>
          </a:r>
        </a:p>
      </dgm:t>
    </dgm:pt>
    <dgm:pt modelId="6491">
      <dgm:t>
        <a:p>
          <a:r>
            <a:t>n6491</a:t>
          </a:r>
        </a:p>
      </dgm:t>
    </dgm:pt>
    <dgm:pt modelId="6492">
      <dgm:t>
        <a:p>
          <a:r>
            <a:t>n6492</a:t>
          </a:r>
        </a:p>
      </dgm:t>
    </dgm:pt>
    <dgm:pt modelId="6493">
      <dgm:t>
        <a:p>
          <a:r>
            <a:t>n6493</a:t>
          </a:r>
        </a:p>
      </dgm:t>
    </dgm:pt>
    <dgm:pt modelId="6494">
      <dgm:t>
        <a:p>
          <a:r>
            <a:t>n6494</a:t>
          </a:r>
        </a:p>
      </dgm:t>
    </dgm:pt>
    <dgm:pt modelId="6495">
      <dgm:t>
        <a:p>
          <a:r>
            <a:t>n6495</a:t>
          </a:r>
        </a:p>
      </dgm:t>
    </dgm:pt>
    <dgm:pt modelId="6496">
      <dgm:t>
        <a:p>
          <a:r>
            <a:t>n6496</a:t>
          </a:r>
        </a:p>
      </dgm:t>
    </dgm:pt>
    <dgm:pt modelId="6497">
      <dgm:t>
        <a:p>
          <a:r>
            <a:t>n6497</a:t>
          </a:r>
        </a:p>
      </dgm:t>
    </dgm:pt>
    <dgm:pt modelId="6498">
      <dgm:t>
        <a:p>
          <a:r>
            <a:t>n6498</a:t>
          </a:r>
        </a:p>
      </dgm:t>
    </dgm:pt>
    <dgm:pt modelId="6499">
      <dgm:t>
        <a:p>
          <a:r>
            <a:t>n6499</a:t>
          </a:r>
        </a:p>
      </dgm:t>
    </dgm:pt>
    <dgm:pt modelId="6500">
      <dgm:t>
        <a:p>
          <a:r>
            <a:t>n6500</a:t>
          </a:r>
        </a:p>
      </dgm:t>
    </dgm:pt>
    <dgm:pt modelId="6501">
      <dgm:t>
        <a:p>
          <a:r>
            <a:t>n6501</a:t>
          </a:r>
        </a:p>
      </dgm:t>
    </dgm:pt>
    <dgm:pt modelId="6502">
      <dgm:t>
        <a:p>
          <a:r>
            <a:t>n6502</a:t>
          </a:r>
        </a:p>
      </dgm:t>
    </dgm:pt>
    <dgm:pt modelId="6503">
      <dgm:t>
        <a:p>
          <a:r>
            <a:t>n6503</a:t>
          </a:r>
        </a:p>
      </dgm:t>
    </dgm:pt>
    <dgm:pt modelId="6504">
      <dgm:t>
        <a:p>
          <a:r>
            <a:t>n6504</a:t>
          </a:r>
        </a:p>
      </dgm:t>
    </dgm:pt>
    <dgm:pt modelId="6505">
      <dgm:t>
        <a:p>
          <a:r>
            <a:t>n6505</a:t>
          </a:r>
        </a:p>
      </dgm:t>
    </dgm:pt>
    <dgm:pt modelId="6506">
      <dgm:t>
        <a:p>
          <a:r>
            <a:t>n6506</a:t>
          </a:r>
        </a:p>
      </dgm:t>
    </dgm:pt>
    <dgm:pt modelId="6507">
      <dgm:t>
        <a:p>
          <a:r>
            <a:t>n6507</a:t>
          </a:r>
        </a:p>
      </dgm:t>
    </dgm:pt>
    <dgm:pt modelId="6508">
      <dgm:t>
        <a:p>
          <a:r>
            <a:t>n6508</a:t>
          </a:r>
        </a:p>
      </dgm:t>
    </dgm:pt>
    <dgm:pt modelId="6509">
      <dgm:t>
        <a:p>
          <a:r>
            <a:t>n6509</a:t>
          </a:r>
        </a:p>
      </dgm:t>
    </dgm:pt>
    <dgm:pt modelId="6510">
      <dgm:t>
        <a:p>
          <a:r>
            <a:t>n6510</a:t>
          </a:r>
        </a:p>
      </dgm:t>
    </dgm:pt>
    <dgm:pt modelId="6511">
      <dgm:t>
        <a:p>
          <a:r>
            <a:t>n6511</a:t>
          </a:r>
        </a:p>
      </dgm:t>
    </dgm:pt>
    <dgm:pt modelId="6512">
      <dgm:t>
        <a:p>
          <a:r>
            <a:t>n6512</a:t>
          </a:r>
        </a:p>
      </dgm:t>
    </dgm:pt>
    <dgm:pt modelId="6513">
      <dgm:t>
        <a:p>
          <a:r>
            <a:t>n6513</a:t>
          </a:r>
        </a:p>
      </dgm:t>
    </dgm:pt>
    <dgm:pt modelId="6514">
      <dgm:t>
        <a:p>
          <a:r>
            <a:t>n6514</a:t>
          </a:r>
        </a:p>
      </dgm:t>
    </dgm:pt>
    <dgm:pt modelId="6515">
      <dgm:t>
        <a:p>
          <a:r>
            <a:t>n6515</a:t>
          </a:r>
        </a:p>
      </dgm:t>
    </dgm:pt>
    <dgm:pt modelId="6516">
      <dgm:t>
        <a:p>
          <a:r>
            <a:t>n6516</a:t>
          </a:r>
        </a:p>
      </dgm:t>
    </dgm:pt>
    <dgm:pt modelId="6517">
      <dgm:t>
        <a:p>
          <a:r>
            <a:t>n6517</a:t>
          </a:r>
        </a:p>
      </dgm:t>
    </dgm:pt>
    <dgm:pt modelId="6518">
      <dgm:t>
        <a:p>
          <a:r>
            <a:t>n6518</a:t>
          </a:r>
        </a:p>
      </dgm:t>
    </dgm:pt>
    <dgm:pt modelId="6519">
      <dgm:t>
        <a:p>
          <a:r>
            <a:t>n6519</a:t>
          </a:r>
        </a:p>
      </dgm:t>
    </dgm:pt>
    <dgm:pt modelId="6520">
      <dgm:t>
        <a:p>
          <a:r>
            <a:t>n6520</a:t>
          </a:r>
        </a:p>
      </dgm:t>
    </dgm:pt>
    <dgm:pt modelId="6521">
      <dgm:t>
        <a:p>
          <a:r>
            <a:t>n6521</a:t>
          </a:r>
        </a:p>
      </dgm:t>
    </dgm:pt>
    <dgm:pt modelId="6522">
      <dgm:t>
        <a:p>
          <a:r>
            <a:t>n6522</a:t>
          </a:r>
        </a:p>
      </dgm:t>
    </dgm:pt>
    <dgm:pt modelId="6523">
      <dgm:t>
        <a:p>
          <a:r>
            <a:t>n6523</a:t>
          </a:r>
        </a:p>
      </dgm:t>
    </dgm:pt>
    <dgm:pt modelId="6524">
      <dgm:t>
        <a:p>
          <a:r>
            <a:t>n6524</a:t>
          </a:r>
        </a:p>
      </dgm:t>
    </dgm:pt>
    <dgm:pt modelId="6525">
      <dgm:t>
        <a:p>
          <a:r>
            <a:t>n6525</a:t>
          </a:r>
        </a:p>
      </dgm:t>
    </dgm:pt>
    <dgm:pt modelId="6526">
      <dgm:t>
        <a:p>
          <a:r>
            <a:t>n6526</a:t>
          </a:r>
        </a:p>
      </dgm:t>
    </dgm:pt>
    <dgm:pt modelId="6527">
      <dgm:t>
        <a:p>
          <a:r>
            <a:t>n6527</a:t>
          </a:r>
        </a:p>
      </dgm:t>
    </dgm:pt>
    <dgm:pt modelId="6528">
      <dgm:t>
        <a:p>
          <a:r>
            <a:t>n6528</a:t>
          </a:r>
        </a:p>
      </dgm:t>
    </dgm:pt>
    <dgm:pt modelId="6529">
      <dgm:t>
        <a:p>
          <a:r>
            <a:t>n6529</a:t>
          </a:r>
        </a:p>
      </dgm:t>
    </dgm:pt>
    <dgm:pt modelId="6530">
      <dgm:t>
        <a:p>
          <a:r>
            <a:t>n6530</a:t>
          </a:r>
        </a:p>
      </dgm:t>
    </dgm:pt>
    <dgm:pt modelId="6531">
      <dgm:t>
        <a:p>
          <a:r>
            <a:t>n6531</a:t>
          </a:r>
        </a:p>
      </dgm:t>
    </dgm:pt>
    <dgm:pt modelId="6532">
      <dgm:t>
        <a:p>
          <a:r>
            <a:t>n6532</a:t>
          </a:r>
        </a:p>
      </dgm:t>
    </dgm:pt>
    <dgm:pt modelId="6533">
      <dgm:t>
        <a:p>
          <a:r>
            <a:t>n6533</a:t>
          </a:r>
        </a:p>
      </dgm:t>
    </dgm:pt>
    <dgm:pt modelId="6534">
      <dgm:t>
        <a:p>
          <a:r>
            <a:t>n6534</a:t>
          </a:r>
        </a:p>
      </dgm:t>
    </dgm:pt>
    <dgm:pt modelId="6535">
      <dgm:t>
        <a:p>
          <a:r>
            <a:t>n6535</a:t>
          </a:r>
        </a:p>
      </dgm:t>
    </dgm:pt>
    <dgm:pt modelId="6536">
      <dgm:t>
        <a:p>
          <a:r>
            <a:t>n6536</a:t>
          </a:r>
        </a:p>
      </dgm:t>
    </dgm:pt>
    <dgm:pt modelId="6537">
      <dgm:t>
        <a:p>
          <a:r>
            <a:t>n6537</a:t>
          </a:r>
        </a:p>
      </dgm:t>
    </dgm:pt>
    <dgm:pt modelId="6538">
      <dgm:t>
        <a:p>
          <a:r>
            <a:t>n6538</a:t>
          </a:r>
        </a:p>
      </dgm:t>
    </dgm:pt>
    <dgm:pt modelId="6539">
      <dgm:t>
        <a:p>
          <a:r>
            <a:t>n6539</a:t>
          </a:r>
        </a:p>
      </dgm:t>
    </dgm:pt>
    <dgm:pt modelId="6540">
      <dgm:t>
        <a:p>
          <a:r>
            <a:t>n6540</a:t>
          </a:r>
        </a:p>
      </dgm:t>
    </dgm:pt>
    <dgm:pt modelId="6541">
      <dgm:t>
        <a:p>
          <a:r>
            <a:t>n6541</a:t>
          </a:r>
        </a:p>
      </dgm:t>
    </dgm:pt>
    <dgm:pt modelId="6542">
      <dgm:t>
        <a:p>
          <a:r>
            <a:t>n6542</a:t>
          </a:r>
        </a:p>
      </dgm:t>
    </dgm:pt>
    <dgm:pt modelId="6543">
      <dgm:t>
        <a:p>
          <a:r>
            <a:t>n6543</a:t>
          </a:r>
        </a:p>
      </dgm:t>
    </dgm:pt>
    <dgm:pt modelId="6544">
      <dgm:t>
        <a:p>
          <a:r>
            <a:t>n6544</a:t>
          </a:r>
        </a:p>
      </dgm:t>
    </dgm:pt>
    <dgm:pt modelId="6545">
      <dgm:t>
        <a:p>
          <a:r>
            <a:t>n6545</a:t>
          </a:r>
        </a:p>
      </dgm:t>
    </dgm:pt>
    <dgm:pt modelId="6546">
      <dgm:t>
        <a:p>
          <a:r>
            <a:t>n6546</a:t>
          </a:r>
        </a:p>
      </dgm:t>
    </dgm:pt>
    <dgm:pt modelId="6547">
      <dgm:t>
        <a:p>
          <a:r>
            <a:t>n6547</a:t>
          </a:r>
        </a:p>
      </dgm:t>
    </dgm:pt>
    <dgm:pt modelId="6548">
      <dgm:t>
        <a:p>
          <a:r>
            <a:t>n6548</a:t>
          </a:r>
        </a:p>
      </dgm:t>
    </dgm:pt>
    <dgm:pt modelId="6549">
      <dgm:t>
        <a:p>
          <a:r>
            <a:t>n6549</a:t>
          </a:r>
        </a:p>
      </dgm:t>
    </dgm:pt>
    <dgm:pt modelId="6550">
      <dgm:t>
        <a:p>
          <a:r>
            <a:t>n6550</a:t>
          </a:r>
        </a:p>
      </dgm:t>
    </dgm:pt>
    <dgm:pt modelId="6551">
      <dgm:t>
        <a:p>
          <a:r>
            <a:t>n6551</a:t>
          </a:r>
        </a:p>
      </dgm:t>
    </dgm:pt>
    <dgm:pt modelId="6552">
      <dgm:t>
        <a:p>
          <a:r>
            <a:t>n6552</a:t>
          </a:r>
        </a:p>
      </dgm:t>
    </dgm:pt>
    <dgm:pt modelId="6553">
      <dgm:t>
        <a:p>
          <a:r>
            <a:t>n6553</a:t>
          </a:r>
        </a:p>
      </dgm:t>
    </dgm:pt>
    <dgm:pt modelId="6554">
      <dgm:t>
        <a:p>
          <a:r>
            <a:t>n6554</a:t>
          </a:r>
        </a:p>
      </dgm:t>
    </dgm:pt>
    <dgm:pt modelId="6555">
      <dgm:t>
        <a:p>
          <a:r>
            <a:t>n6555</a:t>
          </a:r>
        </a:p>
      </dgm:t>
    </dgm:pt>
    <dgm:pt modelId="6556">
      <dgm:t>
        <a:p>
          <a:r>
            <a:t>n6556</a:t>
          </a:r>
        </a:p>
      </dgm:t>
    </dgm:pt>
    <dgm:pt modelId="6557">
      <dgm:t>
        <a:p>
          <a:r>
            <a:t>n6557</a:t>
          </a:r>
        </a:p>
      </dgm:t>
    </dgm:pt>
    <dgm:pt modelId="6558">
      <dgm:t>
        <a:p>
          <a:r>
            <a:t>n6558</a:t>
          </a:r>
        </a:p>
      </dgm:t>
    </dgm:pt>
    <dgm:pt modelId="6559">
      <dgm:t>
        <a:p>
          <a:r>
            <a:t>n6559</a:t>
          </a:r>
        </a:p>
      </dgm:t>
    </dgm:pt>
    <dgm:pt modelId="6560">
      <dgm:t>
        <a:p>
          <a:r>
            <a:t>n6560</a:t>
          </a:r>
        </a:p>
      </dgm:t>
    </dgm:pt>
    <dgm:pt modelId="6561">
      <dgm:t>
        <a:p>
          <a:r>
            <a:t>n6561</a:t>
          </a:r>
        </a:p>
      </dgm:t>
    </dgm:pt>
    <dgm:pt modelId="6562">
      <dgm:t>
        <a:p>
          <a:r>
            <a:t>n6562</a:t>
          </a:r>
        </a:p>
      </dgm:t>
    </dgm:pt>
    <dgm:pt modelId="6563">
      <dgm:t>
        <a:p>
          <a:r>
            <a:t>n6563</a:t>
          </a:r>
        </a:p>
      </dgm:t>
    </dgm:pt>
    <dgm:pt modelId="6564">
      <dgm:t>
        <a:p>
          <a:r>
            <a:t>n6564</a:t>
          </a:r>
        </a:p>
      </dgm:t>
    </dgm:pt>
    <dgm:pt modelId="6565">
      <dgm:t>
        <a:p>
          <a:r>
            <a:t>n6565</a:t>
          </a:r>
        </a:p>
      </dgm:t>
    </dgm:pt>
    <dgm:pt modelId="6566">
      <dgm:t>
        <a:p>
          <a:r>
            <a:t>n6566</a:t>
          </a:r>
        </a:p>
      </dgm:t>
    </dgm:pt>
    <dgm:pt modelId="6567">
      <dgm:t>
        <a:p>
          <a:r>
            <a:t>n6567</a:t>
          </a:r>
        </a:p>
      </dgm:t>
    </dgm:pt>
    <dgm:pt modelId="6568">
      <dgm:t>
        <a:p>
          <a:r>
            <a:t>n6568</a:t>
          </a:r>
        </a:p>
      </dgm:t>
    </dgm:pt>
    <dgm:pt modelId="6569">
      <dgm:t>
        <a:p>
          <a:r>
            <a:t>n6569</a:t>
          </a:r>
        </a:p>
      </dgm:t>
    </dgm:pt>
    <dgm:pt modelId="6570">
      <dgm:t>
        <a:p>
          <a:r>
            <a:t>n6570</a:t>
          </a:r>
        </a:p>
      </dgm:t>
    </dgm:pt>
    <dgm:pt modelId="6571">
      <dgm:t>
        <a:p>
          <a:r>
            <a:t>n6571</a:t>
          </a:r>
        </a:p>
      </dgm:t>
    </dgm:pt>
    <dgm:pt modelId="6572">
      <dgm:t>
        <a:p>
          <a:r>
            <a:t>n6572</a:t>
          </a:r>
        </a:p>
      </dgm:t>
    </dgm:pt>
    <dgm:pt modelId="6573">
      <dgm:t>
        <a:p>
          <a:r>
            <a:t>n6573</a:t>
          </a:r>
        </a:p>
      </dgm:t>
    </dgm:pt>
    <dgm:pt modelId="6574">
      <dgm:t>
        <a:p>
          <a:r>
            <a:t>n6574</a:t>
          </a:r>
        </a:p>
      </dgm:t>
    </dgm:pt>
    <dgm:pt modelId="6575">
      <dgm:t>
        <a:p>
          <a:r>
            <a:t>n6575</a:t>
          </a:r>
        </a:p>
      </dgm:t>
    </dgm:pt>
    <dgm:pt modelId="6576">
      <dgm:t>
        <a:p>
          <a:r>
            <a:t>n6576</a:t>
          </a:r>
        </a:p>
      </dgm:t>
    </dgm:pt>
    <dgm:pt modelId="6577">
      <dgm:t>
        <a:p>
          <a:r>
            <a:t>n6577</a:t>
          </a:r>
        </a:p>
      </dgm:t>
    </dgm:pt>
    <dgm:pt modelId="6578">
      <dgm:t>
        <a:p>
          <a:r>
            <a:t>n6578</a:t>
          </a:r>
        </a:p>
      </dgm:t>
    </dgm:pt>
    <dgm:pt modelId="6579">
      <dgm:t>
        <a:p>
          <a:r>
            <a:t>n6579</a:t>
          </a:r>
        </a:p>
      </dgm:t>
    </dgm:pt>
    <dgm:pt modelId="6580">
      <dgm:t>
        <a:p>
          <a:r>
            <a:t>n6580</a:t>
          </a:r>
        </a:p>
      </dgm:t>
    </dgm:pt>
    <dgm:pt modelId="6581">
      <dgm:t>
        <a:p>
          <a:r>
            <a:t>n6581</a:t>
          </a:r>
        </a:p>
      </dgm:t>
    </dgm:pt>
    <dgm:pt modelId="6582">
      <dgm:t>
        <a:p>
          <a:r>
            <a:t>n6582</a:t>
          </a:r>
        </a:p>
      </dgm:t>
    </dgm:pt>
    <dgm:pt modelId="6583">
      <dgm:t>
        <a:p>
          <a:r>
            <a:t>n6583</a:t>
          </a:r>
        </a:p>
      </dgm:t>
    </dgm:pt>
    <dgm:pt modelId="6584">
      <dgm:t>
        <a:p>
          <a:r>
            <a:t>n6584</a:t>
          </a:r>
        </a:p>
      </dgm:t>
    </dgm:pt>
    <dgm:pt modelId="6585">
      <dgm:t>
        <a:p>
          <a:r>
            <a:t>n6585</a:t>
          </a:r>
        </a:p>
      </dgm:t>
    </dgm:pt>
    <dgm:pt modelId="6586">
      <dgm:t>
        <a:p>
          <a:r>
            <a:t>n6586</a:t>
          </a:r>
        </a:p>
      </dgm:t>
    </dgm:pt>
    <dgm:pt modelId="6587">
      <dgm:t>
        <a:p>
          <a:r>
            <a:t>n6587</a:t>
          </a:r>
        </a:p>
      </dgm:t>
    </dgm:pt>
    <dgm:pt modelId="6588">
      <dgm:t>
        <a:p>
          <a:r>
            <a:t>n6588</a:t>
          </a:r>
        </a:p>
      </dgm:t>
    </dgm:pt>
    <dgm:pt modelId="6589">
      <dgm:t>
        <a:p>
          <a:r>
            <a:t>n6589</a:t>
          </a:r>
        </a:p>
      </dgm:t>
    </dgm:pt>
    <dgm:pt modelId="6590">
      <dgm:t>
        <a:p>
          <a:r>
            <a:t>n6590</a:t>
          </a:r>
        </a:p>
      </dgm:t>
    </dgm:pt>
    <dgm:pt modelId="6591">
      <dgm:t>
        <a:p>
          <a:r>
            <a:t>n6591</a:t>
          </a:r>
        </a:p>
      </dgm:t>
    </dgm:pt>
    <dgm:pt modelId="6592">
      <dgm:t>
        <a:p>
          <a:r>
            <a:t>n6592</a:t>
          </a:r>
        </a:p>
      </dgm:t>
    </dgm:pt>
    <dgm:pt modelId="6593">
      <dgm:t>
        <a:p>
          <a:r>
            <a:t>n6593</a:t>
          </a:r>
        </a:p>
      </dgm:t>
    </dgm:pt>
    <dgm:pt modelId="6594">
      <dgm:t>
        <a:p>
          <a:r>
            <a:t>n6594</a:t>
          </a:r>
        </a:p>
      </dgm:t>
    </dgm:pt>
    <dgm:pt modelId="6595">
      <dgm:t>
        <a:p>
          <a:r>
            <a:t>n6595</a:t>
          </a:r>
        </a:p>
      </dgm:t>
    </dgm:pt>
    <dgm:pt modelId="6596">
      <dgm:t>
        <a:p>
          <a:r>
            <a:t>n6596</a:t>
          </a:r>
        </a:p>
      </dgm:t>
    </dgm:pt>
    <dgm:pt modelId="6597">
      <dgm:t>
        <a:p>
          <a:r>
            <a:t>n6597</a:t>
          </a:r>
        </a:p>
      </dgm:t>
    </dgm:pt>
    <dgm:pt modelId="6598">
      <dgm:t>
        <a:p>
          <a:r>
            <a:t>n6598</a:t>
          </a:r>
        </a:p>
      </dgm:t>
    </dgm:pt>
    <dgm:pt modelId="6599">
      <dgm:t>
        <a:p>
          <a:r>
            <a:t>n6599</a:t>
          </a:r>
        </a:p>
      </dgm:t>
    </dgm:pt>
    <dgm:pt modelId="6600">
      <dgm:t>
        <a:p>
          <a:r>
            <a:t>n6600</a:t>
          </a:r>
        </a:p>
      </dgm:t>
    </dgm:pt>
    <dgm:pt modelId="6601">
      <dgm:t>
        <a:p>
          <a:r>
            <a:t>n6601</a:t>
          </a:r>
        </a:p>
      </dgm:t>
    </dgm:pt>
    <dgm:pt modelId="6602">
      <dgm:t>
        <a:p>
          <a:r>
            <a:t>n6602</a:t>
          </a:r>
        </a:p>
      </dgm:t>
    </dgm:pt>
    <dgm:pt modelId="6603">
      <dgm:t>
        <a:p>
          <a:r>
            <a:t>n6603</a:t>
          </a:r>
        </a:p>
      </dgm:t>
    </dgm:pt>
    <dgm:pt modelId="6604">
      <dgm:t>
        <a:p>
          <a:r>
            <a:t>n6604</a:t>
          </a:r>
        </a:p>
      </dgm:t>
    </dgm:pt>
    <dgm:pt modelId="6605">
      <dgm:t>
        <a:p>
          <a:r>
            <a:t>n6605</a:t>
          </a:r>
        </a:p>
      </dgm:t>
    </dgm:pt>
    <dgm:pt modelId="6606">
      <dgm:t>
        <a:p>
          <a:r>
            <a:t>n6606</a:t>
          </a:r>
        </a:p>
      </dgm:t>
    </dgm:pt>
    <dgm:pt modelId="6607">
      <dgm:t>
        <a:p>
          <a:r>
            <a:t>n6607</a:t>
          </a:r>
        </a:p>
      </dgm:t>
    </dgm:pt>
    <dgm:pt modelId="6608">
      <dgm:t>
        <a:p>
          <a:r>
            <a:t>n6608</a:t>
          </a:r>
        </a:p>
      </dgm:t>
    </dgm:pt>
    <dgm:pt modelId="6609">
      <dgm:t>
        <a:p>
          <a:r>
            <a:t>n6609</a:t>
          </a:r>
        </a:p>
      </dgm:t>
    </dgm:pt>
    <dgm:pt modelId="6610">
      <dgm:t>
        <a:p>
          <a:r>
            <a:t>n6610</a:t>
          </a:r>
        </a:p>
      </dgm:t>
    </dgm:pt>
    <dgm:pt modelId="6611">
      <dgm:t>
        <a:p>
          <a:r>
            <a:t>n6611</a:t>
          </a:r>
        </a:p>
      </dgm:t>
    </dgm:pt>
    <dgm:pt modelId="6612">
      <dgm:t>
        <a:p>
          <a:r>
            <a:t>n6612</a:t>
          </a:r>
        </a:p>
      </dgm:t>
    </dgm:pt>
    <dgm:pt modelId="6613">
      <dgm:t>
        <a:p>
          <a:r>
            <a:t>n6613</a:t>
          </a:r>
        </a:p>
      </dgm:t>
    </dgm:pt>
    <dgm:pt modelId="6614">
      <dgm:t>
        <a:p>
          <a:r>
            <a:t>n6614</a:t>
          </a:r>
        </a:p>
      </dgm:t>
    </dgm:pt>
    <dgm:pt modelId="6615">
      <dgm:t>
        <a:p>
          <a:r>
            <a:t>n6615</a:t>
          </a:r>
        </a:p>
      </dgm:t>
    </dgm:pt>
    <dgm:pt modelId="6616">
      <dgm:t>
        <a:p>
          <a:r>
            <a:t>n6616</a:t>
          </a:r>
        </a:p>
      </dgm:t>
    </dgm:pt>
    <dgm:pt modelId="6617">
      <dgm:t>
        <a:p>
          <a:r>
            <a:t>n6617</a:t>
          </a:r>
        </a:p>
      </dgm:t>
    </dgm:pt>
    <dgm:pt modelId="6618">
      <dgm:t>
        <a:p>
          <a:r>
            <a:t>n6618</a:t>
          </a:r>
        </a:p>
      </dgm:t>
    </dgm:pt>
    <dgm:pt modelId="6619">
      <dgm:t>
        <a:p>
          <a:r>
            <a:t>n6619</a:t>
          </a:r>
        </a:p>
      </dgm:t>
    </dgm:pt>
    <dgm:pt modelId="6620">
      <dgm:t>
        <a:p>
          <a:r>
            <a:t>n6620</a:t>
          </a:r>
        </a:p>
      </dgm:t>
    </dgm:pt>
    <dgm:pt modelId="6621">
      <dgm:t>
        <a:p>
          <a:r>
            <a:t>n6621</a:t>
          </a:r>
        </a:p>
      </dgm:t>
    </dgm:pt>
    <dgm:pt modelId="6622">
      <dgm:t>
        <a:p>
          <a:r>
            <a:t>n6622</a:t>
          </a:r>
        </a:p>
      </dgm:t>
    </dgm:pt>
    <dgm:pt modelId="6623">
      <dgm:t>
        <a:p>
          <a:r>
            <a:t>n6623</a:t>
          </a:r>
        </a:p>
      </dgm:t>
    </dgm:pt>
    <dgm:pt modelId="6624">
      <dgm:t>
        <a:p>
          <a:r>
            <a:t>n6624</a:t>
          </a:r>
        </a:p>
      </dgm:t>
    </dgm:pt>
    <dgm:pt modelId="6625">
      <dgm:t>
        <a:p>
          <a:r>
            <a:t>n6625</a:t>
          </a:r>
        </a:p>
      </dgm:t>
    </dgm:pt>
    <dgm:pt modelId="6626">
      <dgm:t>
        <a:p>
          <a:r>
            <a:t>n6626</a:t>
          </a:r>
        </a:p>
      </dgm:t>
    </dgm:pt>
    <dgm:pt modelId="6627">
      <dgm:t>
        <a:p>
          <a:r>
            <a:t>n6627</a:t>
          </a:r>
        </a:p>
      </dgm:t>
    </dgm:pt>
    <dgm:pt modelId="6628">
      <dgm:t>
        <a:p>
          <a:r>
            <a:t>n6628</a:t>
          </a:r>
        </a:p>
      </dgm:t>
    </dgm:pt>
    <dgm:pt modelId="6629">
      <dgm:t>
        <a:p>
          <a:r>
            <a:t>n6629</a:t>
          </a:r>
        </a:p>
      </dgm:t>
    </dgm:pt>
    <dgm:pt modelId="6630">
      <dgm:t>
        <a:p>
          <a:r>
            <a:t>n6630</a:t>
          </a:r>
        </a:p>
      </dgm:t>
    </dgm:pt>
    <dgm:pt modelId="6631">
      <dgm:t>
        <a:p>
          <a:r>
            <a:t>n6631</a:t>
          </a:r>
        </a:p>
      </dgm:t>
    </dgm:pt>
    <dgm:pt modelId="6632">
      <dgm:t>
        <a:p>
          <a:r>
            <a:t>n6632</a:t>
          </a:r>
        </a:p>
      </dgm:t>
    </dgm:pt>
    <dgm:pt modelId="6633">
      <dgm:t>
        <a:p>
          <a:r>
            <a:t>n6633</a:t>
          </a:r>
        </a:p>
      </dgm:t>
    </dgm:pt>
    <dgm:pt modelId="6634">
      <dgm:t>
        <a:p>
          <a:r>
            <a:t>n6634</a:t>
          </a:r>
        </a:p>
      </dgm:t>
    </dgm:pt>
    <dgm:pt modelId="6635">
      <dgm:t>
        <a:p>
          <a:r>
            <a:t>n6635</a:t>
          </a:r>
        </a:p>
      </dgm:t>
    </dgm:pt>
    <dgm:pt modelId="6636">
      <dgm:t>
        <a:p>
          <a:r>
            <a:t>n6636</a:t>
          </a:r>
        </a:p>
      </dgm:t>
    </dgm:pt>
    <dgm:pt modelId="6637">
      <dgm:t>
        <a:p>
          <a:r>
            <a:t>n6637</a:t>
          </a:r>
        </a:p>
      </dgm:t>
    </dgm:pt>
    <dgm:pt modelId="6638">
      <dgm:t>
        <a:p>
          <a:r>
            <a:t>n6638</a:t>
          </a:r>
        </a:p>
      </dgm:t>
    </dgm:pt>
    <dgm:pt modelId="6639">
      <dgm:t>
        <a:p>
          <a:r>
            <a:t>n6639</a:t>
          </a:r>
        </a:p>
      </dgm:t>
    </dgm:pt>
    <dgm:pt modelId="6640">
      <dgm:t>
        <a:p>
          <a:r>
            <a:t>n6640</a:t>
          </a:r>
        </a:p>
      </dgm:t>
    </dgm:pt>
    <dgm:pt modelId="6641">
      <dgm:t>
        <a:p>
          <a:r>
            <a:t>n6641</a:t>
          </a:r>
        </a:p>
      </dgm:t>
    </dgm:pt>
    <dgm:pt modelId="6642">
      <dgm:t>
        <a:p>
          <a:r>
            <a:t>n6642</a:t>
          </a:r>
        </a:p>
      </dgm:t>
    </dgm:pt>
    <dgm:pt modelId="6643">
      <dgm:t>
        <a:p>
          <a:r>
            <a:t>n6643</a:t>
          </a:r>
        </a:p>
      </dgm:t>
    </dgm:pt>
    <dgm:pt modelId="6644">
      <dgm:t>
        <a:p>
          <a:r>
            <a:t>n6644</a:t>
          </a:r>
        </a:p>
      </dgm:t>
    </dgm:pt>
    <dgm:pt modelId="6645">
      <dgm:t>
        <a:p>
          <a:r>
            <a:t>n6645</a:t>
          </a:r>
        </a:p>
      </dgm:t>
    </dgm:pt>
    <dgm:pt modelId="6646">
      <dgm:t>
        <a:p>
          <a:r>
            <a:t>n6646</a:t>
          </a:r>
        </a:p>
      </dgm:t>
    </dgm:pt>
    <dgm:pt modelId="6647">
      <dgm:t>
        <a:p>
          <a:r>
            <a:t>n6647</a:t>
          </a:r>
        </a:p>
      </dgm:t>
    </dgm:pt>
    <dgm:pt modelId="6648">
      <dgm:t>
        <a:p>
          <a:r>
            <a:t>n6648</a:t>
          </a:r>
        </a:p>
      </dgm:t>
    </dgm:pt>
    <dgm:pt modelId="6649">
      <dgm:t>
        <a:p>
          <a:r>
            <a:t>n6649</a:t>
          </a:r>
        </a:p>
      </dgm:t>
    </dgm:pt>
    <dgm:pt modelId="6650">
      <dgm:t>
        <a:p>
          <a:r>
            <a:t>n6650</a:t>
          </a:r>
        </a:p>
      </dgm:t>
    </dgm:pt>
    <dgm:pt modelId="6651">
      <dgm:t>
        <a:p>
          <a:r>
            <a:t>n6651</a:t>
          </a:r>
        </a:p>
      </dgm:t>
    </dgm:pt>
    <dgm:pt modelId="6652">
      <dgm:t>
        <a:p>
          <a:r>
            <a:t>n6652</a:t>
          </a:r>
        </a:p>
      </dgm:t>
    </dgm:pt>
    <dgm:pt modelId="6653">
      <dgm:t>
        <a:p>
          <a:r>
            <a:t>n6653</a:t>
          </a:r>
        </a:p>
      </dgm:t>
    </dgm:pt>
    <dgm:pt modelId="6654">
      <dgm:t>
        <a:p>
          <a:r>
            <a:t>n6654</a:t>
          </a:r>
        </a:p>
      </dgm:t>
    </dgm:pt>
    <dgm:pt modelId="6655">
      <dgm:t>
        <a:p>
          <a:r>
            <a:t>n6655</a:t>
          </a:r>
        </a:p>
      </dgm:t>
    </dgm:pt>
    <dgm:pt modelId="6656">
      <dgm:t>
        <a:p>
          <a:r>
            <a:t>n6656</a:t>
          </a:r>
        </a:p>
      </dgm:t>
    </dgm:pt>
    <dgm:pt modelId="6657">
      <dgm:t>
        <a:p>
          <a:r>
            <a:t>n6657</a:t>
          </a:r>
        </a:p>
      </dgm:t>
    </dgm:pt>
    <dgm:pt modelId="6658">
      <dgm:t>
        <a:p>
          <a:r>
            <a:t>n6658</a:t>
          </a:r>
        </a:p>
      </dgm:t>
    </dgm:pt>
    <dgm:pt modelId="6659">
      <dgm:t>
        <a:p>
          <a:r>
            <a:t>n6659</a:t>
          </a:r>
        </a:p>
      </dgm:t>
    </dgm:pt>
    <dgm:pt modelId="6660">
      <dgm:t>
        <a:p>
          <a:r>
            <a:t>n6660</a:t>
          </a:r>
        </a:p>
      </dgm:t>
    </dgm:pt>
    <dgm:pt modelId="6661">
      <dgm:t>
        <a:p>
          <a:r>
            <a:t>n6661</a:t>
          </a:r>
        </a:p>
      </dgm:t>
    </dgm:pt>
    <dgm:pt modelId="6662">
      <dgm:t>
        <a:p>
          <a:r>
            <a:t>n6662</a:t>
          </a:r>
        </a:p>
      </dgm:t>
    </dgm:pt>
    <dgm:pt modelId="6663">
      <dgm:t>
        <a:p>
          <a:r>
            <a:t>n6663</a:t>
          </a:r>
        </a:p>
      </dgm:t>
    </dgm:pt>
    <dgm:pt modelId="6664">
      <dgm:t>
        <a:p>
          <a:r>
            <a:t>n6664</a:t>
          </a:r>
        </a:p>
      </dgm:t>
    </dgm:pt>
    <dgm:pt modelId="6665">
      <dgm:t>
        <a:p>
          <a:r>
            <a:t>n6665</a:t>
          </a:r>
        </a:p>
      </dgm:t>
    </dgm:pt>
    <dgm:pt modelId="6666">
      <dgm:t>
        <a:p>
          <a:r>
            <a:t>n6666</a:t>
          </a:r>
        </a:p>
      </dgm:t>
    </dgm:pt>
    <dgm:pt modelId="6667">
      <dgm:t>
        <a:p>
          <a:r>
            <a:t>n6667</a:t>
          </a:r>
        </a:p>
      </dgm:t>
    </dgm:pt>
    <dgm:pt modelId="6668">
      <dgm:t>
        <a:p>
          <a:r>
            <a:t>n6668</a:t>
          </a:r>
        </a:p>
      </dgm:t>
    </dgm:pt>
    <dgm:pt modelId="6669">
      <dgm:t>
        <a:p>
          <a:r>
            <a:t>n6669</a:t>
          </a:r>
        </a:p>
      </dgm:t>
    </dgm:pt>
    <dgm:pt modelId="6670">
      <dgm:t>
        <a:p>
          <a:r>
            <a:t>n6670</a:t>
          </a:r>
        </a:p>
      </dgm:t>
    </dgm:pt>
    <dgm:pt modelId="6671">
      <dgm:t>
        <a:p>
          <a:r>
            <a:t>n6671</a:t>
          </a:r>
        </a:p>
      </dgm:t>
    </dgm:pt>
    <dgm:pt modelId="6672">
      <dgm:t>
        <a:p>
          <a:r>
            <a:t>n6672</a:t>
          </a:r>
        </a:p>
      </dgm:t>
    </dgm:pt>
    <dgm:pt modelId="6673">
      <dgm:t>
        <a:p>
          <a:r>
            <a:t>n6673</a:t>
          </a:r>
        </a:p>
      </dgm:t>
    </dgm:pt>
    <dgm:pt modelId="6674">
      <dgm:t>
        <a:p>
          <a:r>
            <a:t>n6674</a:t>
          </a:r>
        </a:p>
      </dgm:t>
    </dgm:pt>
    <dgm:pt modelId="6675">
      <dgm:t>
        <a:p>
          <a:r>
            <a:t>n6675</a:t>
          </a:r>
        </a:p>
      </dgm:t>
    </dgm:pt>
    <dgm:pt modelId="6676">
      <dgm:t>
        <a:p>
          <a:r>
            <a:t>n6676</a:t>
          </a:r>
        </a:p>
      </dgm:t>
    </dgm:pt>
    <dgm:pt modelId="6677">
      <dgm:t>
        <a:p>
          <a:r>
            <a:t>n6677</a:t>
          </a:r>
        </a:p>
      </dgm:t>
    </dgm:pt>
    <dgm:pt modelId="6678">
      <dgm:t>
        <a:p>
          <a:r>
            <a:t>n6678</a:t>
          </a:r>
        </a:p>
      </dgm:t>
    </dgm:pt>
    <dgm:pt modelId="6679">
      <dgm:t>
        <a:p>
          <a:r>
            <a:t>n6679</a:t>
          </a:r>
        </a:p>
      </dgm:t>
    </dgm:pt>
    <dgm:pt modelId="6680">
      <dgm:t>
        <a:p>
          <a:r>
            <a:t>n6680</a:t>
          </a:r>
        </a:p>
      </dgm:t>
    </dgm:pt>
    <dgm:pt modelId="6681">
      <dgm:t>
        <a:p>
          <a:r>
            <a:t>n6681</a:t>
          </a:r>
        </a:p>
      </dgm:t>
    </dgm:pt>
    <dgm:pt modelId="6682">
      <dgm:t>
        <a:p>
          <a:r>
            <a:t>n6682</a:t>
          </a:r>
        </a:p>
      </dgm:t>
    </dgm:pt>
    <dgm:pt modelId="6683">
      <dgm:t>
        <a:p>
          <a:r>
            <a:t>n6683</a:t>
          </a:r>
        </a:p>
      </dgm:t>
    </dgm:pt>
    <dgm:pt modelId="6684">
      <dgm:t>
        <a:p>
          <a:r>
            <a:t>n6684</a:t>
          </a:r>
        </a:p>
      </dgm:t>
    </dgm:pt>
    <dgm:pt modelId="6685">
      <dgm:t>
        <a:p>
          <a:r>
            <a:t>n6685</a:t>
          </a:r>
        </a:p>
      </dgm:t>
    </dgm:pt>
    <dgm:pt modelId="6686">
      <dgm:t>
        <a:p>
          <a:r>
            <a:t>n6686</a:t>
          </a:r>
        </a:p>
      </dgm:t>
    </dgm:pt>
    <dgm:pt modelId="6687">
      <dgm:t>
        <a:p>
          <a:r>
            <a:t>n6687</a:t>
          </a:r>
        </a:p>
      </dgm:t>
    </dgm:pt>
    <dgm:pt modelId="6688">
      <dgm:t>
        <a:p>
          <a:r>
            <a:t>n6688</a:t>
          </a:r>
        </a:p>
      </dgm:t>
    </dgm:pt>
    <dgm:pt modelId="6689">
      <dgm:t>
        <a:p>
          <a:r>
            <a:t>n6689</a:t>
          </a:r>
        </a:p>
      </dgm:t>
    </dgm:pt>
    <dgm:pt modelId="6690">
      <dgm:t>
        <a:p>
          <a:r>
            <a:t>n6690</a:t>
          </a:r>
        </a:p>
      </dgm:t>
    </dgm:pt>
    <dgm:pt modelId="6691">
      <dgm:t>
        <a:p>
          <a:r>
            <a:t>n6691</a:t>
          </a:r>
        </a:p>
      </dgm:t>
    </dgm:pt>
    <dgm:pt modelId="6692">
      <dgm:t>
        <a:p>
          <a:r>
            <a:t>n6692</a:t>
          </a:r>
        </a:p>
      </dgm:t>
    </dgm:pt>
    <dgm:pt modelId="6693">
      <dgm:t>
        <a:p>
          <a:r>
            <a:t>n6693</a:t>
          </a:r>
        </a:p>
      </dgm:t>
    </dgm:pt>
    <dgm:pt modelId="6694">
      <dgm:t>
        <a:p>
          <a:r>
            <a:t>n6694</a:t>
          </a:r>
        </a:p>
      </dgm:t>
    </dgm:pt>
    <dgm:pt modelId="6695">
      <dgm:t>
        <a:p>
          <a:r>
            <a:t>n6695</a:t>
          </a:r>
        </a:p>
      </dgm:t>
    </dgm:pt>
    <dgm:pt modelId="6696">
      <dgm:t>
        <a:p>
          <a:r>
            <a:t>n6696</a:t>
          </a:r>
        </a:p>
      </dgm:t>
    </dgm:pt>
    <dgm:pt modelId="6697">
      <dgm:t>
        <a:p>
          <a:r>
            <a:t>n6697</a:t>
          </a:r>
        </a:p>
      </dgm:t>
    </dgm:pt>
    <dgm:pt modelId="6698">
      <dgm:t>
        <a:p>
          <a:r>
            <a:t>n6698</a:t>
          </a:r>
        </a:p>
      </dgm:t>
    </dgm:pt>
    <dgm:pt modelId="6699">
      <dgm:t>
        <a:p>
          <a:r>
            <a:t>n6699</a:t>
          </a:r>
        </a:p>
      </dgm:t>
    </dgm:pt>
    <dgm:pt modelId="6700">
      <dgm:t>
        <a:p>
          <a:r>
            <a:t>n6700</a:t>
          </a:r>
        </a:p>
      </dgm:t>
    </dgm:pt>
    <dgm:pt modelId="6701">
      <dgm:t>
        <a:p>
          <a:r>
            <a:t>n6701</a:t>
          </a:r>
        </a:p>
      </dgm:t>
    </dgm:pt>
    <dgm:pt modelId="6702">
      <dgm:t>
        <a:p>
          <a:r>
            <a:t>n6702</a:t>
          </a:r>
        </a:p>
      </dgm:t>
    </dgm:pt>
    <dgm:pt modelId="6703">
      <dgm:t>
        <a:p>
          <a:r>
            <a:t>n6703</a:t>
          </a:r>
        </a:p>
      </dgm:t>
    </dgm:pt>
    <dgm:pt modelId="6704">
      <dgm:t>
        <a:p>
          <a:r>
            <a:t>n6704</a:t>
          </a:r>
        </a:p>
      </dgm:t>
    </dgm:pt>
    <dgm:pt modelId="6705">
      <dgm:t>
        <a:p>
          <a:r>
            <a:t>n6705</a:t>
          </a:r>
        </a:p>
      </dgm:t>
    </dgm:pt>
    <dgm:pt modelId="6706">
      <dgm:t>
        <a:p>
          <a:r>
            <a:t>n6706</a:t>
          </a:r>
        </a:p>
      </dgm:t>
    </dgm:pt>
    <dgm:pt modelId="6707">
      <dgm:t>
        <a:p>
          <a:r>
            <a:t>n6707</a:t>
          </a:r>
        </a:p>
      </dgm:t>
    </dgm:pt>
    <dgm:pt modelId="6708">
      <dgm:t>
        <a:p>
          <a:r>
            <a:t>n6708</a:t>
          </a:r>
        </a:p>
      </dgm:t>
    </dgm:pt>
    <dgm:pt modelId="6709">
      <dgm:t>
        <a:p>
          <a:r>
            <a:t>n6709</a:t>
          </a:r>
        </a:p>
      </dgm:t>
    </dgm:pt>
    <dgm:pt modelId="6710">
      <dgm:t>
        <a:p>
          <a:r>
            <a:t>n6710</a:t>
          </a:r>
        </a:p>
      </dgm:t>
    </dgm:pt>
    <dgm:pt modelId="6711">
      <dgm:t>
        <a:p>
          <a:r>
            <a:t>n6711</a:t>
          </a:r>
        </a:p>
      </dgm:t>
    </dgm:pt>
    <dgm:pt modelId="6712">
      <dgm:t>
        <a:p>
          <a:r>
            <a:t>n6712</a:t>
          </a:r>
        </a:p>
      </dgm:t>
    </dgm:pt>
    <dgm:pt modelId="6713">
      <dgm:t>
        <a:p>
          <a:r>
            <a:t>n6713</a:t>
          </a:r>
        </a:p>
      </dgm:t>
    </dgm:pt>
    <dgm:pt modelId="6714">
      <dgm:t>
        <a:p>
          <a:r>
            <a:t>n6714</a:t>
          </a:r>
        </a:p>
      </dgm:t>
    </dgm:pt>
    <dgm:pt modelId="6715">
      <dgm:t>
        <a:p>
          <a:r>
            <a:t>n6715</a:t>
          </a:r>
        </a:p>
      </dgm:t>
    </dgm:pt>
    <dgm:pt modelId="6716">
      <dgm:t>
        <a:p>
          <a:r>
            <a:t>n6716</a:t>
          </a:r>
        </a:p>
      </dgm:t>
    </dgm:pt>
    <dgm:pt modelId="6717">
      <dgm:t>
        <a:p>
          <a:r>
            <a:t>n6717</a:t>
          </a:r>
        </a:p>
      </dgm:t>
    </dgm:pt>
    <dgm:pt modelId="6718">
      <dgm:t>
        <a:p>
          <a:r>
            <a:t>n6718</a:t>
          </a:r>
        </a:p>
      </dgm:t>
    </dgm:pt>
    <dgm:pt modelId="6719">
      <dgm:t>
        <a:p>
          <a:r>
            <a:t>n6719</a:t>
          </a:r>
        </a:p>
      </dgm:t>
    </dgm:pt>
    <dgm:pt modelId="6720">
      <dgm:t>
        <a:p>
          <a:r>
            <a:t>n6720</a:t>
          </a:r>
        </a:p>
      </dgm:t>
    </dgm:pt>
    <dgm:pt modelId="6721">
      <dgm:t>
        <a:p>
          <a:r>
            <a:t>n6721</a:t>
          </a:r>
        </a:p>
      </dgm:t>
    </dgm:pt>
    <dgm:pt modelId="6722">
      <dgm:t>
        <a:p>
          <a:r>
            <a:t>n6722</a:t>
          </a:r>
        </a:p>
      </dgm:t>
    </dgm:pt>
    <dgm:pt modelId="6723">
      <dgm:t>
        <a:p>
          <a:r>
            <a:t>n6723</a:t>
          </a:r>
        </a:p>
      </dgm:t>
    </dgm:pt>
    <dgm:pt modelId="6724">
      <dgm:t>
        <a:p>
          <a:r>
            <a:t>n6724</a:t>
          </a:r>
        </a:p>
      </dgm:t>
    </dgm:pt>
    <dgm:pt modelId="6725">
      <dgm:t>
        <a:p>
          <a:r>
            <a:t>n6725</a:t>
          </a:r>
        </a:p>
      </dgm:t>
    </dgm:pt>
    <dgm:pt modelId="6726">
      <dgm:t>
        <a:p>
          <a:r>
            <a:t>n6726</a:t>
          </a:r>
        </a:p>
      </dgm:t>
    </dgm:pt>
    <dgm:pt modelId="6727">
      <dgm:t>
        <a:p>
          <a:r>
            <a:t>n6727</a:t>
          </a:r>
        </a:p>
      </dgm:t>
    </dgm:pt>
    <dgm:pt modelId="6728">
      <dgm:t>
        <a:p>
          <a:r>
            <a:t>n6728</a:t>
          </a:r>
        </a:p>
      </dgm:t>
    </dgm:pt>
    <dgm:pt modelId="6729">
      <dgm:t>
        <a:p>
          <a:r>
            <a:t>n6729</a:t>
          </a:r>
        </a:p>
      </dgm:t>
    </dgm:pt>
    <dgm:pt modelId="6730">
      <dgm:t>
        <a:p>
          <a:r>
            <a:t>n6730</a:t>
          </a:r>
        </a:p>
      </dgm:t>
    </dgm:pt>
    <dgm:pt modelId="6731">
      <dgm:t>
        <a:p>
          <a:r>
            <a:t>n6731</a:t>
          </a:r>
        </a:p>
      </dgm:t>
    </dgm:pt>
    <dgm:pt modelId="6732">
      <dgm:t>
        <a:p>
          <a:r>
            <a:t>n6732</a:t>
          </a:r>
        </a:p>
      </dgm:t>
    </dgm:pt>
    <dgm:pt modelId="6733">
      <dgm:t>
        <a:p>
          <a:r>
            <a:t>n6733</a:t>
          </a:r>
        </a:p>
      </dgm:t>
    </dgm:pt>
    <dgm:pt modelId="6734">
      <dgm:t>
        <a:p>
          <a:r>
            <a:t>n6734</a:t>
          </a:r>
        </a:p>
      </dgm:t>
    </dgm:pt>
    <dgm:pt modelId="6735">
      <dgm:t>
        <a:p>
          <a:r>
            <a:t>n6735</a:t>
          </a:r>
        </a:p>
      </dgm:t>
    </dgm:pt>
    <dgm:pt modelId="6736">
      <dgm:t>
        <a:p>
          <a:r>
            <a:t>n6736</a:t>
          </a:r>
        </a:p>
      </dgm:t>
    </dgm:pt>
    <dgm:pt modelId="6737">
      <dgm:t>
        <a:p>
          <a:r>
            <a:t>n6737</a:t>
          </a:r>
        </a:p>
      </dgm:t>
    </dgm:pt>
    <dgm:pt modelId="6738">
      <dgm:t>
        <a:p>
          <a:r>
            <a:t>n6738</a:t>
          </a:r>
        </a:p>
      </dgm:t>
    </dgm:pt>
    <dgm:pt modelId="6739">
      <dgm:t>
        <a:p>
          <a:r>
            <a:t>n6739</a:t>
          </a:r>
        </a:p>
      </dgm:t>
    </dgm:pt>
    <dgm:pt modelId="6740">
      <dgm:t>
        <a:p>
          <a:r>
            <a:t>n6740</a:t>
          </a:r>
        </a:p>
      </dgm:t>
    </dgm:pt>
    <dgm:pt modelId="6741">
      <dgm:t>
        <a:p>
          <a:r>
            <a:t>n6741</a:t>
          </a:r>
        </a:p>
      </dgm:t>
    </dgm:pt>
    <dgm:pt modelId="6742">
      <dgm:t>
        <a:p>
          <a:r>
            <a:t>n6742</a:t>
          </a:r>
        </a:p>
      </dgm:t>
    </dgm:pt>
    <dgm:pt modelId="6743">
      <dgm:t>
        <a:p>
          <a:r>
            <a:t>n6743</a:t>
          </a:r>
        </a:p>
      </dgm:t>
    </dgm:pt>
    <dgm:pt modelId="6744">
      <dgm:t>
        <a:p>
          <a:r>
            <a:t>n6744</a:t>
          </a:r>
        </a:p>
      </dgm:t>
    </dgm:pt>
    <dgm:pt modelId="6745">
      <dgm:t>
        <a:p>
          <a:r>
            <a:t>n6745</a:t>
          </a:r>
        </a:p>
      </dgm:t>
    </dgm:pt>
    <dgm:pt modelId="6746">
      <dgm:t>
        <a:p>
          <a:r>
            <a:t>n6746</a:t>
          </a:r>
        </a:p>
      </dgm:t>
    </dgm:pt>
    <dgm:pt modelId="6747">
      <dgm:t>
        <a:p>
          <a:r>
            <a:t>n6747</a:t>
          </a:r>
        </a:p>
      </dgm:t>
    </dgm:pt>
    <dgm:pt modelId="6748">
      <dgm:t>
        <a:p>
          <a:r>
            <a:t>n6748</a:t>
          </a:r>
        </a:p>
      </dgm:t>
    </dgm:pt>
    <dgm:pt modelId="6749">
      <dgm:t>
        <a:p>
          <a:r>
            <a:t>n6749</a:t>
          </a:r>
        </a:p>
      </dgm:t>
    </dgm:pt>
    <dgm:pt modelId="6750">
      <dgm:t>
        <a:p>
          <a:r>
            <a:t>n6750</a:t>
          </a:r>
        </a:p>
      </dgm:t>
    </dgm:pt>
    <dgm:pt modelId="6751">
      <dgm:t>
        <a:p>
          <a:r>
            <a:t>n6751</a:t>
          </a:r>
        </a:p>
      </dgm:t>
    </dgm:pt>
    <dgm:pt modelId="6752">
      <dgm:t>
        <a:p>
          <a:r>
            <a:t>n6752</a:t>
          </a:r>
        </a:p>
      </dgm:t>
    </dgm:pt>
    <dgm:pt modelId="6753">
      <dgm:t>
        <a:p>
          <a:r>
            <a:t>n6753</a:t>
          </a:r>
        </a:p>
      </dgm:t>
    </dgm:pt>
    <dgm:pt modelId="6754">
      <dgm:t>
        <a:p>
          <a:r>
            <a:t>n6754</a:t>
          </a:r>
        </a:p>
      </dgm:t>
    </dgm:pt>
    <dgm:pt modelId="6755">
      <dgm:t>
        <a:p>
          <a:r>
            <a:t>n6755</a:t>
          </a:r>
        </a:p>
      </dgm:t>
    </dgm:pt>
    <dgm:pt modelId="6756">
      <dgm:t>
        <a:p>
          <a:r>
            <a:t>n6756</a:t>
          </a:r>
        </a:p>
      </dgm:t>
    </dgm:pt>
    <dgm:pt modelId="6757">
      <dgm:t>
        <a:p>
          <a:r>
            <a:t>n6757</a:t>
          </a:r>
        </a:p>
      </dgm:t>
    </dgm:pt>
    <dgm:pt modelId="6758">
      <dgm:t>
        <a:p>
          <a:r>
            <a:t>n6758</a:t>
          </a:r>
        </a:p>
      </dgm:t>
    </dgm:pt>
    <dgm:pt modelId="6759">
      <dgm:t>
        <a:p>
          <a:r>
            <a:t>n6759</a:t>
          </a:r>
        </a:p>
      </dgm:t>
    </dgm:pt>
    <dgm:pt modelId="6760">
      <dgm:t>
        <a:p>
          <a:r>
            <a:t>n6760</a:t>
          </a:r>
        </a:p>
      </dgm:t>
    </dgm:pt>
    <dgm:pt modelId="6761">
      <dgm:t>
        <a:p>
          <a:r>
            <a:t>n6761</a:t>
          </a:r>
        </a:p>
      </dgm:t>
    </dgm:pt>
    <dgm:pt modelId="6762">
      <dgm:t>
        <a:p>
          <a:r>
            <a:t>n6762</a:t>
          </a:r>
        </a:p>
      </dgm:t>
    </dgm:pt>
    <dgm:pt modelId="6763">
      <dgm:t>
        <a:p>
          <a:r>
            <a:t>n6763</a:t>
          </a:r>
        </a:p>
      </dgm:t>
    </dgm:pt>
    <dgm:pt modelId="6764">
      <dgm:t>
        <a:p>
          <a:r>
            <a:t>n6764</a:t>
          </a:r>
        </a:p>
      </dgm:t>
    </dgm:pt>
    <dgm:pt modelId="6765">
      <dgm:t>
        <a:p>
          <a:r>
            <a:t>n6765</a:t>
          </a:r>
        </a:p>
      </dgm:t>
    </dgm:pt>
    <dgm:pt modelId="6766">
      <dgm:t>
        <a:p>
          <a:r>
            <a:t>n6766</a:t>
          </a:r>
        </a:p>
      </dgm:t>
    </dgm:pt>
    <dgm:pt modelId="6767">
      <dgm:t>
        <a:p>
          <a:r>
            <a:t>n6767</a:t>
          </a:r>
        </a:p>
      </dgm:t>
    </dgm:pt>
    <dgm:pt modelId="6768">
      <dgm:t>
        <a:p>
          <a:r>
            <a:t>n6768</a:t>
          </a:r>
        </a:p>
      </dgm:t>
    </dgm:pt>
    <dgm:pt modelId="6769">
      <dgm:t>
        <a:p>
          <a:r>
            <a:t>n6769</a:t>
          </a:r>
        </a:p>
      </dgm:t>
    </dgm:pt>
    <dgm:pt modelId="6770">
      <dgm:t>
        <a:p>
          <a:r>
            <a:t>n6770</a:t>
          </a:r>
        </a:p>
      </dgm:t>
    </dgm:pt>
    <dgm:pt modelId="6771">
      <dgm:t>
        <a:p>
          <a:r>
            <a:t>n6771</a:t>
          </a:r>
        </a:p>
      </dgm:t>
    </dgm:pt>
    <dgm:pt modelId="6772">
      <dgm:t>
        <a:p>
          <a:r>
            <a:t>n6772</a:t>
          </a:r>
        </a:p>
      </dgm:t>
    </dgm:pt>
    <dgm:pt modelId="6773">
      <dgm:t>
        <a:p>
          <a:r>
            <a:t>n6773</a:t>
          </a:r>
        </a:p>
      </dgm:t>
    </dgm:pt>
    <dgm:pt modelId="6774">
      <dgm:t>
        <a:p>
          <a:r>
            <a:t>n6774</a:t>
          </a:r>
        </a:p>
      </dgm:t>
    </dgm:pt>
    <dgm:pt modelId="6775">
      <dgm:t>
        <a:p>
          <a:r>
            <a:t>n6775</a:t>
          </a:r>
        </a:p>
      </dgm:t>
    </dgm:pt>
    <dgm:pt modelId="6776">
      <dgm:t>
        <a:p>
          <a:r>
            <a:t>n6776</a:t>
          </a:r>
        </a:p>
      </dgm:t>
    </dgm:pt>
    <dgm:pt modelId="6777">
      <dgm:t>
        <a:p>
          <a:r>
            <a:t>n6777</a:t>
          </a:r>
        </a:p>
      </dgm:t>
    </dgm:pt>
    <dgm:pt modelId="6778">
      <dgm:t>
        <a:p>
          <a:r>
            <a:t>n6778</a:t>
          </a:r>
        </a:p>
      </dgm:t>
    </dgm:pt>
    <dgm:pt modelId="6779">
      <dgm:t>
        <a:p>
          <a:r>
            <a:t>n6779</a:t>
          </a:r>
        </a:p>
      </dgm:t>
    </dgm:pt>
    <dgm:pt modelId="6780">
      <dgm:t>
        <a:p>
          <a:r>
            <a:t>n6780</a:t>
          </a:r>
        </a:p>
      </dgm:t>
    </dgm:pt>
    <dgm:pt modelId="6781">
      <dgm:t>
        <a:p>
          <a:r>
            <a:t>n6781</a:t>
          </a:r>
        </a:p>
      </dgm:t>
    </dgm:pt>
    <dgm:pt modelId="6782">
      <dgm:t>
        <a:p>
          <a:r>
            <a:t>n6782</a:t>
          </a:r>
        </a:p>
      </dgm:t>
    </dgm:pt>
    <dgm:pt modelId="6783">
      <dgm:t>
        <a:p>
          <a:r>
            <a:t>n6783</a:t>
          </a:r>
        </a:p>
      </dgm:t>
    </dgm:pt>
    <dgm:pt modelId="6784">
      <dgm:t>
        <a:p>
          <a:r>
            <a:t>n6784</a:t>
          </a:r>
        </a:p>
      </dgm:t>
    </dgm:pt>
    <dgm:pt modelId="6785">
      <dgm:t>
        <a:p>
          <a:r>
            <a:t>n6785</a:t>
          </a:r>
        </a:p>
      </dgm:t>
    </dgm:pt>
    <dgm:pt modelId="6786">
      <dgm:t>
        <a:p>
          <a:r>
            <a:t>n6786</a:t>
          </a:r>
        </a:p>
      </dgm:t>
    </dgm:pt>
    <dgm:pt modelId="6787">
      <dgm:t>
        <a:p>
          <a:r>
            <a:t>n6787</a:t>
          </a:r>
        </a:p>
      </dgm:t>
    </dgm:pt>
    <dgm:pt modelId="6788">
      <dgm:t>
        <a:p>
          <a:r>
            <a:t>n6788</a:t>
          </a:r>
        </a:p>
      </dgm:t>
    </dgm:pt>
    <dgm:pt modelId="6789">
      <dgm:t>
        <a:p>
          <a:r>
            <a:t>n6789</a:t>
          </a:r>
        </a:p>
      </dgm:t>
    </dgm:pt>
    <dgm:pt modelId="6790">
      <dgm:t>
        <a:p>
          <a:r>
            <a:t>n6790</a:t>
          </a:r>
        </a:p>
      </dgm:t>
    </dgm:pt>
    <dgm:pt modelId="6791">
      <dgm:t>
        <a:p>
          <a:r>
            <a:t>n6791</a:t>
          </a:r>
        </a:p>
      </dgm:t>
    </dgm:pt>
    <dgm:pt modelId="6792">
      <dgm:t>
        <a:p>
          <a:r>
            <a:t>n6792</a:t>
          </a:r>
        </a:p>
      </dgm:t>
    </dgm:pt>
    <dgm:pt modelId="6793">
      <dgm:t>
        <a:p>
          <a:r>
            <a:t>n6793</a:t>
          </a:r>
        </a:p>
      </dgm:t>
    </dgm:pt>
    <dgm:pt modelId="6794">
      <dgm:t>
        <a:p>
          <a:r>
            <a:t>n6794</a:t>
          </a:r>
        </a:p>
      </dgm:t>
    </dgm:pt>
    <dgm:pt modelId="6795">
      <dgm:t>
        <a:p>
          <a:r>
            <a:t>n6795</a:t>
          </a:r>
        </a:p>
      </dgm:t>
    </dgm:pt>
    <dgm:pt modelId="6796">
      <dgm:t>
        <a:p>
          <a:r>
            <a:t>n6796</a:t>
          </a:r>
        </a:p>
      </dgm:t>
    </dgm:pt>
    <dgm:pt modelId="6797">
      <dgm:t>
        <a:p>
          <a:r>
            <a:t>n6797</a:t>
          </a:r>
        </a:p>
      </dgm:t>
    </dgm:pt>
    <dgm:pt modelId="6798">
      <dgm:t>
        <a:p>
          <a:r>
            <a:t>n6798</a:t>
          </a:r>
        </a:p>
      </dgm:t>
    </dgm:pt>
    <dgm:pt modelId="6799">
      <dgm:t>
        <a:p>
          <a:r>
            <a:t>n6799</a:t>
          </a:r>
        </a:p>
      </dgm:t>
    </dgm:pt>
    <dgm:pt modelId="6800">
      <dgm:t>
        <a:p>
          <a:r>
            <a:t>n6800</a:t>
          </a:r>
        </a:p>
      </dgm:t>
    </dgm:pt>
    <dgm:pt modelId="6801">
      <dgm:t>
        <a:p>
          <a:r>
            <a:t>n6801</a:t>
          </a:r>
        </a:p>
      </dgm:t>
    </dgm:pt>
    <dgm:pt modelId="6802">
      <dgm:t>
        <a:p>
          <a:r>
            <a:t>n6802</a:t>
          </a:r>
        </a:p>
      </dgm:t>
    </dgm:pt>
    <dgm:pt modelId="6803">
      <dgm:t>
        <a:p>
          <a:r>
            <a:t>n6803</a:t>
          </a:r>
        </a:p>
      </dgm:t>
    </dgm:pt>
    <dgm:pt modelId="6804">
      <dgm:t>
        <a:p>
          <a:r>
            <a:t>n6804</a:t>
          </a:r>
        </a:p>
      </dgm:t>
    </dgm:pt>
    <dgm:pt modelId="6805">
      <dgm:t>
        <a:p>
          <a:r>
            <a:t>n6805</a:t>
          </a:r>
        </a:p>
      </dgm:t>
    </dgm:pt>
    <dgm:pt modelId="6806">
      <dgm:t>
        <a:p>
          <a:r>
            <a:t>n6806</a:t>
          </a:r>
        </a:p>
      </dgm:t>
    </dgm:pt>
    <dgm:pt modelId="6807">
      <dgm:t>
        <a:p>
          <a:r>
            <a:t>n6807</a:t>
          </a:r>
        </a:p>
      </dgm:t>
    </dgm:pt>
    <dgm:pt modelId="6808">
      <dgm:t>
        <a:p>
          <a:r>
            <a:t>n6808</a:t>
          </a:r>
        </a:p>
      </dgm:t>
    </dgm:pt>
    <dgm:pt modelId="6809">
      <dgm:t>
        <a:p>
          <a:r>
            <a:t>n6809</a:t>
          </a:r>
        </a:p>
      </dgm:t>
    </dgm:pt>
    <dgm:pt modelId="6810">
      <dgm:t>
        <a:p>
          <a:r>
            <a:t>n6810</a:t>
          </a:r>
        </a:p>
      </dgm:t>
    </dgm:pt>
    <dgm:pt modelId="6811">
      <dgm:t>
        <a:p>
          <a:r>
            <a:t>n6811</a:t>
          </a:r>
        </a:p>
      </dgm:t>
    </dgm:pt>
    <dgm:pt modelId="6812">
      <dgm:t>
        <a:p>
          <a:r>
            <a:t>n6812</a:t>
          </a:r>
        </a:p>
      </dgm:t>
    </dgm:pt>
    <dgm:pt modelId="6813">
      <dgm:t>
        <a:p>
          <a:r>
            <a:t>n6813</a:t>
          </a:r>
        </a:p>
      </dgm:t>
    </dgm:pt>
    <dgm:pt modelId="6814">
      <dgm:t>
        <a:p>
          <a:r>
            <a:t>n6814</a:t>
          </a:r>
        </a:p>
      </dgm:t>
    </dgm:pt>
    <dgm:pt modelId="6815">
      <dgm:t>
        <a:p>
          <a:r>
            <a:t>n6815</a:t>
          </a:r>
        </a:p>
      </dgm:t>
    </dgm:pt>
    <dgm:pt modelId="6816">
      <dgm:t>
        <a:p>
          <a:r>
            <a:t>n6816</a:t>
          </a:r>
        </a:p>
      </dgm:t>
    </dgm:pt>
    <dgm:pt modelId="6817">
      <dgm:t>
        <a:p>
          <a:r>
            <a:t>n6817</a:t>
          </a:r>
        </a:p>
      </dgm:t>
    </dgm:pt>
    <dgm:pt modelId="6818">
      <dgm:t>
        <a:p>
          <a:r>
            <a:t>n6818</a:t>
          </a:r>
        </a:p>
      </dgm:t>
    </dgm:pt>
    <dgm:pt modelId="6819">
      <dgm:t>
        <a:p>
          <a:r>
            <a:t>n6819</a:t>
          </a:r>
        </a:p>
      </dgm:t>
    </dgm:pt>
    <dgm:pt modelId="6820">
      <dgm:t>
        <a:p>
          <a:r>
            <a:t>n6820</a:t>
          </a:r>
        </a:p>
      </dgm:t>
    </dgm:pt>
    <dgm:pt modelId="6821">
      <dgm:t>
        <a:p>
          <a:r>
            <a:t>n6821</a:t>
          </a:r>
        </a:p>
      </dgm:t>
    </dgm:pt>
    <dgm:pt modelId="6822">
      <dgm:t>
        <a:p>
          <a:r>
            <a:t>n6822</a:t>
          </a:r>
        </a:p>
      </dgm:t>
    </dgm:pt>
    <dgm:pt modelId="6823">
      <dgm:t>
        <a:p>
          <a:r>
            <a:t>n6823</a:t>
          </a:r>
        </a:p>
      </dgm:t>
    </dgm:pt>
    <dgm:pt modelId="6824">
      <dgm:t>
        <a:p>
          <a:r>
            <a:t>n6824</a:t>
          </a:r>
        </a:p>
      </dgm:t>
    </dgm:pt>
    <dgm:pt modelId="6825">
      <dgm:t>
        <a:p>
          <a:r>
            <a:t>n6825</a:t>
          </a:r>
        </a:p>
      </dgm:t>
    </dgm:pt>
    <dgm:pt modelId="6826">
      <dgm:t>
        <a:p>
          <a:r>
            <a:t>n6826</a:t>
          </a:r>
        </a:p>
      </dgm:t>
    </dgm:pt>
    <dgm:pt modelId="6827">
      <dgm:t>
        <a:p>
          <a:r>
            <a:t>n6827</a:t>
          </a:r>
        </a:p>
      </dgm:t>
    </dgm:pt>
    <dgm:pt modelId="6828">
      <dgm:t>
        <a:p>
          <a:r>
            <a:t>n6828</a:t>
          </a:r>
        </a:p>
      </dgm:t>
    </dgm:pt>
    <dgm:pt modelId="6829">
      <dgm:t>
        <a:p>
          <a:r>
            <a:t>n6829</a:t>
          </a:r>
        </a:p>
      </dgm:t>
    </dgm:pt>
    <dgm:pt modelId="6830">
      <dgm:t>
        <a:p>
          <a:r>
            <a:t>n6830</a:t>
          </a:r>
        </a:p>
      </dgm:t>
    </dgm:pt>
    <dgm:pt modelId="6831">
      <dgm:t>
        <a:p>
          <a:r>
            <a:t>n6831</a:t>
          </a:r>
        </a:p>
      </dgm:t>
    </dgm:pt>
    <dgm:pt modelId="6832">
      <dgm:t>
        <a:p>
          <a:r>
            <a:t>n6832</a:t>
          </a:r>
        </a:p>
      </dgm:t>
    </dgm:pt>
    <dgm:pt modelId="6833">
      <dgm:t>
        <a:p>
          <a:r>
            <a:t>n6833</a:t>
          </a:r>
        </a:p>
      </dgm:t>
    </dgm:pt>
    <dgm:pt modelId="6834">
      <dgm:t>
        <a:p>
          <a:r>
            <a:t>n6834</a:t>
          </a:r>
        </a:p>
      </dgm:t>
    </dgm:pt>
    <dgm:pt modelId="6835">
      <dgm:t>
        <a:p>
          <a:r>
            <a:t>n6835</a:t>
          </a:r>
        </a:p>
      </dgm:t>
    </dgm:pt>
    <dgm:pt modelId="6836">
      <dgm:t>
        <a:p>
          <a:r>
            <a:t>n6836</a:t>
          </a:r>
        </a:p>
      </dgm:t>
    </dgm:pt>
    <dgm:pt modelId="6837">
      <dgm:t>
        <a:p>
          <a:r>
            <a:t>n6837</a:t>
          </a:r>
        </a:p>
      </dgm:t>
    </dgm:pt>
    <dgm:pt modelId="6838">
      <dgm:t>
        <a:p>
          <a:r>
            <a:t>n6838</a:t>
          </a:r>
        </a:p>
      </dgm:t>
    </dgm:pt>
    <dgm:pt modelId="6839">
      <dgm:t>
        <a:p>
          <a:r>
            <a:t>n6839</a:t>
          </a:r>
        </a:p>
      </dgm:t>
    </dgm:pt>
    <dgm:pt modelId="6840">
      <dgm:t>
        <a:p>
          <a:r>
            <a:t>n6840</a:t>
          </a:r>
        </a:p>
      </dgm:t>
    </dgm:pt>
    <dgm:pt modelId="6841">
      <dgm:t>
        <a:p>
          <a:r>
            <a:t>n6841</a:t>
          </a:r>
        </a:p>
      </dgm:t>
    </dgm:pt>
    <dgm:pt modelId="6842">
      <dgm:t>
        <a:p>
          <a:r>
            <a:t>n6842</a:t>
          </a:r>
        </a:p>
      </dgm:t>
    </dgm:pt>
    <dgm:pt modelId="6843">
      <dgm:t>
        <a:p>
          <a:r>
            <a:t>n6843</a:t>
          </a:r>
        </a:p>
      </dgm:t>
    </dgm:pt>
    <dgm:pt modelId="6844">
      <dgm:t>
        <a:p>
          <a:r>
            <a:t>n6844</a:t>
          </a:r>
        </a:p>
      </dgm:t>
    </dgm:pt>
    <dgm:pt modelId="6845">
      <dgm:t>
        <a:p>
          <a:r>
            <a:t>n6845</a:t>
          </a:r>
        </a:p>
      </dgm:t>
    </dgm:pt>
    <dgm:pt modelId="6846">
      <dgm:t>
        <a:p>
          <a:r>
            <a:t>n6846</a:t>
          </a:r>
        </a:p>
      </dgm:t>
    </dgm:pt>
    <dgm:pt modelId="6847">
      <dgm:t>
        <a:p>
          <a:r>
            <a:t>n6847</a:t>
          </a:r>
        </a:p>
      </dgm:t>
    </dgm:pt>
    <dgm:pt modelId="6848">
      <dgm:t>
        <a:p>
          <a:r>
            <a:t>n6848</a:t>
          </a:r>
        </a:p>
      </dgm:t>
    </dgm:pt>
    <dgm:pt modelId="6849">
      <dgm:t>
        <a:p>
          <a:r>
            <a:t>n6849</a:t>
          </a:r>
        </a:p>
      </dgm:t>
    </dgm:pt>
    <dgm:pt modelId="6850">
      <dgm:t>
        <a:p>
          <a:r>
            <a:t>n6850</a:t>
          </a:r>
        </a:p>
      </dgm:t>
    </dgm:pt>
    <dgm:pt modelId="6851">
      <dgm:t>
        <a:p>
          <a:r>
            <a:t>n6851</a:t>
          </a:r>
        </a:p>
      </dgm:t>
    </dgm:pt>
    <dgm:pt modelId="6852">
      <dgm:t>
        <a:p>
          <a:r>
            <a:t>n6852</a:t>
          </a:r>
        </a:p>
      </dgm:t>
    </dgm:pt>
    <dgm:pt modelId="6853">
      <dgm:t>
        <a:p>
          <a:r>
            <a:t>n6853</a:t>
          </a:r>
        </a:p>
      </dgm:t>
    </dgm:pt>
    <dgm:pt modelId="6854">
      <dgm:t>
        <a:p>
          <a:r>
            <a:t>n6854</a:t>
          </a:r>
        </a:p>
      </dgm:t>
    </dgm:pt>
    <dgm:pt modelId="6855">
      <dgm:t>
        <a:p>
          <a:r>
            <a:t>n6855</a:t>
          </a:r>
        </a:p>
      </dgm:t>
    </dgm:pt>
    <dgm:pt modelId="6856">
      <dgm:t>
        <a:p>
          <a:r>
            <a:t>n6856</a:t>
          </a:r>
        </a:p>
      </dgm:t>
    </dgm:pt>
    <dgm:pt modelId="6857">
      <dgm:t>
        <a:p>
          <a:r>
            <a:t>n6857</a:t>
          </a:r>
        </a:p>
      </dgm:t>
    </dgm:pt>
    <dgm:pt modelId="6858">
      <dgm:t>
        <a:p>
          <a:r>
            <a:t>n6858</a:t>
          </a:r>
        </a:p>
      </dgm:t>
    </dgm:pt>
    <dgm:pt modelId="6859">
      <dgm:t>
        <a:p>
          <a:r>
            <a:t>n6859</a:t>
          </a:r>
        </a:p>
      </dgm:t>
    </dgm:pt>
    <dgm:pt modelId="6860">
      <dgm:t>
        <a:p>
          <a:r>
            <a:t>n6860</a:t>
          </a:r>
        </a:p>
      </dgm:t>
    </dgm:pt>
    <dgm:pt modelId="6861">
      <dgm:t>
        <a:p>
          <a:r>
            <a:t>n6861</a:t>
          </a:r>
        </a:p>
      </dgm:t>
    </dgm:pt>
    <dgm:pt modelId="6862">
      <dgm:t>
        <a:p>
          <a:r>
            <a:t>n6862</a:t>
          </a:r>
        </a:p>
      </dgm:t>
    </dgm:pt>
    <dgm:pt modelId="6863">
      <dgm:t>
        <a:p>
          <a:r>
            <a:t>n6863</a:t>
          </a:r>
        </a:p>
      </dgm:t>
    </dgm:pt>
    <dgm:pt modelId="6864">
      <dgm:t>
        <a:p>
          <a:r>
            <a:t>n6864</a:t>
          </a:r>
        </a:p>
      </dgm:t>
    </dgm:pt>
    <dgm:pt modelId="6865">
      <dgm:t>
        <a:p>
          <a:r>
            <a:t>n6865</a:t>
          </a:r>
        </a:p>
      </dgm:t>
    </dgm:pt>
    <dgm:pt modelId="6866">
      <dgm:t>
        <a:p>
          <a:r>
            <a:t>n6866</a:t>
          </a:r>
        </a:p>
      </dgm:t>
    </dgm:pt>
    <dgm:pt modelId="6867">
      <dgm:t>
        <a:p>
          <a:r>
            <a:t>n6867</a:t>
          </a:r>
        </a:p>
      </dgm:t>
    </dgm:pt>
    <dgm:pt modelId="6868">
      <dgm:t>
        <a:p>
          <a:r>
            <a:t>n6868</a:t>
          </a:r>
        </a:p>
      </dgm:t>
    </dgm:pt>
    <dgm:pt modelId="6869">
      <dgm:t>
        <a:p>
          <a:r>
            <a:t>n6869</a:t>
          </a:r>
        </a:p>
      </dgm:t>
    </dgm:pt>
    <dgm:pt modelId="6870">
      <dgm:t>
        <a:p>
          <a:r>
            <a:t>n6870</a:t>
          </a:r>
        </a:p>
      </dgm:t>
    </dgm:pt>
    <dgm:pt modelId="6871">
      <dgm:t>
        <a:p>
          <a:r>
            <a:t>n6871</a:t>
          </a:r>
        </a:p>
      </dgm:t>
    </dgm:pt>
    <dgm:pt modelId="6872">
      <dgm:t>
        <a:p>
          <a:r>
            <a:t>n6872</a:t>
          </a:r>
        </a:p>
      </dgm:t>
    </dgm:pt>
    <dgm:pt modelId="6873">
      <dgm:t>
        <a:p>
          <a:r>
            <a:t>n6873</a:t>
          </a:r>
        </a:p>
      </dgm:t>
    </dgm:pt>
    <dgm:pt modelId="6874">
      <dgm:t>
        <a:p>
          <a:r>
            <a:t>n6874</a:t>
          </a:r>
        </a:p>
      </dgm:t>
    </dgm:pt>
    <dgm:pt modelId="6875">
      <dgm:t>
        <a:p>
          <a:r>
            <a:t>n6875</a:t>
          </a:r>
        </a:p>
      </dgm:t>
    </dgm:pt>
    <dgm:pt modelId="6876">
      <dgm:t>
        <a:p>
          <a:r>
            <a:t>n6876</a:t>
          </a:r>
        </a:p>
      </dgm:t>
    </dgm:pt>
    <dgm:pt modelId="6877">
      <dgm:t>
        <a:p>
          <a:r>
            <a:t>n6877</a:t>
          </a:r>
        </a:p>
      </dgm:t>
    </dgm:pt>
    <dgm:pt modelId="6878">
      <dgm:t>
        <a:p>
          <a:r>
            <a:t>n6878</a:t>
          </a:r>
        </a:p>
      </dgm:t>
    </dgm:pt>
    <dgm:pt modelId="6879">
      <dgm:t>
        <a:p>
          <a:r>
            <a:t>n6879</a:t>
          </a:r>
        </a:p>
      </dgm:t>
    </dgm:pt>
    <dgm:pt modelId="6880">
      <dgm:t>
        <a:p>
          <a:r>
            <a:t>n6880</a:t>
          </a:r>
        </a:p>
      </dgm:t>
    </dgm:pt>
    <dgm:pt modelId="6881">
      <dgm:t>
        <a:p>
          <a:r>
            <a:t>n6881</a:t>
          </a:r>
        </a:p>
      </dgm:t>
    </dgm:pt>
    <dgm:pt modelId="6882">
      <dgm:t>
        <a:p>
          <a:r>
            <a:t>n6882</a:t>
          </a:r>
        </a:p>
      </dgm:t>
    </dgm:pt>
    <dgm:pt modelId="6883">
      <dgm:t>
        <a:p>
          <a:r>
            <a:t>n6883</a:t>
          </a:r>
        </a:p>
      </dgm:t>
    </dgm:pt>
    <dgm:pt modelId="6884">
      <dgm:t>
        <a:p>
          <a:r>
            <a:t>n6884</a:t>
          </a:r>
        </a:p>
      </dgm:t>
    </dgm:pt>
    <dgm:pt modelId="6885">
      <dgm:t>
        <a:p>
          <a:r>
            <a:t>n6885</a:t>
          </a:r>
        </a:p>
      </dgm:t>
    </dgm:pt>
    <dgm:pt modelId="6886">
      <dgm:t>
        <a:p>
          <a:r>
            <a:t>n6886</a:t>
          </a:r>
        </a:p>
      </dgm:t>
    </dgm:pt>
    <dgm:pt modelId="6887">
      <dgm:t>
        <a:p>
          <a:r>
            <a:t>n6887</a:t>
          </a:r>
        </a:p>
      </dgm:t>
    </dgm:pt>
    <dgm:pt modelId="6888">
      <dgm:t>
        <a:p>
          <a:r>
            <a:t>n6888</a:t>
          </a:r>
        </a:p>
      </dgm:t>
    </dgm:pt>
    <dgm:pt modelId="6889">
      <dgm:t>
        <a:p>
          <a:r>
            <a:t>n6889</a:t>
          </a:r>
        </a:p>
      </dgm:t>
    </dgm:pt>
    <dgm:pt modelId="6890">
      <dgm:t>
        <a:p>
          <a:r>
            <a:t>n6890</a:t>
          </a:r>
        </a:p>
      </dgm:t>
    </dgm:pt>
    <dgm:pt modelId="6891">
      <dgm:t>
        <a:p>
          <a:r>
            <a:t>n6891</a:t>
          </a:r>
        </a:p>
      </dgm:t>
    </dgm:pt>
    <dgm:pt modelId="6892">
      <dgm:t>
        <a:p>
          <a:r>
            <a:t>n6892</a:t>
          </a:r>
        </a:p>
      </dgm:t>
    </dgm:pt>
    <dgm:pt modelId="6893">
      <dgm:t>
        <a:p>
          <a:r>
            <a:t>n6893</a:t>
          </a:r>
        </a:p>
      </dgm:t>
    </dgm:pt>
    <dgm:pt modelId="6894">
      <dgm:t>
        <a:p>
          <a:r>
            <a:t>n6894</a:t>
          </a:r>
        </a:p>
      </dgm:t>
    </dgm:pt>
    <dgm:pt modelId="6895">
      <dgm:t>
        <a:p>
          <a:r>
            <a:t>n6895</a:t>
          </a:r>
        </a:p>
      </dgm:t>
    </dgm:pt>
    <dgm:pt modelId="6896">
      <dgm:t>
        <a:p>
          <a:r>
            <a:t>n6896</a:t>
          </a:r>
        </a:p>
      </dgm:t>
    </dgm:pt>
    <dgm:pt modelId="6897">
      <dgm:t>
        <a:p>
          <a:r>
            <a:t>n6897</a:t>
          </a:r>
        </a:p>
      </dgm:t>
    </dgm:pt>
    <dgm:pt modelId="6898">
      <dgm:t>
        <a:p>
          <a:r>
            <a:t>n6898</a:t>
          </a:r>
        </a:p>
      </dgm:t>
    </dgm:pt>
    <dgm:pt modelId="6899">
      <dgm:t>
        <a:p>
          <a:r>
            <a:t>n6899</a:t>
          </a:r>
        </a:p>
      </dgm:t>
    </dgm:pt>
    <dgm:pt modelId="6900">
      <dgm:t>
        <a:p>
          <a:r>
            <a:t>n6900</a:t>
          </a:r>
        </a:p>
      </dgm:t>
    </dgm:pt>
    <dgm:pt modelId="6901">
      <dgm:t>
        <a:p>
          <a:r>
            <a:t>n6901</a:t>
          </a:r>
        </a:p>
      </dgm:t>
    </dgm:pt>
    <dgm:pt modelId="6902">
      <dgm:t>
        <a:p>
          <a:r>
            <a:t>n6902</a:t>
          </a:r>
        </a:p>
      </dgm:t>
    </dgm:pt>
    <dgm:pt modelId="6903">
      <dgm:t>
        <a:p>
          <a:r>
            <a:t>n6903</a:t>
          </a:r>
        </a:p>
      </dgm:t>
    </dgm:pt>
    <dgm:pt modelId="6904">
      <dgm:t>
        <a:p>
          <a:r>
            <a:t>n6904</a:t>
          </a:r>
        </a:p>
      </dgm:t>
    </dgm:pt>
    <dgm:pt modelId="6905">
      <dgm:t>
        <a:p>
          <a:r>
            <a:t>n6905</a:t>
          </a:r>
        </a:p>
      </dgm:t>
    </dgm:pt>
    <dgm:pt modelId="6906">
      <dgm:t>
        <a:p>
          <a:r>
            <a:t>n6906</a:t>
          </a:r>
        </a:p>
      </dgm:t>
    </dgm:pt>
    <dgm:pt modelId="6907">
      <dgm:t>
        <a:p>
          <a:r>
            <a:t>n6907</a:t>
          </a:r>
        </a:p>
      </dgm:t>
    </dgm:pt>
    <dgm:pt modelId="6908">
      <dgm:t>
        <a:p>
          <a:r>
            <a:t>n6908</a:t>
          </a:r>
        </a:p>
      </dgm:t>
    </dgm:pt>
    <dgm:pt modelId="6909">
      <dgm:t>
        <a:p>
          <a:r>
            <a:t>n6909</a:t>
          </a:r>
        </a:p>
      </dgm:t>
    </dgm:pt>
    <dgm:pt modelId="6910">
      <dgm:t>
        <a:p>
          <a:r>
            <a:t>n6910</a:t>
          </a:r>
        </a:p>
      </dgm:t>
    </dgm:pt>
    <dgm:pt modelId="6911">
      <dgm:t>
        <a:p>
          <a:r>
            <a:t>n6911</a:t>
          </a:r>
        </a:p>
      </dgm:t>
    </dgm:pt>
    <dgm:pt modelId="6912">
      <dgm:t>
        <a:p>
          <a:r>
            <a:t>n6912</a:t>
          </a:r>
        </a:p>
      </dgm:t>
    </dgm:pt>
    <dgm:pt modelId="6913">
      <dgm:t>
        <a:p>
          <a:r>
            <a:t>n6913</a:t>
          </a:r>
        </a:p>
      </dgm:t>
    </dgm:pt>
    <dgm:pt modelId="6914">
      <dgm:t>
        <a:p>
          <a:r>
            <a:t>n6914</a:t>
          </a:r>
        </a:p>
      </dgm:t>
    </dgm:pt>
    <dgm:pt modelId="6915">
      <dgm:t>
        <a:p>
          <a:r>
            <a:t>n6915</a:t>
          </a:r>
        </a:p>
      </dgm:t>
    </dgm:pt>
    <dgm:pt modelId="6916">
      <dgm:t>
        <a:p>
          <a:r>
            <a:t>n6916</a:t>
          </a:r>
        </a:p>
      </dgm:t>
    </dgm:pt>
    <dgm:pt modelId="6917">
      <dgm:t>
        <a:p>
          <a:r>
            <a:t>n6917</a:t>
          </a:r>
        </a:p>
      </dgm:t>
    </dgm:pt>
    <dgm:pt modelId="6918">
      <dgm:t>
        <a:p>
          <a:r>
            <a:t>n6918</a:t>
          </a:r>
        </a:p>
      </dgm:t>
    </dgm:pt>
    <dgm:pt modelId="6919">
      <dgm:t>
        <a:p>
          <a:r>
            <a:t>n6919</a:t>
          </a:r>
        </a:p>
      </dgm:t>
    </dgm:pt>
    <dgm:pt modelId="6920">
      <dgm:t>
        <a:p>
          <a:r>
            <a:t>n6920</a:t>
          </a:r>
        </a:p>
      </dgm:t>
    </dgm:pt>
    <dgm:pt modelId="6921">
      <dgm:t>
        <a:p>
          <a:r>
            <a:t>n6921</a:t>
          </a:r>
        </a:p>
      </dgm:t>
    </dgm:pt>
    <dgm:pt modelId="6922">
      <dgm:t>
        <a:p>
          <a:r>
            <a:t>n6922</a:t>
          </a:r>
        </a:p>
      </dgm:t>
    </dgm:pt>
    <dgm:pt modelId="6923">
      <dgm:t>
        <a:p>
          <a:r>
            <a:t>n6923</a:t>
          </a:r>
        </a:p>
      </dgm:t>
    </dgm:pt>
    <dgm:pt modelId="6924">
      <dgm:t>
        <a:p>
          <a:r>
            <a:t>n6924</a:t>
          </a:r>
        </a:p>
      </dgm:t>
    </dgm:pt>
    <dgm:pt modelId="6925">
      <dgm:t>
        <a:p>
          <a:r>
            <a:t>n6925</a:t>
          </a:r>
        </a:p>
      </dgm:t>
    </dgm:pt>
    <dgm:pt modelId="6926">
      <dgm:t>
        <a:p>
          <a:r>
            <a:t>n6926</a:t>
          </a:r>
        </a:p>
      </dgm:t>
    </dgm:pt>
    <dgm:pt modelId="6927">
      <dgm:t>
        <a:p>
          <a:r>
            <a:t>n6927</a:t>
          </a:r>
        </a:p>
      </dgm:t>
    </dgm:pt>
    <dgm:pt modelId="6928">
      <dgm:t>
        <a:p>
          <a:r>
            <a:t>n6928</a:t>
          </a:r>
        </a:p>
      </dgm:t>
    </dgm:pt>
    <dgm:pt modelId="6929">
      <dgm:t>
        <a:p>
          <a:r>
            <a:t>n6929</a:t>
          </a:r>
        </a:p>
      </dgm:t>
    </dgm:pt>
    <dgm:pt modelId="6930">
      <dgm:t>
        <a:p>
          <a:r>
            <a:t>n6930</a:t>
          </a:r>
        </a:p>
      </dgm:t>
    </dgm:pt>
    <dgm:pt modelId="6931">
      <dgm:t>
        <a:p>
          <a:r>
            <a:t>n6931</a:t>
          </a:r>
        </a:p>
      </dgm:t>
    </dgm:pt>
    <dgm:pt modelId="6932">
      <dgm:t>
        <a:p>
          <a:r>
            <a:t>n6932</a:t>
          </a:r>
        </a:p>
      </dgm:t>
    </dgm:pt>
    <dgm:pt modelId="6933">
      <dgm:t>
        <a:p>
          <a:r>
            <a:t>n6933</a:t>
          </a:r>
        </a:p>
      </dgm:t>
    </dgm:pt>
    <dgm:pt modelId="6934">
      <dgm:t>
        <a:p>
          <a:r>
            <a:t>n6934</a:t>
          </a:r>
        </a:p>
      </dgm:t>
    </dgm:pt>
    <dgm:pt modelId="6935">
      <dgm:t>
        <a:p>
          <a:r>
            <a:t>n6935</a:t>
          </a:r>
        </a:p>
      </dgm:t>
    </dgm:pt>
    <dgm:pt modelId="6936">
      <dgm:t>
        <a:p>
          <a:r>
            <a:t>n6936</a:t>
          </a:r>
        </a:p>
      </dgm:t>
    </dgm:pt>
    <dgm:pt modelId="6937">
      <dgm:t>
        <a:p>
          <a:r>
            <a:t>n6937</a:t>
          </a:r>
        </a:p>
      </dgm:t>
    </dgm:pt>
    <dgm:pt modelId="6938">
      <dgm:t>
        <a:p>
          <a:r>
            <a:t>n6938</a:t>
          </a:r>
        </a:p>
      </dgm:t>
    </dgm:pt>
    <dgm:pt modelId="6939">
      <dgm:t>
        <a:p>
          <a:r>
            <a:t>n6939</a:t>
          </a:r>
        </a:p>
      </dgm:t>
    </dgm:pt>
    <dgm:pt modelId="6940">
      <dgm:t>
        <a:p>
          <a:r>
            <a:t>n6940</a:t>
          </a:r>
        </a:p>
      </dgm:t>
    </dgm:pt>
    <dgm:pt modelId="6941">
      <dgm:t>
        <a:p>
          <a:r>
            <a:t>n6941</a:t>
          </a:r>
        </a:p>
      </dgm:t>
    </dgm:pt>
    <dgm:pt modelId="6942">
      <dgm:t>
        <a:p>
          <a:r>
            <a:t>n6942</a:t>
          </a:r>
        </a:p>
      </dgm:t>
    </dgm:pt>
    <dgm:pt modelId="6943">
      <dgm:t>
        <a:p>
          <a:r>
            <a:t>n6943</a:t>
          </a:r>
        </a:p>
      </dgm:t>
    </dgm:pt>
    <dgm:pt modelId="6944">
      <dgm:t>
        <a:p>
          <a:r>
            <a:t>n6944</a:t>
          </a:r>
        </a:p>
      </dgm:t>
    </dgm:pt>
    <dgm:pt modelId="6945">
      <dgm:t>
        <a:p>
          <a:r>
            <a:t>n6945</a:t>
          </a:r>
        </a:p>
      </dgm:t>
    </dgm:pt>
    <dgm:pt modelId="6946">
      <dgm:t>
        <a:p>
          <a:r>
            <a:t>n6946</a:t>
          </a:r>
        </a:p>
      </dgm:t>
    </dgm:pt>
    <dgm:pt modelId="6947">
      <dgm:t>
        <a:p>
          <a:r>
            <a:t>n6947</a:t>
          </a:r>
        </a:p>
      </dgm:t>
    </dgm:pt>
    <dgm:pt modelId="6948">
      <dgm:t>
        <a:p>
          <a:r>
            <a:t>n6948</a:t>
          </a:r>
        </a:p>
      </dgm:t>
    </dgm:pt>
    <dgm:pt modelId="6949">
      <dgm:t>
        <a:p>
          <a:r>
            <a:t>n6949</a:t>
          </a:r>
        </a:p>
      </dgm:t>
    </dgm:pt>
    <dgm:pt modelId="6950">
      <dgm:t>
        <a:p>
          <a:r>
            <a:t>n6950</a:t>
          </a:r>
        </a:p>
      </dgm:t>
    </dgm:pt>
    <dgm:pt modelId="6951">
      <dgm:t>
        <a:p>
          <a:r>
            <a:t>n6951</a:t>
          </a:r>
        </a:p>
      </dgm:t>
    </dgm:pt>
    <dgm:pt modelId="6952">
      <dgm:t>
        <a:p>
          <a:r>
            <a:t>n6952</a:t>
          </a:r>
        </a:p>
      </dgm:t>
    </dgm:pt>
    <dgm:pt modelId="6953">
      <dgm:t>
        <a:p>
          <a:r>
            <a:t>n6953</a:t>
          </a:r>
        </a:p>
      </dgm:t>
    </dgm:pt>
    <dgm:pt modelId="6954">
      <dgm:t>
        <a:p>
          <a:r>
            <a:t>n6954</a:t>
          </a:r>
        </a:p>
      </dgm:t>
    </dgm:pt>
    <dgm:pt modelId="6955">
      <dgm:t>
        <a:p>
          <a:r>
            <a:t>n6955</a:t>
          </a:r>
        </a:p>
      </dgm:t>
    </dgm:pt>
    <dgm:pt modelId="6956">
      <dgm:t>
        <a:p>
          <a:r>
            <a:t>n6956</a:t>
          </a:r>
        </a:p>
      </dgm:t>
    </dgm:pt>
    <dgm:pt modelId="6957">
      <dgm:t>
        <a:p>
          <a:r>
            <a:t>n6957</a:t>
          </a:r>
        </a:p>
      </dgm:t>
    </dgm:pt>
    <dgm:pt modelId="6958">
      <dgm:t>
        <a:p>
          <a:r>
            <a:t>n6958</a:t>
          </a:r>
        </a:p>
      </dgm:t>
    </dgm:pt>
    <dgm:pt modelId="6959">
      <dgm:t>
        <a:p>
          <a:r>
            <a:t>n6959</a:t>
          </a:r>
        </a:p>
      </dgm:t>
    </dgm:pt>
    <dgm:pt modelId="6960">
      <dgm:t>
        <a:p>
          <a:r>
            <a:t>n6960</a:t>
          </a:r>
        </a:p>
      </dgm:t>
    </dgm:pt>
    <dgm:pt modelId="6961">
      <dgm:t>
        <a:p>
          <a:r>
            <a:t>n6961</a:t>
          </a:r>
        </a:p>
      </dgm:t>
    </dgm:pt>
    <dgm:pt modelId="6962">
      <dgm:t>
        <a:p>
          <a:r>
            <a:t>n6962</a:t>
          </a:r>
        </a:p>
      </dgm:t>
    </dgm:pt>
    <dgm:pt modelId="6963">
      <dgm:t>
        <a:p>
          <a:r>
            <a:t>n6963</a:t>
          </a:r>
        </a:p>
      </dgm:t>
    </dgm:pt>
    <dgm:pt modelId="6964">
      <dgm:t>
        <a:p>
          <a:r>
            <a:t>n6964</a:t>
          </a:r>
        </a:p>
      </dgm:t>
    </dgm:pt>
    <dgm:pt modelId="6965">
      <dgm:t>
        <a:p>
          <a:r>
            <a:t>n6965</a:t>
          </a:r>
        </a:p>
      </dgm:t>
    </dgm:pt>
    <dgm:pt modelId="6966">
      <dgm:t>
        <a:p>
          <a:r>
            <a:t>n6966</a:t>
          </a:r>
        </a:p>
      </dgm:t>
    </dgm:pt>
    <dgm:pt modelId="6967">
      <dgm:t>
        <a:p>
          <a:r>
            <a:t>n6967</a:t>
          </a:r>
        </a:p>
      </dgm:t>
    </dgm:pt>
    <dgm:pt modelId="6968">
      <dgm:t>
        <a:p>
          <a:r>
            <a:t>n6968</a:t>
          </a:r>
        </a:p>
      </dgm:t>
    </dgm:pt>
    <dgm:pt modelId="6969">
      <dgm:t>
        <a:p>
          <a:r>
            <a:t>n6969</a:t>
          </a:r>
        </a:p>
      </dgm:t>
    </dgm:pt>
    <dgm:pt modelId="6970">
      <dgm:t>
        <a:p>
          <a:r>
            <a:t>n6970</a:t>
          </a:r>
        </a:p>
      </dgm:t>
    </dgm:pt>
    <dgm:pt modelId="6971">
      <dgm:t>
        <a:p>
          <a:r>
            <a:t>n6971</a:t>
          </a:r>
        </a:p>
      </dgm:t>
    </dgm:pt>
    <dgm:pt modelId="6972">
      <dgm:t>
        <a:p>
          <a:r>
            <a:t>n6972</a:t>
          </a:r>
        </a:p>
      </dgm:t>
    </dgm:pt>
    <dgm:pt modelId="6973">
      <dgm:t>
        <a:p>
          <a:r>
            <a:t>n6973</a:t>
          </a:r>
        </a:p>
      </dgm:t>
    </dgm:pt>
    <dgm:pt modelId="6974">
      <dgm:t>
        <a:p>
          <a:r>
            <a:t>n6974</a:t>
          </a:r>
        </a:p>
      </dgm:t>
    </dgm:pt>
    <dgm:pt modelId="6975">
      <dgm:t>
        <a:p>
          <a:r>
            <a:t>n6975</a:t>
          </a:r>
        </a:p>
      </dgm:t>
    </dgm:pt>
    <dgm:pt modelId="6976">
      <dgm:t>
        <a:p>
          <a:r>
            <a:t>n6976</a:t>
          </a:r>
        </a:p>
      </dgm:t>
    </dgm:pt>
    <dgm:pt modelId="6977">
      <dgm:t>
        <a:p>
          <a:r>
            <a:t>n6977</a:t>
          </a:r>
        </a:p>
      </dgm:t>
    </dgm:pt>
    <dgm:pt modelId="6978">
      <dgm:t>
        <a:p>
          <a:r>
            <a:t>n6978</a:t>
          </a:r>
        </a:p>
      </dgm:t>
    </dgm:pt>
    <dgm:pt modelId="6979">
      <dgm:t>
        <a:p>
          <a:r>
            <a:t>n6979</a:t>
          </a:r>
        </a:p>
      </dgm:t>
    </dgm:pt>
    <dgm:pt modelId="6980">
      <dgm:t>
        <a:p>
          <a:r>
            <a:t>n6980</a:t>
          </a:r>
        </a:p>
      </dgm:t>
    </dgm:pt>
    <dgm:pt modelId="6981">
      <dgm:t>
        <a:p>
          <a:r>
            <a:t>n6981</a:t>
          </a:r>
        </a:p>
      </dgm:t>
    </dgm:pt>
    <dgm:pt modelId="6982">
      <dgm:t>
        <a:p>
          <a:r>
            <a:t>n6982</a:t>
          </a:r>
        </a:p>
      </dgm:t>
    </dgm:pt>
    <dgm:pt modelId="6983">
      <dgm:t>
        <a:p>
          <a:r>
            <a:t>n6983</a:t>
          </a:r>
        </a:p>
      </dgm:t>
    </dgm:pt>
    <dgm:pt modelId="6984">
      <dgm:t>
        <a:p>
          <a:r>
            <a:t>n6984</a:t>
          </a:r>
        </a:p>
      </dgm:t>
    </dgm:pt>
    <dgm:pt modelId="6985">
      <dgm:t>
        <a:p>
          <a:r>
            <a:t>n6985</a:t>
          </a:r>
        </a:p>
      </dgm:t>
    </dgm:pt>
    <dgm:pt modelId="6986">
      <dgm:t>
        <a:p>
          <a:r>
            <a:t>n6986</a:t>
          </a:r>
        </a:p>
      </dgm:t>
    </dgm:pt>
    <dgm:pt modelId="6987">
      <dgm:t>
        <a:p>
          <a:r>
            <a:t>n6987</a:t>
          </a:r>
        </a:p>
      </dgm:t>
    </dgm:pt>
    <dgm:pt modelId="6988">
      <dgm:t>
        <a:p>
          <a:r>
            <a:t>n6988</a:t>
          </a:r>
        </a:p>
      </dgm:t>
    </dgm:pt>
    <dgm:pt modelId="6989">
      <dgm:t>
        <a:p>
          <a:r>
            <a:t>n6989</a:t>
          </a:r>
        </a:p>
      </dgm:t>
    </dgm:pt>
    <dgm:pt modelId="6990">
      <dgm:t>
        <a:p>
          <a:r>
            <a:t>n6990</a:t>
          </a:r>
        </a:p>
      </dgm:t>
    </dgm:pt>
    <dgm:pt modelId="6991">
      <dgm:t>
        <a:p>
          <a:r>
            <a:t>n6991</a:t>
          </a:r>
        </a:p>
      </dgm:t>
    </dgm:pt>
    <dgm:pt modelId="6992">
      <dgm:t>
        <a:p>
          <a:r>
            <a:t>n6992</a:t>
          </a:r>
        </a:p>
      </dgm:t>
    </dgm:pt>
    <dgm:pt modelId="6993">
      <dgm:t>
        <a:p>
          <a:r>
            <a:t>n6993</a:t>
          </a:r>
        </a:p>
      </dgm:t>
    </dgm:pt>
    <dgm:pt modelId="6994">
      <dgm:t>
        <a:p>
          <a:r>
            <a:t>n6994</a:t>
          </a:r>
        </a:p>
      </dgm:t>
    </dgm:pt>
    <dgm:pt modelId="6995">
      <dgm:t>
        <a:p>
          <a:r>
            <a:t>n6995</a:t>
          </a:r>
        </a:p>
      </dgm:t>
    </dgm:pt>
    <dgm:pt modelId="6996">
      <dgm:t>
        <a:p>
          <a:r>
            <a:t>n6996</a:t>
          </a:r>
        </a:p>
      </dgm:t>
    </dgm:pt>
    <dgm:pt modelId="6997">
      <dgm:t>
        <a:p>
          <a:r>
            <a:t>n6997</a:t>
          </a:r>
        </a:p>
      </dgm:t>
    </dgm:pt>
    <dgm:pt modelId="6998">
      <dgm:t>
        <a:p>
          <a:r>
            <a:t>n6998</a:t>
          </a:r>
        </a:p>
      </dgm:t>
    </dgm:pt>
    <dgm:pt modelId="6999">
      <dgm:t>
        <a:p>
          <a:r>
            <a:t>n6999</a:t>
          </a:r>
        </a:p>
      </dgm:t>
    </dgm:pt>
    <dgm:pt modelId="7000">
      <dgm:t>
        <a:p>
          <a:r>
            <a:t>n7000</a:t>
          </a:r>
        </a:p>
      </dgm:t>
    </dgm:pt>
    <dgm:pt modelId="7001">
      <dgm:t>
        <a:p>
          <a:r>
            <a:t>n7001</a:t>
          </a:r>
        </a:p>
      </dgm:t>
    </dgm:pt>
    <dgm:pt modelId="7002">
      <dgm:t>
        <a:p>
          <a:r>
            <a:t>n7002</a:t>
          </a:r>
        </a:p>
      </dgm:t>
    </dgm:pt>
    <dgm:pt modelId="7003">
      <dgm:t>
        <a:p>
          <a:r>
            <a:t>n7003</a:t>
          </a:r>
        </a:p>
      </dgm:t>
    </dgm:pt>
    <dgm:pt modelId="7004">
      <dgm:t>
        <a:p>
          <a:r>
            <a:t>n7004</a:t>
          </a:r>
        </a:p>
      </dgm:t>
    </dgm:pt>
    <dgm:pt modelId="7005">
      <dgm:t>
        <a:p>
          <a:r>
            <a:t>n7005</a:t>
          </a:r>
        </a:p>
      </dgm:t>
    </dgm:pt>
    <dgm:pt modelId="7006">
      <dgm:t>
        <a:p>
          <a:r>
            <a:t>n7006</a:t>
          </a:r>
        </a:p>
      </dgm:t>
    </dgm:pt>
    <dgm:pt modelId="7007">
      <dgm:t>
        <a:p>
          <a:r>
            <a:t>n7007</a:t>
          </a:r>
        </a:p>
      </dgm:t>
    </dgm:pt>
    <dgm:pt modelId="7008">
      <dgm:t>
        <a:p>
          <a:r>
            <a:t>n7008</a:t>
          </a:r>
        </a:p>
      </dgm:t>
    </dgm:pt>
    <dgm:pt modelId="7009">
      <dgm:t>
        <a:p>
          <a:r>
            <a:t>n7009</a:t>
          </a:r>
        </a:p>
      </dgm:t>
    </dgm:pt>
    <dgm:pt modelId="7010">
      <dgm:t>
        <a:p>
          <a:r>
            <a:t>n7010</a:t>
          </a:r>
        </a:p>
      </dgm:t>
    </dgm:pt>
    <dgm:pt modelId="7011">
      <dgm:t>
        <a:p>
          <a:r>
            <a:t>n7011</a:t>
          </a:r>
        </a:p>
      </dgm:t>
    </dgm:pt>
    <dgm:pt modelId="7012">
      <dgm:t>
        <a:p>
          <a:r>
            <a:t>n7012</a:t>
          </a:r>
        </a:p>
      </dgm:t>
    </dgm:pt>
    <dgm:pt modelId="7013">
      <dgm:t>
        <a:p>
          <a:r>
            <a:t>n7013</a:t>
          </a:r>
        </a:p>
      </dgm:t>
    </dgm:pt>
    <dgm:pt modelId="7014">
      <dgm:t>
        <a:p>
          <a:r>
            <a:t>n7014</a:t>
          </a:r>
        </a:p>
      </dgm:t>
    </dgm:pt>
    <dgm:pt modelId="7015">
      <dgm:t>
        <a:p>
          <a:r>
            <a:t>n7015</a:t>
          </a:r>
        </a:p>
      </dgm:t>
    </dgm:pt>
    <dgm:pt modelId="7016">
      <dgm:t>
        <a:p>
          <a:r>
            <a:t>n7016</a:t>
          </a:r>
        </a:p>
      </dgm:t>
    </dgm:pt>
    <dgm:pt modelId="7017">
      <dgm:t>
        <a:p>
          <a:r>
            <a:t>n7017</a:t>
          </a:r>
        </a:p>
      </dgm:t>
    </dgm:pt>
    <dgm:pt modelId="7018">
      <dgm:t>
        <a:p>
          <a:r>
            <a:t>n7018</a:t>
          </a:r>
        </a:p>
      </dgm:t>
    </dgm:pt>
    <dgm:pt modelId="7019">
      <dgm:t>
        <a:p>
          <a:r>
            <a:t>n7019</a:t>
          </a:r>
        </a:p>
      </dgm:t>
    </dgm:pt>
    <dgm:pt modelId="7020">
      <dgm:t>
        <a:p>
          <a:r>
            <a:t>n7020</a:t>
          </a:r>
        </a:p>
      </dgm:t>
    </dgm:pt>
    <dgm:pt modelId="7021">
      <dgm:t>
        <a:p>
          <a:r>
            <a:t>n7021</a:t>
          </a:r>
        </a:p>
      </dgm:t>
    </dgm:pt>
    <dgm:pt modelId="7022">
      <dgm:t>
        <a:p>
          <a:r>
            <a:t>n7022</a:t>
          </a:r>
        </a:p>
      </dgm:t>
    </dgm:pt>
    <dgm:pt modelId="7023">
      <dgm:t>
        <a:p>
          <a:r>
            <a:t>n7023</a:t>
          </a:r>
        </a:p>
      </dgm:t>
    </dgm:pt>
    <dgm:pt modelId="7024">
      <dgm:t>
        <a:p>
          <a:r>
            <a:t>n7024</a:t>
          </a:r>
        </a:p>
      </dgm:t>
    </dgm:pt>
    <dgm:pt modelId="7025">
      <dgm:t>
        <a:p>
          <a:r>
            <a:t>n7025</a:t>
          </a:r>
        </a:p>
      </dgm:t>
    </dgm:pt>
    <dgm:pt modelId="7026">
      <dgm:t>
        <a:p>
          <a:r>
            <a:t>n7026</a:t>
          </a:r>
        </a:p>
      </dgm:t>
    </dgm:pt>
    <dgm:pt modelId="7027">
      <dgm:t>
        <a:p>
          <a:r>
            <a:t>n7027</a:t>
          </a:r>
        </a:p>
      </dgm:t>
    </dgm:pt>
    <dgm:pt modelId="7028">
      <dgm:t>
        <a:p>
          <a:r>
            <a:t>n7028</a:t>
          </a:r>
        </a:p>
      </dgm:t>
    </dgm:pt>
    <dgm:pt modelId="7029">
      <dgm:t>
        <a:p>
          <a:r>
            <a:t>n7029</a:t>
          </a:r>
        </a:p>
      </dgm:t>
    </dgm:pt>
    <dgm:pt modelId="7030">
      <dgm:t>
        <a:p>
          <a:r>
            <a:t>n7030</a:t>
          </a:r>
        </a:p>
      </dgm:t>
    </dgm:pt>
    <dgm:pt modelId="7031">
      <dgm:t>
        <a:p>
          <a:r>
            <a:t>n7031</a:t>
          </a:r>
        </a:p>
      </dgm:t>
    </dgm:pt>
    <dgm:pt modelId="7032">
      <dgm:t>
        <a:p>
          <a:r>
            <a:t>n7032</a:t>
          </a:r>
        </a:p>
      </dgm:t>
    </dgm:pt>
    <dgm:pt modelId="7033">
      <dgm:t>
        <a:p>
          <a:r>
            <a:t>n7033</a:t>
          </a:r>
        </a:p>
      </dgm:t>
    </dgm:pt>
    <dgm:pt modelId="7034">
      <dgm:t>
        <a:p>
          <a:r>
            <a:t>n7034</a:t>
          </a:r>
        </a:p>
      </dgm:t>
    </dgm:pt>
    <dgm:pt modelId="7035">
      <dgm:t>
        <a:p>
          <a:r>
            <a:t>n7035</a:t>
          </a:r>
        </a:p>
      </dgm:t>
    </dgm:pt>
    <dgm:pt modelId="7036">
      <dgm:t>
        <a:p>
          <a:r>
            <a:t>n7036</a:t>
          </a:r>
        </a:p>
      </dgm:t>
    </dgm:pt>
    <dgm:pt modelId="7037">
      <dgm:t>
        <a:p>
          <a:r>
            <a:t>n7037</a:t>
          </a:r>
        </a:p>
      </dgm:t>
    </dgm:pt>
    <dgm:pt modelId="7038">
      <dgm:t>
        <a:p>
          <a:r>
            <a:t>n7038</a:t>
          </a:r>
        </a:p>
      </dgm:t>
    </dgm:pt>
    <dgm:pt modelId="7039">
      <dgm:t>
        <a:p>
          <a:r>
            <a:t>n7039</a:t>
          </a:r>
        </a:p>
      </dgm:t>
    </dgm:pt>
    <dgm:pt modelId="7040">
      <dgm:t>
        <a:p>
          <a:r>
            <a:t>n7040</a:t>
          </a:r>
        </a:p>
      </dgm:t>
    </dgm:pt>
    <dgm:pt modelId="7041">
      <dgm:t>
        <a:p>
          <a:r>
            <a:t>n7041</a:t>
          </a:r>
        </a:p>
      </dgm:t>
    </dgm:pt>
    <dgm:pt modelId="7042">
      <dgm:t>
        <a:p>
          <a:r>
            <a:t>n7042</a:t>
          </a:r>
        </a:p>
      </dgm:t>
    </dgm:pt>
    <dgm:pt modelId="7043">
      <dgm:t>
        <a:p>
          <a:r>
            <a:t>n7043</a:t>
          </a:r>
        </a:p>
      </dgm:t>
    </dgm:pt>
    <dgm:pt modelId="7044">
      <dgm:t>
        <a:p>
          <a:r>
            <a:t>n7044</a:t>
          </a:r>
        </a:p>
      </dgm:t>
    </dgm:pt>
    <dgm:pt modelId="7045">
      <dgm:t>
        <a:p>
          <a:r>
            <a:t>n7045</a:t>
          </a:r>
        </a:p>
      </dgm:t>
    </dgm:pt>
    <dgm:pt modelId="7046">
      <dgm:t>
        <a:p>
          <a:r>
            <a:t>n7046</a:t>
          </a:r>
        </a:p>
      </dgm:t>
    </dgm:pt>
    <dgm:pt modelId="7047">
      <dgm:t>
        <a:p>
          <a:r>
            <a:t>n7047</a:t>
          </a:r>
        </a:p>
      </dgm:t>
    </dgm:pt>
    <dgm:pt modelId="7048">
      <dgm:t>
        <a:p>
          <a:r>
            <a:t>n7048</a:t>
          </a:r>
        </a:p>
      </dgm:t>
    </dgm:pt>
    <dgm:pt modelId="7049">
      <dgm:t>
        <a:p>
          <a:r>
            <a:t>n7049</a:t>
          </a:r>
        </a:p>
      </dgm:t>
    </dgm:pt>
    <dgm:pt modelId="7050">
      <dgm:t>
        <a:p>
          <a:r>
            <a:t>n7050</a:t>
          </a:r>
        </a:p>
      </dgm:t>
    </dgm:pt>
    <dgm:pt modelId="7051">
      <dgm:t>
        <a:p>
          <a:r>
            <a:t>n7051</a:t>
          </a:r>
        </a:p>
      </dgm:t>
    </dgm:pt>
    <dgm:pt modelId="7052">
      <dgm:t>
        <a:p>
          <a:r>
            <a:t>n7052</a:t>
          </a:r>
        </a:p>
      </dgm:t>
    </dgm:pt>
    <dgm:pt modelId="7053">
      <dgm:t>
        <a:p>
          <a:r>
            <a:t>n7053</a:t>
          </a:r>
        </a:p>
      </dgm:t>
    </dgm:pt>
    <dgm:pt modelId="7054">
      <dgm:t>
        <a:p>
          <a:r>
            <a:t>n7054</a:t>
          </a:r>
        </a:p>
      </dgm:t>
    </dgm:pt>
    <dgm:pt modelId="7055">
      <dgm:t>
        <a:p>
          <a:r>
            <a:t>n7055</a:t>
          </a:r>
        </a:p>
      </dgm:t>
    </dgm:pt>
    <dgm:pt modelId="7056">
      <dgm:t>
        <a:p>
          <a:r>
            <a:t>n7056</a:t>
          </a:r>
        </a:p>
      </dgm:t>
    </dgm:pt>
    <dgm:pt modelId="7057">
      <dgm:t>
        <a:p>
          <a:r>
            <a:t>n7057</a:t>
          </a:r>
        </a:p>
      </dgm:t>
    </dgm:pt>
    <dgm:pt modelId="7058">
      <dgm:t>
        <a:p>
          <a:r>
            <a:t>n7058</a:t>
          </a:r>
        </a:p>
      </dgm:t>
    </dgm:pt>
    <dgm:pt modelId="7059">
      <dgm:t>
        <a:p>
          <a:r>
            <a:t>n7059</a:t>
          </a:r>
        </a:p>
      </dgm:t>
    </dgm:pt>
    <dgm:pt modelId="7060">
      <dgm:t>
        <a:p>
          <a:r>
            <a:t>n7060</a:t>
          </a:r>
        </a:p>
      </dgm:t>
    </dgm:pt>
    <dgm:pt modelId="7061">
      <dgm:t>
        <a:p>
          <a:r>
            <a:t>n7061</a:t>
          </a:r>
        </a:p>
      </dgm:t>
    </dgm:pt>
    <dgm:pt modelId="7062">
      <dgm:t>
        <a:p>
          <a:r>
            <a:t>n7062</a:t>
          </a:r>
        </a:p>
      </dgm:t>
    </dgm:pt>
    <dgm:pt modelId="7063">
      <dgm:t>
        <a:p>
          <a:r>
            <a:t>n7063</a:t>
          </a:r>
        </a:p>
      </dgm:t>
    </dgm:pt>
    <dgm:pt modelId="7064">
      <dgm:t>
        <a:p>
          <a:r>
            <a:t>n7064</a:t>
          </a:r>
        </a:p>
      </dgm:t>
    </dgm:pt>
    <dgm:pt modelId="7065">
      <dgm:t>
        <a:p>
          <a:r>
            <a:t>n7065</a:t>
          </a:r>
        </a:p>
      </dgm:t>
    </dgm:pt>
    <dgm:pt modelId="7066">
      <dgm:t>
        <a:p>
          <a:r>
            <a:t>n7066</a:t>
          </a:r>
        </a:p>
      </dgm:t>
    </dgm:pt>
    <dgm:pt modelId="7067">
      <dgm:t>
        <a:p>
          <a:r>
            <a:t>n7067</a:t>
          </a:r>
        </a:p>
      </dgm:t>
    </dgm:pt>
    <dgm:pt modelId="7068">
      <dgm:t>
        <a:p>
          <a:r>
            <a:t>n7068</a:t>
          </a:r>
        </a:p>
      </dgm:t>
    </dgm:pt>
    <dgm:pt modelId="7069">
      <dgm:t>
        <a:p>
          <a:r>
            <a:t>n7069</a:t>
          </a:r>
        </a:p>
      </dgm:t>
    </dgm:pt>
    <dgm:pt modelId="7070">
      <dgm:t>
        <a:p>
          <a:r>
            <a:t>n7070</a:t>
          </a:r>
        </a:p>
      </dgm:t>
    </dgm:pt>
    <dgm:pt modelId="7071">
      <dgm:t>
        <a:p>
          <a:r>
            <a:t>n7071</a:t>
          </a:r>
        </a:p>
      </dgm:t>
    </dgm:pt>
    <dgm:pt modelId="7072">
      <dgm:t>
        <a:p>
          <a:r>
            <a:t>n7072</a:t>
          </a:r>
        </a:p>
      </dgm:t>
    </dgm:pt>
    <dgm:pt modelId="7073">
      <dgm:t>
        <a:p>
          <a:r>
            <a:t>n7073</a:t>
          </a:r>
        </a:p>
      </dgm:t>
    </dgm:pt>
    <dgm:pt modelId="7074">
      <dgm:t>
        <a:p>
          <a:r>
            <a:t>n7074</a:t>
          </a:r>
        </a:p>
      </dgm:t>
    </dgm:pt>
    <dgm:pt modelId="7075">
      <dgm:t>
        <a:p>
          <a:r>
            <a:t>n7075</a:t>
          </a:r>
        </a:p>
      </dgm:t>
    </dgm:pt>
    <dgm:pt modelId="7076">
      <dgm:t>
        <a:p>
          <a:r>
            <a:t>n7076</a:t>
          </a:r>
        </a:p>
      </dgm:t>
    </dgm:pt>
    <dgm:pt modelId="7077">
      <dgm:t>
        <a:p>
          <a:r>
            <a:t>n7077</a:t>
          </a:r>
        </a:p>
      </dgm:t>
    </dgm:pt>
    <dgm:pt modelId="7078">
      <dgm:t>
        <a:p>
          <a:r>
            <a:t>n7078</a:t>
          </a:r>
        </a:p>
      </dgm:t>
    </dgm:pt>
    <dgm:pt modelId="7079">
      <dgm:t>
        <a:p>
          <a:r>
            <a:t>n7079</a:t>
          </a:r>
        </a:p>
      </dgm:t>
    </dgm:pt>
    <dgm:pt modelId="7080">
      <dgm:t>
        <a:p>
          <a:r>
            <a:t>n7080</a:t>
          </a:r>
        </a:p>
      </dgm:t>
    </dgm:pt>
    <dgm:pt modelId="7081">
      <dgm:t>
        <a:p>
          <a:r>
            <a:t>n7081</a:t>
          </a:r>
        </a:p>
      </dgm:t>
    </dgm:pt>
    <dgm:pt modelId="7082">
      <dgm:t>
        <a:p>
          <a:r>
            <a:t>n7082</a:t>
          </a:r>
        </a:p>
      </dgm:t>
    </dgm:pt>
    <dgm:pt modelId="7083">
      <dgm:t>
        <a:p>
          <a:r>
            <a:t>n7083</a:t>
          </a:r>
        </a:p>
      </dgm:t>
    </dgm:pt>
    <dgm:pt modelId="7084">
      <dgm:t>
        <a:p>
          <a:r>
            <a:t>n7084</a:t>
          </a:r>
        </a:p>
      </dgm:t>
    </dgm:pt>
    <dgm:pt modelId="7085">
      <dgm:t>
        <a:p>
          <a:r>
            <a:t>n7085</a:t>
          </a:r>
        </a:p>
      </dgm:t>
    </dgm:pt>
    <dgm:pt modelId="7086">
      <dgm:t>
        <a:p>
          <a:r>
            <a:t>n7086</a:t>
          </a:r>
        </a:p>
      </dgm:t>
    </dgm:pt>
    <dgm:pt modelId="7087">
      <dgm:t>
        <a:p>
          <a:r>
            <a:t>n7087</a:t>
          </a:r>
        </a:p>
      </dgm:t>
    </dgm:pt>
    <dgm:pt modelId="7088">
      <dgm:t>
        <a:p>
          <a:r>
            <a:t>n7088</a:t>
          </a:r>
        </a:p>
      </dgm:t>
    </dgm:pt>
    <dgm:pt modelId="7089">
      <dgm:t>
        <a:p>
          <a:r>
            <a:t>n7089</a:t>
          </a:r>
        </a:p>
      </dgm:t>
    </dgm:pt>
    <dgm:pt modelId="7090">
      <dgm:t>
        <a:p>
          <a:r>
            <a:t>n7090</a:t>
          </a:r>
        </a:p>
      </dgm:t>
    </dgm:pt>
    <dgm:pt modelId="7091">
      <dgm:t>
        <a:p>
          <a:r>
            <a:t>n7091</a:t>
          </a:r>
        </a:p>
      </dgm:t>
    </dgm:pt>
    <dgm:pt modelId="7092">
      <dgm:t>
        <a:p>
          <a:r>
            <a:t>n7092</a:t>
          </a:r>
        </a:p>
      </dgm:t>
    </dgm:pt>
    <dgm:pt modelId="7093">
      <dgm:t>
        <a:p>
          <a:r>
            <a:t>n7093</a:t>
          </a:r>
        </a:p>
      </dgm:t>
    </dgm:pt>
    <dgm:pt modelId="7094">
      <dgm:t>
        <a:p>
          <a:r>
            <a:t>n7094</a:t>
          </a:r>
        </a:p>
      </dgm:t>
    </dgm:pt>
    <dgm:pt modelId="7095">
      <dgm:t>
        <a:p>
          <a:r>
            <a:t>n7095</a:t>
          </a:r>
        </a:p>
      </dgm:t>
    </dgm:pt>
    <dgm:pt modelId="7096">
      <dgm:t>
        <a:p>
          <a:r>
            <a:t>n7096</a:t>
          </a:r>
        </a:p>
      </dgm:t>
    </dgm:pt>
    <dgm:pt modelId="7097">
      <dgm:t>
        <a:p>
          <a:r>
            <a:t>n7097</a:t>
          </a:r>
        </a:p>
      </dgm:t>
    </dgm:pt>
    <dgm:pt modelId="7098">
      <dgm:t>
        <a:p>
          <a:r>
            <a:t>n7098</a:t>
          </a:r>
        </a:p>
      </dgm:t>
    </dgm:pt>
    <dgm:pt modelId="7099">
      <dgm:t>
        <a:p>
          <a:r>
            <a:t>n7099</a:t>
          </a:r>
        </a:p>
      </dgm:t>
    </dgm:pt>
    <dgm:pt modelId="7100">
      <dgm:t>
        <a:p>
          <a:r>
            <a:t>n7100</a:t>
          </a:r>
        </a:p>
      </dgm:t>
    </dgm:pt>
    <dgm:pt modelId="7101">
      <dgm:t>
        <a:p>
          <a:r>
            <a:t>n7101</a:t>
          </a:r>
        </a:p>
      </dgm:t>
    </dgm:pt>
    <dgm:pt modelId="7102">
      <dgm:t>
        <a:p>
          <a:r>
            <a:t>n7102</a:t>
          </a:r>
        </a:p>
      </dgm:t>
    </dgm:pt>
    <dgm:pt modelId="7103">
      <dgm:t>
        <a:p>
          <a:r>
            <a:t>n7103</a:t>
          </a:r>
        </a:p>
      </dgm:t>
    </dgm:pt>
    <dgm:pt modelId="7104">
      <dgm:t>
        <a:p>
          <a:r>
            <a:t>n7104</a:t>
          </a:r>
        </a:p>
      </dgm:t>
    </dgm:pt>
    <dgm:pt modelId="7105">
      <dgm:t>
        <a:p>
          <a:r>
            <a:t>n7105</a:t>
          </a:r>
        </a:p>
      </dgm:t>
    </dgm:pt>
    <dgm:pt modelId="7106">
      <dgm:t>
        <a:p>
          <a:r>
            <a:t>n7106</a:t>
          </a:r>
        </a:p>
      </dgm:t>
    </dgm:pt>
    <dgm:pt modelId="7107">
      <dgm:t>
        <a:p>
          <a:r>
            <a:t>n7107</a:t>
          </a:r>
        </a:p>
      </dgm:t>
    </dgm:pt>
    <dgm:pt modelId="7108">
      <dgm:t>
        <a:p>
          <a:r>
            <a:t>n7108</a:t>
          </a:r>
        </a:p>
      </dgm:t>
    </dgm:pt>
    <dgm:pt modelId="7109">
      <dgm:t>
        <a:p>
          <a:r>
            <a:t>n7109</a:t>
          </a:r>
        </a:p>
      </dgm:t>
    </dgm:pt>
    <dgm:pt modelId="7110">
      <dgm:t>
        <a:p>
          <a:r>
            <a:t>n7110</a:t>
          </a:r>
        </a:p>
      </dgm:t>
    </dgm:pt>
    <dgm:pt modelId="7111">
      <dgm:t>
        <a:p>
          <a:r>
            <a:t>n7111</a:t>
          </a:r>
        </a:p>
      </dgm:t>
    </dgm:pt>
    <dgm:pt modelId="7112">
      <dgm:t>
        <a:p>
          <a:r>
            <a:t>n7112</a:t>
          </a:r>
        </a:p>
      </dgm:t>
    </dgm:pt>
    <dgm:pt modelId="7113">
      <dgm:t>
        <a:p>
          <a:r>
            <a:t>n7113</a:t>
          </a:r>
        </a:p>
      </dgm:t>
    </dgm:pt>
    <dgm:pt modelId="7114">
      <dgm:t>
        <a:p>
          <a:r>
            <a:t>n7114</a:t>
          </a:r>
        </a:p>
      </dgm:t>
    </dgm:pt>
    <dgm:pt modelId="7115">
      <dgm:t>
        <a:p>
          <a:r>
            <a:t>n7115</a:t>
          </a:r>
        </a:p>
      </dgm:t>
    </dgm:pt>
    <dgm:pt modelId="7116">
      <dgm:t>
        <a:p>
          <a:r>
            <a:t>n7116</a:t>
          </a:r>
        </a:p>
      </dgm:t>
    </dgm:pt>
    <dgm:pt modelId="7117">
      <dgm:t>
        <a:p>
          <a:r>
            <a:t>n7117</a:t>
          </a:r>
        </a:p>
      </dgm:t>
    </dgm:pt>
    <dgm:pt modelId="7118">
      <dgm:t>
        <a:p>
          <a:r>
            <a:t>n7118</a:t>
          </a:r>
        </a:p>
      </dgm:t>
    </dgm:pt>
    <dgm:pt modelId="7119">
      <dgm:t>
        <a:p>
          <a:r>
            <a:t>n7119</a:t>
          </a:r>
        </a:p>
      </dgm:t>
    </dgm:pt>
    <dgm:pt modelId="7120">
      <dgm:t>
        <a:p>
          <a:r>
            <a:t>n7120</a:t>
          </a:r>
        </a:p>
      </dgm:t>
    </dgm:pt>
    <dgm:pt modelId="7121">
      <dgm:t>
        <a:p>
          <a:r>
            <a:t>n7121</a:t>
          </a:r>
        </a:p>
      </dgm:t>
    </dgm:pt>
    <dgm:pt modelId="7122">
      <dgm:t>
        <a:p>
          <a:r>
            <a:t>n7122</a:t>
          </a:r>
        </a:p>
      </dgm:t>
    </dgm:pt>
    <dgm:pt modelId="7123">
      <dgm:t>
        <a:p>
          <a:r>
            <a:t>n7123</a:t>
          </a:r>
        </a:p>
      </dgm:t>
    </dgm:pt>
    <dgm:pt modelId="7124">
      <dgm:t>
        <a:p>
          <a:r>
            <a:t>n7124</a:t>
          </a:r>
        </a:p>
      </dgm:t>
    </dgm:pt>
    <dgm:pt modelId="7125">
      <dgm:t>
        <a:p>
          <a:r>
            <a:t>n7125</a:t>
          </a:r>
        </a:p>
      </dgm:t>
    </dgm:pt>
    <dgm:pt modelId="7126">
      <dgm:t>
        <a:p>
          <a:r>
            <a:t>n7126</a:t>
          </a:r>
        </a:p>
      </dgm:t>
    </dgm:pt>
    <dgm:pt modelId="7127">
      <dgm:t>
        <a:p>
          <a:r>
            <a:t>n7127</a:t>
          </a:r>
        </a:p>
      </dgm:t>
    </dgm:pt>
    <dgm:pt modelId="7128">
      <dgm:t>
        <a:p>
          <a:r>
            <a:t>n7128</a:t>
          </a:r>
        </a:p>
      </dgm:t>
    </dgm:pt>
    <dgm:pt modelId="7129">
      <dgm:t>
        <a:p>
          <a:r>
            <a:t>n7129</a:t>
          </a:r>
        </a:p>
      </dgm:t>
    </dgm:pt>
    <dgm:pt modelId="7130">
      <dgm:t>
        <a:p>
          <a:r>
            <a:t>n7130</a:t>
          </a:r>
        </a:p>
      </dgm:t>
    </dgm:pt>
    <dgm:pt modelId="7131">
      <dgm:t>
        <a:p>
          <a:r>
            <a:t>n7131</a:t>
          </a:r>
        </a:p>
      </dgm:t>
    </dgm:pt>
    <dgm:pt modelId="7132">
      <dgm:t>
        <a:p>
          <a:r>
            <a:t>n7132</a:t>
          </a:r>
        </a:p>
      </dgm:t>
    </dgm:pt>
    <dgm:pt modelId="7133">
      <dgm:t>
        <a:p>
          <a:r>
            <a:t>n7133</a:t>
          </a:r>
        </a:p>
      </dgm:t>
    </dgm:pt>
    <dgm:pt modelId="7134">
      <dgm:t>
        <a:p>
          <a:r>
            <a:t>n7134</a:t>
          </a:r>
        </a:p>
      </dgm:t>
    </dgm:pt>
    <dgm:pt modelId="7135">
      <dgm:t>
        <a:p>
          <a:r>
            <a:t>n7135</a:t>
          </a:r>
        </a:p>
      </dgm:t>
    </dgm:pt>
    <dgm:pt modelId="7136">
      <dgm:t>
        <a:p>
          <a:r>
            <a:t>n7136</a:t>
          </a:r>
        </a:p>
      </dgm:t>
    </dgm:pt>
    <dgm:pt modelId="7137">
      <dgm:t>
        <a:p>
          <a:r>
            <a:t>n7137</a:t>
          </a:r>
        </a:p>
      </dgm:t>
    </dgm:pt>
    <dgm:pt modelId="7138">
      <dgm:t>
        <a:p>
          <a:r>
            <a:t>n7138</a:t>
          </a:r>
        </a:p>
      </dgm:t>
    </dgm:pt>
    <dgm:pt modelId="7139">
      <dgm:t>
        <a:p>
          <a:r>
            <a:t>n7139</a:t>
          </a:r>
        </a:p>
      </dgm:t>
    </dgm:pt>
    <dgm:pt modelId="7140">
      <dgm:t>
        <a:p>
          <a:r>
            <a:t>n7140</a:t>
          </a:r>
        </a:p>
      </dgm:t>
    </dgm:pt>
    <dgm:pt modelId="7141">
      <dgm:t>
        <a:p>
          <a:r>
            <a:t>n7141</a:t>
          </a:r>
        </a:p>
      </dgm:t>
    </dgm:pt>
    <dgm:pt modelId="7142">
      <dgm:t>
        <a:p>
          <a:r>
            <a:t>n7142</a:t>
          </a:r>
        </a:p>
      </dgm:t>
    </dgm:pt>
    <dgm:pt modelId="7143">
      <dgm:t>
        <a:p>
          <a:r>
            <a:t>n7143</a:t>
          </a:r>
        </a:p>
      </dgm:t>
    </dgm:pt>
    <dgm:pt modelId="7144">
      <dgm:t>
        <a:p>
          <a:r>
            <a:t>n7144</a:t>
          </a:r>
        </a:p>
      </dgm:t>
    </dgm:pt>
    <dgm:pt modelId="7145">
      <dgm:t>
        <a:p>
          <a:r>
            <a:t>n7145</a:t>
          </a:r>
        </a:p>
      </dgm:t>
    </dgm:pt>
    <dgm:pt modelId="7146">
      <dgm:t>
        <a:p>
          <a:r>
            <a:t>n7146</a:t>
          </a:r>
        </a:p>
      </dgm:t>
    </dgm:pt>
    <dgm:pt modelId="7147">
      <dgm:t>
        <a:p>
          <a:r>
            <a:t>n7147</a:t>
          </a:r>
        </a:p>
      </dgm:t>
    </dgm:pt>
    <dgm:pt modelId="7148">
      <dgm:t>
        <a:p>
          <a:r>
            <a:t>n7148</a:t>
          </a:r>
        </a:p>
      </dgm:t>
    </dgm:pt>
    <dgm:pt modelId="7149">
      <dgm:t>
        <a:p>
          <a:r>
            <a:t>n7149</a:t>
          </a:r>
        </a:p>
      </dgm:t>
    </dgm:pt>
    <dgm:pt modelId="7150">
      <dgm:t>
        <a:p>
          <a:r>
            <a:t>n7150</a:t>
          </a:r>
        </a:p>
      </dgm:t>
    </dgm:pt>
    <dgm:pt modelId="7151">
      <dgm:t>
        <a:p>
          <a:r>
            <a:t>n7151</a:t>
          </a:r>
        </a:p>
      </dgm:t>
    </dgm:pt>
    <dgm:pt modelId="7152">
      <dgm:t>
        <a:p>
          <a:r>
            <a:t>n7152</a:t>
          </a:r>
        </a:p>
      </dgm:t>
    </dgm:pt>
    <dgm:pt modelId="7153">
      <dgm:t>
        <a:p>
          <a:r>
            <a:t>n7153</a:t>
          </a:r>
        </a:p>
      </dgm:t>
    </dgm:pt>
    <dgm:pt modelId="7154">
      <dgm:t>
        <a:p>
          <a:r>
            <a:t>n7154</a:t>
          </a:r>
        </a:p>
      </dgm:t>
    </dgm:pt>
    <dgm:pt modelId="7155">
      <dgm:t>
        <a:p>
          <a:r>
            <a:t>n7155</a:t>
          </a:r>
        </a:p>
      </dgm:t>
    </dgm:pt>
    <dgm:pt modelId="7156">
      <dgm:t>
        <a:p>
          <a:r>
            <a:t>n7156</a:t>
          </a:r>
        </a:p>
      </dgm:t>
    </dgm:pt>
    <dgm:pt modelId="7157">
      <dgm:t>
        <a:p>
          <a:r>
            <a:t>n7157</a:t>
          </a:r>
        </a:p>
      </dgm:t>
    </dgm:pt>
    <dgm:pt modelId="7158">
      <dgm:t>
        <a:p>
          <a:r>
            <a:t>n7158</a:t>
          </a:r>
        </a:p>
      </dgm:t>
    </dgm:pt>
    <dgm:pt modelId="7159">
      <dgm:t>
        <a:p>
          <a:r>
            <a:t>n7159</a:t>
          </a:r>
        </a:p>
      </dgm:t>
    </dgm:pt>
    <dgm:pt modelId="7160">
      <dgm:t>
        <a:p>
          <a:r>
            <a:t>n7160</a:t>
          </a:r>
        </a:p>
      </dgm:t>
    </dgm:pt>
    <dgm:pt modelId="7161">
      <dgm:t>
        <a:p>
          <a:r>
            <a:t>n7161</a:t>
          </a:r>
        </a:p>
      </dgm:t>
    </dgm:pt>
    <dgm:pt modelId="7162">
      <dgm:t>
        <a:p>
          <a:r>
            <a:t>n7162</a:t>
          </a:r>
        </a:p>
      </dgm:t>
    </dgm:pt>
    <dgm:pt modelId="7163">
      <dgm:t>
        <a:p>
          <a:r>
            <a:t>n7163</a:t>
          </a:r>
        </a:p>
      </dgm:t>
    </dgm:pt>
    <dgm:pt modelId="7164">
      <dgm:t>
        <a:p>
          <a:r>
            <a:t>n7164</a:t>
          </a:r>
        </a:p>
      </dgm:t>
    </dgm:pt>
    <dgm:pt modelId="7165">
      <dgm:t>
        <a:p>
          <a:r>
            <a:t>n7165</a:t>
          </a:r>
        </a:p>
      </dgm:t>
    </dgm:pt>
    <dgm:pt modelId="7166">
      <dgm:t>
        <a:p>
          <a:r>
            <a:t>n7166</a:t>
          </a:r>
        </a:p>
      </dgm:t>
    </dgm:pt>
    <dgm:pt modelId="7167">
      <dgm:t>
        <a:p>
          <a:r>
            <a:t>n7167</a:t>
          </a:r>
        </a:p>
      </dgm:t>
    </dgm:pt>
    <dgm:pt modelId="7168">
      <dgm:t>
        <a:p>
          <a:r>
            <a:t>n7168</a:t>
          </a:r>
        </a:p>
      </dgm:t>
    </dgm:pt>
    <dgm:pt modelId="7169">
      <dgm:t>
        <a:p>
          <a:r>
            <a:t>n7169</a:t>
          </a:r>
        </a:p>
      </dgm:t>
    </dgm:pt>
    <dgm:pt modelId="7170">
      <dgm:t>
        <a:p>
          <a:r>
            <a:t>n7170</a:t>
          </a:r>
        </a:p>
      </dgm:t>
    </dgm:pt>
    <dgm:pt modelId="7171">
      <dgm:t>
        <a:p>
          <a:r>
            <a:t>n7171</a:t>
          </a:r>
        </a:p>
      </dgm:t>
    </dgm:pt>
    <dgm:pt modelId="7172">
      <dgm:t>
        <a:p>
          <a:r>
            <a:t>n7172</a:t>
          </a:r>
        </a:p>
      </dgm:t>
    </dgm:pt>
    <dgm:pt modelId="7173">
      <dgm:t>
        <a:p>
          <a:r>
            <a:t>n7173</a:t>
          </a:r>
        </a:p>
      </dgm:t>
    </dgm:pt>
    <dgm:pt modelId="7174">
      <dgm:t>
        <a:p>
          <a:r>
            <a:t>n7174</a:t>
          </a:r>
        </a:p>
      </dgm:t>
    </dgm:pt>
    <dgm:pt modelId="7175">
      <dgm:t>
        <a:p>
          <a:r>
            <a:t>n7175</a:t>
          </a:r>
        </a:p>
      </dgm:t>
    </dgm:pt>
    <dgm:pt modelId="7176">
      <dgm:t>
        <a:p>
          <a:r>
            <a:t>n7176</a:t>
          </a:r>
        </a:p>
      </dgm:t>
    </dgm:pt>
    <dgm:pt modelId="7177">
      <dgm:t>
        <a:p>
          <a:r>
            <a:t>n7177</a:t>
          </a:r>
        </a:p>
      </dgm:t>
    </dgm:pt>
    <dgm:pt modelId="7178">
      <dgm:t>
        <a:p>
          <a:r>
            <a:t>n7178</a:t>
          </a:r>
        </a:p>
      </dgm:t>
    </dgm:pt>
    <dgm:pt modelId="7179">
      <dgm:t>
        <a:p>
          <a:r>
            <a:t>n7179</a:t>
          </a:r>
        </a:p>
      </dgm:t>
    </dgm:pt>
    <dgm:pt modelId="7180">
      <dgm:t>
        <a:p>
          <a:r>
            <a:t>n7180</a:t>
          </a:r>
        </a:p>
      </dgm:t>
    </dgm:pt>
    <dgm:pt modelId="7181">
      <dgm:t>
        <a:p>
          <a:r>
            <a:t>n7181</a:t>
          </a:r>
        </a:p>
      </dgm:t>
    </dgm:pt>
    <dgm:pt modelId="7182">
      <dgm:t>
        <a:p>
          <a:r>
            <a:t>n7182</a:t>
          </a:r>
        </a:p>
      </dgm:t>
    </dgm:pt>
    <dgm:pt modelId="7183">
      <dgm:t>
        <a:p>
          <a:r>
            <a:t>n7183</a:t>
          </a:r>
        </a:p>
      </dgm:t>
    </dgm:pt>
    <dgm:pt modelId="7184">
      <dgm:t>
        <a:p>
          <a:r>
            <a:t>n7184</a:t>
          </a:r>
        </a:p>
      </dgm:t>
    </dgm:pt>
    <dgm:pt modelId="7185">
      <dgm:t>
        <a:p>
          <a:r>
            <a:t>n7185</a:t>
          </a:r>
        </a:p>
      </dgm:t>
    </dgm:pt>
    <dgm:pt modelId="7186">
      <dgm:t>
        <a:p>
          <a:r>
            <a:t>n7186</a:t>
          </a:r>
        </a:p>
      </dgm:t>
    </dgm:pt>
    <dgm:pt modelId="7187">
      <dgm:t>
        <a:p>
          <a:r>
            <a:t>n7187</a:t>
          </a:r>
        </a:p>
      </dgm:t>
    </dgm:pt>
    <dgm:pt modelId="7188">
      <dgm:t>
        <a:p>
          <a:r>
            <a:t>n7188</a:t>
          </a:r>
        </a:p>
      </dgm:t>
    </dgm:pt>
    <dgm:pt modelId="7189">
      <dgm:t>
        <a:p>
          <a:r>
            <a:t>n7189</a:t>
          </a:r>
        </a:p>
      </dgm:t>
    </dgm:pt>
    <dgm:pt modelId="7190">
      <dgm:t>
        <a:p>
          <a:r>
            <a:t>n7190</a:t>
          </a:r>
        </a:p>
      </dgm:t>
    </dgm:pt>
    <dgm:pt modelId="7191">
      <dgm:t>
        <a:p>
          <a:r>
            <a:t>n7191</a:t>
          </a:r>
        </a:p>
      </dgm:t>
    </dgm:pt>
    <dgm:pt modelId="7192">
      <dgm:t>
        <a:p>
          <a:r>
            <a:t>n7192</a:t>
          </a:r>
        </a:p>
      </dgm:t>
    </dgm:pt>
    <dgm:pt modelId="7193">
      <dgm:t>
        <a:p>
          <a:r>
            <a:t>n7193</a:t>
          </a:r>
        </a:p>
      </dgm:t>
    </dgm:pt>
    <dgm:pt modelId="7194">
      <dgm:t>
        <a:p>
          <a:r>
            <a:t>n7194</a:t>
          </a:r>
        </a:p>
      </dgm:t>
    </dgm:pt>
    <dgm:pt modelId="7195">
      <dgm:t>
        <a:p>
          <a:r>
            <a:t>n7195</a:t>
          </a:r>
        </a:p>
      </dgm:t>
    </dgm:pt>
    <dgm:pt modelId="7196">
      <dgm:t>
        <a:p>
          <a:r>
            <a:t>n7196</a:t>
          </a:r>
        </a:p>
      </dgm:t>
    </dgm:pt>
    <dgm:pt modelId="7197">
      <dgm:t>
        <a:p>
          <a:r>
            <a:t>n7197</a:t>
          </a:r>
        </a:p>
      </dgm:t>
    </dgm:pt>
    <dgm:pt modelId="7198">
      <dgm:t>
        <a:p>
          <a:r>
            <a:t>n7198</a:t>
          </a:r>
        </a:p>
      </dgm:t>
    </dgm:pt>
    <dgm:pt modelId="7199">
      <dgm:t>
        <a:p>
          <a:r>
            <a:t>n7199</a:t>
          </a:r>
        </a:p>
      </dgm:t>
    </dgm:pt>
    <dgm:pt modelId="7200">
      <dgm:t>
        <a:p>
          <a:r>
            <a:t>n7200</a:t>
          </a:r>
        </a:p>
      </dgm:t>
    </dgm:pt>
    <dgm:pt modelId="7201">
      <dgm:t>
        <a:p>
          <a:r>
            <a:t>n7201</a:t>
          </a:r>
        </a:p>
      </dgm:t>
    </dgm:pt>
    <dgm:pt modelId="7202">
      <dgm:t>
        <a:p>
          <a:r>
            <a:t>n7202</a:t>
          </a:r>
        </a:p>
      </dgm:t>
    </dgm:pt>
    <dgm:pt modelId="7203">
      <dgm:t>
        <a:p>
          <a:r>
            <a:t>n7203</a:t>
          </a:r>
        </a:p>
      </dgm:t>
    </dgm:pt>
    <dgm:pt modelId="7204">
      <dgm:t>
        <a:p>
          <a:r>
            <a:t>n7204</a:t>
          </a:r>
        </a:p>
      </dgm:t>
    </dgm:pt>
    <dgm:pt modelId="7205">
      <dgm:t>
        <a:p>
          <a:r>
            <a:t>n7205</a:t>
          </a:r>
        </a:p>
      </dgm:t>
    </dgm:pt>
    <dgm:pt modelId="7206">
      <dgm:t>
        <a:p>
          <a:r>
            <a:t>n7206</a:t>
          </a:r>
        </a:p>
      </dgm:t>
    </dgm:pt>
    <dgm:pt modelId="7207">
      <dgm:t>
        <a:p>
          <a:r>
            <a:t>n7207</a:t>
          </a:r>
        </a:p>
      </dgm:t>
    </dgm:pt>
    <dgm:pt modelId="7208">
      <dgm:t>
        <a:p>
          <a:r>
            <a:t>n7208</a:t>
          </a:r>
        </a:p>
      </dgm:t>
    </dgm:pt>
    <dgm:pt modelId="7209">
      <dgm:t>
        <a:p>
          <a:r>
            <a:t>n7209</a:t>
          </a:r>
        </a:p>
      </dgm:t>
    </dgm:pt>
    <dgm:pt modelId="7210">
      <dgm:t>
        <a:p>
          <a:r>
            <a:t>n7210</a:t>
          </a:r>
        </a:p>
      </dgm:t>
    </dgm:pt>
    <dgm:pt modelId="7211">
      <dgm:t>
        <a:p>
          <a:r>
            <a:t>n7211</a:t>
          </a:r>
        </a:p>
      </dgm:t>
    </dgm:pt>
    <dgm:pt modelId="7212">
      <dgm:t>
        <a:p>
          <a:r>
            <a:t>n7212</a:t>
          </a:r>
        </a:p>
      </dgm:t>
    </dgm:pt>
    <dgm:pt modelId="7213">
      <dgm:t>
        <a:p>
          <a:r>
            <a:t>n7213</a:t>
          </a:r>
        </a:p>
      </dgm:t>
    </dgm:pt>
    <dgm:pt modelId="7214">
      <dgm:t>
        <a:p>
          <a:r>
            <a:t>n7214</a:t>
          </a:r>
        </a:p>
      </dgm:t>
    </dgm:pt>
    <dgm:pt modelId="7215">
      <dgm:t>
        <a:p>
          <a:r>
            <a:t>n7215</a:t>
          </a:r>
        </a:p>
      </dgm:t>
    </dgm:pt>
    <dgm:pt modelId="7216">
      <dgm:t>
        <a:p>
          <a:r>
            <a:t>n7216</a:t>
          </a:r>
        </a:p>
      </dgm:t>
    </dgm:pt>
    <dgm:pt modelId="7217">
      <dgm:t>
        <a:p>
          <a:r>
            <a:t>n7217</a:t>
          </a:r>
        </a:p>
      </dgm:t>
    </dgm:pt>
    <dgm:pt modelId="7218">
      <dgm:t>
        <a:p>
          <a:r>
            <a:t>n7218</a:t>
          </a:r>
        </a:p>
      </dgm:t>
    </dgm:pt>
    <dgm:pt modelId="7219">
      <dgm:t>
        <a:p>
          <a:r>
            <a:t>n7219</a:t>
          </a:r>
        </a:p>
      </dgm:t>
    </dgm:pt>
    <dgm:pt modelId="7220">
      <dgm:t>
        <a:p>
          <a:r>
            <a:t>n7220</a:t>
          </a:r>
        </a:p>
      </dgm:t>
    </dgm:pt>
    <dgm:pt modelId="7221">
      <dgm:t>
        <a:p>
          <a:r>
            <a:t>n7221</a:t>
          </a:r>
        </a:p>
      </dgm:t>
    </dgm:pt>
    <dgm:pt modelId="7222">
      <dgm:t>
        <a:p>
          <a:r>
            <a:t>n7222</a:t>
          </a:r>
        </a:p>
      </dgm:t>
    </dgm:pt>
    <dgm:pt modelId="7223">
      <dgm:t>
        <a:p>
          <a:r>
            <a:t>n7223</a:t>
          </a:r>
        </a:p>
      </dgm:t>
    </dgm:pt>
    <dgm:pt modelId="7224">
      <dgm:t>
        <a:p>
          <a:r>
            <a:t>n7224</a:t>
          </a:r>
        </a:p>
      </dgm:t>
    </dgm:pt>
    <dgm:pt modelId="7225">
      <dgm:t>
        <a:p>
          <a:r>
            <a:t>n7225</a:t>
          </a:r>
        </a:p>
      </dgm:t>
    </dgm:pt>
    <dgm:pt modelId="7226">
      <dgm:t>
        <a:p>
          <a:r>
            <a:t>n7226</a:t>
          </a:r>
        </a:p>
      </dgm:t>
    </dgm:pt>
    <dgm:pt modelId="7227">
      <dgm:t>
        <a:p>
          <a:r>
            <a:t>n7227</a:t>
          </a:r>
        </a:p>
      </dgm:t>
    </dgm:pt>
    <dgm:pt modelId="7228">
      <dgm:t>
        <a:p>
          <a:r>
            <a:t>n7228</a:t>
          </a:r>
        </a:p>
      </dgm:t>
    </dgm:pt>
    <dgm:pt modelId="7229">
      <dgm:t>
        <a:p>
          <a:r>
            <a:t>n7229</a:t>
          </a:r>
        </a:p>
      </dgm:t>
    </dgm:pt>
    <dgm:pt modelId="7230">
      <dgm:t>
        <a:p>
          <a:r>
            <a:t>n7230</a:t>
          </a:r>
        </a:p>
      </dgm:t>
    </dgm:pt>
    <dgm:pt modelId="7231">
      <dgm:t>
        <a:p>
          <a:r>
            <a:t>n7231</a:t>
          </a:r>
        </a:p>
      </dgm:t>
    </dgm:pt>
    <dgm:pt modelId="7232">
      <dgm:t>
        <a:p>
          <a:r>
            <a:t>n7232</a:t>
          </a:r>
        </a:p>
      </dgm:t>
    </dgm:pt>
    <dgm:pt modelId="7233">
      <dgm:t>
        <a:p>
          <a:r>
            <a:t>n7233</a:t>
          </a:r>
        </a:p>
      </dgm:t>
    </dgm:pt>
    <dgm:pt modelId="7234">
      <dgm:t>
        <a:p>
          <a:r>
            <a:t>n7234</a:t>
          </a:r>
        </a:p>
      </dgm:t>
    </dgm:pt>
    <dgm:pt modelId="7235">
      <dgm:t>
        <a:p>
          <a:r>
            <a:t>n7235</a:t>
          </a:r>
        </a:p>
      </dgm:t>
    </dgm:pt>
    <dgm:pt modelId="7236">
      <dgm:t>
        <a:p>
          <a:r>
            <a:t>n7236</a:t>
          </a:r>
        </a:p>
      </dgm:t>
    </dgm:pt>
    <dgm:pt modelId="7237">
      <dgm:t>
        <a:p>
          <a:r>
            <a:t>n7237</a:t>
          </a:r>
        </a:p>
      </dgm:t>
    </dgm:pt>
    <dgm:pt modelId="7238">
      <dgm:t>
        <a:p>
          <a:r>
            <a:t>n7238</a:t>
          </a:r>
        </a:p>
      </dgm:t>
    </dgm:pt>
    <dgm:pt modelId="7239">
      <dgm:t>
        <a:p>
          <a:r>
            <a:t>n7239</a:t>
          </a:r>
        </a:p>
      </dgm:t>
    </dgm:pt>
    <dgm:pt modelId="7240">
      <dgm:t>
        <a:p>
          <a:r>
            <a:t>n7240</a:t>
          </a:r>
        </a:p>
      </dgm:t>
    </dgm:pt>
    <dgm:pt modelId="7241">
      <dgm:t>
        <a:p>
          <a:r>
            <a:t>n7241</a:t>
          </a:r>
        </a:p>
      </dgm:t>
    </dgm:pt>
    <dgm:pt modelId="7242">
      <dgm:t>
        <a:p>
          <a:r>
            <a:t>n7242</a:t>
          </a:r>
        </a:p>
      </dgm:t>
    </dgm:pt>
    <dgm:pt modelId="7243">
      <dgm:t>
        <a:p>
          <a:r>
            <a:t>n7243</a:t>
          </a:r>
        </a:p>
      </dgm:t>
    </dgm:pt>
    <dgm:pt modelId="7244">
      <dgm:t>
        <a:p>
          <a:r>
            <a:t>n7244</a:t>
          </a:r>
        </a:p>
      </dgm:t>
    </dgm:pt>
    <dgm:pt modelId="7245">
      <dgm:t>
        <a:p>
          <a:r>
            <a:t>n7245</a:t>
          </a:r>
        </a:p>
      </dgm:t>
    </dgm:pt>
    <dgm:pt modelId="7246">
      <dgm:t>
        <a:p>
          <a:r>
            <a:t>n7246</a:t>
          </a:r>
        </a:p>
      </dgm:t>
    </dgm:pt>
    <dgm:pt modelId="7247">
      <dgm:t>
        <a:p>
          <a:r>
            <a:t>n7247</a:t>
          </a:r>
        </a:p>
      </dgm:t>
    </dgm:pt>
    <dgm:pt modelId="7248">
      <dgm:t>
        <a:p>
          <a:r>
            <a:t>n7248</a:t>
          </a:r>
        </a:p>
      </dgm:t>
    </dgm:pt>
    <dgm:pt modelId="7249">
      <dgm:t>
        <a:p>
          <a:r>
            <a:t>n7249</a:t>
          </a:r>
        </a:p>
      </dgm:t>
    </dgm:pt>
    <dgm:pt modelId="7250">
      <dgm:t>
        <a:p>
          <a:r>
            <a:t>n7250</a:t>
          </a:r>
        </a:p>
      </dgm:t>
    </dgm:pt>
    <dgm:pt modelId="7251">
      <dgm:t>
        <a:p>
          <a:r>
            <a:t>n7251</a:t>
          </a:r>
        </a:p>
      </dgm:t>
    </dgm:pt>
    <dgm:pt modelId="7252">
      <dgm:t>
        <a:p>
          <a:r>
            <a:t>n7252</a:t>
          </a:r>
        </a:p>
      </dgm:t>
    </dgm:pt>
    <dgm:pt modelId="7253">
      <dgm:t>
        <a:p>
          <a:r>
            <a:t>n7253</a:t>
          </a:r>
        </a:p>
      </dgm:t>
    </dgm:pt>
    <dgm:pt modelId="7254">
      <dgm:t>
        <a:p>
          <a:r>
            <a:t>n7254</a:t>
          </a:r>
        </a:p>
      </dgm:t>
    </dgm:pt>
    <dgm:pt modelId="7255">
      <dgm:t>
        <a:p>
          <a:r>
            <a:t>n7255</a:t>
          </a:r>
        </a:p>
      </dgm:t>
    </dgm:pt>
    <dgm:pt modelId="7256">
      <dgm:t>
        <a:p>
          <a:r>
            <a:t>n7256</a:t>
          </a:r>
        </a:p>
      </dgm:t>
    </dgm:pt>
    <dgm:pt modelId="7257">
      <dgm:t>
        <a:p>
          <a:r>
            <a:t>n7257</a:t>
          </a:r>
        </a:p>
      </dgm:t>
    </dgm:pt>
    <dgm:pt modelId="7258">
      <dgm:t>
        <a:p>
          <a:r>
            <a:t>n7258</a:t>
          </a:r>
        </a:p>
      </dgm:t>
    </dgm:pt>
    <dgm:pt modelId="7259">
      <dgm:t>
        <a:p>
          <a:r>
            <a:t>n7259</a:t>
          </a:r>
        </a:p>
      </dgm:t>
    </dgm:pt>
    <dgm:pt modelId="7260">
      <dgm:t>
        <a:p>
          <a:r>
            <a:t>n7260</a:t>
          </a:r>
        </a:p>
      </dgm:t>
    </dgm:pt>
    <dgm:pt modelId="7261">
      <dgm:t>
        <a:p>
          <a:r>
            <a:t>n7261</a:t>
          </a:r>
        </a:p>
      </dgm:t>
    </dgm:pt>
    <dgm:pt modelId="7262">
      <dgm:t>
        <a:p>
          <a:r>
            <a:t>n7262</a:t>
          </a:r>
        </a:p>
      </dgm:t>
    </dgm:pt>
    <dgm:pt modelId="7263">
      <dgm:t>
        <a:p>
          <a:r>
            <a:t>n7263</a:t>
          </a:r>
        </a:p>
      </dgm:t>
    </dgm:pt>
    <dgm:pt modelId="7264">
      <dgm:t>
        <a:p>
          <a:r>
            <a:t>n7264</a:t>
          </a:r>
        </a:p>
      </dgm:t>
    </dgm:pt>
    <dgm:pt modelId="7265">
      <dgm:t>
        <a:p>
          <a:r>
            <a:t>n7265</a:t>
          </a:r>
        </a:p>
      </dgm:t>
    </dgm:pt>
    <dgm:pt modelId="7266">
      <dgm:t>
        <a:p>
          <a:r>
            <a:t>n7266</a:t>
          </a:r>
        </a:p>
      </dgm:t>
    </dgm:pt>
    <dgm:pt modelId="7267">
      <dgm:t>
        <a:p>
          <a:r>
            <a:t>n7267</a:t>
          </a:r>
        </a:p>
      </dgm:t>
    </dgm:pt>
    <dgm:pt modelId="7268">
      <dgm:t>
        <a:p>
          <a:r>
            <a:t>n7268</a:t>
          </a:r>
        </a:p>
      </dgm:t>
    </dgm:pt>
    <dgm:pt modelId="7269">
      <dgm:t>
        <a:p>
          <a:r>
            <a:t>n7269</a:t>
          </a:r>
        </a:p>
      </dgm:t>
    </dgm:pt>
    <dgm:pt modelId="7270">
      <dgm:t>
        <a:p>
          <a:r>
            <a:t>n7270</a:t>
          </a:r>
        </a:p>
      </dgm:t>
    </dgm:pt>
    <dgm:pt modelId="7271">
      <dgm:t>
        <a:p>
          <a:r>
            <a:t>n7271</a:t>
          </a:r>
        </a:p>
      </dgm:t>
    </dgm:pt>
    <dgm:pt modelId="7272">
      <dgm:t>
        <a:p>
          <a:r>
            <a:t>n7272</a:t>
          </a:r>
        </a:p>
      </dgm:t>
    </dgm:pt>
    <dgm:pt modelId="7273">
      <dgm:t>
        <a:p>
          <a:r>
            <a:t>n7273</a:t>
          </a:r>
        </a:p>
      </dgm:t>
    </dgm:pt>
    <dgm:pt modelId="7274">
      <dgm:t>
        <a:p>
          <a:r>
            <a:t>n7274</a:t>
          </a:r>
        </a:p>
      </dgm:t>
    </dgm:pt>
    <dgm:pt modelId="7275">
      <dgm:t>
        <a:p>
          <a:r>
            <a:t>n7275</a:t>
          </a:r>
        </a:p>
      </dgm:t>
    </dgm:pt>
    <dgm:pt modelId="7276">
      <dgm:t>
        <a:p>
          <a:r>
            <a:t>n7276</a:t>
          </a:r>
        </a:p>
      </dgm:t>
    </dgm:pt>
    <dgm:pt modelId="7277">
      <dgm:t>
        <a:p>
          <a:r>
            <a:t>n7277</a:t>
          </a:r>
        </a:p>
      </dgm:t>
    </dgm:pt>
    <dgm:pt modelId="7278">
      <dgm:t>
        <a:p>
          <a:r>
            <a:t>n7278</a:t>
          </a:r>
        </a:p>
      </dgm:t>
    </dgm:pt>
    <dgm:pt modelId="7279">
      <dgm:t>
        <a:p>
          <a:r>
            <a:t>n7279</a:t>
          </a:r>
        </a:p>
      </dgm:t>
    </dgm:pt>
    <dgm:pt modelId="7280">
      <dgm:t>
        <a:p>
          <a:r>
            <a:t>n7280</a:t>
          </a:r>
        </a:p>
      </dgm:t>
    </dgm:pt>
    <dgm:pt modelId="7281">
      <dgm:t>
        <a:p>
          <a:r>
            <a:t>n7281</a:t>
          </a:r>
        </a:p>
      </dgm:t>
    </dgm:pt>
    <dgm:pt modelId="7282">
      <dgm:t>
        <a:p>
          <a:r>
            <a:t>n7282</a:t>
          </a:r>
        </a:p>
      </dgm:t>
    </dgm:pt>
    <dgm:pt modelId="7283">
      <dgm:t>
        <a:p>
          <a:r>
            <a:t>n7283</a:t>
          </a:r>
        </a:p>
      </dgm:t>
    </dgm:pt>
    <dgm:pt modelId="7284">
      <dgm:t>
        <a:p>
          <a:r>
            <a:t>n7284</a:t>
          </a:r>
        </a:p>
      </dgm:t>
    </dgm:pt>
    <dgm:pt modelId="7285">
      <dgm:t>
        <a:p>
          <a:r>
            <a:t>n7285</a:t>
          </a:r>
        </a:p>
      </dgm:t>
    </dgm:pt>
    <dgm:pt modelId="7286">
      <dgm:t>
        <a:p>
          <a:r>
            <a:t>n7286</a:t>
          </a:r>
        </a:p>
      </dgm:t>
    </dgm:pt>
    <dgm:pt modelId="7287">
      <dgm:t>
        <a:p>
          <a:r>
            <a:t>n7287</a:t>
          </a:r>
        </a:p>
      </dgm:t>
    </dgm:pt>
    <dgm:pt modelId="7288">
      <dgm:t>
        <a:p>
          <a:r>
            <a:t>n7288</a:t>
          </a:r>
        </a:p>
      </dgm:t>
    </dgm:pt>
    <dgm:pt modelId="7289">
      <dgm:t>
        <a:p>
          <a:r>
            <a:t>n7289</a:t>
          </a:r>
        </a:p>
      </dgm:t>
    </dgm:pt>
    <dgm:pt modelId="7290">
      <dgm:t>
        <a:p>
          <a:r>
            <a:t>n7290</a:t>
          </a:r>
        </a:p>
      </dgm:t>
    </dgm:pt>
    <dgm:pt modelId="7291">
      <dgm:t>
        <a:p>
          <a:r>
            <a:t>n7291</a:t>
          </a:r>
        </a:p>
      </dgm:t>
    </dgm:pt>
    <dgm:pt modelId="7292">
      <dgm:t>
        <a:p>
          <a:r>
            <a:t>n7292</a:t>
          </a:r>
        </a:p>
      </dgm:t>
    </dgm:pt>
    <dgm:pt modelId="7293">
      <dgm:t>
        <a:p>
          <a:r>
            <a:t>n7293</a:t>
          </a:r>
        </a:p>
      </dgm:t>
    </dgm:pt>
    <dgm:pt modelId="7294">
      <dgm:t>
        <a:p>
          <a:r>
            <a:t>n7294</a:t>
          </a:r>
        </a:p>
      </dgm:t>
    </dgm:pt>
    <dgm:pt modelId="7295">
      <dgm:t>
        <a:p>
          <a:r>
            <a:t>n7295</a:t>
          </a:r>
        </a:p>
      </dgm:t>
    </dgm:pt>
    <dgm:pt modelId="7296">
      <dgm:t>
        <a:p>
          <a:r>
            <a:t>n7296</a:t>
          </a:r>
        </a:p>
      </dgm:t>
    </dgm:pt>
    <dgm:pt modelId="7297">
      <dgm:t>
        <a:p>
          <a:r>
            <a:t>n7297</a:t>
          </a:r>
        </a:p>
      </dgm:t>
    </dgm:pt>
    <dgm:pt modelId="7298">
      <dgm:t>
        <a:p>
          <a:r>
            <a:t>n7298</a:t>
          </a:r>
        </a:p>
      </dgm:t>
    </dgm:pt>
    <dgm:pt modelId="7299">
      <dgm:t>
        <a:p>
          <a:r>
            <a:t>n7299</a:t>
          </a:r>
        </a:p>
      </dgm:t>
    </dgm:pt>
    <dgm:pt modelId="7300">
      <dgm:t>
        <a:p>
          <a:r>
            <a:t>n7300</a:t>
          </a:r>
        </a:p>
      </dgm:t>
    </dgm:pt>
    <dgm:pt modelId="7301">
      <dgm:t>
        <a:p>
          <a:r>
            <a:t>n7301</a:t>
          </a:r>
        </a:p>
      </dgm:t>
    </dgm:pt>
    <dgm:pt modelId="7302">
      <dgm:t>
        <a:p>
          <a:r>
            <a:t>n7302</a:t>
          </a:r>
        </a:p>
      </dgm:t>
    </dgm:pt>
    <dgm:pt modelId="7303">
      <dgm:t>
        <a:p>
          <a:r>
            <a:t>n7303</a:t>
          </a:r>
        </a:p>
      </dgm:t>
    </dgm:pt>
    <dgm:pt modelId="7304">
      <dgm:t>
        <a:p>
          <a:r>
            <a:t>n7304</a:t>
          </a:r>
        </a:p>
      </dgm:t>
    </dgm:pt>
    <dgm:pt modelId="7305">
      <dgm:t>
        <a:p>
          <a:r>
            <a:t>n7305</a:t>
          </a:r>
        </a:p>
      </dgm:t>
    </dgm:pt>
    <dgm:pt modelId="7306">
      <dgm:t>
        <a:p>
          <a:r>
            <a:t>n7306</a:t>
          </a:r>
        </a:p>
      </dgm:t>
    </dgm:pt>
    <dgm:pt modelId="7307">
      <dgm:t>
        <a:p>
          <a:r>
            <a:t>n7307</a:t>
          </a:r>
        </a:p>
      </dgm:t>
    </dgm:pt>
    <dgm:pt modelId="7308">
      <dgm:t>
        <a:p>
          <a:r>
            <a:t>n7308</a:t>
          </a:r>
        </a:p>
      </dgm:t>
    </dgm:pt>
    <dgm:pt modelId="7309">
      <dgm:t>
        <a:p>
          <a:r>
            <a:t>n7309</a:t>
          </a:r>
        </a:p>
      </dgm:t>
    </dgm:pt>
    <dgm:pt modelId="7310">
      <dgm:t>
        <a:p>
          <a:r>
            <a:t>n7310</a:t>
          </a:r>
        </a:p>
      </dgm:t>
    </dgm:pt>
    <dgm:pt modelId="7311">
      <dgm:t>
        <a:p>
          <a:r>
            <a:t>n7311</a:t>
          </a:r>
        </a:p>
      </dgm:t>
    </dgm:pt>
    <dgm:pt modelId="7312">
      <dgm:t>
        <a:p>
          <a:r>
            <a:t>n7312</a:t>
          </a:r>
        </a:p>
      </dgm:t>
    </dgm:pt>
    <dgm:pt modelId="7313">
      <dgm:t>
        <a:p>
          <a:r>
            <a:t>n7313</a:t>
          </a:r>
        </a:p>
      </dgm:t>
    </dgm:pt>
    <dgm:pt modelId="7314">
      <dgm:t>
        <a:p>
          <a:r>
            <a:t>n7314</a:t>
          </a:r>
        </a:p>
      </dgm:t>
    </dgm:pt>
    <dgm:pt modelId="7315">
      <dgm:t>
        <a:p>
          <a:r>
            <a:t>n7315</a:t>
          </a:r>
        </a:p>
      </dgm:t>
    </dgm:pt>
    <dgm:pt modelId="7316">
      <dgm:t>
        <a:p>
          <a:r>
            <a:t>n7316</a:t>
          </a:r>
        </a:p>
      </dgm:t>
    </dgm:pt>
    <dgm:pt modelId="7317">
      <dgm:t>
        <a:p>
          <a:r>
            <a:t>n7317</a:t>
          </a:r>
        </a:p>
      </dgm:t>
    </dgm:pt>
    <dgm:pt modelId="7318">
      <dgm:t>
        <a:p>
          <a:r>
            <a:t>n7318</a:t>
          </a:r>
        </a:p>
      </dgm:t>
    </dgm:pt>
    <dgm:pt modelId="7319">
      <dgm:t>
        <a:p>
          <a:r>
            <a:t>n7319</a:t>
          </a:r>
        </a:p>
      </dgm:t>
    </dgm:pt>
    <dgm:pt modelId="7320">
      <dgm:t>
        <a:p>
          <a:r>
            <a:t>n7320</a:t>
          </a:r>
        </a:p>
      </dgm:t>
    </dgm:pt>
    <dgm:pt modelId="7321">
      <dgm:t>
        <a:p>
          <a:r>
            <a:t>n7321</a:t>
          </a:r>
        </a:p>
      </dgm:t>
    </dgm:pt>
    <dgm:pt modelId="7322">
      <dgm:t>
        <a:p>
          <a:r>
            <a:t>n7322</a:t>
          </a:r>
        </a:p>
      </dgm:t>
    </dgm:pt>
    <dgm:pt modelId="7323">
      <dgm:t>
        <a:p>
          <a:r>
            <a:t>n7323</a:t>
          </a:r>
        </a:p>
      </dgm:t>
    </dgm:pt>
    <dgm:pt modelId="7324">
      <dgm:t>
        <a:p>
          <a:r>
            <a:t>n7324</a:t>
          </a:r>
        </a:p>
      </dgm:t>
    </dgm:pt>
    <dgm:pt modelId="7325">
      <dgm:t>
        <a:p>
          <a:r>
            <a:t>n7325</a:t>
          </a:r>
        </a:p>
      </dgm:t>
    </dgm:pt>
    <dgm:pt modelId="7326">
      <dgm:t>
        <a:p>
          <a:r>
            <a:t>n7326</a:t>
          </a:r>
        </a:p>
      </dgm:t>
    </dgm:pt>
    <dgm:pt modelId="7327">
      <dgm:t>
        <a:p>
          <a:r>
            <a:t>n7327</a:t>
          </a:r>
        </a:p>
      </dgm:t>
    </dgm:pt>
    <dgm:pt modelId="7328">
      <dgm:t>
        <a:p>
          <a:r>
            <a:t>n7328</a:t>
          </a:r>
        </a:p>
      </dgm:t>
    </dgm:pt>
    <dgm:pt modelId="7329">
      <dgm:t>
        <a:p>
          <a:r>
            <a:t>n7329</a:t>
          </a:r>
        </a:p>
      </dgm:t>
    </dgm:pt>
    <dgm:pt modelId="7330">
      <dgm:t>
        <a:p>
          <a:r>
            <a:t>n7330</a:t>
          </a:r>
        </a:p>
      </dgm:t>
    </dgm:pt>
    <dgm:pt modelId="7331">
      <dgm:t>
        <a:p>
          <a:r>
            <a:t>n7331</a:t>
          </a:r>
        </a:p>
      </dgm:t>
    </dgm:pt>
    <dgm:pt modelId="7332">
      <dgm:t>
        <a:p>
          <a:r>
            <a:t>n7332</a:t>
          </a:r>
        </a:p>
      </dgm:t>
    </dgm:pt>
    <dgm:pt modelId="7333">
      <dgm:t>
        <a:p>
          <a:r>
            <a:t>n7333</a:t>
          </a:r>
        </a:p>
      </dgm:t>
    </dgm:pt>
    <dgm:pt modelId="7334">
      <dgm:t>
        <a:p>
          <a:r>
            <a:t>n7334</a:t>
          </a:r>
        </a:p>
      </dgm:t>
    </dgm:pt>
    <dgm:pt modelId="7335">
      <dgm:t>
        <a:p>
          <a:r>
            <a:t>n7335</a:t>
          </a:r>
        </a:p>
      </dgm:t>
    </dgm:pt>
    <dgm:pt modelId="7336">
      <dgm:t>
        <a:p>
          <a:r>
            <a:t>n7336</a:t>
          </a:r>
        </a:p>
      </dgm:t>
    </dgm:pt>
    <dgm:pt modelId="7337">
      <dgm:t>
        <a:p>
          <a:r>
            <a:t>n7337</a:t>
          </a:r>
        </a:p>
      </dgm:t>
    </dgm:pt>
    <dgm:pt modelId="7338">
      <dgm:t>
        <a:p>
          <a:r>
            <a:t>n7338</a:t>
          </a:r>
        </a:p>
      </dgm:t>
    </dgm:pt>
    <dgm:pt modelId="7339">
      <dgm:t>
        <a:p>
          <a:r>
            <a:t>n7339</a:t>
          </a:r>
        </a:p>
      </dgm:t>
    </dgm:pt>
    <dgm:pt modelId="7340">
      <dgm:t>
        <a:p>
          <a:r>
            <a:t>n7340</a:t>
          </a:r>
        </a:p>
      </dgm:t>
    </dgm:pt>
    <dgm:pt modelId="7341">
      <dgm:t>
        <a:p>
          <a:r>
            <a:t>n7341</a:t>
          </a:r>
        </a:p>
      </dgm:t>
    </dgm:pt>
    <dgm:pt modelId="7342">
      <dgm:t>
        <a:p>
          <a:r>
            <a:t>n7342</a:t>
          </a:r>
        </a:p>
      </dgm:t>
    </dgm:pt>
    <dgm:pt modelId="7343">
      <dgm:t>
        <a:p>
          <a:r>
            <a:t>n7343</a:t>
          </a:r>
        </a:p>
      </dgm:t>
    </dgm:pt>
    <dgm:pt modelId="7344">
      <dgm:t>
        <a:p>
          <a:r>
            <a:t>n7344</a:t>
          </a:r>
        </a:p>
      </dgm:t>
    </dgm:pt>
    <dgm:pt modelId="7345">
      <dgm:t>
        <a:p>
          <a:r>
            <a:t>n7345</a:t>
          </a:r>
        </a:p>
      </dgm:t>
    </dgm:pt>
    <dgm:pt modelId="7346">
      <dgm:t>
        <a:p>
          <a:r>
            <a:t>n7346</a:t>
          </a:r>
        </a:p>
      </dgm:t>
    </dgm:pt>
    <dgm:pt modelId="7347">
      <dgm:t>
        <a:p>
          <a:r>
            <a:t>n7347</a:t>
          </a:r>
        </a:p>
      </dgm:t>
    </dgm:pt>
    <dgm:pt modelId="7348">
      <dgm:t>
        <a:p>
          <a:r>
            <a:t>n7348</a:t>
          </a:r>
        </a:p>
      </dgm:t>
    </dgm:pt>
    <dgm:pt modelId="7349">
      <dgm:t>
        <a:p>
          <a:r>
            <a:t>n7349</a:t>
          </a:r>
        </a:p>
      </dgm:t>
    </dgm:pt>
    <dgm:pt modelId="7350">
      <dgm:t>
        <a:p>
          <a:r>
            <a:t>n7350</a:t>
          </a:r>
        </a:p>
      </dgm:t>
    </dgm:pt>
    <dgm:pt modelId="7351">
      <dgm:t>
        <a:p>
          <a:r>
            <a:t>n7351</a:t>
          </a:r>
        </a:p>
      </dgm:t>
    </dgm:pt>
    <dgm:pt modelId="7352">
      <dgm:t>
        <a:p>
          <a:r>
            <a:t>n7352</a:t>
          </a:r>
        </a:p>
      </dgm:t>
    </dgm:pt>
    <dgm:pt modelId="7353">
      <dgm:t>
        <a:p>
          <a:r>
            <a:t>n7353</a:t>
          </a:r>
        </a:p>
      </dgm:t>
    </dgm:pt>
    <dgm:pt modelId="7354">
      <dgm:t>
        <a:p>
          <a:r>
            <a:t>n7354</a:t>
          </a:r>
        </a:p>
      </dgm:t>
    </dgm:pt>
    <dgm:pt modelId="7355">
      <dgm:t>
        <a:p>
          <a:r>
            <a:t>n7355</a:t>
          </a:r>
        </a:p>
      </dgm:t>
    </dgm:pt>
    <dgm:pt modelId="7356">
      <dgm:t>
        <a:p>
          <a:r>
            <a:t>n7356</a:t>
          </a:r>
        </a:p>
      </dgm:t>
    </dgm:pt>
    <dgm:pt modelId="7357">
      <dgm:t>
        <a:p>
          <a:r>
            <a:t>n7357</a:t>
          </a:r>
        </a:p>
      </dgm:t>
    </dgm:pt>
    <dgm:pt modelId="7358">
      <dgm:t>
        <a:p>
          <a:r>
            <a:t>n7358</a:t>
          </a:r>
        </a:p>
      </dgm:t>
    </dgm:pt>
    <dgm:pt modelId="7359">
      <dgm:t>
        <a:p>
          <a:r>
            <a:t>n7359</a:t>
          </a:r>
        </a:p>
      </dgm:t>
    </dgm:pt>
    <dgm:pt modelId="7360">
      <dgm:t>
        <a:p>
          <a:r>
            <a:t>n7360</a:t>
          </a:r>
        </a:p>
      </dgm:t>
    </dgm:pt>
    <dgm:pt modelId="7361">
      <dgm:t>
        <a:p>
          <a:r>
            <a:t>n7361</a:t>
          </a:r>
        </a:p>
      </dgm:t>
    </dgm:pt>
    <dgm:pt modelId="7362">
      <dgm:t>
        <a:p>
          <a:r>
            <a:t>n7362</a:t>
          </a:r>
        </a:p>
      </dgm:t>
    </dgm:pt>
    <dgm:pt modelId="7363">
      <dgm:t>
        <a:p>
          <a:r>
            <a:t>n7363</a:t>
          </a:r>
        </a:p>
      </dgm:t>
    </dgm:pt>
    <dgm:pt modelId="7364">
      <dgm:t>
        <a:p>
          <a:r>
            <a:t>n7364</a:t>
          </a:r>
        </a:p>
      </dgm:t>
    </dgm:pt>
    <dgm:pt modelId="7365">
      <dgm:t>
        <a:p>
          <a:r>
            <a:t>n7365</a:t>
          </a:r>
        </a:p>
      </dgm:t>
    </dgm:pt>
    <dgm:pt modelId="7366">
      <dgm:t>
        <a:p>
          <a:r>
            <a:t>n7366</a:t>
          </a:r>
        </a:p>
      </dgm:t>
    </dgm:pt>
    <dgm:pt modelId="7367">
      <dgm:t>
        <a:p>
          <a:r>
            <a:t>n7367</a:t>
          </a:r>
        </a:p>
      </dgm:t>
    </dgm:pt>
    <dgm:pt modelId="7368">
      <dgm:t>
        <a:p>
          <a:r>
            <a:t>n7368</a:t>
          </a:r>
        </a:p>
      </dgm:t>
    </dgm:pt>
    <dgm:pt modelId="7369">
      <dgm:t>
        <a:p>
          <a:r>
            <a:t>n7369</a:t>
          </a:r>
        </a:p>
      </dgm:t>
    </dgm:pt>
    <dgm:pt modelId="7370">
      <dgm:t>
        <a:p>
          <a:r>
            <a:t>n7370</a:t>
          </a:r>
        </a:p>
      </dgm:t>
    </dgm:pt>
    <dgm:pt modelId="7371">
      <dgm:t>
        <a:p>
          <a:r>
            <a:t>n7371</a:t>
          </a:r>
        </a:p>
      </dgm:t>
    </dgm:pt>
    <dgm:pt modelId="7372">
      <dgm:t>
        <a:p>
          <a:r>
            <a:t>n7372</a:t>
          </a:r>
        </a:p>
      </dgm:t>
    </dgm:pt>
    <dgm:pt modelId="7373">
      <dgm:t>
        <a:p>
          <a:r>
            <a:t>n7373</a:t>
          </a:r>
        </a:p>
      </dgm:t>
    </dgm:pt>
    <dgm:pt modelId="7374">
      <dgm:t>
        <a:p>
          <a:r>
            <a:t>n7374</a:t>
          </a:r>
        </a:p>
      </dgm:t>
    </dgm:pt>
    <dgm:pt modelId="7375">
      <dgm:t>
        <a:p>
          <a:r>
            <a:t>n7375</a:t>
          </a:r>
        </a:p>
      </dgm:t>
    </dgm:pt>
    <dgm:pt modelId="7376">
      <dgm:t>
        <a:p>
          <a:r>
            <a:t>n7376</a:t>
          </a:r>
        </a:p>
      </dgm:t>
    </dgm:pt>
    <dgm:pt modelId="7377">
      <dgm:t>
        <a:p>
          <a:r>
            <a:t>n7377</a:t>
          </a:r>
        </a:p>
      </dgm:t>
    </dgm:pt>
    <dgm:pt modelId="7378">
      <dgm:t>
        <a:p>
          <a:r>
            <a:t>n7378</a:t>
          </a:r>
        </a:p>
      </dgm:t>
    </dgm:pt>
    <dgm:pt modelId="7379">
      <dgm:t>
        <a:p>
          <a:r>
            <a:t>n7379</a:t>
          </a:r>
        </a:p>
      </dgm:t>
    </dgm:pt>
    <dgm:pt modelId="7380">
      <dgm:t>
        <a:p>
          <a:r>
            <a:t>n7380</a:t>
          </a:r>
        </a:p>
      </dgm:t>
    </dgm:pt>
    <dgm:pt modelId="7381">
      <dgm:t>
        <a:p>
          <a:r>
            <a:t>n7381</a:t>
          </a:r>
        </a:p>
      </dgm:t>
    </dgm:pt>
    <dgm:pt modelId="7382">
      <dgm:t>
        <a:p>
          <a:r>
            <a:t>n7382</a:t>
          </a:r>
        </a:p>
      </dgm:t>
    </dgm:pt>
    <dgm:pt modelId="7383">
      <dgm:t>
        <a:p>
          <a:r>
            <a:t>n7383</a:t>
          </a:r>
        </a:p>
      </dgm:t>
    </dgm:pt>
    <dgm:pt modelId="7384">
      <dgm:t>
        <a:p>
          <a:r>
            <a:t>n7384</a:t>
          </a:r>
        </a:p>
      </dgm:t>
    </dgm:pt>
    <dgm:pt modelId="7385">
      <dgm:t>
        <a:p>
          <a:r>
            <a:t>n7385</a:t>
          </a:r>
        </a:p>
      </dgm:t>
    </dgm:pt>
    <dgm:pt modelId="7386">
      <dgm:t>
        <a:p>
          <a:r>
            <a:t>n7386</a:t>
          </a:r>
        </a:p>
      </dgm:t>
    </dgm:pt>
    <dgm:pt modelId="7387">
      <dgm:t>
        <a:p>
          <a:r>
            <a:t>n7387</a:t>
          </a:r>
        </a:p>
      </dgm:t>
    </dgm:pt>
    <dgm:pt modelId="7388">
      <dgm:t>
        <a:p>
          <a:r>
            <a:t>n7388</a:t>
          </a:r>
        </a:p>
      </dgm:t>
    </dgm:pt>
    <dgm:pt modelId="7389">
      <dgm:t>
        <a:p>
          <a:r>
            <a:t>n7389</a:t>
          </a:r>
        </a:p>
      </dgm:t>
    </dgm:pt>
    <dgm:pt modelId="7390">
      <dgm:t>
        <a:p>
          <a:r>
            <a:t>n7390</a:t>
          </a:r>
        </a:p>
      </dgm:t>
    </dgm:pt>
    <dgm:pt modelId="7391">
      <dgm:t>
        <a:p>
          <a:r>
            <a:t>n7391</a:t>
          </a:r>
        </a:p>
      </dgm:t>
    </dgm:pt>
    <dgm:pt modelId="7392">
      <dgm:t>
        <a:p>
          <a:r>
            <a:t>n7392</a:t>
          </a:r>
        </a:p>
      </dgm:t>
    </dgm:pt>
    <dgm:pt modelId="7393">
      <dgm:t>
        <a:p>
          <a:r>
            <a:t>n7393</a:t>
          </a:r>
        </a:p>
      </dgm:t>
    </dgm:pt>
    <dgm:pt modelId="7394">
      <dgm:t>
        <a:p>
          <a:r>
            <a:t>n7394</a:t>
          </a:r>
        </a:p>
      </dgm:t>
    </dgm:pt>
    <dgm:pt modelId="7395">
      <dgm:t>
        <a:p>
          <a:r>
            <a:t>n7395</a:t>
          </a:r>
        </a:p>
      </dgm:t>
    </dgm:pt>
    <dgm:pt modelId="7396">
      <dgm:t>
        <a:p>
          <a:r>
            <a:t>n7396</a:t>
          </a:r>
        </a:p>
      </dgm:t>
    </dgm:pt>
    <dgm:pt modelId="7397">
      <dgm:t>
        <a:p>
          <a:r>
            <a:t>n7397</a:t>
          </a:r>
        </a:p>
      </dgm:t>
    </dgm:pt>
    <dgm:pt modelId="7398">
      <dgm:t>
        <a:p>
          <a:r>
            <a:t>n7398</a:t>
          </a:r>
        </a:p>
      </dgm:t>
    </dgm:pt>
    <dgm:pt modelId="7399">
      <dgm:t>
        <a:p>
          <a:r>
            <a:t>n7399</a:t>
          </a:r>
        </a:p>
      </dgm:t>
    </dgm:pt>
    <dgm:pt modelId="7400">
      <dgm:t>
        <a:p>
          <a:r>
            <a:t>n7400</a:t>
          </a:r>
        </a:p>
      </dgm:t>
    </dgm:pt>
    <dgm:pt modelId="7401">
      <dgm:t>
        <a:p>
          <a:r>
            <a:t>n7401</a:t>
          </a:r>
        </a:p>
      </dgm:t>
    </dgm:pt>
    <dgm:pt modelId="7402">
      <dgm:t>
        <a:p>
          <a:r>
            <a:t>n7402</a:t>
          </a:r>
        </a:p>
      </dgm:t>
    </dgm:pt>
    <dgm:pt modelId="7403">
      <dgm:t>
        <a:p>
          <a:r>
            <a:t>n7403</a:t>
          </a:r>
        </a:p>
      </dgm:t>
    </dgm:pt>
    <dgm:pt modelId="7404">
      <dgm:t>
        <a:p>
          <a:r>
            <a:t>n7404</a:t>
          </a:r>
        </a:p>
      </dgm:t>
    </dgm:pt>
    <dgm:pt modelId="7405">
      <dgm:t>
        <a:p>
          <a:r>
            <a:t>n7405</a:t>
          </a:r>
        </a:p>
      </dgm:t>
    </dgm:pt>
    <dgm:pt modelId="7406">
      <dgm:t>
        <a:p>
          <a:r>
            <a:t>n7406</a:t>
          </a:r>
        </a:p>
      </dgm:t>
    </dgm:pt>
    <dgm:pt modelId="7407">
      <dgm:t>
        <a:p>
          <a:r>
            <a:t>n7407</a:t>
          </a:r>
        </a:p>
      </dgm:t>
    </dgm:pt>
    <dgm:pt modelId="7408">
      <dgm:t>
        <a:p>
          <a:r>
            <a:t>n7408</a:t>
          </a:r>
        </a:p>
      </dgm:t>
    </dgm:pt>
    <dgm:pt modelId="7409">
      <dgm:t>
        <a:p>
          <a:r>
            <a:t>n7409</a:t>
          </a:r>
        </a:p>
      </dgm:t>
    </dgm:pt>
    <dgm:pt modelId="7410">
      <dgm:t>
        <a:p>
          <a:r>
            <a:t>n7410</a:t>
          </a:r>
        </a:p>
      </dgm:t>
    </dgm:pt>
    <dgm:pt modelId="7411">
      <dgm:t>
        <a:p>
          <a:r>
            <a:t>n7411</a:t>
          </a:r>
        </a:p>
      </dgm:t>
    </dgm:pt>
    <dgm:pt modelId="7412">
      <dgm:t>
        <a:p>
          <a:r>
            <a:t>n7412</a:t>
          </a:r>
        </a:p>
      </dgm:t>
    </dgm:pt>
    <dgm:pt modelId="7413">
      <dgm:t>
        <a:p>
          <a:r>
            <a:t>n7413</a:t>
          </a:r>
        </a:p>
      </dgm:t>
    </dgm:pt>
    <dgm:pt modelId="7414">
      <dgm:t>
        <a:p>
          <a:r>
            <a:t>n7414</a:t>
          </a:r>
        </a:p>
      </dgm:t>
    </dgm:pt>
    <dgm:pt modelId="7415">
      <dgm:t>
        <a:p>
          <a:r>
            <a:t>n7415</a:t>
          </a:r>
        </a:p>
      </dgm:t>
    </dgm:pt>
    <dgm:pt modelId="7416">
      <dgm:t>
        <a:p>
          <a:r>
            <a:t>n7416</a:t>
          </a:r>
        </a:p>
      </dgm:t>
    </dgm:pt>
    <dgm:pt modelId="7417">
      <dgm:t>
        <a:p>
          <a:r>
            <a:t>n7417</a:t>
          </a:r>
        </a:p>
      </dgm:t>
    </dgm:pt>
    <dgm:pt modelId="7418">
      <dgm:t>
        <a:p>
          <a:r>
            <a:t>n7418</a:t>
          </a:r>
        </a:p>
      </dgm:t>
    </dgm:pt>
    <dgm:pt modelId="7419">
      <dgm:t>
        <a:p>
          <a:r>
            <a:t>n7419</a:t>
          </a:r>
        </a:p>
      </dgm:t>
    </dgm:pt>
    <dgm:pt modelId="7420">
      <dgm:t>
        <a:p>
          <a:r>
            <a:t>n7420</a:t>
          </a:r>
        </a:p>
      </dgm:t>
    </dgm:pt>
    <dgm:pt modelId="7421">
      <dgm:t>
        <a:p>
          <a:r>
            <a:t>n7421</a:t>
          </a:r>
        </a:p>
      </dgm:t>
    </dgm:pt>
    <dgm:pt modelId="7422">
      <dgm:t>
        <a:p>
          <a:r>
            <a:t>n7422</a:t>
          </a:r>
        </a:p>
      </dgm:t>
    </dgm:pt>
    <dgm:pt modelId="7423">
      <dgm:t>
        <a:p>
          <a:r>
            <a:t>n7423</a:t>
          </a:r>
        </a:p>
      </dgm:t>
    </dgm:pt>
    <dgm:pt modelId="7424">
      <dgm:t>
        <a:p>
          <a:r>
            <a:t>n7424</a:t>
          </a:r>
        </a:p>
      </dgm:t>
    </dgm:pt>
    <dgm:pt modelId="7425">
      <dgm:t>
        <a:p>
          <a:r>
            <a:t>n7425</a:t>
          </a:r>
        </a:p>
      </dgm:t>
    </dgm:pt>
    <dgm:pt modelId="7426">
      <dgm:t>
        <a:p>
          <a:r>
            <a:t>n7426</a:t>
          </a:r>
        </a:p>
      </dgm:t>
    </dgm:pt>
    <dgm:pt modelId="7427">
      <dgm:t>
        <a:p>
          <a:r>
            <a:t>n7427</a:t>
          </a:r>
        </a:p>
      </dgm:t>
    </dgm:pt>
    <dgm:pt modelId="7428">
      <dgm:t>
        <a:p>
          <a:r>
            <a:t>n7428</a:t>
          </a:r>
        </a:p>
      </dgm:t>
    </dgm:pt>
    <dgm:pt modelId="7429">
      <dgm:t>
        <a:p>
          <a:r>
            <a:t>n7429</a:t>
          </a:r>
        </a:p>
      </dgm:t>
    </dgm:pt>
    <dgm:pt modelId="7430">
      <dgm:t>
        <a:p>
          <a:r>
            <a:t>n7430</a:t>
          </a:r>
        </a:p>
      </dgm:t>
    </dgm:pt>
    <dgm:pt modelId="7431">
      <dgm:t>
        <a:p>
          <a:r>
            <a:t>n7431</a:t>
          </a:r>
        </a:p>
      </dgm:t>
    </dgm:pt>
    <dgm:pt modelId="7432">
      <dgm:t>
        <a:p>
          <a:r>
            <a:t>n7432</a:t>
          </a:r>
        </a:p>
      </dgm:t>
    </dgm:pt>
    <dgm:pt modelId="7433">
      <dgm:t>
        <a:p>
          <a:r>
            <a:t>n7433</a:t>
          </a:r>
        </a:p>
      </dgm:t>
    </dgm:pt>
    <dgm:pt modelId="7434">
      <dgm:t>
        <a:p>
          <a:r>
            <a:t>n7434</a:t>
          </a:r>
        </a:p>
      </dgm:t>
    </dgm:pt>
    <dgm:pt modelId="7435">
      <dgm:t>
        <a:p>
          <a:r>
            <a:t>n7435</a:t>
          </a:r>
        </a:p>
      </dgm:t>
    </dgm:pt>
    <dgm:pt modelId="7436">
      <dgm:t>
        <a:p>
          <a:r>
            <a:t>n7436</a:t>
          </a:r>
        </a:p>
      </dgm:t>
    </dgm:pt>
    <dgm:pt modelId="7437">
      <dgm:t>
        <a:p>
          <a:r>
            <a:t>n7437</a:t>
          </a:r>
        </a:p>
      </dgm:t>
    </dgm:pt>
    <dgm:pt modelId="7438">
      <dgm:t>
        <a:p>
          <a:r>
            <a:t>n7438</a:t>
          </a:r>
        </a:p>
      </dgm:t>
    </dgm:pt>
    <dgm:pt modelId="7439">
      <dgm:t>
        <a:p>
          <a:r>
            <a:t>n7439</a:t>
          </a:r>
        </a:p>
      </dgm:t>
    </dgm:pt>
    <dgm:pt modelId="7440">
      <dgm:t>
        <a:p>
          <a:r>
            <a:t>n7440</a:t>
          </a:r>
        </a:p>
      </dgm:t>
    </dgm:pt>
    <dgm:pt modelId="7441">
      <dgm:t>
        <a:p>
          <a:r>
            <a:t>n7441</a:t>
          </a:r>
        </a:p>
      </dgm:t>
    </dgm:pt>
    <dgm:pt modelId="7442">
      <dgm:t>
        <a:p>
          <a:r>
            <a:t>n7442</a:t>
          </a:r>
        </a:p>
      </dgm:t>
    </dgm:pt>
    <dgm:pt modelId="7443">
      <dgm:t>
        <a:p>
          <a:r>
            <a:t>n7443</a:t>
          </a:r>
        </a:p>
      </dgm:t>
    </dgm:pt>
    <dgm:pt modelId="7444">
      <dgm:t>
        <a:p>
          <a:r>
            <a:t>n7444</a:t>
          </a:r>
        </a:p>
      </dgm:t>
    </dgm:pt>
    <dgm:pt modelId="7445">
      <dgm:t>
        <a:p>
          <a:r>
            <a:t>n7445</a:t>
          </a:r>
        </a:p>
      </dgm:t>
    </dgm:pt>
    <dgm:pt modelId="7446">
      <dgm:t>
        <a:p>
          <a:r>
            <a:t>n7446</a:t>
          </a:r>
        </a:p>
      </dgm:t>
    </dgm:pt>
    <dgm:pt modelId="7447">
      <dgm:t>
        <a:p>
          <a:r>
            <a:t>n7447</a:t>
          </a:r>
        </a:p>
      </dgm:t>
    </dgm:pt>
    <dgm:pt modelId="7448">
      <dgm:t>
        <a:p>
          <a:r>
            <a:t>n7448</a:t>
          </a:r>
        </a:p>
      </dgm:t>
    </dgm:pt>
    <dgm:pt modelId="7449">
      <dgm:t>
        <a:p>
          <a:r>
            <a:t>n7449</a:t>
          </a:r>
        </a:p>
      </dgm:t>
    </dgm:pt>
    <dgm:pt modelId="7450">
      <dgm:t>
        <a:p>
          <a:r>
            <a:t>n7450</a:t>
          </a:r>
        </a:p>
      </dgm:t>
    </dgm:pt>
    <dgm:pt modelId="7451">
      <dgm:t>
        <a:p>
          <a:r>
            <a:t>n7451</a:t>
          </a:r>
        </a:p>
      </dgm:t>
    </dgm:pt>
    <dgm:pt modelId="7452">
      <dgm:t>
        <a:p>
          <a:r>
            <a:t>n7452</a:t>
          </a:r>
        </a:p>
      </dgm:t>
    </dgm:pt>
    <dgm:pt modelId="7453">
      <dgm:t>
        <a:p>
          <a:r>
            <a:t>n7453</a:t>
          </a:r>
        </a:p>
      </dgm:t>
    </dgm:pt>
    <dgm:pt modelId="7454">
      <dgm:t>
        <a:p>
          <a:r>
            <a:t>n7454</a:t>
          </a:r>
        </a:p>
      </dgm:t>
    </dgm:pt>
    <dgm:pt modelId="7455">
      <dgm:t>
        <a:p>
          <a:r>
            <a:t>n7455</a:t>
          </a:r>
        </a:p>
      </dgm:t>
    </dgm:pt>
    <dgm:pt modelId="7456">
      <dgm:t>
        <a:p>
          <a:r>
            <a:t>n7456</a:t>
          </a:r>
        </a:p>
      </dgm:t>
    </dgm:pt>
    <dgm:pt modelId="7457">
      <dgm:t>
        <a:p>
          <a:r>
            <a:t>n7457</a:t>
          </a:r>
        </a:p>
      </dgm:t>
    </dgm:pt>
    <dgm:pt modelId="7458">
      <dgm:t>
        <a:p>
          <a:r>
            <a:t>n7458</a:t>
          </a:r>
        </a:p>
      </dgm:t>
    </dgm:pt>
    <dgm:pt modelId="7459">
      <dgm:t>
        <a:p>
          <a:r>
            <a:t>n7459</a:t>
          </a:r>
        </a:p>
      </dgm:t>
    </dgm:pt>
    <dgm:pt modelId="7460">
      <dgm:t>
        <a:p>
          <a:r>
            <a:t>n7460</a:t>
          </a:r>
        </a:p>
      </dgm:t>
    </dgm:pt>
    <dgm:pt modelId="7461">
      <dgm:t>
        <a:p>
          <a:r>
            <a:t>n7461</a:t>
          </a:r>
        </a:p>
      </dgm:t>
    </dgm:pt>
    <dgm:pt modelId="7462">
      <dgm:t>
        <a:p>
          <a:r>
            <a:t>n7462</a:t>
          </a:r>
        </a:p>
      </dgm:t>
    </dgm:pt>
    <dgm:pt modelId="7463">
      <dgm:t>
        <a:p>
          <a:r>
            <a:t>n7463</a:t>
          </a:r>
        </a:p>
      </dgm:t>
    </dgm:pt>
    <dgm:pt modelId="7464">
      <dgm:t>
        <a:p>
          <a:r>
            <a:t>n7464</a:t>
          </a:r>
        </a:p>
      </dgm:t>
    </dgm:pt>
    <dgm:pt modelId="7465">
      <dgm:t>
        <a:p>
          <a:r>
            <a:t>n7465</a:t>
          </a:r>
        </a:p>
      </dgm:t>
    </dgm:pt>
    <dgm:pt modelId="7466">
      <dgm:t>
        <a:p>
          <a:r>
            <a:t>n7466</a:t>
          </a:r>
        </a:p>
      </dgm:t>
    </dgm:pt>
    <dgm:pt modelId="7467">
      <dgm:t>
        <a:p>
          <a:r>
            <a:t>n7467</a:t>
          </a:r>
        </a:p>
      </dgm:t>
    </dgm:pt>
    <dgm:pt modelId="7468">
      <dgm:t>
        <a:p>
          <a:r>
            <a:t>n7468</a:t>
          </a:r>
        </a:p>
      </dgm:t>
    </dgm:pt>
    <dgm:pt modelId="7469">
      <dgm:t>
        <a:p>
          <a:r>
            <a:t>n7469</a:t>
          </a:r>
        </a:p>
      </dgm:t>
    </dgm:pt>
    <dgm:pt modelId="7470">
      <dgm:t>
        <a:p>
          <a:r>
            <a:t>n7470</a:t>
          </a:r>
        </a:p>
      </dgm:t>
    </dgm:pt>
    <dgm:pt modelId="7471">
      <dgm:t>
        <a:p>
          <a:r>
            <a:t>n7471</a:t>
          </a:r>
        </a:p>
      </dgm:t>
    </dgm:pt>
    <dgm:pt modelId="7472">
      <dgm:t>
        <a:p>
          <a:r>
            <a:t>n7472</a:t>
          </a:r>
        </a:p>
      </dgm:t>
    </dgm:pt>
    <dgm:pt modelId="7473">
      <dgm:t>
        <a:p>
          <a:r>
            <a:t>n7473</a:t>
          </a:r>
        </a:p>
      </dgm:t>
    </dgm:pt>
    <dgm:pt modelId="7474">
      <dgm:t>
        <a:p>
          <a:r>
            <a:t>n7474</a:t>
          </a:r>
        </a:p>
      </dgm:t>
    </dgm:pt>
    <dgm:pt modelId="7475">
      <dgm:t>
        <a:p>
          <a:r>
            <a:t>n7475</a:t>
          </a:r>
        </a:p>
      </dgm:t>
    </dgm:pt>
    <dgm:pt modelId="7476">
      <dgm:t>
        <a:p>
          <a:r>
            <a:t>n7476</a:t>
          </a:r>
        </a:p>
      </dgm:t>
    </dgm:pt>
    <dgm:pt modelId="7477">
      <dgm:t>
        <a:p>
          <a:r>
            <a:t>n7477</a:t>
          </a:r>
        </a:p>
      </dgm:t>
    </dgm:pt>
    <dgm:pt modelId="7478">
      <dgm:t>
        <a:p>
          <a:r>
            <a:t>n7478</a:t>
          </a:r>
        </a:p>
      </dgm:t>
    </dgm:pt>
    <dgm:pt modelId="7479">
      <dgm:t>
        <a:p>
          <a:r>
            <a:t>n7479</a:t>
          </a:r>
        </a:p>
      </dgm:t>
    </dgm:pt>
    <dgm:pt modelId="7480">
      <dgm:t>
        <a:p>
          <a:r>
            <a:t>n7480</a:t>
          </a:r>
        </a:p>
      </dgm:t>
    </dgm:pt>
    <dgm:pt modelId="7481">
      <dgm:t>
        <a:p>
          <a:r>
            <a:t>n7481</a:t>
          </a:r>
        </a:p>
      </dgm:t>
    </dgm:pt>
    <dgm:pt modelId="7482">
      <dgm:t>
        <a:p>
          <a:r>
            <a:t>n7482</a:t>
          </a:r>
        </a:p>
      </dgm:t>
    </dgm:pt>
    <dgm:pt modelId="7483">
      <dgm:t>
        <a:p>
          <a:r>
            <a:t>n7483</a:t>
          </a:r>
        </a:p>
      </dgm:t>
    </dgm:pt>
    <dgm:pt modelId="7484">
      <dgm:t>
        <a:p>
          <a:r>
            <a:t>n7484</a:t>
          </a:r>
        </a:p>
      </dgm:t>
    </dgm:pt>
    <dgm:pt modelId="7485">
      <dgm:t>
        <a:p>
          <a:r>
            <a:t>n7485</a:t>
          </a:r>
        </a:p>
      </dgm:t>
    </dgm:pt>
    <dgm:pt modelId="7486">
      <dgm:t>
        <a:p>
          <a:r>
            <a:t>n7486</a:t>
          </a:r>
        </a:p>
      </dgm:t>
    </dgm:pt>
    <dgm:pt modelId="7487">
      <dgm:t>
        <a:p>
          <a:r>
            <a:t>n7487</a:t>
          </a:r>
        </a:p>
      </dgm:t>
    </dgm:pt>
    <dgm:pt modelId="7488">
      <dgm:t>
        <a:p>
          <a:r>
            <a:t>n7488</a:t>
          </a:r>
        </a:p>
      </dgm:t>
    </dgm:pt>
    <dgm:pt modelId="7489">
      <dgm:t>
        <a:p>
          <a:r>
            <a:t>n7489</a:t>
          </a:r>
        </a:p>
      </dgm:t>
    </dgm:pt>
    <dgm:pt modelId="7490">
      <dgm:t>
        <a:p>
          <a:r>
            <a:t>n7490</a:t>
          </a:r>
        </a:p>
      </dgm:t>
    </dgm:pt>
    <dgm:pt modelId="7491">
      <dgm:t>
        <a:p>
          <a:r>
            <a:t>n7491</a:t>
          </a:r>
        </a:p>
      </dgm:t>
    </dgm:pt>
    <dgm:pt modelId="7492">
      <dgm:t>
        <a:p>
          <a:r>
            <a:t>n7492</a:t>
          </a:r>
        </a:p>
      </dgm:t>
    </dgm:pt>
    <dgm:pt modelId="7493">
      <dgm:t>
        <a:p>
          <a:r>
            <a:t>n7493</a:t>
          </a:r>
        </a:p>
      </dgm:t>
    </dgm:pt>
    <dgm:pt modelId="7494">
      <dgm:t>
        <a:p>
          <a:r>
            <a:t>n7494</a:t>
          </a:r>
        </a:p>
      </dgm:t>
    </dgm:pt>
    <dgm:pt modelId="7495">
      <dgm:t>
        <a:p>
          <a:r>
            <a:t>n7495</a:t>
          </a:r>
        </a:p>
      </dgm:t>
    </dgm:pt>
    <dgm:pt modelId="7496">
      <dgm:t>
        <a:p>
          <a:r>
            <a:t>n7496</a:t>
          </a:r>
        </a:p>
      </dgm:t>
    </dgm:pt>
    <dgm:pt modelId="7497">
      <dgm:t>
        <a:p>
          <a:r>
            <a:t>n7497</a:t>
          </a:r>
        </a:p>
      </dgm:t>
    </dgm:pt>
    <dgm:pt modelId="7498">
      <dgm:t>
        <a:p>
          <a:r>
            <a:t>n7498</a:t>
          </a:r>
        </a:p>
      </dgm:t>
    </dgm:pt>
    <dgm:pt modelId="7499">
      <dgm:t>
        <a:p>
          <a:r>
            <a:t>n7499</a:t>
          </a:r>
        </a:p>
      </dgm:t>
    </dgm:pt>
    <dgm:pt modelId="7500">
      <dgm:t>
        <a:p>
          <a:r>
            <a:t>n7500</a:t>
          </a:r>
        </a:p>
      </dgm:t>
    </dgm:pt>
    <dgm:pt modelId="7501">
      <dgm:t>
        <a:p>
          <a:r>
            <a:t>n7501</a:t>
          </a:r>
        </a:p>
      </dgm:t>
    </dgm:pt>
    <dgm:pt modelId="7502">
      <dgm:t>
        <a:p>
          <a:r>
            <a:t>n7502</a:t>
          </a:r>
        </a:p>
      </dgm:t>
    </dgm:pt>
    <dgm:pt modelId="7503">
      <dgm:t>
        <a:p>
          <a:r>
            <a:t>n7503</a:t>
          </a:r>
        </a:p>
      </dgm:t>
    </dgm:pt>
    <dgm:pt modelId="7504">
      <dgm:t>
        <a:p>
          <a:r>
            <a:t>n7504</a:t>
          </a:r>
        </a:p>
      </dgm:t>
    </dgm:pt>
    <dgm:pt modelId="7505">
      <dgm:t>
        <a:p>
          <a:r>
            <a:t>n7505</a:t>
          </a:r>
        </a:p>
      </dgm:t>
    </dgm:pt>
    <dgm:pt modelId="7506">
      <dgm:t>
        <a:p>
          <a:r>
            <a:t>n7506</a:t>
          </a:r>
        </a:p>
      </dgm:t>
    </dgm:pt>
    <dgm:pt modelId="7507">
      <dgm:t>
        <a:p>
          <a:r>
            <a:t>n7507</a:t>
          </a:r>
        </a:p>
      </dgm:t>
    </dgm:pt>
    <dgm:pt modelId="7508">
      <dgm:t>
        <a:p>
          <a:r>
            <a:t>n7508</a:t>
          </a:r>
        </a:p>
      </dgm:t>
    </dgm:pt>
    <dgm:pt modelId="7509">
      <dgm:t>
        <a:p>
          <a:r>
            <a:t>n7509</a:t>
          </a:r>
        </a:p>
      </dgm:t>
    </dgm:pt>
    <dgm:pt modelId="7510">
      <dgm:t>
        <a:p>
          <a:r>
            <a:t>n7510</a:t>
          </a:r>
        </a:p>
      </dgm:t>
    </dgm:pt>
    <dgm:pt modelId="7511">
      <dgm:t>
        <a:p>
          <a:r>
            <a:t>n7511</a:t>
          </a:r>
        </a:p>
      </dgm:t>
    </dgm:pt>
    <dgm:pt modelId="7512">
      <dgm:t>
        <a:p>
          <a:r>
            <a:t>n7512</a:t>
          </a:r>
        </a:p>
      </dgm:t>
    </dgm:pt>
    <dgm:pt modelId="7513">
      <dgm:t>
        <a:p>
          <a:r>
            <a:t>n7513</a:t>
          </a:r>
        </a:p>
      </dgm:t>
    </dgm:pt>
    <dgm:pt modelId="7514">
      <dgm:t>
        <a:p>
          <a:r>
            <a:t>n7514</a:t>
          </a:r>
        </a:p>
      </dgm:t>
    </dgm:pt>
    <dgm:pt modelId="7515">
      <dgm:t>
        <a:p>
          <a:r>
            <a:t>n7515</a:t>
          </a:r>
        </a:p>
      </dgm:t>
    </dgm:pt>
    <dgm:pt modelId="7516">
      <dgm:t>
        <a:p>
          <a:r>
            <a:t>n7516</a:t>
          </a:r>
        </a:p>
      </dgm:t>
    </dgm:pt>
    <dgm:pt modelId="7517">
      <dgm:t>
        <a:p>
          <a:r>
            <a:t>n7517</a:t>
          </a:r>
        </a:p>
      </dgm:t>
    </dgm:pt>
    <dgm:pt modelId="7518">
      <dgm:t>
        <a:p>
          <a:r>
            <a:t>n7518</a:t>
          </a:r>
        </a:p>
      </dgm:t>
    </dgm:pt>
    <dgm:pt modelId="7519">
      <dgm:t>
        <a:p>
          <a:r>
            <a:t>n7519</a:t>
          </a:r>
        </a:p>
      </dgm:t>
    </dgm:pt>
    <dgm:pt modelId="7520">
      <dgm:t>
        <a:p>
          <a:r>
            <a:t>n7520</a:t>
          </a:r>
        </a:p>
      </dgm:t>
    </dgm:pt>
    <dgm:pt modelId="7521">
      <dgm:t>
        <a:p>
          <a:r>
            <a:t>n7521</a:t>
          </a:r>
        </a:p>
      </dgm:t>
    </dgm:pt>
    <dgm:pt modelId="7522">
      <dgm:t>
        <a:p>
          <a:r>
            <a:t>n7522</a:t>
          </a:r>
        </a:p>
      </dgm:t>
    </dgm:pt>
    <dgm:pt modelId="7523">
      <dgm:t>
        <a:p>
          <a:r>
            <a:t>n7523</a:t>
          </a:r>
        </a:p>
      </dgm:t>
    </dgm:pt>
    <dgm:pt modelId="7524">
      <dgm:t>
        <a:p>
          <a:r>
            <a:t>n7524</a:t>
          </a:r>
        </a:p>
      </dgm:t>
    </dgm:pt>
    <dgm:pt modelId="7525">
      <dgm:t>
        <a:p>
          <a:r>
            <a:t>n7525</a:t>
          </a:r>
        </a:p>
      </dgm:t>
    </dgm:pt>
    <dgm:pt modelId="7526">
      <dgm:t>
        <a:p>
          <a:r>
            <a:t>n7526</a:t>
          </a:r>
        </a:p>
      </dgm:t>
    </dgm:pt>
    <dgm:pt modelId="7527">
      <dgm:t>
        <a:p>
          <a:r>
            <a:t>n7527</a:t>
          </a:r>
        </a:p>
      </dgm:t>
    </dgm:pt>
    <dgm:pt modelId="7528">
      <dgm:t>
        <a:p>
          <a:r>
            <a:t>n7528</a:t>
          </a:r>
        </a:p>
      </dgm:t>
    </dgm:pt>
    <dgm:pt modelId="7529">
      <dgm:t>
        <a:p>
          <a:r>
            <a:t>n7529</a:t>
          </a:r>
        </a:p>
      </dgm:t>
    </dgm:pt>
    <dgm:pt modelId="7530">
      <dgm:t>
        <a:p>
          <a:r>
            <a:t>n7530</a:t>
          </a:r>
        </a:p>
      </dgm:t>
    </dgm:pt>
    <dgm:pt modelId="7531">
      <dgm:t>
        <a:p>
          <a:r>
            <a:t>n7531</a:t>
          </a:r>
        </a:p>
      </dgm:t>
    </dgm:pt>
    <dgm:pt modelId="7532">
      <dgm:t>
        <a:p>
          <a:r>
            <a:t>n7532</a:t>
          </a:r>
        </a:p>
      </dgm:t>
    </dgm:pt>
    <dgm:pt modelId="7533">
      <dgm:t>
        <a:p>
          <a:r>
            <a:t>n7533</a:t>
          </a:r>
        </a:p>
      </dgm:t>
    </dgm:pt>
    <dgm:pt modelId="7534">
      <dgm:t>
        <a:p>
          <a:r>
            <a:t>n7534</a:t>
          </a:r>
        </a:p>
      </dgm:t>
    </dgm:pt>
    <dgm:pt modelId="7535">
      <dgm:t>
        <a:p>
          <a:r>
            <a:t>n7535</a:t>
          </a:r>
        </a:p>
      </dgm:t>
    </dgm:pt>
    <dgm:pt modelId="7536">
      <dgm:t>
        <a:p>
          <a:r>
            <a:t>n7536</a:t>
          </a:r>
        </a:p>
      </dgm:t>
    </dgm:pt>
    <dgm:pt modelId="7537">
      <dgm:t>
        <a:p>
          <a:r>
            <a:t>n7537</a:t>
          </a:r>
        </a:p>
      </dgm:t>
    </dgm:pt>
    <dgm:pt modelId="7538">
      <dgm:t>
        <a:p>
          <a:r>
            <a:t>n7538</a:t>
          </a:r>
        </a:p>
      </dgm:t>
    </dgm:pt>
    <dgm:pt modelId="7539">
      <dgm:t>
        <a:p>
          <a:r>
            <a:t>n7539</a:t>
          </a:r>
        </a:p>
      </dgm:t>
    </dgm:pt>
    <dgm:pt modelId="7540">
      <dgm:t>
        <a:p>
          <a:r>
            <a:t>n7540</a:t>
          </a:r>
        </a:p>
      </dgm:t>
    </dgm:pt>
    <dgm:pt modelId="7541">
      <dgm:t>
        <a:p>
          <a:r>
            <a:t>n7541</a:t>
          </a:r>
        </a:p>
      </dgm:t>
    </dgm:pt>
    <dgm:pt modelId="7542">
      <dgm:t>
        <a:p>
          <a:r>
            <a:t>n7542</a:t>
          </a:r>
        </a:p>
      </dgm:t>
    </dgm:pt>
    <dgm:pt modelId="7543">
      <dgm:t>
        <a:p>
          <a:r>
            <a:t>n7543</a:t>
          </a:r>
        </a:p>
      </dgm:t>
    </dgm:pt>
    <dgm:pt modelId="7544">
      <dgm:t>
        <a:p>
          <a:r>
            <a:t>n7544</a:t>
          </a:r>
        </a:p>
      </dgm:t>
    </dgm:pt>
    <dgm:pt modelId="7545">
      <dgm:t>
        <a:p>
          <a:r>
            <a:t>n7545</a:t>
          </a:r>
        </a:p>
      </dgm:t>
    </dgm:pt>
    <dgm:pt modelId="7546">
      <dgm:t>
        <a:p>
          <a:r>
            <a:t>n7546</a:t>
          </a:r>
        </a:p>
      </dgm:t>
    </dgm:pt>
    <dgm:pt modelId="7547">
      <dgm:t>
        <a:p>
          <a:r>
            <a:t>n7547</a:t>
          </a:r>
        </a:p>
      </dgm:t>
    </dgm:pt>
    <dgm:pt modelId="7548">
      <dgm:t>
        <a:p>
          <a:r>
            <a:t>n7548</a:t>
          </a:r>
        </a:p>
      </dgm:t>
    </dgm:pt>
    <dgm:pt modelId="7549">
      <dgm:t>
        <a:p>
          <a:r>
            <a:t>n7549</a:t>
          </a:r>
        </a:p>
      </dgm:t>
    </dgm:pt>
    <dgm:pt modelId="7550">
      <dgm:t>
        <a:p>
          <a:r>
            <a:t>n7550</a:t>
          </a:r>
        </a:p>
      </dgm:t>
    </dgm:pt>
    <dgm:pt modelId="7551">
      <dgm:t>
        <a:p>
          <a:r>
            <a:t>n7551</a:t>
          </a:r>
        </a:p>
      </dgm:t>
    </dgm:pt>
    <dgm:pt modelId="7552">
      <dgm:t>
        <a:p>
          <a:r>
            <a:t>n7552</a:t>
          </a:r>
        </a:p>
      </dgm:t>
    </dgm:pt>
    <dgm:pt modelId="7553">
      <dgm:t>
        <a:p>
          <a:r>
            <a:t>n7553</a:t>
          </a:r>
        </a:p>
      </dgm:t>
    </dgm:pt>
    <dgm:pt modelId="7554">
      <dgm:t>
        <a:p>
          <a:r>
            <a:t>n7554</a:t>
          </a:r>
        </a:p>
      </dgm:t>
    </dgm:pt>
    <dgm:pt modelId="7555">
      <dgm:t>
        <a:p>
          <a:r>
            <a:t>n7555</a:t>
          </a:r>
        </a:p>
      </dgm:t>
    </dgm:pt>
    <dgm:pt modelId="7556">
      <dgm:t>
        <a:p>
          <a:r>
            <a:t>n7556</a:t>
          </a:r>
        </a:p>
      </dgm:t>
    </dgm:pt>
    <dgm:pt modelId="7557">
      <dgm:t>
        <a:p>
          <a:r>
            <a:t>n7557</a:t>
          </a:r>
        </a:p>
      </dgm:t>
    </dgm:pt>
    <dgm:pt modelId="7558">
      <dgm:t>
        <a:p>
          <a:r>
            <a:t>n7558</a:t>
          </a:r>
        </a:p>
      </dgm:t>
    </dgm:pt>
    <dgm:pt modelId="7559">
      <dgm:t>
        <a:p>
          <a:r>
            <a:t>n7559</a:t>
          </a:r>
        </a:p>
      </dgm:t>
    </dgm:pt>
    <dgm:pt modelId="7560">
      <dgm:t>
        <a:p>
          <a:r>
            <a:t>n7560</a:t>
          </a:r>
        </a:p>
      </dgm:t>
    </dgm:pt>
    <dgm:pt modelId="7561">
      <dgm:t>
        <a:p>
          <a:r>
            <a:t>n7561</a:t>
          </a:r>
        </a:p>
      </dgm:t>
    </dgm:pt>
    <dgm:pt modelId="7562">
      <dgm:t>
        <a:p>
          <a:r>
            <a:t>n7562</a:t>
          </a:r>
        </a:p>
      </dgm:t>
    </dgm:pt>
    <dgm:pt modelId="7563">
      <dgm:t>
        <a:p>
          <a:r>
            <a:t>n7563</a:t>
          </a:r>
        </a:p>
      </dgm:t>
    </dgm:pt>
    <dgm:pt modelId="7564">
      <dgm:t>
        <a:p>
          <a:r>
            <a:t>n7564</a:t>
          </a:r>
        </a:p>
      </dgm:t>
    </dgm:pt>
    <dgm:pt modelId="7565">
      <dgm:t>
        <a:p>
          <a:r>
            <a:t>n7565</a:t>
          </a:r>
        </a:p>
      </dgm:t>
    </dgm:pt>
    <dgm:pt modelId="7566">
      <dgm:t>
        <a:p>
          <a:r>
            <a:t>n7566</a:t>
          </a:r>
        </a:p>
      </dgm:t>
    </dgm:pt>
    <dgm:pt modelId="7567">
      <dgm:t>
        <a:p>
          <a:r>
            <a:t>n7567</a:t>
          </a:r>
        </a:p>
      </dgm:t>
    </dgm:pt>
    <dgm:pt modelId="7568">
      <dgm:t>
        <a:p>
          <a:r>
            <a:t>n7568</a:t>
          </a:r>
        </a:p>
      </dgm:t>
    </dgm:pt>
    <dgm:pt modelId="7569">
      <dgm:t>
        <a:p>
          <a:r>
            <a:t>n7569</a:t>
          </a:r>
        </a:p>
      </dgm:t>
    </dgm:pt>
    <dgm:pt modelId="7570">
      <dgm:t>
        <a:p>
          <a:r>
            <a:t>n7570</a:t>
          </a:r>
        </a:p>
      </dgm:t>
    </dgm:pt>
    <dgm:pt modelId="7571">
      <dgm:t>
        <a:p>
          <a:r>
            <a:t>n7571</a:t>
          </a:r>
        </a:p>
      </dgm:t>
    </dgm:pt>
    <dgm:pt modelId="7572">
      <dgm:t>
        <a:p>
          <a:r>
            <a:t>n7572</a:t>
          </a:r>
        </a:p>
      </dgm:t>
    </dgm:pt>
    <dgm:pt modelId="7573">
      <dgm:t>
        <a:p>
          <a:r>
            <a:t>n7573</a:t>
          </a:r>
        </a:p>
      </dgm:t>
    </dgm:pt>
    <dgm:pt modelId="7574">
      <dgm:t>
        <a:p>
          <a:r>
            <a:t>n7574</a:t>
          </a:r>
        </a:p>
      </dgm:t>
    </dgm:pt>
    <dgm:pt modelId="7575">
      <dgm:t>
        <a:p>
          <a:r>
            <a:t>n7575</a:t>
          </a:r>
        </a:p>
      </dgm:t>
    </dgm:pt>
    <dgm:pt modelId="7576">
      <dgm:t>
        <a:p>
          <a:r>
            <a:t>n7576</a:t>
          </a:r>
        </a:p>
      </dgm:t>
    </dgm:pt>
    <dgm:pt modelId="7577">
      <dgm:t>
        <a:p>
          <a:r>
            <a:t>n7577</a:t>
          </a:r>
        </a:p>
      </dgm:t>
    </dgm:pt>
    <dgm:pt modelId="7578">
      <dgm:t>
        <a:p>
          <a:r>
            <a:t>n7578</a:t>
          </a:r>
        </a:p>
      </dgm:t>
    </dgm:pt>
    <dgm:pt modelId="7579">
      <dgm:t>
        <a:p>
          <a:r>
            <a:t>n7579</a:t>
          </a:r>
        </a:p>
      </dgm:t>
    </dgm:pt>
    <dgm:pt modelId="7580">
      <dgm:t>
        <a:p>
          <a:r>
            <a:t>n7580</a:t>
          </a:r>
        </a:p>
      </dgm:t>
    </dgm:pt>
    <dgm:pt modelId="7581">
      <dgm:t>
        <a:p>
          <a:r>
            <a:t>n7581</a:t>
          </a:r>
        </a:p>
      </dgm:t>
    </dgm:pt>
    <dgm:pt modelId="7582">
      <dgm:t>
        <a:p>
          <a:r>
            <a:t>n7582</a:t>
          </a:r>
        </a:p>
      </dgm:t>
    </dgm:pt>
    <dgm:pt modelId="7583">
      <dgm:t>
        <a:p>
          <a:r>
            <a:t>n7583</a:t>
          </a:r>
        </a:p>
      </dgm:t>
    </dgm:pt>
    <dgm:pt modelId="7584">
      <dgm:t>
        <a:p>
          <a:r>
            <a:t>n7584</a:t>
          </a:r>
        </a:p>
      </dgm:t>
    </dgm:pt>
    <dgm:pt modelId="7585">
      <dgm:t>
        <a:p>
          <a:r>
            <a:t>n7585</a:t>
          </a:r>
        </a:p>
      </dgm:t>
    </dgm:pt>
    <dgm:pt modelId="7586">
      <dgm:t>
        <a:p>
          <a:r>
            <a:t>n7586</a:t>
          </a:r>
        </a:p>
      </dgm:t>
    </dgm:pt>
    <dgm:pt modelId="7587">
      <dgm:t>
        <a:p>
          <a:r>
            <a:t>n7587</a:t>
          </a:r>
        </a:p>
      </dgm:t>
    </dgm:pt>
    <dgm:pt modelId="7588">
      <dgm:t>
        <a:p>
          <a:r>
            <a:t>n7588</a:t>
          </a:r>
        </a:p>
      </dgm:t>
    </dgm:pt>
    <dgm:pt modelId="7589">
      <dgm:t>
        <a:p>
          <a:r>
            <a:t>n7589</a:t>
          </a:r>
        </a:p>
      </dgm:t>
    </dgm:pt>
    <dgm:pt modelId="7590">
      <dgm:t>
        <a:p>
          <a:r>
            <a:t>n7590</a:t>
          </a:r>
        </a:p>
      </dgm:t>
    </dgm:pt>
    <dgm:pt modelId="7591">
      <dgm:t>
        <a:p>
          <a:r>
            <a:t>n7591</a:t>
          </a:r>
        </a:p>
      </dgm:t>
    </dgm:pt>
    <dgm:pt modelId="7592">
      <dgm:t>
        <a:p>
          <a:r>
            <a:t>n7592</a:t>
          </a:r>
        </a:p>
      </dgm:t>
    </dgm:pt>
    <dgm:pt modelId="7593">
      <dgm:t>
        <a:p>
          <a:r>
            <a:t>n7593</a:t>
          </a:r>
        </a:p>
      </dgm:t>
    </dgm:pt>
    <dgm:pt modelId="7594">
      <dgm:t>
        <a:p>
          <a:r>
            <a:t>n7594</a:t>
          </a:r>
        </a:p>
      </dgm:t>
    </dgm:pt>
    <dgm:pt modelId="7595">
      <dgm:t>
        <a:p>
          <a:r>
            <a:t>n7595</a:t>
          </a:r>
        </a:p>
      </dgm:t>
    </dgm:pt>
    <dgm:pt modelId="7596">
      <dgm:t>
        <a:p>
          <a:r>
            <a:t>n7596</a:t>
          </a:r>
        </a:p>
      </dgm:t>
    </dgm:pt>
    <dgm:pt modelId="7597">
      <dgm:t>
        <a:p>
          <a:r>
            <a:t>n7597</a:t>
          </a:r>
        </a:p>
      </dgm:t>
    </dgm:pt>
    <dgm:pt modelId="7598">
      <dgm:t>
        <a:p>
          <a:r>
            <a:t>n7598</a:t>
          </a:r>
        </a:p>
      </dgm:t>
    </dgm:pt>
    <dgm:pt modelId="7599">
      <dgm:t>
        <a:p>
          <a:r>
            <a:t>n7599</a:t>
          </a:r>
        </a:p>
      </dgm:t>
    </dgm:pt>
    <dgm:pt modelId="7600">
      <dgm:t>
        <a:p>
          <a:r>
            <a:t>n7600</a:t>
          </a:r>
        </a:p>
      </dgm:t>
    </dgm:pt>
    <dgm:pt modelId="7601">
      <dgm:t>
        <a:p>
          <a:r>
            <a:t>n7601</a:t>
          </a:r>
        </a:p>
      </dgm:t>
    </dgm:pt>
    <dgm:pt modelId="7602">
      <dgm:t>
        <a:p>
          <a:r>
            <a:t>n7602</a:t>
          </a:r>
        </a:p>
      </dgm:t>
    </dgm:pt>
    <dgm:pt modelId="7603">
      <dgm:t>
        <a:p>
          <a:r>
            <a:t>n7603</a:t>
          </a:r>
        </a:p>
      </dgm:t>
    </dgm:pt>
    <dgm:pt modelId="7604">
      <dgm:t>
        <a:p>
          <a:r>
            <a:t>n7604</a:t>
          </a:r>
        </a:p>
      </dgm:t>
    </dgm:pt>
    <dgm:pt modelId="7605">
      <dgm:t>
        <a:p>
          <a:r>
            <a:t>n7605</a:t>
          </a:r>
        </a:p>
      </dgm:t>
    </dgm:pt>
    <dgm:pt modelId="7606">
      <dgm:t>
        <a:p>
          <a:r>
            <a:t>n7606</a:t>
          </a:r>
        </a:p>
      </dgm:t>
    </dgm:pt>
    <dgm:pt modelId="7607">
      <dgm:t>
        <a:p>
          <a:r>
            <a:t>n7607</a:t>
          </a:r>
        </a:p>
      </dgm:t>
    </dgm:pt>
    <dgm:pt modelId="7608">
      <dgm:t>
        <a:p>
          <a:r>
            <a:t>n7608</a:t>
          </a:r>
        </a:p>
      </dgm:t>
    </dgm:pt>
    <dgm:pt modelId="7609">
      <dgm:t>
        <a:p>
          <a:r>
            <a:t>n7609</a:t>
          </a:r>
        </a:p>
      </dgm:t>
    </dgm:pt>
    <dgm:pt modelId="7610">
      <dgm:t>
        <a:p>
          <a:r>
            <a:t>n7610</a:t>
          </a:r>
        </a:p>
      </dgm:t>
    </dgm:pt>
    <dgm:pt modelId="7611">
      <dgm:t>
        <a:p>
          <a:r>
            <a:t>n7611</a:t>
          </a:r>
        </a:p>
      </dgm:t>
    </dgm:pt>
    <dgm:pt modelId="7612">
      <dgm:t>
        <a:p>
          <a:r>
            <a:t>n7612</a:t>
          </a:r>
        </a:p>
      </dgm:t>
    </dgm:pt>
    <dgm:pt modelId="7613">
      <dgm:t>
        <a:p>
          <a:r>
            <a:t>n7613</a:t>
          </a:r>
        </a:p>
      </dgm:t>
    </dgm:pt>
    <dgm:pt modelId="7614">
      <dgm:t>
        <a:p>
          <a:r>
            <a:t>n7614</a:t>
          </a:r>
        </a:p>
      </dgm:t>
    </dgm:pt>
    <dgm:pt modelId="7615">
      <dgm:t>
        <a:p>
          <a:r>
            <a:t>n7615</a:t>
          </a:r>
        </a:p>
      </dgm:t>
    </dgm:pt>
    <dgm:pt modelId="7616">
      <dgm:t>
        <a:p>
          <a:r>
            <a:t>n7616</a:t>
          </a:r>
        </a:p>
      </dgm:t>
    </dgm:pt>
    <dgm:pt modelId="7617">
      <dgm:t>
        <a:p>
          <a:r>
            <a:t>n7617</a:t>
          </a:r>
        </a:p>
      </dgm:t>
    </dgm:pt>
    <dgm:pt modelId="7618">
      <dgm:t>
        <a:p>
          <a:r>
            <a:t>n7618</a:t>
          </a:r>
        </a:p>
      </dgm:t>
    </dgm:pt>
    <dgm:pt modelId="7619">
      <dgm:t>
        <a:p>
          <a:r>
            <a:t>n7619</a:t>
          </a:r>
        </a:p>
      </dgm:t>
    </dgm:pt>
    <dgm:pt modelId="7620">
      <dgm:t>
        <a:p>
          <a:r>
            <a:t>n7620</a:t>
          </a:r>
        </a:p>
      </dgm:t>
    </dgm:pt>
    <dgm:pt modelId="7621">
      <dgm:t>
        <a:p>
          <a:r>
            <a:t>n7621</a:t>
          </a:r>
        </a:p>
      </dgm:t>
    </dgm:pt>
    <dgm:pt modelId="7622">
      <dgm:t>
        <a:p>
          <a:r>
            <a:t>n7622</a:t>
          </a:r>
        </a:p>
      </dgm:t>
    </dgm:pt>
    <dgm:pt modelId="7623">
      <dgm:t>
        <a:p>
          <a:r>
            <a:t>n7623</a:t>
          </a:r>
        </a:p>
      </dgm:t>
    </dgm:pt>
    <dgm:pt modelId="7624">
      <dgm:t>
        <a:p>
          <a:r>
            <a:t>n7624</a:t>
          </a:r>
        </a:p>
      </dgm:t>
    </dgm:pt>
    <dgm:pt modelId="7625">
      <dgm:t>
        <a:p>
          <a:r>
            <a:t>n7625</a:t>
          </a:r>
        </a:p>
      </dgm:t>
    </dgm:pt>
    <dgm:pt modelId="7626">
      <dgm:t>
        <a:p>
          <a:r>
            <a:t>n7626</a:t>
          </a:r>
        </a:p>
      </dgm:t>
    </dgm:pt>
    <dgm:pt modelId="7627">
      <dgm:t>
        <a:p>
          <a:r>
            <a:t>n7627</a:t>
          </a:r>
        </a:p>
      </dgm:t>
    </dgm:pt>
    <dgm:pt modelId="7628">
      <dgm:t>
        <a:p>
          <a:r>
            <a:t>n7628</a:t>
          </a:r>
        </a:p>
      </dgm:t>
    </dgm:pt>
    <dgm:pt modelId="7629">
      <dgm:t>
        <a:p>
          <a:r>
            <a:t>n7629</a:t>
          </a:r>
        </a:p>
      </dgm:t>
    </dgm:pt>
    <dgm:pt modelId="7630">
      <dgm:t>
        <a:p>
          <a:r>
            <a:t>n7630</a:t>
          </a:r>
        </a:p>
      </dgm:t>
    </dgm:pt>
    <dgm:pt modelId="7631">
      <dgm:t>
        <a:p>
          <a:r>
            <a:t>n7631</a:t>
          </a:r>
        </a:p>
      </dgm:t>
    </dgm:pt>
    <dgm:pt modelId="7632">
      <dgm:t>
        <a:p>
          <a:r>
            <a:t>n7632</a:t>
          </a:r>
        </a:p>
      </dgm:t>
    </dgm:pt>
    <dgm:pt modelId="7633">
      <dgm:t>
        <a:p>
          <a:r>
            <a:t>n7633</a:t>
          </a:r>
        </a:p>
      </dgm:t>
    </dgm:pt>
    <dgm:pt modelId="7634">
      <dgm:t>
        <a:p>
          <a:r>
            <a:t>n7634</a:t>
          </a:r>
        </a:p>
      </dgm:t>
    </dgm:pt>
    <dgm:pt modelId="7635">
      <dgm:t>
        <a:p>
          <a:r>
            <a:t>n7635</a:t>
          </a:r>
        </a:p>
      </dgm:t>
    </dgm:pt>
    <dgm:pt modelId="7636">
      <dgm:t>
        <a:p>
          <a:r>
            <a:t>n7636</a:t>
          </a:r>
        </a:p>
      </dgm:t>
    </dgm:pt>
    <dgm:pt modelId="7637">
      <dgm:t>
        <a:p>
          <a:r>
            <a:t>n7637</a:t>
          </a:r>
        </a:p>
      </dgm:t>
    </dgm:pt>
    <dgm:pt modelId="7638">
      <dgm:t>
        <a:p>
          <a:r>
            <a:t>n7638</a:t>
          </a:r>
        </a:p>
      </dgm:t>
    </dgm:pt>
    <dgm:pt modelId="7639">
      <dgm:t>
        <a:p>
          <a:r>
            <a:t>n7639</a:t>
          </a:r>
        </a:p>
      </dgm:t>
    </dgm:pt>
    <dgm:pt modelId="7640">
      <dgm:t>
        <a:p>
          <a:r>
            <a:t>n7640</a:t>
          </a:r>
        </a:p>
      </dgm:t>
    </dgm:pt>
    <dgm:pt modelId="7641">
      <dgm:t>
        <a:p>
          <a:r>
            <a:t>n7641</a:t>
          </a:r>
        </a:p>
      </dgm:t>
    </dgm:pt>
    <dgm:pt modelId="7642">
      <dgm:t>
        <a:p>
          <a:r>
            <a:t>n7642</a:t>
          </a:r>
        </a:p>
      </dgm:t>
    </dgm:pt>
    <dgm:pt modelId="7643">
      <dgm:t>
        <a:p>
          <a:r>
            <a:t>n7643</a:t>
          </a:r>
        </a:p>
      </dgm:t>
    </dgm:pt>
    <dgm:pt modelId="7644">
      <dgm:t>
        <a:p>
          <a:r>
            <a:t>n7644</a:t>
          </a:r>
        </a:p>
      </dgm:t>
    </dgm:pt>
    <dgm:pt modelId="7645">
      <dgm:t>
        <a:p>
          <a:r>
            <a:t>n7645</a:t>
          </a:r>
        </a:p>
      </dgm:t>
    </dgm:pt>
    <dgm:pt modelId="7646">
      <dgm:t>
        <a:p>
          <a:r>
            <a:t>n7646</a:t>
          </a:r>
        </a:p>
      </dgm:t>
    </dgm:pt>
    <dgm:pt modelId="7647">
      <dgm:t>
        <a:p>
          <a:r>
            <a:t>n7647</a:t>
          </a:r>
        </a:p>
      </dgm:t>
    </dgm:pt>
    <dgm:pt modelId="7648">
      <dgm:t>
        <a:p>
          <a:r>
            <a:t>n7648</a:t>
          </a:r>
        </a:p>
      </dgm:t>
    </dgm:pt>
    <dgm:pt modelId="7649">
      <dgm:t>
        <a:p>
          <a:r>
            <a:t>n7649</a:t>
          </a:r>
        </a:p>
      </dgm:t>
    </dgm:pt>
    <dgm:pt modelId="7650">
      <dgm:t>
        <a:p>
          <a:r>
            <a:t>n7650</a:t>
          </a:r>
        </a:p>
      </dgm:t>
    </dgm:pt>
    <dgm:pt modelId="7651">
      <dgm:t>
        <a:p>
          <a:r>
            <a:t>n7651</a:t>
          </a:r>
        </a:p>
      </dgm:t>
    </dgm:pt>
    <dgm:pt modelId="7652">
      <dgm:t>
        <a:p>
          <a:r>
            <a:t>n7652</a:t>
          </a:r>
        </a:p>
      </dgm:t>
    </dgm:pt>
    <dgm:pt modelId="7653">
      <dgm:t>
        <a:p>
          <a:r>
            <a:t>n7653</a:t>
          </a:r>
        </a:p>
      </dgm:t>
    </dgm:pt>
    <dgm:pt modelId="7654">
      <dgm:t>
        <a:p>
          <a:r>
            <a:t>n7654</a:t>
          </a:r>
        </a:p>
      </dgm:t>
    </dgm:pt>
    <dgm:pt modelId="7655">
      <dgm:t>
        <a:p>
          <a:r>
            <a:t>n7655</a:t>
          </a:r>
        </a:p>
      </dgm:t>
    </dgm:pt>
    <dgm:pt modelId="7656">
      <dgm:t>
        <a:p>
          <a:r>
            <a:t>n7656</a:t>
          </a:r>
        </a:p>
      </dgm:t>
    </dgm:pt>
    <dgm:pt modelId="7657">
      <dgm:t>
        <a:p>
          <a:r>
            <a:t>n7657</a:t>
          </a:r>
        </a:p>
      </dgm:t>
    </dgm:pt>
    <dgm:pt modelId="7658">
      <dgm:t>
        <a:p>
          <a:r>
            <a:t>n7658</a:t>
          </a:r>
        </a:p>
      </dgm:t>
    </dgm:pt>
    <dgm:pt modelId="7659">
      <dgm:t>
        <a:p>
          <a:r>
            <a:t>n7659</a:t>
          </a:r>
        </a:p>
      </dgm:t>
    </dgm:pt>
    <dgm:pt modelId="7660">
      <dgm:t>
        <a:p>
          <a:r>
            <a:t>n7660</a:t>
          </a:r>
        </a:p>
      </dgm:t>
    </dgm:pt>
    <dgm:pt modelId="7661">
      <dgm:t>
        <a:p>
          <a:r>
            <a:t>n7661</a:t>
          </a:r>
        </a:p>
      </dgm:t>
    </dgm:pt>
    <dgm:pt modelId="7662">
      <dgm:t>
        <a:p>
          <a:r>
            <a:t>n7662</a:t>
          </a:r>
        </a:p>
      </dgm:t>
    </dgm:pt>
    <dgm:pt modelId="7663">
      <dgm:t>
        <a:p>
          <a:r>
            <a:t>n7663</a:t>
          </a:r>
        </a:p>
      </dgm:t>
    </dgm:pt>
    <dgm:pt modelId="7664">
      <dgm:t>
        <a:p>
          <a:r>
            <a:t>n7664</a:t>
          </a:r>
        </a:p>
      </dgm:t>
    </dgm:pt>
    <dgm:pt modelId="7665">
      <dgm:t>
        <a:p>
          <a:r>
            <a:t>n7665</a:t>
          </a:r>
        </a:p>
      </dgm:t>
    </dgm:pt>
    <dgm:pt modelId="7666">
      <dgm:t>
        <a:p>
          <a:r>
            <a:t>n7666</a:t>
          </a:r>
        </a:p>
      </dgm:t>
    </dgm:pt>
    <dgm:pt modelId="7667">
      <dgm:t>
        <a:p>
          <a:r>
            <a:t>n7667</a:t>
          </a:r>
        </a:p>
      </dgm:t>
    </dgm:pt>
    <dgm:pt modelId="7668">
      <dgm:t>
        <a:p>
          <a:r>
            <a:t>n7668</a:t>
          </a:r>
        </a:p>
      </dgm:t>
    </dgm:pt>
    <dgm:pt modelId="7669">
      <dgm:t>
        <a:p>
          <a:r>
            <a:t>n7669</a:t>
          </a:r>
        </a:p>
      </dgm:t>
    </dgm:pt>
    <dgm:pt modelId="7670">
      <dgm:t>
        <a:p>
          <a:r>
            <a:t>n7670</a:t>
          </a:r>
        </a:p>
      </dgm:t>
    </dgm:pt>
    <dgm:pt modelId="7671">
      <dgm:t>
        <a:p>
          <a:r>
            <a:t>n7671</a:t>
          </a:r>
        </a:p>
      </dgm:t>
    </dgm:pt>
    <dgm:pt modelId="7672">
      <dgm:t>
        <a:p>
          <a:r>
            <a:t>n7672</a:t>
          </a:r>
        </a:p>
      </dgm:t>
    </dgm:pt>
    <dgm:pt modelId="7673">
      <dgm:t>
        <a:p>
          <a:r>
            <a:t>n7673</a:t>
          </a:r>
        </a:p>
      </dgm:t>
    </dgm:pt>
    <dgm:pt modelId="7674">
      <dgm:t>
        <a:p>
          <a:r>
            <a:t>n7674</a:t>
          </a:r>
        </a:p>
      </dgm:t>
    </dgm:pt>
    <dgm:pt modelId="7675">
      <dgm:t>
        <a:p>
          <a:r>
            <a:t>n7675</a:t>
          </a:r>
        </a:p>
      </dgm:t>
    </dgm:pt>
    <dgm:pt modelId="7676">
      <dgm:t>
        <a:p>
          <a:r>
            <a:t>n7676</a:t>
          </a:r>
        </a:p>
      </dgm:t>
    </dgm:pt>
    <dgm:pt modelId="7677">
      <dgm:t>
        <a:p>
          <a:r>
            <a:t>n7677</a:t>
          </a:r>
        </a:p>
      </dgm:t>
    </dgm:pt>
    <dgm:pt modelId="7678">
      <dgm:t>
        <a:p>
          <a:r>
            <a:t>n7678</a:t>
          </a:r>
        </a:p>
      </dgm:t>
    </dgm:pt>
    <dgm:pt modelId="7679">
      <dgm:t>
        <a:p>
          <a:r>
            <a:t>n7679</a:t>
          </a:r>
        </a:p>
      </dgm:t>
    </dgm:pt>
    <dgm:pt modelId="7680">
      <dgm:t>
        <a:p>
          <a:r>
            <a:t>n7680</a:t>
          </a:r>
        </a:p>
      </dgm:t>
    </dgm:pt>
    <dgm:pt modelId="7681">
      <dgm:t>
        <a:p>
          <a:r>
            <a:t>n7681</a:t>
          </a:r>
        </a:p>
      </dgm:t>
    </dgm:pt>
    <dgm:pt modelId="7682">
      <dgm:t>
        <a:p>
          <a:r>
            <a:t>n7682</a:t>
          </a:r>
        </a:p>
      </dgm:t>
    </dgm:pt>
    <dgm:pt modelId="7683">
      <dgm:t>
        <a:p>
          <a:r>
            <a:t>n7683</a:t>
          </a:r>
        </a:p>
      </dgm:t>
    </dgm:pt>
    <dgm:pt modelId="7684">
      <dgm:t>
        <a:p>
          <a:r>
            <a:t>n7684</a:t>
          </a:r>
        </a:p>
      </dgm:t>
    </dgm:pt>
    <dgm:pt modelId="7685">
      <dgm:t>
        <a:p>
          <a:r>
            <a:t>n7685</a:t>
          </a:r>
        </a:p>
      </dgm:t>
    </dgm:pt>
    <dgm:pt modelId="7686">
      <dgm:t>
        <a:p>
          <a:r>
            <a:t>n7686</a:t>
          </a:r>
        </a:p>
      </dgm:t>
    </dgm:pt>
    <dgm:pt modelId="7687">
      <dgm:t>
        <a:p>
          <a:r>
            <a:t>n7687</a:t>
          </a:r>
        </a:p>
      </dgm:t>
    </dgm:pt>
    <dgm:pt modelId="7688">
      <dgm:t>
        <a:p>
          <a:r>
            <a:t>n7688</a:t>
          </a:r>
        </a:p>
      </dgm:t>
    </dgm:pt>
    <dgm:pt modelId="7689">
      <dgm:t>
        <a:p>
          <a:r>
            <a:t>n7689</a:t>
          </a:r>
        </a:p>
      </dgm:t>
    </dgm:pt>
    <dgm:pt modelId="7690">
      <dgm:t>
        <a:p>
          <a:r>
            <a:t>n7690</a:t>
          </a:r>
        </a:p>
      </dgm:t>
    </dgm:pt>
    <dgm:pt modelId="7691">
      <dgm:t>
        <a:p>
          <a:r>
            <a:t>n7691</a:t>
          </a:r>
        </a:p>
      </dgm:t>
    </dgm:pt>
    <dgm:pt modelId="7692">
      <dgm:t>
        <a:p>
          <a:r>
            <a:t>n7692</a:t>
          </a:r>
        </a:p>
      </dgm:t>
    </dgm:pt>
    <dgm:pt modelId="7693">
      <dgm:t>
        <a:p>
          <a:r>
            <a:t>n7693</a:t>
          </a:r>
        </a:p>
      </dgm:t>
    </dgm:pt>
    <dgm:pt modelId="7694">
      <dgm:t>
        <a:p>
          <a:r>
            <a:t>n7694</a:t>
          </a:r>
        </a:p>
      </dgm:t>
    </dgm:pt>
    <dgm:pt modelId="7695">
      <dgm:t>
        <a:p>
          <a:r>
            <a:t>n7695</a:t>
          </a:r>
        </a:p>
      </dgm:t>
    </dgm:pt>
    <dgm:pt modelId="7696">
      <dgm:t>
        <a:p>
          <a:r>
            <a:t>n7696</a:t>
          </a:r>
        </a:p>
      </dgm:t>
    </dgm:pt>
    <dgm:pt modelId="7697">
      <dgm:t>
        <a:p>
          <a:r>
            <a:t>n7697</a:t>
          </a:r>
        </a:p>
      </dgm:t>
    </dgm:pt>
    <dgm:pt modelId="7698">
      <dgm:t>
        <a:p>
          <a:r>
            <a:t>n7698</a:t>
          </a:r>
        </a:p>
      </dgm:t>
    </dgm:pt>
    <dgm:pt modelId="7699">
      <dgm:t>
        <a:p>
          <a:r>
            <a:t>n7699</a:t>
          </a:r>
        </a:p>
      </dgm:t>
    </dgm:pt>
    <dgm:pt modelId="7700">
      <dgm:t>
        <a:p>
          <a:r>
            <a:t>n7700</a:t>
          </a:r>
        </a:p>
      </dgm:t>
    </dgm:pt>
    <dgm:pt modelId="7701">
      <dgm:t>
        <a:p>
          <a:r>
            <a:t>n7701</a:t>
          </a:r>
        </a:p>
      </dgm:t>
    </dgm:pt>
    <dgm:pt modelId="7702">
      <dgm:t>
        <a:p>
          <a:r>
            <a:t>n7702</a:t>
          </a:r>
        </a:p>
      </dgm:t>
    </dgm:pt>
    <dgm:pt modelId="7703">
      <dgm:t>
        <a:p>
          <a:r>
            <a:t>n7703</a:t>
          </a:r>
        </a:p>
      </dgm:t>
    </dgm:pt>
    <dgm:pt modelId="7704">
      <dgm:t>
        <a:p>
          <a:r>
            <a:t>n7704</a:t>
          </a:r>
        </a:p>
      </dgm:t>
    </dgm:pt>
    <dgm:pt modelId="7705">
      <dgm:t>
        <a:p>
          <a:r>
            <a:t>n7705</a:t>
          </a:r>
        </a:p>
      </dgm:t>
    </dgm:pt>
    <dgm:pt modelId="7706">
      <dgm:t>
        <a:p>
          <a:r>
            <a:t>n7706</a:t>
          </a:r>
        </a:p>
      </dgm:t>
    </dgm:pt>
    <dgm:pt modelId="7707">
      <dgm:t>
        <a:p>
          <a:r>
            <a:t>n7707</a:t>
          </a:r>
        </a:p>
      </dgm:t>
    </dgm:pt>
    <dgm:pt modelId="7708">
      <dgm:t>
        <a:p>
          <a:r>
            <a:t>n7708</a:t>
          </a:r>
        </a:p>
      </dgm:t>
    </dgm:pt>
    <dgm:pt modelId="7709">
      <dgm:t>
        <a:p>
          <a:r>
            <a:t>n7709</a:t>
          </a:r>
        </a:p>
      </dgm:t>
    </dgm:pt>
    <dgm:pt modelId="7710">
      <dgm:t>
        <a:p>
          <a:r>
            <a:t>n7710</a:t>
          </a:r>
        </a:p>
      </dgm:t>
    </dgm:pt>
    <dgm:pt modelId="7711">
      <dgm:t>
        <a:p>
          <a:r>
            <a:t>n7711</a:t>
          </a:r>
        </a:p>
      </dgm:t>
    </dgm:pt>
    <dgm:pt modelId="7712">
      <dgm:t>
        <a:p>
          <a:r>
            <a:t>n7712</a:t>
          </a:r>
        </a:p>
      </dgm:t>
    </dgm:pt>
    <dgm:pt modelId="7713">
      <dgm:t>
        <a:p>
          <a:r>
            <a:t>n7713</a:t>
          </a:r>
        </a:p>
      </dgm:t>
    </dgm:pt>
    <dgm:pt modelId="7714">
      <dgm:t>
        <a:p>
          <a:r>
            <a:t>n7714</a:t>
          </a:r>
        </a:p>
      </dgm:t>
    </dgm:pt>
    <dgm:pt modelId="7715">
      <dgm:t>
        <a:p>
          <a:r>
            <a:t>n7715</a:t>
          </a:r>
        </a:p>
      </dgm:t>
    </dgm:pt>
    <dgm:pt modelId="7716">
      <dgm:t>
        <a:p>
          <a:r>
            <a:t>n7716</a:t>
          </a:r>
        </a:p>
      </dgm:t>
    </dgm:pt>
    <dgm:pt modelId="7717">
      <dgm:t>
        <a:p>
          <a:r>
            <a:t>n7717</a:t>
          </a:r>
        </a:p>
      </dgm:t>
    </dgm:pt>
    <dgm:pt modelId="7718">
      <dgm:t>
        <a:p>
          <a:r>
            <a:t>n7718</a:t>
          </a:r>
        </a:p>
      </dgm:t>
    </dgm:pt>
    <dgm:pt modelId="7719">
      <dgm:t>
        <a:p>
          <a:r>
            <a:t>n7719</a:t>
          </a:r>
        </a:p>
      </dgm:t>
    </dgm:pt>
    <dgm:pt modelId="7720">
      <dgm:t>
        <a:p>
          <a:r>
            <a:t>n7720</a:t>
          </a:r>
        </a:p>
      </dgm:t>
    </dgm:pt>
    <dgm:pt modelId="7721">
      <dgm:t>
        <a:p>
          <a:r>
            <a:t>n7721</a:t>
          </a:r>
        </a:p>
      </dgm:t>
    </dgm:pt>
    <dgm:pt modelId="7722">
      <dgm:t>
        <a:p>
          <a:r>
            <a:t>n7722</a:t>
          </a:r>
        </a:p>
      </dgm:t>
    </dgm:pt>
    <dgm:pt modelId="7723">
      <dgm:t>
        <a:p>
          <a:r>
            <a:t>n7723</a:t>
          </a:r>
        </a:p>
      </dgm:t>
    </dgm:pt>
    <dgm:pt modelId="7724">
      <dgm:t>
        <a:p>
          <a:r>
            <a:t>n7724</a:t>
          </a:r>
        </a:p>
      </dgm:t>
    </dgm:pt>
    <dgm:pt modelId="7725">
      <dgm:t>
        <a:p>
          <a:r>
            <a:t>n7725</a:t>
          </a:r>
        </a:p>
      </dgm:t>
    </dgm:pt>
    <dgm:pt modelId="7726">
      <dgm:t>
        <a:p>
          <a:r>
            <a:t>n7726</a:t>
          </a:r>
        </a:p>
      </dgm:t>
    </dgm:pt>
    <dgm:pt modelId="7727">
      <dgm:t>
        <a:p>
          <a:r>
            <a:t>n7727</a:t>
          </a:r>
        </a:p>
      </dgm:t>
    </dgm:pt>
    <dgm:pt modelId="7728">
      <dgm:t>
        <a:p>
          <a:r>
            <a:t>n7728</a:t>
          </a:r>
        </a:p>
      </dgm:t>
    </dgm:pt>
    <dgm:pt modelId="7729">
      <dgm:t>
        <a:p>
          <a:r>
            <a:t>n7729</a:t>
          </a:r>
        </a:p>
      </dgm:t>
    </dgm:pt>
    <dgm:pt modelId="7730">
      <dgm:t>
        <a:p>
          <a:r>
            <a:t>n7730</a:t>
          </a:r>
        </a:p>
      </dgm:t>
    </dgm:pt>
    <dgm:pt modelId="7731">
      <dgm:t>
        <a:p>
          <a:r>
            <a:t>n7731</a:t>
          </a:r>
        </a:p>
      </dgm:t>
    </dgm:pt>
    <dgm:pt modelId="7732">
      <dgm:t>
        <a:p>
          <a:r>
            <a:t>n7732</a:t>
          </a:r>
        </a:p>
      </dgm:t>
    </dgm:pt>
    <dgm:pt modelId="7733">
      <dgm:t>
        <a:p>
          <a:r>
            <a:t>n7733</a:t>
          </a:r>
        </a:p>
      </dgm:t>
    </dgm:pt>
    <dgm:pt modelId="7734">
      <dgm:t>
        <a:p>
          <a:r>
            <a:t>n7734</a:t>
          </a:r>
        </a:p>
      </dgm:t>
    </dgm:pt>
    <dgm:pt modelId="7735">
      <dgm:t>
        <a:p>
          <a:r>
            <a:t>n7735</a:t>
          </a:r>
        </a:p>
      </dgm:t>
    </dgm:pt>
    <dgm:pt modelId="7736">
      <dgm:t>
        <a:p>
          <a:r>
            <a:t>n7736</a:t>
          </a:r>
        </a:p>
      </dgm:t>
    </dgm:pt>
    <dgm:pt modelId="7737">
      <dgm:t>
        <a:p>
          <a:r>
            <a:t>n7737</a:t>
          </a:r>
        </a:p>
      </dgm:t>
    </dgm:pt>
    <dgm:pt modelId="7738">
      <dgm:t>
        <a:p>
          <a:r>
            <a:t>n7738</a:t>
          </a:r>
        </a:p>
      </dgm:t>
    </dgm:pt>
    <dgm:pt modelId="7739">
      <dgm:t>
        <a:p>
          <a:r>
            <a:t>n7739</a:t>
          </a:r>
        </a:p>
      </dgm:t>
    </dgm:pt>
    <dgm:pt modelId="7740">
      <dgm:t>
        <a:p>
          <a:r>
            <a:t>n7740</a:t>
          </a:r>
        </a:p>
      </dgm:t>
    </dgm:pt>
    <dgm:pt modelId="7741">
      <dgm:t>
        <a:p>
          <a:r>
            <a:t>n7741</a:t>
          </a:r>
        </a:p>
      </dgm:t>
    </dgm:pt>
    <dgm:pt modelId="7742">
      <dgm:t>
        <a:p>
          <a:r>
            <a:t>n7742</a:t>
          </a:r>
        </a:p>
      </dgm:t>
    </dgm:pt>
    <dgm:pt modelId="7743">
      <dgm:t>
        <a:p>
          <a:r>
            <a:t>n7743</a:t>
          </a:r>
        </a:p>
      </dgm:t>
    </dgm:pt>
    <dgm:pt modelId="7744">
      <dgm:t>
        <a:p>
          <a:r>
            <a:t>n7744</a:t>
          </a:r>
        </a:p>
      </dgm:t>
    </dgm:pt>
    <dgm:pt modelId="7745">
      <dgm:t>
        <a:p>
          <a:r>
            <a:t>n7745</a:t>
          </a:r>
        </a:p>
      </dgm:t>
    </dgm:pt>
    <dgm:pt modelId="7746">
      <dgm:t>
        <a:p>
          <a:r>
            <a:t>n7746</a:t>
          </a:r>
        </a:p>
      </dgm:t>
    </dgm:pt>
    <dgm:pt modelId="7747">
      <dgm:t>
        <a:p>
          <a:r>
            <a:t>n7747</a:t>
          </a:r>
        </a:p>
      </dgm:t>
    </dgm:pt>
    <dgm:pt modelId="7748">
      <dgm:t>
        <a:p>
          <a:r>
            <a:t>n7748</a:t>
          </a:r>
        </a:p>
      </dgm:t>
    </dgm:pt>
    <dgm:pt modelId="7749">
      <dgm:t>
        <a:p>
          <a:r>
            <a:t>n7749</a:t>
          </a:r>
        </a:p>
      </dgm:t>
    </dgm:pt>
    <dgm:pt modelId="7750">
      <dgm:t>
        <a:p>
          <a:r>
            <a:t>n7750</a:t>
          </a:r>
        </a:p>
      </dgm:t>
    </dgm:pt>
    <dgm:pt modelId="7751">
      <dgm:t>
        <a:p>
          <a:r>
            <a:t>n7751</a:t>
          </a:r>
        </a:p>
      </dgm:t>
    </dgm:pt>
    <dgm:pt modelId="7752">
      <dgm:t>
        <a:p>
          <a:r>
            <a:t>n7752</a:t>
          </a:r>
        </a:p>
      </dgm:t>
    </dgm:pt>
    <dgm:pt modelId="7753">
      <dgm:t>
        <a:p>
          <a:r>
            <a:t>n7753</a:t>
          </a:r>
        </a:p>
      </dgm:t>
    </dgm:pt>
    <dgm:pt modelId="7754">
      <dgm:t>
        <a:p>
          <a:r>
            <a:t>n7754</a:t>
          </a:r>
        </a:p>
      </dgm:t>
    </dgm:pt>
    <dgm:pt modelId="7755">
      <dgm:t>
        <a:p>
          <a:r>
            <a:t>n7755</a:t>
          </a:r>
        </a:p>
      </dgm:t>
    </dgm:pt>
    <dgm:pt modelId="7756">
      <dgm:t>
        <a:p>
          <a:r>
            <a:t>n7756</a:t>
          </a:r>
        </a:p>
      </dgm:t>
    </dgm:pt>
    <dgm:pt modelId="7757">
      <dgm:t>
        <a:p>
          <a:r>
            <a:t>n7757</a:t>
          </a:r>
        </a:p>
      </dgm:t>
    </dgm:pt>
    <dgm:pt modelId="7758">
      <dgm:t>
        <a:p>
          <a:r>
            <a:t>n7758</a:t>
          </a:r>
        </a:p>
      </dgm:t>
    </dgm:pt>
    <dgm:pt modelId="7759">
      <dgm:t>
        <a:p>
          <a:r>
            <a:t>n7759</a:t>
          </a:r>
        </a:p>
      </dgm:t>
    </dgm:pt>
    <dgm:pt modelId="7760">
      <dgm:t>
        <a:p>
          <a:r>
            <a:t>n7760</a:t>
          </a:r>
        </a:p>
      </dgm:t>
    </dgm:pt>
    <dgm:pt modelId="7761">
      <dgm:t>
        <a:p>
          <a:r>
            <a:t>n7761</a:t>
          </a:r>
        </a:p>
      </dgm:t>
    </dgm:pt>
    <dgm:pt modelId="7762">
      <dgm:t>
        <a:p>
          <a:r>
            <a:t>n7762</a:t>
          </a:r>
        </a:p>
      </dgm:t>
    </dgm:pt>
    <dgm:pt modelId="7763">
      <dgm:t>
        <a:p>
          <a:r>
            <a:t>n7763</a:t>
          </a:r>
        </a:p>
      </dgm:t>
    </dgm:pt>
    <dgm:pt modelId="7764">
      <dgm:t>
        <a:p>
          <a:r>
            <a:t>n7764</a:t>
          </a:r>
        </a:p>
      </dgm:t>
    </dgm:pt>
    <dgm:pt modelId="7765">
      <dgm:t>
        <a:p>
          <a:r>
            <a:t>n7765</a:t>
          </a:r>
        </a:p>
      </dgm:t>
    </dgm:pt>
    <dgm:pt modelId="7766">
      <dgm:t>
        <a:p>
          <a:r>
            <a:t>n7766</a:t>
          </a:r>
        </a:p>
      </dgm:t>
    </dgm:pt>
    <dgm:pt modelId="7767">
      <dgm:t>
        <a:p>
          <a:r>
            <a:t>n7767</a:t>
          </a:r>
        </a:p>
      </dgm:t>
    </dgm:pt>
    <dgm:pt modelId="7768">
      <dgm:t>
        <a:p>
          <a:r>
            <a:t>n7768</a:t>
          </a:r>
        </a:p>
      </dgm:t>
    </dgm:pt>
    <dgm:pt modelId="7769">
      <dgm:t>
        <a:p>
          <a:r>
            <a:t>n7769</a:t>
          </a:r>
        </a:p>
      </dgm:t>
    </dgm:pt>
    <dgm:pt modelId="7770">
      <dgm:t>
        <a:p>
          <a:r>
            <a:t>n7770</a:t>
          </a:r>
        </a:p>
      </dgm:t>
    </dgm:pt>
    <dgm:pt modelId="7771">
      <dgm:t>
        <a:p>
          <a:r>
            <a:t>n7771</a:t>
          </a:r>
        </a:p>
      </dgm:t>
    </dgm:pt>
    <dgm:pt modelId="7772">
      <dgm:t>
        <a:p>
          <a:r>
            <a:t>n7772</a:t>
          </a:r>
        </a:p>
      </dgm:t>
    </dgm:pt>
    <dgm:pt modelId="7773">
      <dgm:t>
        <a:p>
          <a:r>
            <a:t>n7773</a:t>
          </a:r>
        </a:p>
      </dgm:t>
    </dgm:pt>
    <dgm:pt modelId="7774">
      <dgm:t>
        <a:p>
          <a:r>
            <a:t>n7774</a:t>
          </a:r>
        </a:p>
      </dgm:t>
    </dgm:pt>
    <dgm:pt modelId="7775">
      <dgm:t>
        <a:p>
          <a:r>
            <a:t>n7775</a:t>
          </a:r>
        </a:p>
      </dgm:t>
    </dgm:pt>
    <dgm:pt modelId="7776">
      <dgm:t>
        <a:p>
          <a:r>
            <a:t>n7776</a:t>
          </a:r>
        </a:p>
      </dgm:t>
    </dgm:pt>
    <dgm:pt modelId="7777">
      <dgm:t>
        <a:p>
          <a:r>
            <a:t>n7777</a:t>
          </a:r>
        </a:p>
      </dgm:t>
    </dgm:pt>
    <dgm:pt modelId="7778">
      <dgm:t>
        <a:p>
          <a:r>
            <a:t>n7778</a:t>
          </a:r>
        </a:p>
      </dgm:t>
    </dgm:pt>
    <dgm:pt modelId="7779">
      <dgm:t>
        <a:p>
          <a:r>
            <a:t>n7779</a:t>
          </a:r>
        </a:p>
      </dgm:t>
    </dgm:pt>
    <dgm:pt modelId="7780">
      <dgm:t>
        <a:p>
          <a:r>
            <a:t>n7780</a:t>
          </a:r>
        </a:p>
      </dgm:t>
    </dgm:pt>
    <dgm:pt modelId="7781">
      <dgm:t>
        <a:p>
          <a:r>
            <a:t>n7781</a:t>
          </a:r>
        </a:p>
      </dgm:t>
    </dgm:pt>
    <dgm:pt modelId="7782">
      <dgm:t>
        <a:p>
          <a:r>
            <a:t>n7782</a:t>
          </a:r>
        </a:p>
      </dgm:t>
    </dgm:pt>
    <dgm:pt modelId="7783">
      <dgm:t>
        <a:p>
          <a:r>
            <a:t>n7783</a:t>
          </a:r>
        </a:p>
      </dgm:t>
    </dgm:pt>
    <dgm:pt modelId="7784">
      <dgm:t>
        <a:p>
          <a:r>
            <a:t>n7784</a:t>
          </a:r>
        </a:p>
      </dgm:t>
    </dgm:pt>
    <dgm:pt modelId="7785">
      <dgm:t>
        <a:p>
          <a:r>
            <a:t>n7785</a:t>
          </a:r>
        </a:p>
      </dgm:t>
    </dgm:pt>
    <dgm:pt modelId="7786">
      <dgm:t>
        <a:p>
          <a:r>
            <a:t>n7786</a:t>
          </a:r>
        </a:p>
      </dgm:t>
    </dgm:pt>
    <dgm:pt modelId="7787">
      <dgm:t>
        <a:p>
          <a:r>
            <a:t>n7787</a:t>
          </a:r>
        </a:p>
      </dgm:t>
    </dgm:pt>
    <dgm:pt modelId="7788">
      <dgm:t>
        <a:p>
          <a:r>
            <a:t>n7788</a:t>
          </a:r>
        </a:p>
      </dgm:t>
    </dgm:pt>
    <dgm:pt modelId="7789">
      <dgm:t>
        <a:p>
          <a:r>
            <a:t>n7789</a:t>
          </a:r>
        </a:p>
      </dgm:t>
    </dgm:pt>
    <dgm:pt modelId="7790">
      <dgm:t>
        <a:p>
          <a:r>
            <a:t>n7790</a:t>
          </a:r>
        </a:p>
      </dgm:t>
    </dgm:pt>
    <dgm:pt modelId="7791">
      <dgm:t>
        <a:p>
          <a:r>
            <a:t>n7791</a:t>
          </a:r>
        </a:p>
      </dgm:t>
    </dgm:pt>
    <dgm:pt modelId="7792">
      <dgm:t>
        <a:p>
          <a:r>
            <a:t>n7792</a:t>
          </a:r>
        </a:p>
      </dgm:t>
    </dgm:pt>
    <dgm:pt modelId="7793">
      <dgm:t>
        <a:p>
          <a:r>
            <a:t>n7793</a:t>
          </a:r>
        </a:p>
      </dgm:t>
    </dgm:pt>
    <dgm:pt modelId="7794">
      <dgm:t>
        <a:p>
          <a:r>
            <a:t>n7794</a:t>
          </a:r>
        </a:p>
      </dgm:t>
    </dgm:pt>
    <dgm:pt modelId="7795">
      <dgm:t>
        <a:p>
          <a:r>
            <a:t>n7795</a:t>
          </a:r>
        </a:p>
      </dgm:t>
    </dgm:pt>
    <dgm:pt modelId="7796">
      <dgm:t>
        <a:p>
          <a:r>
            <a:t>n7796</a:t>
          </a:r>
        </a:p>
      </dgm:t>
    </dgm:pt>
    <dgm:pt modelId="7797">
      <dgm:t>
        <a:p>
          <a:r>
            <a:t>n7797</a:t>
          </a:r>
        </a:p>
      </dgm:t>
    </dgm:pt>
    <dgm:pt modelId="7798">
      <dgm:t>
        <a:p>
          <a:r>
            <a:t>n7798</a:t>
          </a:r>
        </a:p>
      </dgm:t>
    </dgm:pt>
    <dgm:pt modelId="7799">
      <dgm:t>
        <a:p>
          <a:r>
            <a:t>n7799</a:t>
          </a:r>
        </a:p>
      </dgm:t>
    </dgm:pt>
    <dgm:pt modelId="7800">
      <dgm:t>
        <a:p>
          <a:r>
            <a:t>n7800</a:t>
          </a:r>
        </a:p>
      </dgm:t>
    </dgm:pt>
    <dgm:pt modelId="7801">
      <dgm:t>
        <a:p>
          <a:r>
            <a:t>n7801</a:t>
          </a:r>
        </a:p>
      </dgm:t>
    </dgm:pt>
    <dgm:pt modelId="7802">
      <dgm:t>
        <a:p>
          <a:r>
            <a:t>n7802</a:t>
          </a:r>
        </a:p>
      </dgm:t>
    </dgm:pt>
    <dgm:pt modelId="7803">
      <dgm:t>
        <a:p>
          <a:r>
            <a:t>n7803</a:t>
          </a:r>
        </a:p>
      </dgm:t>
    </dgm:pt>
    <dgm:pt modelId="7804">
      <dgm:t>
        <a:p>
          <a:r>
            <a:t>n7804</a:t>
          </a:r>
        </a:p>
      </dgm:t>
    </dgm:pt>
    <dgm:pt modelId="7805">
      <dgm:t>
        <a:p>
          <a:r>
            <a:t>n7805</a:t>
          </a:r>
        </a:p>
      </dgm:t>
    </dgm:pt>
    <dgm:pt modelId="7806">
      <dgm:t>
        <a:p>
          <a:r>
            <a:t>n7806</a:t>
          </a:r>
        </a:p>
      </dgm:t>
    </dgm:pt>
    <dgm:pt modelId="7807">
      <dgm:t>
        <a:p>
          <a:r>
            <a:t>n7807</a:t>
          </a:r>
        </a:p>
      </dgm:t>
    </dgm:pt>
    <dgm:pt modelId="7808">
      <dgm:t>
        <a:p>
          <a:r>
            <a:t>n7808</a:t>
          </a:r>
        </a:p>
      </dgm:t>
    </dgm:pt>
    <dgm:pt modelId="7809">
      <dgm:t>
        <a:p>
          <a:r>
            <a:t>n7809</a:t>
          </a:r>
        </a:p>
      </dgm:t>
    </dgm:pt>
    <dgm:pt modelId="7810">
      <dgm:t>
        <a:p>
          <a:r>
            <a:t>n7810</a:t>
          </a:r>
        </a:p>
      </dgm:t>
    </dgm:pt>
    <dgm:pt modelId="7811">
      <dgm:t>
        <a:p>
          <a:r>
            <a:t>n7811</a:t>
          </a:r>
        </a:p>
      </dgm:t>
    </dgm:pt>
    <dgm:pt modelId="7812">
      <dgm:t>
        <a:p>
          <a:r>
            <a:t>n7812</a:t>
          </a:r>
        </a:p>
      </dgm:t>
    </dgm:pt>
    <dgm:pt modelId="7813">
      <dgm:t>
        <a:p>
          <a:r>
            <a:t>n7813</a:t>
          </a:r>
        </a:p>
      </dgm:t>
    </dgm:pt>
    <dgm:pt modelId="7814">
      <dgm:t>
        <a:p>
          <a:r>
            <a:t>n7814</a:t>
          </a:r>
        </a:p>
      </dgm:t>
    </dgm:pt>
    <dgm:pt modelId="7815">
      <dgm:t>
        <a:p>
          <a:r>
            <a:t>n7815</a:t>
          </a:r>
        </a:p>
      </dgm:t>
    </dgm:pt>
    <dgm:pt modelId="7816">
      <dgm:t>
        <a:p>
          <a:r>
            <a:t>n7816</a:t>
          </a:r>
        </a:p>
      </dgm:t>
    </dgm:pt>
    <dgm:pt modelId="7817">
      <dgm:t>
        <a:p>
          <a:r>
            <a:t>n7817</a:t>
          </a:r>
        </a:p>
      </dgm:t>
    </dgm:pt>
    <dgm:pt modelId="7818">
      <dgm:t>
        <a:p>
          <a:r>
            <a:t>n7818</a:t>
          </a:r>
        </a:p>
      </dgm:t>
    </dgm:pt>
    <dgm:pt modelId="7819">
      <dgm:t>
        <a:p>
          <a:r>
            <a:t>n7819</a:t>
          </a:r>
        </a:p>
      </dgm:t>
    </dgm:pt>
    <dgm:pt modelId="7820">
      <dgm:t>
        <a:p>
          <a:r>
            <a:t>n7820</a:t>
          </a:r>
        </a:p>
      </dgm:t>
    </dgm:pt>
    <dgm:pt modelId="7821">
      <dgm:t>
        <a:p>
          <a:r>
            <a:t>n7821</a:t>
          </a:r>
        </a:p>
      </dgm:t>
    </dgm:pt>
    <dgm:pt modelId="7822">
      <dgm:t>
        <a:p>
          <a:r>
            <a:t>n7822</a:t>
          </a:r>
        </a:p>
      </dgm:t>
    </dgm:pt>
    <dgm:pt modelId="7823">
      <dgm:t>
        <a:p>
          <a:r>
            <a:t>n7823</a:t>
          </a:r>
        </a:p>
      </dgm:t>
    </dgm:pt>
    <dgm:pt modelId="7824">
      <dgm:t>
        <a:p>
          <a:r>
            <a:t>n7824</a:t>
          </a:r>
        </a:p>
      </dgm:t>
    </dgm:pt>
    <dgm:pt modelId="7825">
      <dgm:t>
        <a:p>
          <a:r>
            <a:t>n7825</a:t>
          </a:r>
        </a:p>
      </dgm:t>
    </dgm:pt>
    <dgm:pt modelId="7826">
      <dgm:t>
        <a:p>
          <a:r>
            <a:t>n7826</a:t>
          </a:r>
        </a:p>
      </dgm:t>
    </dgm:pt>
    <dgm:pt modelId="7827">
      <dgm:t>
        <a:p>
          <a:r>
            <a:t>n7827</a:t>
          </a:r>
        </a:p>
      </dgm:t>
    </dgm:pt>
    <dgm:pt modelId="7828">
      <dgm:t>
        <a:p>
          <a:r>
            <a:t>n7828</a:t>
          </a:r>
        </a:p>
      </dgm:t>
    </dgm:pt>
    <dgm:pt modelId="7829">
      <dgm:t>
        <a:p>
          <a:r>
            <a:t>n7829</a:t>
          </a:r>
        </a:p>
      </dgm:t>
    </dgm:pt>
    <dgm:pt modelId="7830">
      <dgm:t>
        <a:p>
          <a:r>
            <a:t>n7830</a:t>
          </a:r>
        </a:p>
      </dgm:t>
    </dgm:pt>
    <dgm:pt modelId="7831">
      <dgm:t>
        <a:p>
          <a:r>
            <a:t>n7831</a:t>
          </a:r>
        </a:p>
      </dgm:t>
    </dgm:pt>
    <dgm:pt modelId="7832">
      <dgm:t>
        <a:p>
          <a:r>
            <a:t>n7832</a:t>
          </a:r>
        </a:p>
      </dgm:t>
    </dgm:pt>
    <dgm:pt modelId="7833">
      <dgm:t>
        <a:p>
          <a:r>
            <a:t>n7833</a:t>
          </a:r>
        </a:p>
      </dgm:t>
    </dgm:pt>
    <dgm:pt modelId="7834">
      <dgm:t>
        <a:p>
          <a:r>
            <a:t>n7834</a:t>
          </a:r>
        </a:p>
      </dgm:t>
    </dgm:pt>
    <dgm:pt modelId="7835">
      <dgm:t>
        <a:p>
          <a:r>
            <a:t>n7835</a:t>
          </a:r>
        </a:p>
      </dgm:t>
    </dgm:pt>
    <dgm:pt modelId="7836">
      <dgm:t>
        <a:p>
          <a:r>
            <a:t>n7836</a:t>
          </a:r>
        </a:p>
      </dgm:t>
    </dgm:pt>
    <dgm:pt modelId="7837">
      <dgm:t>
        <a:p>
          <a:r>
            <a:t>n7837</a:t>
          </a:r>
        </a:p>
      </dgm:t>
    </dgm:pt>
    <dgm:pt modelId="7838">
      <dgm:t>
        <a:p>
          <a:r>
            <a:t>n7838</a:t>
          </a:r>
        </a:p>
      </dgm:t>
    </dgm:pt>
    <dgm:pt modelId="7839">
      <dgm:t>
        <a:p>
          <a:r>
            <a:t>n7839</a:t>
          </a:r>
        </a:p>
      </dgm:t>
    </dgm:pt>
    <dgm:pt modelId="7840">
      <dgm:t>
        <a:p>
          <a:r>
            <a:t>n7840</a:t>
          </a:r>
        </a:p>
      </dgm:t>
    </dgm:pt>
    <dgm:pt modelId="7841">
      <dgm:t>
        <a:p>
          <a:r>
            <a:t>n7841</a:t>
          </a:r>
        </a:p>
      </dgm:t>
    </dgm:pt>
    <dgm:pt modelId="7842">
      <dgm:t>
        <a:p>
          <a:r>
            <a:t>n7842</a:t>
          </a:r>
        </a:p>
      </dgm:t>
    </dgm:pt>
    <dgm:pt modelId="7843">
      <dgm:t>
        <a:p>
          <a:r>
            <a:t>n7843</a:t>
          </a:r>
        </a:p>
      </dgm:t>
    </dgm:pt>
    <dgm:pt modelId="7844">
      <dgm:t>
        <a:p>
          <a:r>
            <a:t>n7844</a:t>
          </a:r>
        </a:p>
      </dgm:t>
    </dgm:pt>
    <dgm:pt modelId="7845">
      <dgm:t>
        <a:p>
          <a:r>
            <a:t>n7845</a:t>
          </a:r>
        </a:p>
      </dgm:t>
    </dgm:pt>
    <dgm:pt modelId="7846">
      <dgm:t>
        <a:p>
          <a:r>
            <a:t>n7846</a:t>
          </a:r>
        </a:p>
      </dgm:t>
    </dgm:pt>
    <dgm:pt modelId="7847">
      <dgm:t>
        <a:p>
          <a:r>
            <a:t>n7847</a:t>
          </a:r>
        </a:p>
      </dgm:t>
    </dgm:pt>
    <dgm:pt modelId="7848">
      <dgm:t>
        <a:p>
          <a:r>
            <a:t>n7848</a:t>
          </a:r>
        </a:p>
      </dgm:t>
    </dgm:pt>
    <dgm:pt modelId="7849">
      <dgm:t>
        <a:p>
          <a:r>
            <a:t>n7849</a:t>
          </a:r>
        </a:p>
      </dgm:t>
    </dgm:pt>
    <dgm:pt modelId="7850">
      <dgm:t>
        <a:p>
          <a:r>
            <a:t>n7850</a:t>
          </a:r>
        </a:p>
      </dgm:t>
    </dgm:pt>
    <dgm:pt modelId="7851">
      <dgm:t>
        <a:p>
          <a:r>
            <a:t>n7851</a:t>
          </a:r>
        </a:p>
      </dgm:t>
    </dgm:pt>
    <dgm:pt modelId="7852">
      <dgm:t>
        <a:p>
          <a:r>
            <a:t>n7852</a:t>
          </a:r>
        </a:p>
      </dgm:t>
    </dgm:pt>
    <dgm:pt modelId="7853">
      <dgm:t>
        <a:p>
          <a:r>
            <a:t>n7853</a:t>
          </a:r>
        </a:p>
      </dgm:t>
    </dgm:pt>
    <dgm:pt modelId="7854">
      <dgm:t>
        <a:p>
          <a:r>
            <a:t>n7854</a:t>
          </a:r>
        </a:p>
      </dgm:t>
    </dgm:pt>
    <dgm:pt modelId="7855">
      <dgm:t>
        <a:p>
          <a:r>
            <a:t>n7855</a:t>
          </a:r>
        </a:p>
      </dgm:t>
    </dgm:pt>
    <dgm:pt modelId="7856">
      <dgm:t>
        <a:p>
          <a:r>
            <a:t>n7856</a:t>
          </a:r>
        </a:p>
      </dgm:t>
    </dgm:pt>
    <dgm:pt modelId="7857">
      <dgm:t>
        <a:p>
          <a:r>
            <a:t>n7857</a:t>
          </a:r>
        </a:p>
      </dgm:t>
    </dgm:pt>
    <dgm:pt modelId="7858">
      <dgm:t>
        <a:p>
          <a:r>
            <a:t>n7858</a:t>
          </a:r>
        </a:p>
      </dgm:t>
    </dgm:pt>
    <dgm:pt modelId="7859">
      <dgm:t>
        <a:p>
          <a:r>
            <a:t>n7859</a:t>
          </a:r>
        </a:p>
      </dgm:t>
    </dgm:pt>
    <dgm:pt modelId="7860">
      <dgm:t>
        <a:p>
          <a:r>
            <a:t>n7860</a:t>
          </a:r>
        </a:p>
      </dgm:t>
    </dgm:pt>
    <dgm:pt modelId="7861">
      <dgm:t>
        <a:p>
          <a:r>
            <a:t>n7861</a:t>
          </a:r>
        </a:p>
      </dgm:t>
    </dgm:pt>
    <dgm:pt modelId="7862">
      <dgm:t>
        <a:p>
          <a:r>
            <a:t>n7862</a:t>
          </a:r>
        </a:p>
      </dgm:t>
    </dgm:pt>
    <dgm:pt modelId="7863">
      <dgm:t>
        <a:p>
          <a:r>
            <a:t>n7863</a:t>
          </a:r>
        </a:p>
      </dgm:t>
    </dgm:pt>
    <dgm:pt modelId="7864">
      <dgm:t>
        <a:p>
          <a:r>
            <a:t>n7864</a:t>
          </a:r>
        </a:p>
      </dgm:t>
    </dgm:pt>
    <dgm:pt modelId="7865">
      <dgm:t>
        <a:p>
          <a:r>
            <a:t>n7865</a:t>
          </a:r>
        </a:p>
      </dgm:t>
    </dgm:pt>
    <dgm:pt modelId="7866">
      <dgm:t>
        <a:p>
          <a:r>
            <a:t>n7866</a:t>
          </a:r>
        </a:p>
      </dgm:t>
    </dgm:pt>
    <dgm:pt modelId="7867">
      <dgm:t>
        <a:p>
          <a:r>
            <a:t>n7867</a:t>
          </a:r>
        </a:p>
      </dgm:t>
    </dgm:pt>
    <dgm:pt modelId="7868">
      <dgm:t>
        <a:p>
          <a:r>
            <a:t>n7868</a:t>
          </a:r>
        </a:p>
      </dgm:t>
    </dgm:pt>
    <dgm:pt modelId="7869">
      <dgm:t>
        <a:p>
          <a:r>
            <a:t>n7869</a:t>
          </a:r>
        </a:p>
      </dgm:t>
    </dgm:pt>
    <dgm:pt modelId="7870">
      <dgm:t>
        <a:p>
          <a:r>
            <a:t>n7870</a:t>
          </a:r>
        </a:p>
      </dgm:t>
    </dgm:pt>
    <dgm:pt modelId="7871">
      <dgm:t>
        <a:p>
          <a:r>
            <a:t>n7871</a:t>
          </a:r>
        </a:p>
      </dgm:t>
    </dgm:pt>
    <dgm:pt modelId="7872">
      <dgm:t>
        <a:p>
          <a:r>
            <a:t>n7872</a:t>
          </a:r>
        </a:p>
      </dgm:t>
    </dgm:pt>
    <dgm:pt modelId="7873">
      <dgm:t>
        <a:p>
          <a:r>
            <a:t>n7873</a:t>
          </a:r>
        </a:p>
      </dgm:t>
    </dgm:pt>
    <dgm:pt modelId="7874">
      <dgm:t>
        <a:p>
          <a:r>
            <a:t>n7874</a:t>
          </a:r>
        </a:p>
      </dgm:t>
    </dgm:pt>
    <dgm:pt modelId="7875">
      <dgm:t>
        <a:p>
          <a:r>
            <a:t>n7875</a:t>
          </a:r>
        </a:p>
      </dgm:t>
    </dgm:pt>
    <dgm:pt modelId="7876">
      <dgm:t>
        <a:p>
          <a:r>
            <a:t>n7876</a:t>
          </a:r>
        </a:p>
      </dgm:t>
    </dgm:pt>
    <dgm:pt modelId="7877">
      <dgm:t>
        <a:p>
          <a:r>
            <a:t>n7877</a:t>
          </a:r>
        </a:p>
      </dgm:t>
    </dgm:pt>
    <dgm:pt modelId="7878">
      <dgm:t>
        <a:p>
          <a:r>
            <a:t>n7878</a:t>
          </a:r>
        </a:p>
      </dgm:t>
    </dgm:pt>
    <dgm:pt modelId="7879">
      <dgm:t>
        <a:p>
          <a:r>
            <a:t>n7879</a:t>
          </a:r>
        </a:p>
      </dgm:t>
    </dgm:pt>
    <dgm:pt modelId="7880">
      <dgm:t>
        <a:p>
          <a:r>
            <a:t>n7880</a:t>
          </a:r>
        </a:p>
      </dgm:t>
    </dgm:pt>
    <dgm:pt modelId="7881">
      <dgm:t>
        <a:p>
          <a:r>
            <a:t>n7881</a:t>
          </a:r>
        </a:p>
      </dgm:t>
    </dgm:pt>
    <dgm:pt modelId="7882">
      <dgm:t>
        <a:p>
          <a:r>
            <a:t>n7882</a:t>
          </a:r>
        </a:p>
      </dgm:t>
    </dgm:pt>
    <dgm:pt modelId="7883">
      <dgm:t>
        <a:p>
          <a:r>
            <a:t>n7883</a:t>
          </a:r>
        </a:p>
      </dgm:t>
    </dgm:pt>
    <dgm:pt modelId="7884">
      <dgm:t>
        <a:p>
          <a:r>
            <a:t>n7884</a:t>
          </a:r>
        </a:p>
      </dgm:t>
    </dgm:pt>
    <dgm:pt modelId="7885">
      <dgm:t>
        <a:p>
          <a:r>
            <a:t>n7885</a:t>
          </a:r>
        </a:p>
      </dgm:t>
    </dgm:pt>
    <dgm:pt modelId="7886">
      <dgm:t>
        <a:p>
          <a:r>
            <a:t>n7886</a:t>
          </a:r>
        </a:p>
      </dgm:t>
    </dgm:pt>
    <dgm:pt modelId="7887">
      <dgm:t>
        <a:p>
          <a:r>
            <a:t>n7887</a:t>
          </a:r>
        </a:p>
      </dgm:t>
    </dgm:pt>
    <dgm:pt modelId="7888">
      <dgm:t>
        <a:p>
          <a:r>
            <a:t>n7888</a:t>
          </a:r>
        </a:p>
      </dgm:t>
    </dgm:pt>
    <dgm:pt modelId="7889">
      <dgm:t>
        <a:p>
          <a:r>
            <a:t>n7889</a:t>
          </a:r>
        </a:p>
      </dgm:t>
    </dgm:pt>
    <dgm:pt modelId="7890">
      <dgm:t>
        <a:p>
          <a:r>
            <a:t>n7890</a:t>
          </a:r>
        </a:p>
      </dgm:t>
    </dgm:pt>
    <dgm:pt modelId="7891">
      <dgm:t>
        <a:p>
          <a:r>
            <a:t>n7891</a:t>
          </a:r>
        </a:p>
      </dgm:t>
    </dgm:pt>
    <dgm:pt modelId="7892">
      <dgm:t>
        <a:p>
          <a:r>
            <a:t>n7892</a:t>
          </a:r>
        </a:p>
      </dgm:t>
    </dgm:pt>
    <dgm:pt modelId="7893">
      <dgm:t>
        <a:p>
          <a:r>
            <a:t>n7893</a:t>
          </a:r>
        </a:p>
      </dgm:t>
    </dgm:pt>
    <dgm:pt modelId="7894">
      <dgm:t>
        <a:p>
          <a:r>
            <a:t>n7894</a:t>
          </a:r>
        </a:p>
      </dgm:t>
    </dgm:pt>
    <dgm:pt modelId="7895">
      <dgm:t>
        <a:p>
          <a:r>
            <a:t>n7895</a:t>
          </a:r>
        </a:p>
      </dgm:t>
    </dgm:pt>
    <dgm:pt modelId="7896">
      <dgm:t>
        <a:p>
          <a:r>
            <a:t>n7896</a:t>
          </a:r>
        </a:p>
      </dgm:t>
    </dgm:pt>
    <dgm:pt modelId="7897">
      <dgm:t>
        <a:p>
          <a:r>
            <a:t>n7897</a:t>
          </a:r>
        </a:p>
      </dgm:t>
    </dgm:pt>
    <dgm:pt modelId="7898">
      <dgm:t>
        <a:p>
          <a:r>
            <a:t>n7898</a:t>
          </a:r>
        </a:p>
      </dgm:t>
    </dgm:pt>
    <dgm:pt modelId="7899">
      <dgm:t>
        <a:p>
          <a:r>
            <a:t>n7899</a:t>
          </a:r>
        </a:p>
      </dgm:t>
    </dgm:pt>
    <dgm:pt modelId="7900">
      <dgm:t>
        <a:p>
          <a:r>
            <a:t>n7900</a:t>
          </a:r>
        </a:p>
      </dgm:t>
    </dgm:pt>
    <dgm:pt modelId="7901">
      <dgm:t>
        <a:p>
          <a:r>
            <a:t>n7901</a:t>
          </a:r>
        </a:p>
      </dgm:t>
    </dgm:pt>
    <dgm:pt modelId="7902">
      <dgm:t>
        <a:p>
          <a:r>
            <a:t>n7902</a:t>
          </a:r>
        </a:p>
      </dgm:t>
    </dgm:pt>
    <dgm:pt modelId="7903">
      <dgm:t>
        <a:p>
          <a:r>
            <a:t>n7903</a:t>
          </a:r>
        </a:p>
      </dgm:t>
    </dgm:pt>
    <dgm:pt modelId="7904">
      <dgm:t>
        <a:p>
          <a:r>
            <a:t>n7904</a:t>
          </a:r>
        </a:p>
      </dgm:t>
    </dgm:pt>
    <dgm:pt modelId="7905">
      <dgm:t>
        <a:p>
          <a:r>
            <a:t>n7905</a:t>
          </a:r>
        </a:p>
      </dgm:t>
    </dgm:pt>
    <dgm:pt modelId="7906">
      <dgm:t>
        <a:p>
          <a:r>
            <a:t>n7906</a:t>
          </a:r>
        </a:p>
      </dgm:t>
    </dgm:pt>
    <dgm:pt modelId="7907">
      <dgm:t>
        <a:p>
          <a:r>
            <a:t>n7907</a:t>
          </a:r>
        </a:p>
      </dgm:t>
    </dgm:pt>
    <dgm:pt modelId="7908">
      <dgm:t>
        <a:p>
          <a:r>
            <a:t>n7908</a:t>
          </a:r>
        </a:p>
      </dgm:t>
    </dgm:pt>
    <dgm:pt modelId="7909">
      <dgm:t>
        <a:p>
          <a:r>
            <a:t>n7909</a:t>
          </a:r>
        </a:p>
      </dgm:t>
    </dgm:pt>
    <dgm:pt modelId="7910">
      <dgm:t>
        <a:p>
          <a:r>
            <a:t>n7910</a:t>
          </a:r>
        </a:p>
      </dgm:t>
    </dgm:pt>
    <dgm:pt modelId="7911">
      <dgm:t>
        <a:p>
          <a:r>
            <a:t>n7911</a:t>
          </a:r>
        </a:p>
      </dgm:t>
    </dgm:pt>
    <dgm:pt modelId="7912">
      <dgm:t>
        <a:p>
          <a:r>
            <a:t>n7912</a:t>
          </a:r>
        </a:p>
      </dgm:t>
    </dgm:pt>
    <dgm:pt modelId="7913">
      <dgm:t>
        <a:p>
          <a:r>
            <a:t>n7913</a:t>
          </a:r>
        </a:p>
      </dgm:t>
    </dgm:pt>
    <dgm:pt modelId="7914">
      <dgm:t>
        <a:p>
          <a:r>
            <a:t>n7914</a:t>
          </a:r>
        </a:p>
      </dgm:t>
    </dgm:pt>
    <dgm:pt modelId="7915">
      <dgm:t>
        <a:p>
          <a:r>
            <a:t>n7915</a:t>
          </a:r>
        </a:p>
      </dgm:t>
    </dgm:pt>
    <dgm:pt modelId="7916">
      <dgm:t>
        <a:p>
          <a:r>
            <a:t>n7916</a:t>
          </a:r>
        </a:p>
      </dgm:t>
    </dgm:pt>
    <dgm:pt modelId="7917">
      <dgm:t>
        <a:p>
          <a:r>
            <a:t>n7917</a:t>
          </a:r>
        </a:p>
      </dgm:t>
    </dgm:pt>
    <dgm:pt modelId="7918">
      <dgm:t>
        <a:p>
          <a:r>
            <a:t>n7918</a:t>
          </a:r>
        </a:p>
      </dgm:t>
    </dgm:pt>
    <dgm:pt modelId="7919">
      <dgm:t>
        <a:p>
          <a:r>
            <a:t>n7919</a:t>
          </a:r>
        </a:p>
      </dgm:t>
    </dgm:pt>
    <dgm:pt modelId="7920">
      <dgm:t>
        <a:p>
          <a:r>
            <a:t>n7920</a:t>
          </a:r>
        </a:p>
      </dgm:t>
    </dgm:pt>
    <dgm:pt modelId="7921">
      <dgm:t>
        <a:p>
          <a:r>
            <a:t>n7921</a:t>
          </a:r>
        </a:p>
      </dgm:t>
    </dgm:pt>
    <dgm:pt modelId="7922">
      <dgm:t>
        <a:p>
          <a:r>
            <a:t>n7922</a:t>
          </a:r>
        </a:p>
      </dgm:t>
    </dgm:pt>
    <dgm:pt modelId="7923">
      <dgm:t>
        <a:p>
          <a:r>
            <a:t>n7923</a:t>
          </a:r>
        </a:p>
      </dgm:t>
    </dgm:pt>
    <dgm:pt modelId="7924">
      <dgm:t>
        <a:p>
          <a:r>
            <a:t>n7924</a:t>
          </a:r>
        </a:p>
      </dgm:t>
    </dgm:pt>
    <dgm:pt modelId="7925">
      <dgm:t>
        <a:p>
          <a:r>
            <a:t>n7925</a:t>
          </a:r>
        </a:p>
      </dgm:t>
    </dgm:pt>
    <dgm:pt modelId="7926">
      <dgm:t>
        <a:p>
          <a:r>
            <a:t>n7926</a:t>
          </a:r>
        </a:p>
      </dgm:t>
    </dgm:pt>
    <dgm:pt modelId="7927">
      <dgm:t>
        <a:p>
          <a:r>
            <a:t>n7927</a:t>
          </a:r>
        </a:p>
      </dgm:t>
    </dgm:pt>
    <dgm:pt modelId="7928">
      <dgm:t>
        <a:p>
          <a:r>
            <a:t>n7928</a:t>
          </a:r>
        </a:p>
      </dgm:t>
    </dgm:pt>
    <dgm:pt modelId="7929">
      <dgm:t>
        <a:p>
          <a:r>
            <a:t>n7929</a:t>
          </a:r>
        </a:p>
      </dgm:t>
    </dgm:pt>
    <dgm:pt modelId="7930">
      <dgm:t>
        <a:p>
          <a:r>
            <a:t>n7930</a:t>
          </a:r>
        </a:p>
      </dgm:t>
    </dgm:pt>
    <dgm:pt modelId="7931">
      <dgm:t>
        <a:p>
          <a:r>
            <a:t>n7931</a:t>
          </a:r>
        </a:p>
      </dgm:t>
    </dgm:pt>
    <dgm:pt modelId="7932">
      <dgm:t>
        <a:p>
          <a:r>
            <a:t>n7932</a:t>
          </a:r>
        </a:p>
      </dgm:t>
    </dgm:pt>
    <dgm:pt modelId="7933">
      <dgm:t>
        <a:p>
          <a:r>
            <a:t>n7933</a:t>
          </a:r>
        </a:p>
      </dgm:t>
    </dgm:pt>
    <dgm:pt modelId="7934">
      <dgm:t>
        <a:p>
          <a:r>
            <a:t>n7934</a:t>
          </a:r>
        </a:p>
      </dgm:t>
    </dgm:pt>
    <dgm:pt modelId="7935">
      <dgm:t>
        <a:p>
          <a:r>
            <a:t>n7935</a:t>
          </a:r>
        </a:p>
      </dgm:t>
    </dgm:pt>
    <dgm:pt modelId="7936">
      <dgm:t>
        <a:p>
          <a:r>
            <a:t>n7936</a:t>
          </a:r>
        </a:p>
      </dgm:t>
    </dgm:pt>
    <dgm:pt modelId="7937">
      <dgm:t>
        <a:p>
          <a:r>
            <a:t>n7937</a:t>
          </a:r>
        </a:p>
      </dgm:t>
    </dgm:pt>
    <dgm:pt modelId="7938">
      <dgm:t>
        <a:p>
          <a:r>
            <a:t>n7938</a:t>
          </a:r>
        </a:p>
      </dgm:t>
    </dgm:pt>
    <dgm:pt modelId="7939">
      <dgm:t>
        <a:p>
          <a:r>
            <a:t>n7939</a:t>
          </a:r>
        </a:p>
      </dgm:t>
    </dgm:pt>
    <dgm:pt modelId="7940">
      <dgm:t>
        <a:p>
          <a:r>
            <a:t>n7940</a:t>
          </a:r>
        </a:p>
      </dgm:t>
    </dgm:pt>
    <dgm:pt modelId="7941">
      <dgm:t>
        <a:p>
          <a:r>
            <a:t>n7941</a:t>
          </a:r>
        </a:p>
      </dgm:t>
    </dgm:pt>
    <dgm:pt modelId="7942">
      <dgm:t>
        <a:p>
          <a:r>
            <a:t>n7942</a:t>
          </a:r>
        </a:p>
      </dgm:t>
    </dgm:pt>
    <dgm:pt modelId="7943">
      <dgm:t>
        <a:p>
          <a:r>
            <a:t>n7943</a:t>
          </a:r>
        </a:p>
      </dgm:t>
    </dgm:pt>
    <dgm:pt modelId="7944">
      <dgm:t>
        <a:p>
          <a:r>
            <a:t>n7944</a:t>
          </a:r>
        </a:p>
      </dgm:t>
    </dgm:pt>
    <dgm:pt modelId="7945">
      <dgm:t>
        <a:p>
          <a:r>
            <a:t>n7945</a:t>
          </a:r>
        </a:p>
      </dgm:t>
    </dgm:pt>
    <dgm:pt modelId="7946">
      <dgm:t>
        <a:p>
          <a:r>
            <a:t>n7946</a:t>
          </a:r>
        </a:p>
      </dgm:t>
    </dgm:pt>
    <dgm:pt modelId="7947">
      <dgm:t>
        <a:p>
          <a:r>
            <a:t>n7947</a:t>
          </a:r>
        </a:p>
      </dgm:t>
    </dgm:pt>
    <dgm:pt modelId="7948">
      <dgm:t>
        <a:p>
          <a:r>
            <a:t>n7948</a:t>
          </a:r>
        </a:p>
      </dgm:t>
    </dgm:pt>
    <dgm:pt modelId="7949">
      <dgm:t>
        <a:p>
          <a:r>
            <a:t>n7949</a:t>
          </a:r>
        </a:p>
      </dgm:t>
    </dgm:pt>
    <dgm:pt modelId="7950">
      <dgm:t>
        <a:p>
          <a:r>
            <a:t>n7950</a:t>
          </a:r>
        </a:p>
      </dgm:t>
    </dgm:pt>
    <dgm:pt modelId="7951">
      <dgm:t>
        <a:p>
          <a:r>
            <a:t>n7951</a:t>
          </a:r>
        </a:p>
      </dgm:t>
    </dgm:pt>
    <dgm:pt modelId="7952">
      <dgm:t>
        <a:p>
          <a:r>
            <a:t>n7952</a:t>
          </a:r>
        </a:p>
      </dgm:t>
    </dgm:pt>
    <dgm:pt modelId="7953">
      <dgm:t>
        <a:p>
          <a:r>
            <a:t>n7953</a:t>
          </a:r>
        </a:p>
      </dgm:t>
    </dgm:pt>
    <dgm:pt modelId="7954">
      <dgm:t>
        <a:p>
          <a:r>
            <a:t>n7954</a:t>
          </a:r>
        </a:p>
      </dgm:t>
    </dgm:pt>
    <dgm:pt modelId="7955">
      <dgm:t>
        <a:p>
          <a:r>
            <a:t>n7955</a:t>
          </a:r>
        </a:p>
      </dgm:t>
    </dgm:pt>
    <dgm:pt modelId="7956">
      <dgm:t>
        <a:p>
          <a:r>
            <a:t>n7956</a:t>
          </a:r>
        </a:p>
      </dgm:t>
    </dgm:pt>
    <dgm:pt modelId="7957">
      <dgm:t>
        <a:p>
          <a:r>
            <a:t>n7957</a:t>
          </a:r>
        </a:p>
      </dgm:t>
    </dgm:pt>
    <dgm:pt modelId="7958">
      <dgm:t>
        <a:p>
          <a:r>
            <a:t>n7958</a:t>
          </a:r>
        </a:p>
      </dgm:t>
    </dgm:pt>
    <dgm:pt modelId="7959">
      <dgm:t>
        <a:p>
          <a:r>
            <a:t>n7959</a:t>
          </a:r>
        </a:p>
      </dgm:t>
    </dgm:pt>
    <dgm:pt modelId="7960">
      <dgm:t>
        <a:p>
          <a:r>
            <a:t>n7960</a:t>
          </a:r>
        </a:p>
      </dgm:t>
    </dgm:pt>
    <dgm:pt modelId="7961">
      <dgm:t>
        <a:p>
          <a:r>
            <a:t>n7961</a:t>
          </a:r>
        </a:p>
      </dgm:t>
    </dgm:pt>
    <dgm:pt modelId="7962">
      <dgm:t>
        <a:p>
          <a:r>
            <a:t>n7962</a:t>
          </a:r>
        </a:p>
      </dgm:t>
    </dgm:pt>
    <dgm:pt modelId="7963">
      <dgm:t>
        <a:p>
          <a:r>
            <a:t>n7963</a:t>
          </a:r>
        </a:p>
      </dgm:t>
    </dgm:pt>
    <dgm:pt modelId="7964">
      <dgm:t>
        <a:p>
          <a:r>
            <a:t>n7964</a:t>
          </a:r>
        </a:p>
      </dgm:t>
    </dgm:pt>
    <dgm:pt modelId="7965">
      <dgm:t>
        <a:p>
          <a:r>
            <a:t>n7965</a:t>
          </a:r>
        </a:p>
      </dgm:t>
    </dgm:pt>
    <dgm:pt modelId="7966">
      <dgm:t>
        <a:p>
          <a:r>
            <a:t>n7966</a:t>
          </a:r>
        </a:p>
      </dgm:t>
    </dgm:pt>
    <dgm:pt modelId="7967">
      <dgm:t>
        <a:p>
          <a:r>
            <a:t>n7967</a:t>
          </a:r>
        </a:p>
      </dgm:t>
    </dgm:pt>
    <dgm:pt modelId="7968">
      <dgm:t>
        <a:p>
          <a:r>
            <a:t>n7968</a:t>
          </a:r>
        </a:p>
      </dgm:t>
    </dgm:pt>
    <dgm:pt modelId="7969">
      <dgm:t>
        <a:p>
          <a:r>
            <a:t>n7969</a:t>
          </a:r>
        </a:p>
      </dgm:t>
    </dgm:pt>
    <dgm:pt modelId="7970">
      <dgm:t>
        <a:p>
          <a:r>
            <a:t>n7970</a:t>
          </a:r>
        </a:p>
      </dgm:t>
    </dgm:pt>
    <dgm:pt modelId="7971">
      <dgm:t>
        <a:p>
          <a:r>
            <a:t>n7971</a:t>
          </a:r>
        </a:p>
      </dgm:t>
    </dgm:pt>
    <dgm:pt modelId="7972">
      <dgm:t>
        <a:p>
          <a:r>
            <a:t>n7972</a:t>
          </a:r>
        </a:p>
      </dgm:t>
    </dgm:pt>
    <dgm:pt modelId="7973">
      <dgm:t>
        <a:p>
          <a:r>
            <a:t>n7973</a:t>
          </a:r>
        </a:p>
      </dgm:t>
    </dgm:pt>
    <dgm:pt modelId="7974">
      <dgm:t>
        <a:p>
          <a:r>
            <a:t>n7974</a:t>
          </a:r>
        </a:p>
      </dgm:t>
    </dgm:pt>
    <dgm:pt modelId="7975">
      <dgm:t>
        <a:p>
          <a:r>
            <a:t>n7975</a:t>
          </a:r>
        </a:p>
      </dgm:t>
    </dgm:pt>
    <dgm:pt modelId="7976">
      <dgm:t>
        <a:p>
          <a:r>
            <a:t>n7976</a:t>
          </a:r>
        </a:p>
      </dgm:t>
    </dgm:pt>
    <dgm:pt modelId="7977">
      <dgm:t>
        <a:p>
          <a:r>
            <a:t>n7977</a:t>
          </a:r>
        </a:p>
      </dgm:t>
    </dgm:pt>
    <dgm:pt modelId="7978">
      <dgm:t>
        <a:p>
          <a:r>
            <a:t>n7978</a:t>
          </a:r>
        </a:p>
      </dgm:t>
    </dgm:pt>
    <dgm:pt modelId="7979">
      <dgm:t>
        <a:p>
          <a:r>
            <a:t>n7979</a:t>
          </a:r>
        </a:p>
      </dgm:t>
    </dgm:pt>
    <dgm:pt modelId="7980">
      <dgm:t>
        <a:p>
          <a:r>
            <a:t>n7980</a:t>
          </a:r>
        </a:p>
      </dgm:t>
    </dgm:pt>
    <dgm:pt modelId="7981">
      <dgm:t>
        <a:p>
          <a:r>
            <a:t>n7981</a:t>
          </a:r>
        </a:p>
      </dgm:t>
    </dgm:pt>
    <dgm:pt modelId="7982">
      <dgm:t>
        <a:p>
          <a:r>
            <a:t>n7982</a:t>
          </a:r>
        </a:p>
      </dgm:t>
    </dgm:pt>
    <dgm:pt modelId="7983">
      <dgm:t>
        <a:p>
          <a:r>
            <a:t>n7983</a:t>
          </a:r>
        </a:p>
      </dgm:t>
    </dgm:pt>
    <dgm:pt modelId="7984">
      <dgm:t>
        <a:p>
          <a:r>
            <a:t>n7984</a:t>
          </a:r>
        </a:p>
      </dgm:t>
    </dgm:pt>
    <dgm:pt modelId="7985">
      <dgm:t>
        <a:p>
          <a:r>
            <a:t>n7985</a:t>
          </a:r>
        </a:p>
      </dgm:t>
    </dgm:pt>
    <dgm:pt modelId="7986">
      <dgm:t>
        <a:p>
          <a:r>
            <a:t>n7986</a:t>
          </a:r>
        </a:p>
      </dgm:t>
    </dgm:pt>
    <dgm:pt modelId="7987">
      <dgm:t>
        <a:p>
          <a:r>
            <a:t>n7987</a:t>
          </a:r>
        </a:p>
      </dgm:t>
    </dgm:pt>
    <dgm:pt modelId="7988">
      <dgm:t>
        <a:p>
          <a:r>
            <a:t>n7988</a:t>
          </a:r>
        </a:p>
      </dgm:t>
    </dgm:pt>
    <dgm:pt modelId="7989">
      <dgm:t>
        <a:p>
          <a:r>
            <a:t>n7989</a:t>
          </a:r>
        </a:p>
      </dgm:t>
    </dgm:pt>
    <dgm:pt modelId="7990">
      <dgm:t>
        <a:p>
          <a:r>
            <a:t>n7990</a:t>
          </a:r>
        </a:p>
      </dgm:t>
    </dgm:pt>
    <dgm:pt modelId="7991">
      <dgm:t>
        <a:p>
          <a:r>
            <a:t>n7991</a:t>
          </a:r>
        </a:p>
      </dgm:t>
    </dgm:pt>
    <dgm:pt modelId="7992">
      <dgm:t>
        <a:p>
          <a:r>
            <a:t>n7992</a:t>
          </a:r>
        </a:p>
      </dgm:t>
    </dgm:pt>
    <dgm:pt modelId="7993">
      <dgm:t>
        <a:p>
          <a:r>
            <a:t>n7993</a:t>
          </a:r>
        </a:p>
      </dgm:t>
    </dgm:pt>
    <dgm:pt modelId="7994">
      <dgm:t>
        <a:p>
          <a:r>
            <a:t>n7994</a:t>
          </a:r>
        </a:p>
      </dgm:t>
    </dgm:pt>
    <dgm:pt modelId="7995">
      <dgm:t>
        <a:p>
          <a:r>
            <a:t>n7995</a:t>
          </a:r>
        </a:p>
      </dgm:t>
    </dgm:pt>
    <dgm:pt modelId="7996">
      <dgm:t>
        <a:p>
          <a:r>
            <a:t>n7996</a:t>
          </a:r>
        </a:p>
      </dgm:t>
    </dgm:pt>
    <dgm:pt modelId="7997">
      <dgm:t>
        <a:p>
          <a:r>
            <a:t>n7997</a:t>
          </a:r>
        </a:p>
      </dgm:t>
    </dgm:pt>
    <dgm:pt modelId="7998">
      <dgm:t>
        <a:p>
          <a:r>
            <a:t>n7998</a:t>
          </a:r>
        </a:p>
      </dgm:t>
    </dgm:pt>
    <dgm:pt modelId="7999">
      <dgm:t>
        <a:p>
          <a:r>
            <a:t>n7999</a:t>
          </a:r>
        </a:p>
      </dgm:t>
    </dgm:pt>
    <dgm:pt modelId="8000">
      <dgm:t>
        <a:p>
          <a:r>
            <a:t>n8000</a:t>
          </a:r>
        </a:p>
      </dgm:t>
    </dgm:pt>
    <dgm:pt modelId="8001">
      <dgm:t>
        <a:p>
          <a:r>
            <a:t>n8001</a:t>
          </a:r>
        </a:p>
      </dgm:t>
    </dgm:pt>
    <dgm:pt modelId="8002">
      <dgm:t>
        <a:p>
          <a:r>
            <a:t>n8002</a:t>
          </a:r>
        </a:p>
      </dgm:t>
    </dgm:pt>
    <dgm:pt modelId="8003">
      <dgm:t>
        <a:p>
          <a:r>
            <a:t>n8003</a:t>
          </a:r>
        </a:p>
      </dgm:t>
    </dgm:pt>
    <dgm:pt modelId="8004">
      <dgm:t>
        <a:p>
          <a:r>
            <a:t>n8004</a:t>
          </a:r>
        </a:p>
      </dgm:t>
    </dgm:pt>
    <dgm:pt modelId="8005">
      <dgm:t>
        <a:p>
          <a:r>
            <a:t>n8005</a:t>
          </a:r>
        </a:p>
      </dgm:t>
    </dgm:pt>
    <dgm:pt modelId="8006">
      <dgm:t>
        <a:p>
          <a:r>
            <a:t>n8006</a:t>
          </a:r>
        </a:p>
      </dgm:t>
    </dgm:pt>
    <dgm:pt modelId="8007">
      <dgm:t>
        <a:p>
          <a:r>
            <a:t>n8007</a:t>
          </a:r>
        </a:p>
      </dgm:t>
    </dgm:pt>
    <dgm:pt modelId="8008">
      <dgm:t>
        <a:p>
          <a:r>
            <a:t>n8008</a:t>
          </a:r>
        </a:p>
      </dgm:t>
    </dgm:pt>
    <dgm:pt modelId="8009">
      <dgm:t>
        <a:p>
          <a:r>
            <a:t>n8009</a:t>
          </a:r>
        </a:p>
      </dgm:t>
    </dgm:pt>
    <dgm:pt modelId="8010">
      <dgm:t>
        <a:p>
          <a:r>
            <a:t>n8010</a:t>
          </a:r>
        </a:p>
      </dgm:t>
    </dgm:pt>
    <dgm:pt modelId="8011">
      <dgm:t>
        <a:p>
          <a:r>
            <a:t>n8011</a:t>
          </a:r>
        </a:p>
      </dgm:t>
    </dgm:pt>
    <dgm:pt modelId="8012">
      <dgm:t>
        <a:p>
          <a:r>
            <a:t>n8012</a:t>
          </a:r>
        </a:p>
      </dgm:t>
    </dgm:pt>
    <dgm:pt modelId="8013">
      <dgm:t>
        <a:p>
          <a:r>
            <a:t>n8013</a:t>
          </a:r>
        </a:p>
      </dgm:t>
    </dgm:pt>
    <dgm:pt modelId="8014">
      <dgm:t>
        <a:p>
          <a:r>
            <a:t>n8014</a:t>
          </a:r>
        </a:p>
      </dgm:t>
    </dgm:pt>
    <dgm:pt modelId="8015">
      <dgm:t>
        <a:p>
          <a:r>
            <a:t>n8015</a:t>
          </a:r>
        </a:p>
      </dgm:t>
    </dgm:pt>
    <dgm:pt modelId="8016">
      <dgm:t>
        <a:p>
          <a:r>
            <a:t>n8016</a:t>
          </a:r>
        </a:p>
      </dgm:t>
    </dgm:pt>
    <dgm:pt modelId="8017">
      <dgm:t>
        <a:p>
          <a:r>
            <a:t>n8017</a:t>
          </a:r>
        </a:p>
      </dgm:t>
    </dgm:pt>
    <dgm:pt modelId="8018">
      <dgm:t>
        <a:p>
          <a:r>
            <a:t>n8018</a:t>
          </a:r>
        </a:p>
      </dgm:t>
    </dgm:pt>
    <dgm:pt modelId="8019">
      <dgm:t>
        <a:p>
          <a:r>
            <a:t>n8019</a:t>
          </a:r>
        </a:p>
      </dgm:t>
    </dgm:pt>
    <dgm:pt modelId="8020">
      <dgm:t>
        <a:p>
          <a:r>
            <a:t>n8020</a:t>
          </a:r>
        </a:p>
      </dgm:t>
    </dgm:pt>
    <dgm:pt modelId="8021">
      <dgm:t>
        <a:p>
          <a:r>
            <a:t>n8021</a:t>
          </a:r>
        </a:p>
      </dgm:t>
    </dgm:pt>
    <dgm:pt modelId="8022">
      <dgm:t>
        <a:p>
          <a:r>
            <a:t>n8022</a:t>
          </a:r>
        </a:p>
      </dgm:t>
    </dgm:pt>
    <dgm:pt modelId="8023">
      <dgm:t>
        <a:p>
          <a:r>
            <a:t>n8023</a:t>
          </a:r>
        </a:p>
      </dgm:t>
    </dgm:pt>
    <dgm:pt modelId="8024">
      <dgm:t>
        <a:p>
          <a:r>
            <a:t>n8024</a:t>
          </a:r>
        </a:p>
      </dgm:t>
    </dgm:pt>
    <dgm:pt modelId="8025">
      <dgm:t>
        <a:p>
          <a:r>
            <a:t>n8025</a:t>
          </a:r>
        </a:p>
      </dgm:t>
    </dgm:pt>
    <dgm:pt modelId="8026">
      <dgm:t>
        <a:p>
          <a:r>
            <a:t>n8026</a:t>
          </a:r>
        </a:p>
      </dgm:t>
    </dgm:pt>
    <dgm:pt modelId="8027">
      <dgm:t>
        <a:p>
          <a:r>
            <a:t>n8027</a:t>
          </a:r>
        </a:p>
      </dgm:t>
    </dgm:pt>
    <dgm:pt modelId="8028">
      <dgm:t>
        <a:p>
          <a:r>
            <a:t>n8028</a:t>
          </a:r>
        </a:p>
      </dgm:t>
    </dgm:pt>
    <dgm:pt modelId="8029">
      <dgm:t>
        <a:p>
          <a:r>
            <a:t>n8029</a:t>
          </a:r>
        </a:p>
      </dgm:t>
    </dgm:pt>
    <dgm:pt modelId="8030">
      <dgm:t>
        <a:p>
          <a:r>
            <a:t>n8030</a:t>
          </a:r>
        </a:p>
      </dgm:t>
    </dgm:pt>
    <dgm:pt modelId="8031">
      <dgm:t>
        <a:p>
          <a:r>
            <a:t>n8031</a:t>
          </a:r>
        </a:p>
      </dgm:t>
    </dgm:pt>
    <dgm:pt modelId="8032">
      <dgm:t>
        <a:p>
          <a:r>
            <a:t>n8032</a:t>
          </a:r>
        </a:p>
      </dgm:t>
    </dgm:pt>
    <dgm:pt modelId="8033">
      <dgm:t>
        <a:p>
          <a:r>
            <a:t>n8033</a:t>
          </a:r>
        </a:p>
      </dgm:t>
    </dgm:pt>
    <dgm:pt modelId="8034">
      <dgm:t>
        <a:p>
          <a:r>
            <a:t>n8034</a:t>
          </a:r>
        </a:p>
      </dgm:t>
    </dgm:pt>
    <dgm:pt modelId="8035">
      <dgm:t>
        <a:p>
          <a:r>
            <a:t>n8035</a:t>
          </a:r>
        </a:p>
      </dgm:t>
    </dgm:pt>
    <dgm:pt modelId="8036">
      <dgm:t>
        <a:p>
          <a:r>
            <a:t>n8036</a:t>
          </a:r>
        </a:p>
      </dgm:t>
    </dgm:pt>
    <dgm:pt modelId="8037">
      <dgm:t>
        <a:p>
          <a:r>
            <a:t>n8037</a:t>
          </a:r>
        </a:p>
      </dgm:t>
    </dgm:pt>
    <dgm:pt modelId="8038">
      <dgm:t>
        <a:p>
          <a:r>
            <a:t>n8038</a:t>
          </a:r>
        </a:p>
      </dgm:t>
    </dgm:pt>
    <dgm:pt modelId="8039">
      <dgm:t>
        <a:p>
          <a:r>
            <a:t>n8039</a:t>
          </a:r>
        </a:p>
      </dgm:t>
    </dgm:pt>
    <dgm:pt modelId="8040">
      <dgm:t>
        <a:p>
          <a:r>
            <a:t>n8040</a:t>
          </a:r>
        </a:p>
      </dgm:t>
    </dgm:pt>
    <dgm:pt modelId="8041">
      <dgm:t>
        <a:p>
          <a:r>
            <a:t>n8041</a:t>
          </a:r>
        </a:p>
      </dgm:t>
    </dgm:pt>
    <dgm:pt modelId="8042">
      <dgm:t>
        <a:p>
          <a:r>
            <a:t>n8042</a:t>
          </a:r>
        </a:p>
      </dgm:t>
    </dgm:pt>
    <dgm:pt modelId="8043">
      <dgm:t>
        <a:p>
          <a:r>
            <a:t>n8043</a:t>
          </a:r>
        </a:p>
      </dgm:t>
    </dgm:pt>
    <dgm:pt modelId="8044">
      <dgm:t>
        <a:p>
          <a:r>
            <a:t>n8044</a:t>
          </a:r>
        </a:p>
      </dgm:t>
    </dgm:pt>
    <dgm:pt modelId="8045">
      <dgm:t>
        <a:p>
          <a:r>
            <a:t>n8045</a:t>
          </a:r>
        </a:p>
      </dgm:t>
    </dgm:pt>
    <dgm:pt modelId="8046">
      <dgm:t>
        <a:p>
          <a:r>
            <a:t>n8046</a:t>
          </a:r>
        </a:p>
      </dgm:t>
    </dgm:pt>
    <dgm:pt modelId="8047">
      <dgm:t>
        <a:p>
          <a:r>
            <a:t>n8047</a:t>
          </a:r>
        </a:p>
      </dgm:t>
    </dgm:pt>
    <dgm:pt modelId="8048">
      <dgm:t>
        <a:p>
          <a:r>
            <a:t>n8048</a:t>
          </a:r>
        </a:p>
      </dgm:t>
    </dgm:pt>
    <dgm:pt modelId="8049">
      <dgm:t>
        <a:p>
          <a:r>
            <a:t>n8049</a:t>
          </a:r>
        </a:p>
      </dgm:t>
    </dgm:pt>
    <dgm:pt modelId="8050">
      <dgm:t>
        <a:p>
          <a:r>
            <a:t>n8050</a:t>
          </a:r>
        </a:p>
      </dgm:t>
    </dgm:pt>
    <dgm:pt modelId="8051">
      <dgm:t>
        <a:p>
          <a:r>
            <a:t>n8051</a:t>
          </a:r>
        </a:p>
      </dgm:t>
    </dgm:pt>
    <dgm:pt modelId="8052">
      <dgm:t>
        <a:p>
          <a:r>
            <a:t>n8052</a:t>
          </a:r>
        </a:p>
      </dgm:t>
    </dgm:pt>
    <dgm:pt modelId="8053">
      <dgm:t>
        <a:p>
          <a:r>
            <a:t>n8053</a:t>
          </a:r>
        </a:p>
      </dgm:t>
    </dgm:pt>
    <dgm:pt modelId="8054">
      <dgm:t>
        <a:p>
          <a:r>
            <a:t>n8054</a:t>
          </a:r>
        </a:p>
      </dgm:t>
    </dgm:pt>
    <dgm:pt modelId="8055">
      <dgm:t>
        <a:p>
          <a:r>
            <a:t>n8055</a:t>
          </a:r>
        </a:p>
      </dgm:t>
    </dgm:pt>
    <dgm:pt modelId="8056">
      <dgm:t>
        <a:p>
          <a:r>
            <a:t>n8056</a:t>
          </a:r>
        </a:p>
      </dgm:t>
    </dgm:pt>
    <dgm:pt modelId="8057">
      <dgm:t>
        <a:p>
          <a:r>
            <a:t>n8057</a:t>
          </a:r>
        </a:p>
      </dgm:t>
    </dgm:pt>
    <dgm:pt modelId="8058">
      <dgm:t>
        <a:p>
          <a:r>
            <a:t>n8058</a:t>
          </a:r>
        </a:p>
      </dgm:t>
    </dgm:pt>
    <dgm:pt modelId="8059">
      <dgm:t>
        <a:p>
          <a:r>
            <a:t>n8059</a:t>
          </a:r>
        </a:p>
      </dgm:t>
    </dgm:pt>
    <dgm:pt modelId="8060">
      <dgm:t>
        <a:p>
          <a:r>
            <a:t>n8060</a:t>
          </a:r>
        </a:p>
      </dgm:t>
    </dgm:pt>
    <dgm:pt modelId="8061">
      <dgm:t>
        <a:p>
          <a:r>
            <a:t>n8061</a:t>
          </a:r>
        </a:p>
      </dgm:t>
    </dgm:pt>
    <dgm:pt modelId="8062">
      <dgm:t>
        <a:p>
          <a:r>
            <a:t>n8062</a:t>
          </a:r>
        </a:p>
      </dgm:t>
    </dgm:pt>
    <dgm:pt modelId="8063">
      <dgm:t>
        <a:p>
          <a:r>
            <a:t>n8063</a:t>
          </a:r>
        </a:p>
      </dgm:t>
    </dgm:pt>
    <dgm:pt modelId="8064">
      <dgm:t>
        <a:p>
          <a:r>
            <a:t>n8064</a:t>
          </a:r>
        </a:p>
      </dgm:t>
    </dgm:pt>
    <dgm:pt modelId="8065">
      <dgm:t>
        <a:p>
          <a:r>
            <a:t>n8065</a:t>
          </a:r>
        </a:p>
      </dgm:t>
    </dgm:pt>
    <dgm:pt modelId="8066">
      <dgm:t>
        <a:p>
          <a:r>
            <a:t>n8066</a:t>
          </a:r>
        </a:p>
      </dgm:t>
    </dgm:pt>
    <dgm:pt modelId="8067">
      <dgm:t>
        <a:p>
          <a:r>
            <a:t>n8067</a:t>
          </a:r>
        </a:p>
      </dgm:t>
    </dgm:pt>
    <dgm:pt modelId="8068">
      <dgm:t>
        <a:p>
          <a:r>
            <a:t>n8068</a:t>
          </a:r>
        </a:p>
      </dgm:t>
    </dgm:pt>
    <dgm:pt modelId="8069">
      <dgm:t>
        <a:p>
          <a:r>
            <a:t>n8069</a:t>
          </a:r>
        </a:p>
      </dgm:t>
    </dgm:pt>
    <dgm:pt modelId="8070">
      <dgm:t>
        <a:p>
          <a:r>
            <a:t>n8070</a:t>
          </a:r>
        </a:p>
      </dgm:t>
    </dgm:pt>
    <dgm:pt modelId="8071">
      <dgm:t>
        <a:p>
          <a:r>
            <a:t>n8071</a:t>
          </a:r>
        </a:p>
      </dgm:t>
    </dgm:pt>
    <dgm:pt modelId="8072">
      <dgm:t>
        <a:p>
          <a:r>
            <a:t>n8072</a:t>
          </a:r>
        </a:p>
      </dgm:t>
    </dgm:pt>
    <dgm:pt modelId="8073">
      <dgm:t>
        <a:p>
          <a:r>
            <a:t>n8073</a:t>
          </a:r>
        </a:p>
      </dgm:t>
    </dgm:pt>
    <dgm:pt modelId="8074">
      <dgm:t>
        <a:p>
          <a:r>
            <a:t>n8074</a:t>
          </a:r>
        </a:p>
      </dgm:t>
    </dgm:pt>
    <dgm:pt modelId="8075">
      <dgm:t>
        <a:p>
          <a:r>
            <a:t>n8075</a:t>
          </a:r>
        </a:p>
      </dgm:t>
    </dgm:pt>
    <dgm:pt modelId="8076">
      <dgm:t>
        <a:p>
          <a:r>
            <a:t>n8076</a:t>
          </a:r>
        </a:p>
      </dgm:t>
    </dgm:pt>
    <dgm:pt modelId="8077">
      <dgm:t>
        <a:p>
          <a:r>
            <a:t>n8077</a:t>
          </a:r>
        </a:p>
      </dgm:t>
    </dgm:pt>
    <dgm:pt modelId="8078">
      <dgm:t>
        <a:p>
          <a:r>
            <a:t>n8078</a:t>
          </a:r>
        </a:p>
      </dgm:t>
    </dgm:pt>
    <dgm:pt modelId="8079">
      <dgm:t>
        <a:p>
          <a:r>
            <a:t>n8079</a:t>
          </a:r>
        </a:p>
      </dgm:t>
    </dgm:pt>
    <dgm:pt modelId="8080">
      <dgm:t>
        <a:p>
          <a:r>
            <a:t>n8080</a:t>
          </a:r>
        </a:p>
      </dgm:t>
    </dgm:pt>
    <dgm:pt modelId="8081">
      <dgm:t>
        <a:p>
          <a:r>
            <a:t>n8081</a:t>
          </a:r>
        </a:p>
      </dgm:t>
    </dgm:pt>
    <dgm:pt modelId="8082">
      <dgm:t>
        <a:p>
          <a:r>
            <a:t>n8082</a:t>
          </a:r>
        </a:p>
      </dgm:t>
    </dgm:pt>
    <dgm:pt modelId="8083">
      <dgm:t>
        <a:p>
          <a:r>
            <a:t>n8083</a:t>
          </a:r>
        </a:p>
      </dgm:t>
    </dgm:pt>
    <dgm:pt modelId="8084">
      <dgm:t>
        <a:p>
          <a:r>
            <a:t>n8084</a:t>
          </a:r>
        </a:p>
      </dgm:t>
    </dgm:pt>
    <dgm:pt modelId="8085">
      <dgm:t>
        <a:p>
          <a:r>
            <a:t>n8085</a:t>
          </a:r>
        </a:p>
      </dgm:t>
    </dgm:pt>
    <dgm:pt modelId="8086">
      <dgm:t>
        <a:p>
          <a:r>
            <a:t>n8086</a:t>
          </a:r>
        </a:p>
      </dgm:t>
    </dgm:pt>
    <dgm:pt modelId="8087">
      <dgm:t>
        <a:p>
          <a:r>
            <a:t>n8087</a:t>
          </a:r>
        </a:p>
      </dgm:t>
    </dgm:pt>
    <dgm:pt modelId="8088">
      <dgm:t>
        <a:p>
          <a:r>
            <a:t>n8088</a:t>
          </a:r>
        </a:p>
      </dgm:t>
    </dgm:pt>
    <dgm:pt modelId="8089">
      <dgm:t>
        <a:p>
          <a:r>
            <a:t>n8089</a:t>
          </a:r>
        </a:p>
      </dgm:t>
    </dgm:pt>
    <dgm:pt modelId="8090">
      <dgm:t>
        <a:p>
          <a:r>
            <a:t>n8090</a:t>
          </a:r>
        </a:p>
      </dgm:t>
    </dgm:pt>
    <dgm:pt modelId="8091">
      <dgm:t>
        <a:p>
          <a:r>
            <a:t>n8091</a:t>
          </a:r>
        </a:p>
      </dgm:t>
    </dgm:pt>
    <dgm:pt modelId="8092">
      <dgm:t>
        <a:p>
          <a:r>
            <a:t>n8092</a:t>
          </a:r>
        </a:p>
      </dgm:t>
    </dgm:pt>
    <dgm:pt modelId="8093">
      <dgm:t>
        <a:p>
          <a:r>
            <a:t>n8093</a:t>
          </a:r>
        </a:p>
      </dgm:t>
    </dgm:pt>
    <dgm:pt modelId="8094">
      <dgm:t>
        <a:p>
          <a:r>
            <a:t>n8094</a:t>
          </a:r>
        </a:p>
      </dgm:t>
    </dgm:pt>
    <dgm:pt modelId="8095">
      <dgm:t>
        <a:p>
          <a:r>
            <a:t>n8095</a:t>
          </a:r>
        </a:p>
      </dgm:t>
    </dgm:pt>
    <dgm:pt modelId="8096">
      <dgm:t>
        <a:p>
          <a:r>
            <a:t>n8096</a:t>
          </a:r>
        </a:p>
      </dgm:t>
    </dgm:pt>
    <dgm:pt modelId="8097">
      <dgm:t>
        <a:p>
          <a:r>
            <a:t>n8097</a:t>
          </a:r>
        </a:p>
      </dgm:t>
    </dgm:pt>
    <dgm:pt modelId="8098">
      <dgm:t>
        <a:p>
          <a:r>
            <a:t>n8098</a:t>
          </a:r>
        </a:p>
      </dgm:t>
    </dgm:pt>
    <dgm:pt modelId="8099">
      <dgm:t>
        <a:p>
          <a:r>
            <a:t>n8099</a:t>
          </a:r>
        </a:p>
      </dgm:t>
    </dgm:pt>
    <dgm:pt modelId="8100">
      <dgm:t>
        <a:p>
          <a:r>
            <a:t>n8100</a:t>
          </a:r>
        </a:p>
      </dgm:t>
    </dgm:pt>
    <dgm:pt modelId="8101">
      <dgm:t>
        <a:p>
          <a:r>
            <a:t>n8101</a:t>
          </a:r>
        </a:p>
      </dgm:t>
    </dgm:pt>
    <dgm:pt modelId="8102">
      <dgm:t>
        <a:p>
          <a:r>
            <a:t>n8102</a:t>
          </a:r>
        </a:p>
      </dgm:t>
    </dgm:pt>
    <dgm:pt modelId="8103">
      <dgm:t>
        <a:p>
          <a:r>
            <a:t>n8103</a:t>
          </a:r>
        </a:p>
      </dgm:t>
    </dgm:pt>
    <dgm:pt modelId="8104">
      <dgm:t>
        <a:p>
          <a:r>
            <a:t>n8104</a:t>
          </a:r>
        </a:p>
      </dgm:t>
    </dgm:pt>
    <dgm:pt modelId="8105">
      <dgm:t>
        <a:p>
          <a:r>
            <a:t>n8105</a:t>
          </a:r>
        </a:p>
      </dgm:t>
    </dgm:pt>
    <dgm:pt modelId="8106">
      <dgm:t>
        <a:p>
          <a:r>
            <a:t>n8106</a:t>
          </a:r>
        </a:p>
      </dgm:t>
    </dgm:pt>
    <dgm:pt modelId="8107">
      <dgm:t>
        <a:p>
          <a:r>
            <a:t>n8107</a:t>
          </a:r>
        </a:p>
      </dgm:t>
    </dgm:pt>
    <dgm:pt modelId="8108">
      <dgm:t>
        <a:p>
          <a:r>
            <a:t>n8108</a:t>
          </a:r>
        </a:p>
      </dgm:t>
    </dgm:pt>
    <dgm:pt modelId="8109">
      <dgm:t>
        <a:p>
          <a:r>
            <a:t>n8109</a:t>
          </a:r>
        </a:p>
      </dgm:t>
    </dgm:pt>
    <dgm:pt modelId="8110">
      <dgm:t>
        <a:p>
          <a:r>
            <a:t>n8110</a:t>
          </a:r>
        </a:p>
      </dgm:t>
    </dgm:pt>
    <dgm:pt modelId="8111">
      <dgm:t>
        <a:p>
          <a:r>
            <a:t>n8111</a:t>
          </a:r>
        </a:p>
      </dgm:t>
    </dgm:pt>
    <dgm:pt modelId="8112">
      <dgm:t>
        <a:p>
          <a:r>
            <a:t>n8112</a:t>
          </a:r>
        </a:p>
      </dgm:t>
    </dgm:pt>
    <dgm:pt modelId="8113">
      <dgm:t>
        <a:p>
          <a:r>
            <a:t>n8113</a:t>
          </a:r>
        </a:p>
      </dgm:t>
    </dgm:pt>
    <dgm:pt modelId="8114">
      <dgm:t>
        <a:p>
          <a:r>
            <a:t>n8114</a:t>
          </a:r>
        </a:p>
      </dgm:t>
    </dgm:pt>
    <dgm:pt modelId="8115">
      <dgm:t>
        <a:p>
          <a:r>
            <a:t>n8115</a:t>
          </a:r>
        </a:p>
      </dgm:t>
    </dgm:pt>
    <dgm:pt modelId="8116">
      <dgm:t>
        <a:p>
          <a:r>
            <a:t>n8116</a:t>
          </a:r>
        </a:p>
      </dgm:t>
    </dgm:pt>
    <dgm:pt modelId="8117">
      <dgm:t>
        <a:p>
          <a:r>
            <a:t>n8117</a:t>
          </a:r>
        </a:p>
      </dgm:t>
    </dgm:pt>
    <dgm:pt modelId="8118">
      <dgm:t>
        <a:p>
          <a:r>
            <a:t>n8118</a:t>
          </a:r>
        </a:p>
      </dgm:t>
    </dgm:pt>
    <dgm:pt modelId="8119">
      <dgm:t>
        <a:p>
          <a:r>
            <a:t>n8119</a:t>
          </a:r>
        </a:p>
      </dgm:t>
    </dgm:pt>
    <dgm:pt modelId="8120">
      <dgm:t>
        <a:p>
          <a:r>
            <a:t>n8120</a:t>
          </a:r>
        </a:p>
      </dgm:t>
    </dgm:pt>
    <dgm:pt modelId="8121">
      <dgm:t>
        <a:p>
          <a:r>
            <a:t>n8121</a:t>
          </a:r>
        </a:p>
      </dgm:t>
    </dgm:pt>
    <dgm:pt modelId="8122">
      <dgm:t>
        <a:p>
          <a:r>
            <a:t>n8122</a:t>
          </a:r>
        </a:p>
      </dgm:t>
    </dgm:pt>
    <dgm:pt modelId="8123">
      <dgm:t>
        <a:p>
          <a:r>
            <a:t>n8123</a:t>
          </a:r>
        </a:p>
      </dgm:t>
    </dgm:pt>
    <dgm:pt modelId="8124">
      <dgm:t>
        <a:p>
          <a:r>
            <a:t>n8124</a:t>
          </a:r>
        </a:p>
      </dgm:t>
    </dgm:pt>
    <dgm:pt modelId="8125">
      <dgm:t>
        <a:p>
          <a:r>
            <a:t>n8125</a:t>
          </a:r>
        </a:p>
      </dgm:t>
    </dgm:pt>
    <dgm:pt modelId="8126">
      <dgm:t>
        <a:p>
          <a:r>
            <a:t>n8126</a:t>
          </a:r>
        </a:p>
      </dgm:t>
    </dgm:pt>
    <dgm:pt modelId="8127">
      <dgm:t>
        <a:p>
          <a:r>
            <a:t>n8127</a:t>
          </a:r>
        </a:p>
      </dgm:t>
    </dgm:pt>
    <dgm:pt modelId="8128">
      <dgm:t>
        <a:p>
          <a:r>
            <a:t>n8128</a:t>
          </a:r>
        </a:p>
      </dgm:t>
    </dgm:pt>
    <dgm:pt modelId="8129">
      <dgm:t>
        <a:p>
          <a:r>
            <a:t>n8129</a:t>
          </a:r>
        </a:p>
      </dgm:t>
    </dgm:pt>
    <dgm:pt modelId="8130">
      <dgm:t>
        <a:p>
          <a:r>
            <a:t>n8130</a:t>
          </a:r>
        </a:p>
      </dgm:t>
    </dgm:pt>
    <dgm:pt modelId="8131">
      <dgm:t>
        <a:p>
          <a:r>
            <a:t>n8131</a:t>
          </a:r>
        </a:p>
      </dgm:t>
    </dgm:pt>
    <dgm:pt modelId="8132">
      <dgm:t>
        <a:p>
          <a:r>
            <a:t>n8132</a:t>
          </a:r>
        </a:p>
      </dgm:t>
    </dgm:pt>
    <dgm:pt modelId="8133">
      <dgm:t>
        <a:p>
          <a:r>
            <a:t>n8133</a:t>
          </a:r>
        </a:p>
      </dgm:t>
    </dgm:pt>
    <dgm:pt modelId="8134">
      <dgm:t>
        <a:p>
          <a:r>
            <a:t>n8134</a:t>
          </a:r>
        </a:p>
      </dgm:t>
    </dgm:pt>
    <dgm:pt modelId="8135">
      <dgm:t>
        <a:p>
          <a:r>
            <a:t>n8135</a:t>
          </a:r>
        </a:p>
      </dgm:t>
    </dgm:pt>
    <dgm:pt modelId="8136">
      <dgm:t>
        <a:p>
          <a:r>
            <a:t>n8136</a:t>
          </a:r>
        </a:p>
      </dgm:t>
    </dgm:pt>
    <dgm:pt modelId="8137">
      <dgm:t>
        <a:p>
          <a:r>
            <a:t>n8137</a:t>
          </a:r>
        </a:p>
      </dgm:t>
    </dgm:pt>
    <dgm:pt modelId="8138">
      <dgm:t>
        <a:p>
          <a:r>
            <a:t>n8138</a:t>
          </a:r>
        </a:p>
      </dgm:t>
    </dgm:pt>
    <dgm:pt modelId="8139">
      <dgm:t>
        <a:p>
          <a:r>
            <a:t>n8139</a:t>
          </a:r>
        </a:p>
      </dgm:t>
    </dgm:pt>
    <dgm:pt modelId="8140">
      <dgm:t>
        <a:p>
          <a:r>
            <a:t>n8140</a:t>
          </a:r>
        </a:p>
      </dgm:t>
    </dgm:pt>
    <dgm:pt modelId="8141">
      <dgm:t>
        <a:p>
          <a:r>
            <a:t>n8141</a:t>
          </a:r>
        </a:p>
      </dgm:t>
    </dgm:pt>
    <dgm:pt modelId="8142">
      <dgm:t>
        <a:p>
          <a:r>
            <a:t>n8142</a:t>
          </a:r>
        </a:p>
      </dgm:t>
    </dgm:pt>
    <dgm:pt modelId="8143">
      <dgm:t>
        <a:p>
          <a:r>
            <a:t>n8143</a:t>
          </a:r>
        </a:p>
      </dgm:t>
    </dgm:pt>
    <dgm:pt modelId="8144">
      <dgm:t>
        <a:p>
          <a:r>
            <a:t>n8144</a:t>
          </a:r>
        </a:p>
      </dgm:t>
    </dgm:pt>
    <dgm:pt modelId="8145">
      <dgm:t>
        <a:p>
          <a:r>
            <a:t>n8145</a:t>
          </a:r>
        </a:p>
      </dgm:t>
    </dgm:pt>
    <dgm:pt modelId="8146">
      <dgm:t>
        <a:p>
          <a:r>
            <a:t>n8146</a:t>
          </a:r>
        </a:p>
      </dgm:t>
    </dgm:pt>
    <dgm:pt modelId="8147">
      <dgm:t>
        <a:p>
          <a:r>
            <a:t>n8147</a:t>
          </a:r>
        </a:p>
      </dgm:t>
    </dgm:pt>
    <dgm:pt modelId="8148">
      <dgm:t>
        <a:p>
          <a:r>
            <a:t>n8148</a:t>
          </a:r>
        </a:p>
      </dgm:t>
    </dgm:pt>
    <dgm:pt modelId="8149">
      <dgm:t>
        <a:p>
          <a:r>
            <a:t>n8149</a:t>
          </a:r>
        </a:p>
      </dgm:t>
    </dgm:pt>
    <dgm:pt modelId="8150">
      <dgm:t>
        <a:p>
          <a:r>
            <a:t>n8150</a:t>
          </a:r>
        </a:p>
      </dgm:t>
    </dgm:pt>
    <dgm:pt modelId="8151">
      <dgm:t>
        <a:p>
          <a:r>
            <a:t>n8151</a:t>
          </a:r>
        </a:p>
      </dgm:t>
    </dgm:pt>
    <dgm:pt modelId="8152">
      <dgm:t>
        <a:p>
          <a:r>
            <a:t>n8152</a:t>
          </a:r>
        </a:p>
      </dgm:t>
    </dgm:pt>
    <dgm:pt modelId="8153">
      <dgm:t>
        <a:p>
          <a:r>
            <a:t>n8153</a:t>
          </a:r>
        </a:p>
      </dgm:t>
    </dgm:pt>
    <dgm:pt modelId="8154">
      <dgm:t>
        <a:p>
          <a:r>
            <a:t>n8154</a:t>
          </a:r>
        </a:p>
      </dgm:t>
    </dgm:pt>
    <dgm:pt modelId="8155">
      <dgm:t>
        <a:p>
          <a:r>
            <a:t>n8155</a:t>
          </a:r>
        </a:p>
      </dgm:t>
    </dgm:pt>
    <dgm:pt modelId="8156">
      <dgm:t>
        <a:p>
          <a:r>
            <a:t>n8156</a:t>
          </a:r>
        </a:p>
      </dgm:t>
    </dgm:pt>
    <dgm:pt modelId="8157">
      <dgm:t>
        <a:p>
          <a:r>
            <a:t>n8157</a:t>
          </a:r>
        </a:p>
      </dgm:t>
    </dgm:pt>
    <dgm:pt modelId="8158">
      <dgm:t>
        <a:p>
          <a:r>
            <a:t>n8158</a:t>
          </a:r>
        </a:p>
      </dgm:t>
    </dgm:pt>
    <dgm:pt modelId="8159">
      <dgm:t>
        <a:p>
          <a:r>
            <a:t>n8159</a:t>
          </a:r>
        </a:p>
      </dgm:t>
    </dgm:pt>
    <dgm:pt modelId="8160">
      <dgm:t>
        <a:p>
          <a:r>
            <a:t>n8160</a:t>
          </a:r>
        </a:p>
      </dgm:t>
    </dgm:pt>
    <dgm:pt modelId="8161">
      <dgm:t>
        <a:p>
          <a:r>
            <a:t>n8161</a:t>
          </a:r>
        </a:p>
      </dgm:t>
    </dgm:pt>
    <dgm:pt modelId="8162">
      <dgm:t>
        <a:p>
          <a:r>
            <a:t>n8162</a:t>
          </a:r>
        </a:p>
      </dgm:t>
    </dgm:pt>
    <dgm:pt modelId="8163">
      <dgm:t>
        <a:p>
          <a:r>
            <a:t>n8163</a:t>
          </a:r>
        </a:p>
      </dgm:t>
    </dgm:pt>
    <dgm:pt modelId="8164">
      <dgm:t>
        <a:p>
          <a:r>
            <a:t>n8164</a:t>
          </a:r>
        </a:p>
      </dgm:t>
    </dgm:pt>
    <dgm:pt modelId="8165">
      <dgm:t>
        <a:p>
          <a:r>
            <a:t>n8165</a:t>
          </a:r>
        </a:p>
      </dgm:t>
    </dgm:pt>
    <dgm:pt modelId="8166">
      <dgm:t>
        <a:p>
          <a:r>
            <a:t>n8166</a:t>
          </a:r>
        </a:p>
      </dgm:t>
    </dgm:pt>
    <dgm:pt modelId="8167">
      <dgm:t>
        <a:p>
          <a:r>
            <a:t>n8167</a:t>
          </a:r>
        </a:p>
      </dgm:t>
    </dgm:pt>
    <dgm:pt modelId="8168">
      <dgm:t>
        <a:p>
          <a:r>
            <a:t>n8168</a:t>
          </a:r>
        </a:p>
      </dgm:t>
    </dgm:pt>
    <dgm:pt modelId="8169">
      <dgm:t>
        <a:p>
          <a:r>
            <a:t>n8169</a:t>
          </a:r>
        </a:p>
      </dgm:t>
    </dgm:pt>
    <dgm:pt modelId="8170">
      <dgm:t>
        <a:p>
          <a:r>
            <a:t>n8170</a:t>
          </a:r>
        </a:p>
      </dgm:t>
    </dgm:pt>
    <dgm:pt modelId="8171">
      <dgm:t>
        <a:p>
          <a:r>
            <a:t>n8171</a:t>
          </a:r>
        </a:p>
      </dgm:t>
    </dgm:pt>
    <dgm:pt modelId="8172">
      <dgm:t>
        <a:p>
          <a:r>
            <a:t>n8172</a:t>
          </a:r>
        </a:p>
      </dgm:t>
    </dgm:pt>
    <dgm:pt modelId="8173">
      <dgm:t>
        <a:p>
          <a:r>
            <a:t>n8173</a:t>
          </a:r>
        </a:p>
      </dgm:t>
    </dgm:pt>
    <dgm:pt modelId="8174">
      <dgm:t>
        <a:p>
          <a:r>
            <a:t>n8174</a:t>
          </a:r>
        </a:p>
      </dgm:t>
    </dgm:pt>
    <dgm:pt modelId="8175">
      <dgm:t>
        <a:p>
          <a:r>
            <a:t>n8175</a:t>
          </a:r>
        </a:p>
      </dgm:t>
    </dgm:pt>
    <dgm:pt modelId="8176">
      <dgm:t>
        <a:p>
          <a:r>
            <a:t>n8176</a:t>
          </a:r>
        </a:p>
      </dgm:t>
    </dgm:pt>
    <dgm:pt modelId="8177">
      <dgm:t>
        <a:p>
          <a:r>
            <a:t>n8177</a:t>
          </a:r>
        </a:p>
      </dgm:t>
    </dgm:pt>
    <dgm:pt modelId="8178">
      <dgm:t>
        <a:p>
          <a:r>
            <a:t>n8178</a:t>
          </a:r>
        </a:p>
      </dgm:t>
    </dgm:pt>
    <dgm:pt modelId="8179">
      <dgm:t>
        <a:p>
          <a:r>
            <a:t>n8179</a:t>
          </a:r>
        </a:p>
      </dgm:t>
    </dgm:pt>
    <dgm:pt modelId="8180">
      <dgm:t>
        <a:p>
          <a:r>
            <a:t>n8180</a:t>
          </a:r>
        </a:p>
      </dgm:t>
    </dgm:pt>
    <dgm:pt modelId="8181">
      <dgm:t>
        <a:p>
          <a:r>
            <a:t>n8181</a:t>
          </a:r>
        </a:p>
      </dgm:t>
    </dgm:pt>
    <dgm:pt modelId="8182">
      <dgm:t>
        <a:p>
          <a:r>
            <a:t>n8182</a:t>
          </a:r>
        </a:p>
      </dgm:t>
    </dgm:pt>
    <dgm:pt modelId="8183">
      <dgm:t>
        <a:p>
          <a:r>
            <a:t>n8183</a:t>
          </a:r>
        </a:p>
      </dgm:t>
    </dgm:pt>
    <dgm:pt modelId="8184">
      <dgm:t>
        <a:p>
          <a:r>
            <a:t>n8184</a:t>
          </a:r>
        </a:p>
      </dgm:t>
    </dgm:pt>
    <dgm:pt modelId="8185">
      <dgm:t>
        <a:p>
          <a:r>
            <a:t>n8185</a:t>
          </a:r>
        </a:p>
      </dgm:t>
    </dgm:pt>
    <dgm:pt modelId="8186">
      <dgm:t>
        <a:p>
          <a:r>
            <a:t>n8186</a:t>
          </a:r>
        </a:p>
      </dgm:t>
    </dgm:pt>
    <dgm:pt modelId="8187">
      <dgm:t>
        <a:p>
          <a:r>
            <a:t>n8187</a:t>
          </a:r>
        </a:p>
      </dgm:t>
    </dgm:pt>
    <dgm:pt modelId="8188">
      <dgm:t>
        <a:p>
          <a:r>
            <a:t>n8188</a:t>
          </a:r>
        </a:p>
      </dgm:t>
    </dgm:pt>
    <dgm:pt modelId="8189">
      <dgm:t>
        <a:p>
          <a:r>
            <a:t>n8189</a:t>
          </a:r>
        </a:p>
      </dgm:t>
    </dgm:pt>
    <dgm:pt modelId="8190">
      <dgm:t>
        <a:p>
          <a:r>
            <a:t>n8190</a:t>
          </a:r>
        </a:p>
      </dgm:t>
    </dgm:pt>
    <dgm:pt modelId="8191">
      <dgm:t>
        <a:p>
          <a:r>
            <a:t>n8191</a:t>
          </a:r>
        </a:p>
      </dgm:t>
    </dgm:pt>
    <dgm:pt modelId="8192">
      <dgm:t>
        <a:p>
          <a:r>
            <a:t>n8192</a:t>
          </a:r>
        </a:p>
      </dgm:t>
    </dgm:pt>
    <dgm:pt modelId="8193">
      <dgm:t>
        <a:p>
          <a:r>
            <a:t>n8193</a:t>
          </a:r>
        </a:p>
      </dgm:t>
    </dgm:pt>
    <dgm:pt modelId="8194">
      <dgm:t>
        <a:p>
          <a:r>
            <a:t>n8194</a:t>
          </a:r>
        </a:p>
      </dgm:t>
    </dgm:pt>
    <dgm:pt modelId="8195">
      <dgm:t>
        <a:p>
          <a:r>
            <a:t>n8195</a:t>
          </a:r>
        </a:p>
      </dgm:t>
    </dgm:pt>
    <dgm:pt modelId="8196">
      <dgm:t>
        <a:p>
          <a:r>
            <a:t>n8196</a:t>
          </a:r>
        </a:p>
      </dgm:t>
    </dgm:pt>
    <dgm:pt modelId="8197">
      <dgm:t>
        <a:p>
          <a:r>
            <a:t>n8197</a:t>
          </a:r>
        </a:p>
      </dgm:t>
    </dgm:pt>
    <dgm:pt modelId="8198">
      <dgm:t>
        <a:p>
          <a:r>
            <a:t>n8198</a:t>
          </a:r>
        </a:p>
      </dgm:t>
    </dgm:pt>
    <dgm:pt modelId="8199">
      <dgm:t>
        <a:p>
          <a:r>
            <a:t>n8199</a:t>
          </a:r>
        </a:p>
      </dgm:t>
    </dgm:pt>
    <dgm:pt modelId="8200">
      <dgm:t>
        <a:p>
          <a:r>
            <a:t>n8200</a:t>
          </a:r>
        </a:p>
      </dgm:t>
    </dgm:pt>
    <dgm:pt modelId="8201">
      <dgm:t>
        <a:p>
          <a:r>
            <a:t>n8201</a:t>
          </a:r>
        </a:p>
      </dgm:t>
    </dgm:pt>
    <dgm:pt modelId="8202">
      <dgm:t>
        <a:p>
          <a:r>
            <a:t>n8202</a:t>
          </a:r>
        </a:p>
      </dgm:t>
    </dgm:pt>
    <dgm:pt modelId="8203">
      <dgm:t>
        <a:p>
          <a:r>
            <a:t>n8203</a:t>
          </a:r>
        </a:p>
      </dgm:t>
    </dgm:pt>
    <dgm:pt modelId="8204">
      <dgm:t>
        <a:p>
          <a:r>
            <a:t>n8204</a:t>
          </a:r>
        </a:p>
      </dgm:t>
    </dgm:pt>
    <dgm:pt modelId="8205">
      <dgm:t>
        <a:p>
          <a:r>
            <a:t>n8205</a:t>
          </a:r>
        </a:p>
      </dgm:t>
    </dgm:pt>
    <dgm:pt modelId="8206">
      <dgm:t>
        <a:p>
          <a:r>
            <a:t>n8206</a:t>
          </a:r>
        </a:p>
      </dgm:t>
    </dgm:pt>
    <dgm:pt modelId="8207">
      <dgm:t>
        <a:p>
          <a:r>
            <a:t>n8207</a:t>
          </a:r>
        </a:p>
      </dgm:t>
    </dgm:pt>
    <dgm:pt modelId="8208">
      <dgm:t>
        <a:p>
          <a:r>
            <a:t>n8208</a:t>
          </a:r>
        </a:p>
      </dgm:t>
    </dgm:pt>
    <dgm:pt modelId="8209">
      <dgm:t>
        <a:p>
          <a:r>
            <a:t>n8209</a:t>
          </a:r>
        </a:p>
      </dgm:t>
    </dgm:pt>
    <dgm:pt modelId="8210">
      <dgm:t>
        <a:p>
          <a:r>
            <a:t>n8210</a:t>
          </a:r>
        </a:p>
      </dgm:t>
    </dgm:pt>
    <dgm:pt modelId="8211">
      <dgm:t>
        <a:p>
          <a:r>
            <a:t>n8211</a:t>
          </a:r>
        </a:p>
      </dgm:t>
    </dgm:pt>
    <dgm:pt modelId="8212">
      <dgm:t>
        <a:p>
          <a:r>
            <a:t>n8212</a:t>
          </a:r>
        </a:p>
      </dgm:t>
    </dgm:pt>
    <dgm:pt modelId="8213">
      <dgm:t>
        <a:p>
          <a:r>
            <a:t>n8213</a:t>
          </a:r>
        </a:p>
      </dgm:t>
    </dgm:pt>
    <dgm:pt modelId="8214">
      <dgm:t>
        <a:p>
          <a:r>
            <a:t>n8214</a:t>
          </a:r>
        </a:p>
      </dgm:t>
    </dgm:pt>
    <dgm:pt modelId="8215">
      <dgm:t>
        <a:p>
          <a:r>
            <a:t>n8215</a:t>
          </a:r>
        </a:p>
      </dgm:t>
    </dgm:pt>
    <dgm:pt modelId="8216">
      <dgm:t>
        <a:p>
          <a:r>
            <a:t>n8216</a:t>
          </a:r>
        </a:p>
      </dgm:t>
    </dgm:pt>
    <dgm:pt modelId="8217">
      <dgm:t>
        <a:p>
          <a:r>
            <a:t>n8217</a:t>
          </a:r>
        </a:p>
      </dgm:t>
    </dgm:pt>
    <dgm:pt modelId="8218">
      <dgm:t>
        <a:p>
          <a:r>
            <a:t>n8218</a:t>
          </a:r>
        </a:p>
      </dgm:t>
    </dgm:pt>
    <dgm:pt modelId="8219">
      <dgm:t>
        <a:p>
          <a:r>
            <a:t>n8219</a:t>
          </a:r>
        </a:p>
      </dgm:t>
    </dgm:pt>
    <dgm:pt modelId="8220">
      <dgm:t>
        <a:p>
          <a:r>
            <a:t>n8220</a:t>
          </a:r>
        </a:p>
      </dgm:t>
    </dgm:pt>
    <dgm:pt modelId="8221">
      <dgm:t>
        <a:p>
          <a:r>
            <a:t>n8221</a:t>
          </a:r>
        </a:p>
      </dgm:t>
    </dgm:pt>
    <dgm:pt modelId="8222">
      <dgm:t>
        <a:p>
          <a:r>
            <a:t>n8222</a:t>
          </a:r>
        </a:p>
      </dgm:t>
    </dgm:pt>
    <dgm:pt modelId="8223">
      <dgm:t>
        <a:p>
          <a:r>
            <a:t>n8223</a:t>
          </a:r>
        </a:p>
      </dgm:t>
    </dgm:pt>
    <dgm:pt modelId="8224">
      <dgm:t>
        <a:p>
          <a:r>
            <a:t>n8224</a:t>
          </a:r>
        </a:p>
      </dgm:t>
    </dgm:pt>
    <dgm:pt modelId="8225">
      <dgm:t>
        <a:p>
          <a:r>
            <a:t>n8225</a:t>
          </a:r>
        </a:p>
      </dgm:t>
    </dgm:pt>
    <dgm:pt modelId="8226">
      <dgm:t>
        <a:p>
          <a:r>
            <a:t>n8226</a:t>
          </a:r>
        </a:p>
      </dgm:t>
    </dgm:pt>
    <dgm:pt modelId="8227">
      <dgm:t>
        <a:p>
          <a:r>
            <a:t>n8227</a:t>
          </a:r>
        </a:p>
      </dgm:t>
    </dgm:pt>
    <dgm:pt modelId="8228">
      <dgm:t>
        <a:p>
          <a:r>
            <a:t>n8228</a:t>
          </a:r>
        </a:p>
      </dgm:t>
    </dgm:pt>
    <dgm:pt modelId="8229">
      <dgm:t>
        <a:p>
          <a:r>
            <a:t>n8229</a:t>
          </a:r>
        </a:p>
      </dgm:t>
    </dgm:pt>
    <dgm:pt modelId="8230">
      <dgm:t>
        <a:p>
          <a:r>
            <a:t>n8230</a:t>
          </a:r>
        </a:p>
      </dgm:t>
    </dgm:pt>
    <dgm:pt modelId="8231">
      <dgm:t>
        <a:p>
          <a:r>
            <a:t>n8231</a:t>
          </a:r>
        </a:p>
      </dgm:t>
    </dgm:pt>
    <dgm:pt modelId="8232">
      <dgm:t>
        <a:p>
          <a:r>
            <a:t>n8232</a:t>
          </a:r>
        </a:p>
      </dgm:t>
    </dgm:pt>
    <dgm:pt modelId="8233">
      <dgm:t>
        <a:p>
          <a:r>
            <a:t>n8233</a:t>
          </a:r>
        </a:p>
      </dgm:t>
    </dgm:pt>
    <dgm:pt modelId="8234">
      <dgm:t>
        <a:p>
          <a:r>
            <a:t>n8234</a:t>
          </a:r>
        </a:p>
      </dgm:t>
    </dgm:pt>
    <dgm:pt modelId="8235">
      <dgm:t>
        <a:p>
          <a:r>
            <a:t>n8235</a:t>
          </a:r>
        </a:p>
      </dgm:t>
    </dgm:pt>
    <dgm:pt modelId="8236">
      <dgm:t>
        <a:p>
          <a:r>
            <a:t>n8236</a:t>
          </a:r>
        </a:p>
      </dgm:t>
    </dgm:pt>
    <dgm:pt modelId="8237">
      <dgm:t>
        <a:p>
          <a:r>
            <a:t>n8237</a:t>
          </a:r>
        </a:p>
      </dgm:t>
    </dgm:pt>
    <dgm:pt modelId="8238">
      <dgm:t>
        <a:p>
          <a:r>
            <a:t>n8238</a:t>
          </a:r>
        </a:p>
      </dgm:t>
    </dgm:pt>
    <dgm:pt modelId="8239">
      <dgm:t>
        <a:p>
          <a:r>
            <a:t>n8239</a:t>
          </a:r>
        </a:p>
      </dgm:t>
    </dgm:pt>
    <dgm:pt modelId="8240">
      <dgm:t>
        <a:p>
          <a:r>
            <a:t>n8240</a:t>
          </a:r>
        </a:p>
      </dgm:t>
    </dgm:pt>
    <dgm:pt modelId="8241">
      <dgm:t>
        <a:p>
          <a:r>
            <a:t>n8241</a:t>
          </a:r>
        </a:p>
      </dgm:t>
    </dgm:pt>
    <dgm:pt modelId="8242">
      <dgm:t>
        <a:p>
          <a:r>
            <a:t>n8242</a:t>
          </a:r>
        </a:p>
      </dgm:t>
    </dgm:pt>
    <dgm:pt modelId="8243">
      <dgm:t>
        <a:p>
          <a:r>
            <a:t>n8243</a:t>
          </a:r>
        </a:p>
      </dgm:t>
    </dgm:pt>
    <dgm:pt modelId="8244">
      <dgm:t>
        <a:p>
          <a:r>
            <a:t>n8244</a:t>
          </a:r>
        </a:p>
      </dgm:t>
    </dgm:pt>
    <dgm:pt modelId="8245">
      <dgm:t>
        <a:p>
          <a:r>
            <a:t>n8245</a:t>
          </a:r>
        </a:p>
      </dgm:t>
    </dgm:pt>
    <dgm:pt modelId="8246">
      <dgm:t>
        <a:p>
          <a:r>
            <a:t>n8246</a:t>
          </a:r>
        </a:p>
      </dgm:t>
    </dgm:pt>
    <dgm:pt modelId="8247">
      <dgm:t>
        <a:p>
          <a:r>
            <a:t>n8247</a:t>
          </a:r>
        </a:p>
      </dgm:t>
    </dgm:pt>
    <dgm:pt modelId="8248">
      <dgm:t>
        <a:p>
          <a:r>
            <a:t>n8248</a:t>
          </a:r>
        </a:p>
      </dgm:t>
    </dgm:pt>
    <dgm:pt modelId="8249">
      <dgm:t>
        <a:p>
          <a:r>
            <a:t>n8249</a:t>
          </a:r>
        </a:p>
      </dgm:t>
    </dgm:pt>
    <dgm:pt modelId="8250">
      <dgm:t>
        <a:p>
          <a:r>
            <a:t>n8250</a:t>
          </a:r>
        </a:p>
      </dgm:t>
    </dgm:pt>
    <dgm:pt modelId="8251">
      <dgm:t>
        <a:p>
          <a:r>
            <a:t>n8251</a:t>
          </a:r>
        </a:p>
      </dgm:t>
    </dgm:pt>
    <dgm:pt modelId="8252">
      <dgm:t>
        <a:p>
          <a:r>
            <a:t>n8252</a:t>
          </a:r>
        </a:p>
      </dgm:t>
    </dgm:pt>
    <dgm:pt modelId="8253">
      <dgm:t>
        <a:p>
          <a:r>
            <a:t>n8253</a:t>
          </a:r>
        </a:p>
      </dgm:t>
    </dgm:pt>
    <dgm:pt modelId="8254">
      <dgm:t>
        <a:p>
          <a:r>
            <a:t>n8254</a:t>
          </a:r>
        </a:p>
      </dgm:t>
    </dgm:pt>
    <dgm:pt modelId="8255">
      <dgm:t>
        <a:p>
          <a:r>
            <a:t>n8255</a:t>
          </a:r>
        </a:p>
      </dgm:t>
    </dgm:pt>
    <dgm:pt modelId="8256">
      <dgm:t>
        <a:p>
          <a:r>
            <a:t>n8256</a:t>
          </a:r>
        </a:p>
      </dgm:t>
    </dgm:pt>
    <dgm:pt modelId="8257">
      <dgm:t>
        <a:p>
          <a:r>
            <a:t>n8257</a:t>
          </a:r>
        </a:p>
      </dgm:t>
    </dgm:pt>
    <dgm:pt modelId="8258">
      <dgm:t>
        <a:p>
          <a:r>
            <a:t>n8258</a:t>
          </a:r>
        </a:p>
      </dgm:t>
    </dgm:pt>
    <dgm:pt modelId="8259">
      <dgm:t>
        <a:p>
          <a:r>
            <a:t>n8259</a:t>
          </a:r>
        </a:p>
      </dgm:t>
    </dgm:pt>
    <dgm:pt modelId="8260">
      <dgm:t>
        <a:p>
          <a:r>
            <a:t>n8260</a:t>
          </a:r>
        </a:p>
      </dgm:t>
    </dgm:pt>
    <dgm:pt modelId="8261">
      <dgm:t>
        <a:p>
          <a:r>
            <a:t>n8261</a:t>
          </a:r>
        </a:p>
      </dgm:t>
    </dgm:pt>
    <dgm:pt modelId="8262">
      <dgm:t>
        <a:p>
          <a:r>
            <a:t>n8262</a:t>
          </a:r>
        </a:p>
      </dgm:t>
    </dgm:pt>
    <dgm:pt modelId="8263">
      <dgm:t>
        <a:p>
          <a:r>
            <a:t>n8263</a:t>
          </a:r>
        </a:p>
      </dgm:t>
    </dgm:pt>
    <dgm:pt modelId="8264">
      <dgm:t>
        <a:p>
          <a:r>
            <a:t>n8264</a:t>
          </a:r>
        </a:p>
      </dgm:t>
    </dgm:pt>
    <dgm:pt modelId="8265">
      <dgm:t>
        <a:p>
          <a:r>
            <a:t>n8265</a:t>
          </a:r>
        </a:p>
      </dgm:t>
    </dgm:pt>
    <dgm:pt modelId="8266">
      <dgm:t>
        <a:p>
          <a:r>
            <a:t>n8266</a:t>
          </a:r>
        </a:p>
      </dgm:t>
    </dgm:pt>
    <dgm:pt modelId="8267">
      <dgm:t>
        <a:p>
          <a:r>
            <a:t>n8267</a:t>
          </a:r>
        </a:p>
      </dgm:t>
    </dgm:pt>
    <dgm:pt modelId="8268">
      <dgm:t>
        <a:p>
          <a:r>
            <a:t>n8268</a:t>
          </a:r>
        </a:p>
      </dgm:t>
    </dgm:pt>
    <dgm:pt modelId="8269">
      <dgm:t>
        <a:p>
          <a:r>
            <a:t>n8269</a:t>
          </a:r>
        </a:p>
      </dgm:t>
    </dgm:pt>
    <dgm:pt modelId="8270">
      <dgm:t>
        <a:p>
          <a:r>
            <a:t>n8270</a:t>
          </a:r>
        </a:p>
      </dgm:t>
    </dgm:pt>
    <dgm:pt modelId="8271">
      <dgm:t>
        <a:p>
          <a:r>
            <a:t>n8271</a:t>
          </a:r>
        </a:p>
      </dgm:t>
    </dgm:pt>
    <dgm:pt modelId="8272">
      <dgm:t>
        <a:p>
          <a:r>
            <a:t>n8272</a:t>
          </a:r>
        </a:p>
      </dgm:t>
    </dgm:pt>
    <dgm:pt modelId="8273">
      <dgm:t>
        <a:p>
          <a:r>
            <a:t>n8273</a:t>
          </a:r>
        </a:p>
      </dgm:t>
    </dgm:pt>
    <dgm:pt modelId="8274">
      <dgm:t>
        <a:p>
          <a:r>
            <a:t>n8274</a:t>
          </a:r>
        </a:p>
      </dgm:t>
    </dgm:pt>
    <dgm:pt modelId="8275">
      <dgm:t>
        <a:p>
          <a:r>
            <a:t>n8275</a:t>
          </a:r>
        </a:p>
      </dgm:t>
    </dgm:pt>
    <dgm:pt modelId="8276">
      <dgm:t>
        <a:p>
          <a:r>
            <a:t>n8276</a:t>
          </a:r>
        </a:p>
      </dgm:t>
    </dgm:pt>
    <dgm:pt modelId="8277">
      <dgm:t>
        <a:p>
          <a:r>
            <a:t>n8277</a:t>
          </a:r>
        </a:p>
      </dgm:t>
    </dgm:pt>
    <dgm:pt modelId="8278">
      <dgm:t>
        <a:p>
          <a:r>
            <a:t>n8278</a:t>
          </a:r>
        </a:p>
      </dgm:t>
    </dgm:pt>
    <dgm:pt modelId="8279">
      <dgm:t>
        <a:p>
          <a:r>
            <a:t>n8279</a:t>
          </a:r>
        </a:p>
      </dgm:t>
    </dgm:pt>
    <dgm:pt modelId="8280">
      <dgm:t>
        <a:p>
          <a:r>
            <a:t>n8280</a:t>
          </a:r>
        </a:p>
      </dgm:t>
    </dgm:pt>
    <dgm:pt modelId="8281">
      <dgm:t>
        <a:p>
          <a:r>
            <a:t>n8281</a:t>
          </a:r>
        </a:p>
      </dgm:t>
    </dgm:pt>
    <dgm:pt modelId="8282">
      <dgm:t>
        <a:p>
          <a:r>
            <a:t>n8282</a:t>
          </a:r>
        </a:p>
      </dgm:t>
    </dgm:pt>
    <dgm:pt modelId="8283">
      <dgm:t>
        <a:p>
          <a:r>
            <a:t>n8283</a:t>
          </a:r>
        </a:p>
      </dgm:t>
    </dgm:pt>
    <dgm:pt modelId="8284">
      <dgm:t>
        <a:p>
          <a:r>
            <a:t>n8284</a:t>
          </a:r>
        </a:p>
      </dgm:t>
    </dgm:pt>
    <dgm:pt modelId="8285">
      <dgm:t>
        <a:p>
          <a:r>
            <a:t>n8285</a:t>
          </a:r>
        </a:p>
      </dgm:t>
    </dgm:pt>
    <dgm:pt modelId="8286">
      <dgm:t>
        <a:p>
          <a:r>
            <a:t>n8286</a:t>
          </a:r>
        </a:p>
      </dgm:t>
    </dgm:pt>
    <dgm:pt modelId="8287">
      <dgm:t>
        <a:p>
          <a:r>
            <a:t>n8287</a:t>
          </a:r>
        </a:p>
      </dgm:t>
    </dgm:pt>
    <dgm:pt modelId="8288">
      <dgm:t>
        <a:p>
          <a:r>
            <a:t>n8288</a:t>
          </a:r>
        </a:p>
      </dgm:t>
    </dgm:pt>
    <dgm:pt modelId="8289">
      <dgm:t>
        <a:p>
          <a:r>
            <a:t>n8289</a:t>
          </a:r>
        </a:p>
      </dgm:t>
    </dgm:pt>
    <dgm:pt modelId="8290">
      <dgm:t>
        <a:p>
          <a:r>
            <a:t>n8290</a:t>
          </a:r>
        </a:p>
      </dgm:t>
    </dgm:pt>
    <dgm:pt modelId="8291">
      <dgm:t>
        <a:p>
          <a:r>
            <a:t>n8291</a:t>
          </a:r>
        </a:p>
      </dgm:t>
    </dgm:pt>
    <dgm:pt modelId="8292">
      <dgm:t>
        <a:p>
          <a:r>
            <a:t>n8292</a:t>
          </a:r>
        </a:p>
      </dgm:t>
    </dgm:pt>
    <dgm:pt modelId="8293">
      <dgm:t>
        <a:p>
          <a:r>
            <a:t>n8293</a:t>
          </a:r>
        </a:p>
      </dgm:t>
    </dgm:pt>
    <dgm:pt modelId="8294">
      <dgm:t>
        <a:p>
          <a:r>
            <a:t>n8294</a:t>
          </a:r>
        </a:p>
      </dgm:t>
    </dgm:pt>
    <dgm:pt modelId="8295">
      <dgm:t>
        <a:p>
          <a:r>
            <a:t>n8295</a:t>
          </a:r>
        </a:p>
      </dgm:t>
    </dgm:pt>
    <dgm:pt modelId="8296">
      <dgm:t>
        <a:p>
          <a:r>
            <a:t>n8296</a:t>
          </a:r>
        </a:p>
      </dgm:t>
    </dgm:pt>
    <dgm:pt modelId="8297">
      <dgm:t>
        <a:p>
          <a:r>
            <a:t>n8297</a:t>
          </a:r>
        </a:p>
      </dgm:t>
    </dgm:pt>
    <dgm:pt modelId="8298">
      <dgm:t>
        <a:p>
          <a:r>
            <a:t>n8298</a:t>
          </a:r>
        </a:p>
      </dgm:t>
    </dgm:pt>
    <dgm:pt modelId="8299">
      <dgm:t>
        <a:p>
          <a:r>
            <a:t>n8299</a:t>
          </a:r>
        </a:p>
      </dgm:t>
    </dgm:pt>
    <dgm:pt modelId="8300">
      <dgm:t>
        <a:p>
          <a:r>
            <a:t>n8300</a:t>
          </a:r>
        </a:p>
      </dgm:t>
    </dgm:pt>
    <dgm:pt modelId="8301">
      <dgm:t>
        <a:p>
          <a:r>
            <a:t>n8301</a:t>
          </a:r>
        </a:p>
      </dgm:t>
    </dgm:pt>
    <dgm:pt modelId="8302">
      <dgm:t>
        <a:p>
          <a:r>
            <a:t>n8302</a:t>
          </a:r>
        </a:p>
      </dgm:t>
    </dgm:pt>
    <dgm:pt modelId="8303">
      <dgm:t>
        <a:p>
          <a:r>
            <a:t>n8303</a:t>
          </a:r>
        </a:p>
      </dgm:t>
    </dgm:pt>
    <dgm:pt modelId="8304">
      <dgm:t>
        <a:p>
          <a:r>
            <a:t>n8304</a:t>
          </a:r>
        </a:p>
      </dgm:t>
    </dgm:pt>
    <dgm:pt modelId="8305">
      <dgm:t>
        <a:p>
          <a:r>
            <a:t>n8305</a:t>
          </a:r>
        </a:p>
      </dgm:t>
    </dgm:pt>
    <dgm:pt modelId="8306">
      <dgm:t>
        <a:p>
          <a:r>
            <a:t>n8306</a:t>
          </a:r>
        </a:p>
      </dgm:t>
    </dgm:pt>
    <dgm:pt modelId="8307">
      <dgm:t>
        <a:p>
          <a:r>
            <a:t>n8307</a:t>
          </a:r>
        </a:p>
      </dgm:t>
    </dgm:pt>
    <dgm:pt modelId="8308">
      <dgm:t>
        <a:p>
          <a:r>
            <a:t>n8308</a:t>
          </a:r>
        </a:p>
      </dgm:t>
    </dgm:pt>
    <dgm:pt modelId="8309">
      <dgm:t>
        <a:p>
          <a:r>
            <a:t>n8309</a:t>
          </a:r>
        </a:p>
      </dgm:t>
    </dgm:pt>
    <dgm:pt modelId="8310">
      <dgm:t>
        <a:p>
          <a:r>
            <a:t>n8310</a:t>
          </a:r>
        </a:p>
      </dgm:t>
    </dgm:pt>
    <dgm:pt modelId="8311">
      <dgm:t>
        <a:p>
          <a:r>
            <a:t>n8311</a:t>
          </a:r>
        </a:p>
      </dgm:t>
    </dgm:pt>
    <dgm:pt modelId="8312">
      <dgm:t>
        <a:p>
          <a:r>
            <a:t>n8312</a:t>
          </a:r>
        </a:p>
      </dgm:t>
    </dgm:pt>
    <dgm:pt modelId="8313">
      <dgm:t>
        <a:p>
          <a:r>
            <a:t>n8313</a:t>
          </a:r>
        </a:p>
      </dgm:t>
    </dgm:pt>
    <dgm:pt modelId="8314">
      <dgm:t>
        <a:p>
          <a:r>
            <a:t>n8314</a:t>
          </a:r>
        </a:p>
      </dgm:t>
    </dgm:pt>
    <dgm:pt modelId="8315">
      <dgm:t>
        <a:p>
          <a:r>
            <a:t>n8315</a:t>
          </a:r>
        </a:p>
      </dgm:t>
    </dgm:pt>
    <dgm:pt modelId="8316">
      <dgm:t>
        <a:p>
          <a:r>
            <a:t>n8316</a:t>
          </a:r>
        </a:p>
      </dgm:t>
    </dgm:pt>
    <dgm:pt modelId="8317">
      <dgm:t>
        <a:p>
          <a:r>
            <a:t>n8317</a:t>
          </a:r>
        </a:p>
      </dgm:t>
    </dgm:pt>
    <dgm:pt modelId="8318">
      <dgm:t>
        <a:p>
          <a:r>
            <a:t>n8318</a:t>
          </a:r>
        </a:p>
      </dgm:t>
    </dgm:pt>
    <dgm:pt modelId="8319">
      <dgm:t>
        <a:p>
          <a:r>
            <a:t>n8319</a:t>
          </a:r>
        </a:p>
      </dgm:t>
    </dgm:pt>
    <dgm:pt modelId="8320">
      <dgm:t>
        <a:p>
          <a:r>
            <a:t>n8320</a:t>
          </a:r>
        </a:p>
      </dgm:t>
    </dgm:pt>
    <dgm:pt modelId="8321">
      <dgm:t>
        <a:p>
          <a:r>
            <a:t>n8321</a:t>
          </a:r>
        </a:p>
      </dgm:t>
    </dgm:pt>
    <dgm:pt modelId="8322">
      <dgm:t>
        <a:p>
          <a:r>
            <a:t>n8322</a:t>
          </a:r>
        </a:p>
      </dgm:t>
    </dgm:pt>
    <dgm:pt modelId="8323">
      <dgm:t>
        <a:p>
          <a:r>
            <a:t>n8323</a:t>
          </a:r>
        </a:p>
      </dgm:t>
    </dgm:pt>
    <dgm:pt modelId="8324">
      <dgm:t>
        <a:p>
          <a:r>
            <a:t>n8324</a:t>
          </a:r>
        </a:p>
      </dgm:t>
    </dgm:pt>
    <dgm:pt modelId="8325">
      <dgm:t>
        <a:p>
          <a:r>
            <a:t>n8325</a:t>
          </a:r>
        </a:p>
      </dgm:t>
    </dgm:pt>
    <dgm:pt modelId="8326">
      <dgm:t>
        <a:p>
          <a:r>
            <a:t>n8326</a:t>
          </a:r>
        </a:p>
      </dgm:t>
    </dgm:pt>
    <dgm:pt modelId="8327">
      <dgm:t>
        <a:p>
          <a:r>
            <a:t>n8327</a:t>
          </a:r>
        </a:p>
      </dgm:t>
    </dgm:pt>
    <dgm:pt modelId="8328">
      <dgm:t>
        <a:p>
          <a:r>
            <a:t>n8328</a:t>
          </a:r>
        </a:p>
      </dgm:t>
    </dgm:pt>
    <dgm:pt modelId="8329">
      <dgm:t>
        <a:p>
          <a:r>
            <a:t>n8329</a:t>
          </a:r>
        </a:p>
      </dgm:t>
    </dgm:pt>
    <dgm:pt modelId="8330">
      <dgm:t>
        <a:p>
          <a:r>
            <a:t>n8330</a:t>
          </a:r>
        </a:p>
      </dgm:t>
    </dgm:pt>
    <dgm:pt modelId="8331">
      <dgm:t>
        <a:p>
          <a:r>
            <a:t>n8331</a:t>
          </a:r>
        </a:p>
      </dgm:t>
    </dgm:pt>
    <dgm:pt modelId="8332">
      <dgm:t>
        <a:p>
          <a:r>
            <a:t>n8332</a:t>
          </a:r>
        </a:p>
      </dgm:t>
    </dgm:pt>
    <dgm:pt modelId="8333">
      <dgm:t>
        <a:p>
          <a:r>
            <a:t>n8333</a:t>
          </a:r>
        </a:p>
      </dgm:t>
    </dgm:pt>
    <dgm:pt modelId="8334">
      <dgm:t>
        <a:p>
          <a:r>
            <a:t>n8334</a:t>
          </a:r>
        </a:p>
      </dgm:t>
    </dgm:pt>
    <dgm:pt modelId="8335">
      <dgm:t>
        <a:p>
          <a:r>
            <a:t>n8335</a:t>
          </a:r>
        </a:p>
      </dgm:t>
    </dgm:pt>
    <dgm:pt modelId="8336">
      <dgm:t>
        <a:p>
          <a:r>
            <a:t>n8336</a:t>
          </a:r>
        </a:p>
      </dgm:t>
    </dgm:pt>
    <dgm:pt modelId="8337">
      <dgm:t>
        <a:p>
          <a:r>
            <a:t>n8337</a:t>
          </a:r>
        </a:p>
      </dgm:t>
    </dgm:pt>
    <dgm:pt modelId="8338">
      <dgm:t>
        <a:p>
          <a:r>
            <a:t>n8338</a:t>
          </a:r>
        </a:p>
      </dgm:t>
    </dgm:pt>
    <dgm:pt modelId="8339">
      <dgm:t>
        <a:p>
          <a:r>
            <a:t>n8339</a:t>
          </a:r>
        </a:p>
      </dgm:t>
    </dgm:pt>
    <dgm:pt modelId="8340">
      <dgm:t>
        <a:p>
          <a:r>
            <a:t>n8340</a:t>
          </a:r>
        </a:p>
      </dgm:t>
    </dgm:pt>
    <dgm:pt modelId="8341">
      <dgm:t>
        <a:p>
          <a:r>
            <a:t>n8341</a:t>
          </a:r>
        </a:p>
      </dgm:t>
    </dgm:pt>
    <dgm:pt modelId="8342">
      <dgm:t>
        <a:p>
          <a:r>
            <a:t>n8342</a:t>
          </a:r>
        </a:p>
      </dgm:t>
    </dgm:pt>
    <dgm:pt modelId="8343">
      <dgm:t>
        <a:p>
          <a:r>
            <a:t>n8343</a:t>
          </a:r>
        </a:p>
      </dgm:t>
    </dgm:pt>
    <dgm:pt modelId="8344">
      <dgm:t>
        <a:p>
          <a:r>
            <a:t>n8344</a:t>
          </a:r>
        </a:p>
      </dgm:t>
    </dgm:pt>
    <dgm:pt modelId="8345">
      <dgm:t>
        <a:p>
          <a:r>
            <a:t>n8345</a:t>
          </a:r>
        </a:p>
      </dgm:t>
    </dgm:pt>
    <dgm:pt modelId="8346">
      <dgm:t>
        <a:p>
          <a:r>
            <a:t>n8346</a:t>
          </a:r>
        </a:p>
      </dgm:t>
    </dgm:pt>
    <dgm:pt modelId="8347">
      <dgm:t>
        <a:p>
          <a:r>
            <a:t>n8347</a:t>
          </a:r>
        </a:p>
      </dgm:t>
    </dgm:pt>
    <dgm:pt modelId="8348">
      <dgm:t>
        <a:p>
          <a:r>
            <a:t>n8348</a:t>
          </a:r>
        </a:p>
      </dgm:t>
    </dgm:pt>
    <dgm:pt modelId="8349">
      <dgm:t>
        <a:p>
          <a:r>
            <a:t>n8349</a:t>
          </a:r>
        </a:p>
      </dgm:t>
    </dgm:pt>
    <dgm:pt modelId="8350">
      <dgm:t>
        <a:p>
          <a:r>
            <a:t>n8350</a:t>
          </a:r>
        </a:p>
      </dgm:t>
    </dgm:pt>
    <dgm:pt modelId="8351">
      <dgm:t>
        <a:p>
          <a:r>
            <a:t>n8351</a:t>
          </a:r>
        </a:p>
      </dgm:t>
    </dgm:pt>
    <dgm:pt modelId="8352">
      <dgm:t>
        <a:p>
          <a:r>
            <a:t>n8352</a:t>
          </a:r>
        </a:p>
      </dgm:t>
    </dgm:pt>
    <dgm:pt modelId="8353">
      <dgm:t>
        <a:p>
          <a:r>
            <a:t>n8353</a:t>
          </a:r>
        </a:p>
      </dgm:t>
    </dgm:pt>
    <dgm:pt modelId="8354">
      <dgm:t>
        <a:p>
          <a:r>
            <a:t>n8354</a:t>
          </a:r>
        </a:p>
      </dgm:t>
    </dgm:pt>
    <dgm:pt modelId="8355">
      <dgm:t>
        <a:p>
          <a:r>
            <a:t>n8355</a:t>
          </a:r>
        </a:p>
      </dgm:t>
    </dgm:pt>
    <dgm:pt modelId="8356">
      <dgm:t>
        <a:p>
          <a:r>
            <a:t>n8356</a:t>
          </a:r>
        </a:p>
      </dgm:t>
    </dgm:pt>
    <dgm:pt modelId="8357">
      <dgm:t>
        <a:p>
          <a:r>
            <a:t>n8357</a:t>
          </a:r>
        </a:p>
      </dgm:t>
    </dgm:pt>
    <dgm:pt modelId="8358">
      <dgm:t>
        <a:p>
          <a:r>
            <a:t>n8358</a:t>
          </a:r>
        </a:p>
      </dgm:t>
    </dgm:pt>
    <dgm:pt modelId="8359">
      <dgm:t>
        <a:p>
          <a:r>
            <a:t>n8359</a:t>
          </a:r>
        </a:p>
      </dgm:t>
    </dgm:pt>
    <dgm:pt modelId="8360">
      <dgm:t>
        <a:p>
          <a:r>
            <a:t>n8360</a:t>
          </a:r>
        </a:p>
      </dgm:t>
    </dgm:pt>
    <dgm:pt modelId="8361">
      <dgm:t>
        <a:p>
          <a:r>
            <a:t>n8361</a:t>
          </a:r>
        </a:p>
      </dgm:t>
    </dgm:pt>
    <dgm:pt modelId="8362">
      <dgm:t>
        <a:p>
          <a:r>
            <a:t>n8362</a:t>
          </a:r>
        </a:p>
      </dgm:t>
    </dgm:pt>
    <dgm:pt modelId="8363">
      <dgm:t>
        <a:p>
          <a:r>
            <a:t>n8363</a:t>
          </a:r>
        </a:p>
      </dgm:t>
    </dgm:pt>
    <dgm:pt modelId="8364">
      <dgm:t>
        <a:p>
          <a:r>
            <a:t>n8364</a:t>
          </a:r>
        </a:p>
      </dgm:t>
    </dgm:pt>
    <dgm:pt modelId="8365">
      <dgm:t>
        <a:p>
          <a:r>
            <a:t>n8365</a:t>
          </a:r>
        </a:p>
      </dgm:t>
    </dgm:pt>
    <dgm:pt modelId="8366">
      <dgm:t>
        <a:p>
          <a:r>
            <a:t>n8366</a:t>
          </a:r>
        </a:p>
      </dgm:t>
    </dgm:pt>
    <dgm:pt modelId="8367">
      <dgm:t>
        <a:p>
          <a:r>
            <a:t>n8367</a:t>
          </a:r>
        </a:p>
      </dgm:t>
    </dgm:pt>
    <dgm:pt modelId="8368">
      <dgm:t>
        <a:p>
          <a:r>
            <a:t>n8368</a:t>
          </a:r>
        </a:p>
      </dgm:t>
    </dgm:pt>
    <dgm:pt modelId="8369">
      <dgm:t>
        <a:p>
          <a:r>
            <a:t>n8369</a:t>
          </a:r>
        </a:p>
      </dgm:t>
    </dgm:pt>
    <dgm:pt modelId="8370">
      <dgm:t>
        <a:p>
          <a:r>
            <a:t>n8370</a:t>
          </a:r>
        </a:p>
      </dgm:t>
    </dgm:pt>
    <dgm:pt modelId="8371">
      <dgm:t>
        <a:p>
          <a:r>
            <a:t>n8371</a:t>
          </a:r>
        </a:p>
      </dgm:t>
    </dgm:pt>
    <dgm:pt modelId="8372">
      <dgm:t>
        <a:p>
          <a:r>
            <a:t>n8372</a:t>
          </a:r>
        </a:p>
      </dgm:t>
    </dgm:pt>
    <dgm:pt modelId="8373">
      <dgm:t>
        <a:p>
          <a:r>
            <a:t>n8373</a:t>
          </a:r>
        </a:p>
      </dgm:t>
    </dgm:pt>
    <dgm:pt modelId="8374">
      <dgm:t>
        <a:p>
          <a:r>
            <a:t>n8374</a:t>
          </a:r>
        </a:p>
      </dgm:t>
    </dgm:pt>
    <dgm:pt modelId="8375">
      <dgm:t>
        <a:p>
          <a:r>
            <a:t>n8375</a:t>
          </a:r>
        </a:p>
      </dgm:t>
    </dgm:pt>
    <dgm:pt modelId="8376">
      <dgm:t>
        <a:p>
          <a:r>
            <a:t>n8376</a:t>
          </a:r>
        </a:p>
      </dgm:t>
    </dgm:pt>
    <dgm:pt modelId="8377">
      <dgm:t>
        <a:p>
          <a:r>
            <a:t>n8377</a:t>
          </a:r>
        </a:p>
      </dgm:t>
    </dgm:pt>
    <dgm:pt modelId="8378">
      <dgm:t>
        <a:p>
          <a:r>
            <a:t>n8378</a:t>
          </a:r>
        </a:p>
      </dgm:t>
    </dgm:pt>
    <dgm:pt modelId="8379">
      <dgm:t>
        <a:p>
          <a:r>
            <a:t>n8379</a:t>
          </a:r>
        </a:p>
      </dgm:t>
    </dgm:pt>
    <dgm:pt modelId="8380">
      <dgm:t>
        <a:p>
          <a:r>
            <a:t>n8380</a:t>
          </a:r>
        </a:p>
      </dgm:t>
    </dgm:pt>
    <dgm:pt modelId="8381">
      <dgm:t>
        <a:p>
          <a:r>
            <a:t>n8381</a:t>
          </a:r>
        </a:p>
      </dgm:t>
    </dgm:pt>
    <dgm:pt modelId="8382">
      <dgm:t>
        <a:p>
          <a:r>
            <a:t>n8382</a:t>
          </a:r>
        </a:p>
      </dgm:t>
    </dgm:pt>
    <dgm:pt modelId="8383">
      <dgm:t>
        <a:p>
          <a:r>
            <a:t>n8383</a:t>
          </a:r>
        </a:p>
      </dgm:t>
    </dgm:pt>
    <dgm:pt modelId="8384">
      <dgm:t>
        <a:p>
          <a:r>
            <a:t>n8384</a:t>
          </a:r>
        </a:p>
      </dgm:t>
    </dgm:pt>
    <dgm:pt modelId="8385">
      <dgm:t>
        <a:p>
          <a:r>
            <a:t>n8385</a:t>
          </a:r>
        </a:p>
      </dgm:t>
    </dgm:pt>
    <dgm:pt modelId="8386">
      <dgm:t>
        <a:p>
          <a:r>
            <a:t>n8386</a:t>
          </a:r>
        </a:p>
      </dgm:t>
    </dgm:pt>
    <dgm:pt modelId="8387">
      <dgm:t>
        <a:p>
          <a:r>
            <a:t>n8387</a:t>
          </a:r>
        </a:p>
      </dgm:t>
    </dgm:pt>
    <dgm:pt modelId="8388">
      <dgm:t>
        <a:p>
          <a:r>
            <a:t>n8388</a:t>
          </a:r>
        </a:p>
      </dgm:t>
    </dgm:pt>
    <dgm:pt modelId="8389">
      <dgm:t>
        <a:p>
          <a:r>
            <a:t>n8389</a:t>
          </a:r>
        </a:p>
      </dgm:t>
    </dgm:pt>
    <dgm:pt modelId="8390">
      <dgm:t>
        <a:p>
          <a:r>
            <a:t>n8390</a:t>
          </a:r>
        </a:p>
      </dgm:t>
    </dgm:pt>
    <dgm:pt modelId="8391">
      <dgm:t>
        <a:p>
          <a:r>
            <a:t>n8391</a:t>
          </a:r>
        </a:p>
      </dgm:t>
    </dgm:pt>
    <dgm:pt modelId="8392">
      <dgm:t>
        <a:p>
          <a:r>
            <a:t>n8392</a:t>
          </a:r>
        </a:p>
      </dgm:t>
    </dgm:pt>
    <dgm:pt modelId="8393">
      <dgm:t>
        <a:p>
          <a:r>
            <a:t>n8393</a:t>
          </a:r>
        </a:p>
      </dgm:t>
    </dgm:pt>
    <dgm:pt modelId="8394">
      <dgm:t>
        <a:p>
          <a:r>
            <a:t>n8394</a:t>
          </a:r>
        </a:p>
      </dgm:t>
    </dgm:pt>
    <dgm:pt modelId="8395">
      <dgm:t>
        <a:p>
          <a:r>
            <a:t>n8395</a:t>
          </a:r>
        </a:p>
      </dgm:t>
    </dgm:pt>
    <dgm:pt modelId="8396">
      <dgm:t>
        <a:p>
          <a:r>
            <a:t>n8396</a:t>
          </a:r>
        </a:p>
      </dgm:t>
    </dgm:pt>
    <dgm:pt modelId="8397">
      <dgm:t>
        <a:p>
          <a:r>
            <a:t>n8397</a:t>
          </a:r>
        </a:p>
      </dgm:t>
    </dgm:pt>
    <dgm:pt modelId="8398">
      <dgm:t>
        <a:p>
          <a:r>
            <a:t>n8398</a:t>
          </a:r>
        </a:p>
      </dgm:t>
    </dgm:pt>
    <dgm:pt modelId="8399">
      <dgm:t>
        <a:p>
          <a:r>
            <a:t>n8399</a:t>
          </a:r>
        </a:p>
      </dgm:t>
    </dgm:pt>
    <dgm:pt modelId="8400">
      <dgm:t>
        <a:p>
          <a:r>
            <a:t>n8400</a:t>
          </a:r>
        </a:p>
      </dgm:t>
    </dgm:pt>
    <dgm:pt modelId="8401">
      <dgm:t>
        <a:p>
          <a:r>
            <a:t>n8401</a:t>
          </a:r>
        </a:p>
      </dgm:t>
    </dgm:pt>
    <dgm:pt modelId="8402">
      <dgm:t>
        <a:p>
          <a:r>
            <a:t>n8402</a:t>
          </a:r>
        </a:p>
      </dgm:t>
    </dgm:pt>
    <dgm:pt modelId="8403">
      <dgm:t>
        <a:p>
          <a:r>
            <a:t>n8403</a:t>
          </a:r>
        </a:p>
      </dgm:t>
    </dgm:pt>
    <dgm:pt modelId="8404">
      <dgm:t>
        <a:p>
          <a:r>
            <a:t>n8404</a:t>
          </a:r>
        </a:p>
      </dgm:t>
    </dgm:pt>
    <dgm:pt modelId="8405">
      <dgm:t>
        <a:p>
          <a:r>
            <a:t>n8405</a:t>
          </a:r>
        </a:p>
      </dgm:t>
    </dgm:pt>
    <dgm:pt modelId="8406">
      <dgm:t>
        <a:p>
          <a:r>
            <a:t>n8406</a:t>
          </a:r>
        </a:p>
      </dgm:t>
    </dgm:pt>
    <dgm:pt modelId="8407">
      <dgm:t>
        <a:p>
          <a:r>
            <a:t>n8407</a:t>
          </a:r>
        </a:p>
      </dgm:t>
    </dgm:pt>
    <dgm:pt modelId="8408">
      <dgm:t>
        <a:p>
          <a:r>
            <a:t>n8408</a:t>
          </a:r>
        </a:p>
      </dgm:t>
    </dgm:pt>
    <dgm:pt modelId="8409">
      <dgm:t>
        <a:p>
          <a:r>
            <a:t>n8409</a:t>
          </a:r>
        </a:p>
      </dgm:t>
    </dgm:pt>
    <dgm:pt modelId="8410">
      <dgm:t>
        <a:p>
          <a:r>
            <a:t>n8410</a:t>
          </a:r>
        </a:p>
      </dgm:t>
    </dgm:pt>
    <dgm:pt modelId="8411">
      <dgm:t>
        <a:p>
          <a:r>
            <a:t>n8411</a:t>
          </a:r>
        </a:p>
      </dgm:t>
    </dgm:pt>
    <dgm:pt modelId="8412">
      <dgm:t>
        <a:p>
          <a:r>
            <a:t>n8412</a:t>
          </a:r>
        </a:p>
      </dgm:t>
    </dgm:pt>
    <dgm:pt modelId="8413">
      <dgm:t>
        <a:p>
          <a:r>
            <a:t>n8413</a:t>
          </a:r>
        </a:p>
      </dgm:t>
    </dgm:pt>
    <dgm:pt modelId="8414">
      <dgm:t>
        <a:p>
          <a:r>
            <a:t>n8414</a:t>
          </a:r>
        </a:p>
      </dgm:t>
    </dgm:pt>
    <dgm:pt modelId="8415">
      <dgm:t>
        <a:p>
          <a:r>
            <a:t>n8415</a:t>
          </a:r>
        </a:p>
      </dgm:t>
    </dgm:pt>
    <dgm:pt modelId="8416">
      <dgm:t>
        <a:p>
          <a:r>
            <a:t>n8416</a:t>
          </a:r>
        </a:p>
      </dgm:t>
    </dgm:pt>
    <dgm:pt modelId="8417">
      <dgm:t>
        <a:p>
          <a:r>
            <a:t>n8417</a:t>
          </a:r>
        </a:p>
      </dgm:t>
    </dgm:pt>
    <dgm:pt modelId="8418">
      <dgm:t>
        <a:p>
          <a:r>
            <a:t>n8418</a:t>
          </a:r>
        </a:p>
      </dgm:t>
    </dgm:pt>
    <dgm:pt modelId="8419">
      <dgm:t>
        <a:p>
          <a:r>
            <a:t>n8419</a:t>
          </a:r>
        </a:p>
      </dgm:t>
    </dgm:pt>
    <dgm:pt modelId="8420">
      <dgm:t>
        <a:p>
          <a:r>
            <a:t>n8420</a:t>
          </a:r>
        </a:p>
      </dgm:t>
    </dgm:pt>
    <dgm:pt modelId="8421">
      <dgm:t>
        <a:p>
          <a:r>
            <a:t>n8421</a:t>
          </a:r>
        </a:p>
      </dgm:t>
    </dgm:pt>
    <dgm:pt modelId="8422">
      <dgm:t>
        <a:p>
          <a:r>
            <a:t>n8422</a:t>
          </a:r>
        </a:p>
      </dgm:t>
    </dgm:pt>
    <dgm:pt modelId="8423">
      <dgm:t>
        <a:p>
          <a:r>
            <a:t>n8423</a:t>
          </a:r>
        </a:p>
      </dgm:t>
    </dgm:pt>
    <dgm:pt modelId="8424">
      <dgm:t>
        <a:p>
          <a:r>
            <a:t>n8424</a:t>
          </a:r>
        </a:p>
      </dgm:t>
    </dgm:pt>
    <dgm:pt modelId="8425">
      <dgm:t>
        <a:p>
          <a:r>
            <a:t>n8425</a:t>
          </a:r>
        </a:p>
      </dgm:t>
    </dgm:pt>
    <dgm:pt modelId="8426">
      <dgm:t>
        <a:p>
          <a:r>
            <a:t>n8426</a:t>
          </a:r>
        </a:p>
      </dgm:t>
    </dgm:pt>
    <dgm:pt modelId="8427">
      <dgm:t>
        <a:p>
          <a:r>
            <a:t>n8427</a:t>
          </a:r>
        </a:p>
      </dgm:t>
    </dgm:pt>
    <dgm:pt modelId="8428">
      <dgm:t>
        <a:p>
          <a:r>
            <a:t>n8428</a:t>
          </a:r>
        </a:p>
      </dgm:t>
    </dgm:pt>
    <dgm:pt modelId="8429">
      <dgm:t>
        <a:p>
          <a:r>
            <a:t>n8429</a:t>
          </a:r>
        </a:p>
      </dgm:t>
    </dgm:pt>
    <dgm:pt modelId="8430">
      <dgm:t>
        <a:p>
          <a:r>
            <a:t>n8430</a:t>
          </a:r>
        </a:p>
      </dgm:t>
    </dgm:pt>
    <dgm:pt modelId="8431">
      <dgm:t>
        <a:p>
          <a:r>
            <a:t>n8431</a:t>
          </a:r>
        </a:p>
      </dgm:t>
    </dgm:pt>
    <dgm:pt modelId="8432">
      <dgm:t>
        <a:p>
          <a:r>
            <a:t>n8432</a:t>
          </a:r>
        </a:p>
      </dgm:t>
    </dgm:pt>
    <dgm:pt modelId="8433">
      <dgm:t>
        <a:p>
          <a:r>
            <a:t>n8433</a:t>
          </a:r>
        </a:p>
      </dgm:t>
    </dgm:pt>
    <dgm:pt modelId="8434">
      <dgm:t>
        <a:p>
          <a:r>
            <a:t>n8434</a:t>
          </a:r>
        </a:p>
      </dgm:t>
    </dgm:pt>
    <dgm:pt modelId="8435">
      <dgm:t>
        <a:p>
          <a:r>
            <a:t>n8435</a:t>
          </a:r>
        </a:p>
      </dgm:t>
    </dgm:pt>
    <dgm:pt modelId="8436">
      <dgm:t>
        <a:p>
          <a:r>
            <a:t>n8436</a:t>
          </a:r>
        </a:p>
      </dgm:t>
    </dgm:pt>
    <dgm:pt modelId="8437">
      <dgm:t>
        <a:p>
          <a:r>
            <a:t>n8437</a:t>
          </a:r>
        </a:p>
      </dgm:t>
    </dgm:pt>
    <dgm:pt modelId="8438">
      <dgm:t>
        <a:p>
          <a:r>
            <a:t>n8438</a:t>
          </a:r>
        </a:p>
      </dgm:t>
    </dgm:pt>
    <dgm:pt modelId="8439">
      <dgm:t>
        <a:p>
          <a:r>
            <a:t>n8439</a:t>
          </a:r>
        </a:p>
      </dgm:t>
    </dgm:pt>
    <dgm:pt modelId="8440">
      <dgm:t>
        <a:p>
          <a:r>
            <a:t>n8440</a:t>
          </a:r>
        </a:p>
      </dgm:t>
    </dgm:pt>
    <dgm:pt modelId="8441">
      <dgm:t>
        <a:p>
          <a:r>
            <a:t>n8441</a:t>
          </a:r>
        </a:p>
      </dgm:t>
    </dgm:pt>
    <dgm:pt modelId="8442">
      <dgm:t>
        <a:p>
          <a:r>
            <a:t>n8442</a:t>
          </a:r>
        </a:p>
      </dgm:t>
    </dgm:pt>
    <dgm:pt modelId="8443">
      <dgm:t>
        <a:p>
          <a:r>
            <a:t>n8443</a:t>
          </a:r>
        </a:p>
      </dgm:t>
    </dgm:pt>
    <dgm:pt modelId="8444">
      <dgm:t>
        <a:p>
          <a:r>
            <a:t>n8444</a:t>
          </a:r>
        </a:p>
      </dgm:t>
    </dgm:pt>
    <dgm:pt modelId="8445">
      <dgm:t>
        <a:p>
          <a:r>
            <a:t>n8445</a:t>
          </a:r>
        </a:p>
      </dgm:t>
    </dgm:pt>
    <dgm:pt modelId="8446">
      <dgm:t>
        <a:p>
          <a:r>
            <a:t>n8446</a:t>
          </a:r>
        </a:p>
      </dgm:t>
    </dgm:pt>
    <dgm:pt modelId="8447">
      <dgm:t>
        <a:p>
          <a:r>
            <a:t>n8447</a:t>
          </a:r>
        </a:p>
      </dgm:t>
    </dgm:pt>
    <dgm:pt modelId="8448">
      <dgm:t>
        <a:p>
          <a:r>
            <a:t>n8448</a:t>
          </a:r>
        </a:p>
      </dgm:t>
    </dgm:pt>
    <dgm:pt modelId="8449">
      <dgm:t>
        <a:p>
          <a:r>
            <a:t>n8449</a:t>
          </a:r>
        </a:p>
      </dgm:t>
    </dgm:pt>
    <dgm:pt modelId="8450">
      <dgm:t>
        <a:p>
          <a:r>
            <a:t>n8450</a:t>
          </a:r>
        </a:p>
      </dgm:t>
    </dgm:pt>
    <dgm:pt modelId="8451">
      <dgm:t>
        <a:p>
          <a:r>
            <a:t>n8451</a:t>
          </a:r>
        </a:p>
      </dgm:t>
    </dgm:pt>
    <dgm:pt modelId="8452">
      <dgm:t>
        <a:p>
          <a:r>
            <a:t>n8452</a:t>
          </a:r>
        </a:p>
      </dgm:t>
    </dgm:pt>
    <dgm:pt modelId="8453">
      <dgm:t>
        <a:p>
          <a:r>
            <a:t>n8453</a:t>
          </a:r>
        </a:p>
      </dgm:t>
    </dgm:pt>
    <dgm:pt modelId="8454">
      <dgm:t>
        <a:p>
          <a:r>
            <a:t>n8454</a:t>
          </a:r>
        </a:p>
      </dgm:t>
    </dgm:pt>
    <dgm:pt modelId="8455">
      <dgm:t>
        <a:p>
          <a:r>
            <a:t>n8455</a:t>
          </a:r>
        </a:p>
      </dgm:t>
    </dgm:pt>
    <dgm:pt modelId="8456">
      <dgm:t>
        <a:p>
          <a:r>
            <a:t>n8456</a:t>
          </a:r>
        </a:p>
      </dgm:t>
    </dgm:pt>
    <dgm:pt modelId="8457">
      <dgm:t>
        <a:p>
          <a:r>
            <a:t>n8457</a:t>
          </a:r>
        </a:p>
      </dgm:t>
    </dgm:pt>
    <dgm:pt modelId="8458">
      <dgm:t>
        <a:p>
          <a:r>
            <a:t>n8458</a:t>
          </a:r>
        </a:p>
      </dgm:t>
    </dgm:pt>
    <dgm:pt modelId="8459">
      <dgm:t>
        <a:p>
          <a:r>
            <a:t>n8459</a:t>
          </a:r>
        </a:p>
      </dgm:t>
    </dgm:pt>
    <dgm:pt modelId="8460">
      <dgm:t>
        <a:p>
          <a:r>
            <a:t>n8460</a:t>
          </a:r>
        </a:p>
      </dgm:t>
    </dgm:pt>
    <dgm:pt modelId="8461">
      <dgm:t>
        <a:p>
          <a:r>
            <a:t>n8461</a:t>
          </a:r>
        </a:p>
      </dgm:t>
    </dgm:pt>
    <dgm:pt modelId="8462">
      <dgm:t>
        <a:p>
          <a:r>
            <a:t>n8462</a:t>
          </a:r>
        </a:p>
      </dgm:t>
    </dgm:pt>
    <dgm:pt modelId="8463">
      <dgm:t>
        <a:p>
          <a:r>
            <a:t>n8463</a:t>
          </a:r>
        </a:p>
      </dgm:t>
    </dgm:pt>
    <dgm:pt modelId="8464">
      <dgm:t>
        <a:p>
          <a:r>
            <a:t>n8464</a:t>
          </a:r>
        </a:p>
      </dgm:t>
    </dgm:pt>
    <dgm:pt modelId="8465">
      <dgm:t>
        <a:p>
          <a:r>
            <a:t>n8465</a:t>
          </a:r>
        </a:p>
      </dgm:t>
    </dgm:pt>
    <dgm:pt modelId="8466">
      <dgm:t>
        <a:p>
          <a:r>
            <a:t>n8466</a:t>
          </a:r>
        </a:p>
      </dgm:t>
    </dgm:pt>
    <dgm:pt modelId="8467">
      <dgm:t>
        <a:p>
          <a:r>
            <a:t>n8467</a:t>
          </a:r>
        </a:p>
      </dgm:t>
    </dgm:pt>
    <dgm:pt modelId="8468">
      <dgm:t>
        <a:p>
          <a:r>
            <a:t>n8468</a:t>
          </a:r>
        </a:p>
      </dgm:t>
    </dgm:pt>
    <dgm:pt modelId="8469">
      <dgm:t>
        <a:p>
          <a:r>
            <a:t>n8469</a:t>
          </a:r>
        </a:p>
      </dgm:t>
    </dgm:pt>
    <dgm:pt modelId="8470">
      <dgm:t>
        <a:p>
          <a:r>
            <a:t>n8470</a:t>
          </a:r>
        </a:p>
      </dgm:t>
    </dgm:pt>
    <dgm:pt modelId="8471">
      <dgm:t>
        <a:p>
          <a:r>
            <a:t>n8471</a:t>
          </a:r>
        </a:p>
      </dgm:t>
    </dgm:pt>
    <dgm:pt modelId="8472">
      <dgm:t>
        <a:p>
          <a:r>
            <a:t>n8472</a:t>
          </a:r>
        </a:p>
      </dgm:t>
    </dgm:pt>
    <dgm:pt modelId="8473">
      <dgm:t>
        <a:p>
          <a:r>
            <a:t>n8473</a:t>
          </a:r>
        </a:p>
      </dgm:t>
    </dgm:pt>
    <dgm:pt modelId="8474">
      <dgm:t>
        <a:p>
          <a:r>
            <a:t>n8474</a:t>
          </a:r>
        </a:p>
      </dgm:t>
    </dgm:pt>
    <dgm:pt modelId="8475">
      <dgm:t>
        <a:p>
          <a:r>
            <a:t>n8475</a:t>
          </a:r>
        </a:p>
      </dgm:t>
    </dgm:pt>
    <dgm:pt modelId="8476">
      <dgm:t>
        <a:p>
          <a:r>
            <a:t>n8476</a:t>
          </a:r>
        </a:p>
      </dgm:t>
    </dgm:pt>
    <dgm:pt modelId="8477">
      <dgm:t>
        <a:p>
          <a:r>
            <a:t>n8477</a:t>
          </a:r>
        </a:p>
      </dgm:t>
    </dgm:pt>
    <dgm:pt modelId="8478">
      <dgm:t>
        <a:p>
          <a:r>
            <a:t>n8478</a:t>
          </a:r>
        </a:p>
      </dgm:t>
    </dgm:pt>
    <dgm:pt modelId="8479">
      <dgm:t>
        <a:p>
          <a:r>
            <a:t>n8479</a:t>
          </a:r>
        </a:p>
      </dgm:t>
    </dgm:pt>
    <dgm:pt modelId="8480">
      <dgm:t>
        <a:p>
          <a:r>
            <a:t>n8480</a:t>
          </a:r>
        </a:p>
      </dgm:t>
    </dgm:pt>
    <dgm:pt modelId="8481">
      <dgm:t>
        <a:p>
          <a:r>
            <a:t>n8481</a:t>
          </a:r>
        </a:p>
      </dgm:t>
    </dgm:pt>
    <dgm:pt modelId="8482">
      <dgm:t>
        <a:p>
          <a:r>
            <a:t>n8482</a:t>
          </a:r>
        </a:p>
      </dgm:t>
    </dgm:pt>
    <dgm:pt modelId="8483">
      <dgm:t>
        <a:p>
          <a:r>
            <a:t>n8483</a:t>
          </a:r>
        </a:p>
      </dgm:t>
    </dgm:pt>
    <dgm:pt modelId="8484">
      <dgm:t>
        <a:p>
          <a:r>
            <a:t>n8484</a:t>
          </a:r>
        </a:p>
      </dgm:t>
    </dgm:pt>
    <dgm:pt modelId="8485">
      <dgm:t>
        <a:p>
          <a:r>
            <a:t>n8485</a:t>
          </a:r>
        </a:p>
      </dgm:t>
    </dgm:pt>
    <dgm:pt modelId="8486">
      <dgm:t>
        <a:p>
          <a:r>
            <a:t>n8486</a:t>
          </a:r>
        </a:p>
      </dgm:t>
    </dgm:pt>
    <dgm:pt modelId="8487">
      <dgm:t>
        <a:p>
          <a:r>
            <a:t>n8487</a:t>
          </a:r>
        </a:p>
      </dgm:t>
    </dgm:pt>
    <dgm:pt modelId="8488">
      <dgm:t>
        <a:p>
          <a:r>
            <a:t>n8488</a:t>
          </a:r>
        </a:p>
      </dgm:t>
    </dgm:pt>
    <dgm:pt modelId="8489">
      <dgm:t>
        <a:p>
          <a:r>
            <a:t>n8489</a:t>
          </a:r>
        </a:p>
      </dgm:t>
    </dgm:pt>
    <dgm:pt modelId="8490">
      <dgm:t>
        <a:p>
          <a:r>
            <a:t>n8490</a:t>
          </a:r>
        </a:p>
      </dgm:t>
    </dgm:pt>
    <dgm:pt modelId="8491">
      <dgm:t>
        <a:p>
          <a:r>
            <a:t>n8491</a:t>
          </a:r>
        </a:p>
      </dgm:t>
    </dgm:pt>
    <dgm:pt modelId="8492">
      <dgm:t>
        <a:p>
          <a:r>
            <a:t>n8492</a:t>
          </a:r>
        </a:p>
      </dgm:t>
    </dgm:pt>
    <dgm:pt modelId="8493">
      <dgm:t>
        <a:p>
          <a:r>
            <a:t>n8493</a:t>
          </a:r>
        </a:p>
      </dgm:t>
    </dgm:pt>
    <dgm:pt modelId="8494">
      <dgm:t>
        <a:p>
          <a:r>
            <a:t>n8494</a:t>
          </a:r>
        </a:p>
      </dgm:t>
    </dgm:pt>
    <dgm:pt modelId="8495">
      <dgm:t>
        <a:p>
          <a:r>
            <a:t>n8495</a:t>
          </a:r>
        </a:p>
      </dgm:t>
    </dgm:pt>
    <dgm:pt modelId="8496">
      <dgm:t>
        <a:p>
          <a:r>
            <a:t>n8496</a:t>
          </a:r>
        </a:p>
      </dgm:t>
    </dgm:pt>
    <dgm:pt modelId="8497">
      <dgm:t>
        <a:p>
          <a:r>
            <a:t>n8497</a:t>
          </a:r>
        </a:p>
      </dgm:t>
    </dgm:pt>
    <dgm:pt modelId="8498">
      <dgm:t>
        <a:p>
          <a:r>
            <a:t>n8498</a:t>
          </a:r>
        </a:p>
      </dgm:t>
    </dgm:pt>
    <dgm:pt modelId="8499">
      <dgm:t>
        <a:p>
          <a:r>
            <a:t>n8499</a:t>
          </a:r>
        </a:p>
      </dgm:t>
    </dgm:pt>
    <dgm:pt modelId="8500">
      <dgm:t>
        <a:p>
          <a:r>
            <a:t>n8500</a:t>
          </a:r>
        </a:p>
      </dgm:t>
    </dgm:pt>
    <dgm:pt modelId="8501">
      <dgm:t>
        <a:p>
          <a:r>
            <a:t>n8501</a:t>
          </a:r>
        </a:p>
      </dgm:t>
    </dgm:pt>
    <dgm:pt modelId="8502">
      <dgm:t>
        <a:p>
          <a:r>
            <a:t>n8502</a:t>
          </a:r>
        </a:p>
      </dgm:t>
    </dgm:pt>
    <dgm:pt modelId="8503">
      <dgm:t>
        <a:p>
          <a:r>
            <a:t>n8503</a:t>
          </a:r>
        </a:p>
      </dgm:t>
    </dgm:pt>
    <dgm:pt modelId="8504">
      <dgm:t>
        <a:p>
          <a:r>
            <a:t>n8504</a:t>
          </a:r>
        </a:p>
      </dgm:t>
    </dgm:pt>
    <dgm:pt modelId="8505">
      <dgm:t>
        <a:p>
          <a:r>
            <a:t>n8505</a:t>
          </a:r>
        </a:p>
      </dgm:t>
    </dgm:pt>
    <dgm:pt modelId="8506">
      <dgm:t>
        <a:p>
          <a:r>
            <a:t>n8506</a:t>
          </a:r>
        </a:p>
      </dgm:t>
    </dgm:pt>
    <dgm:pt modelId="8507">
      <dgm:t>
        <a:p>
          <a:r>
            <a:t>n8507</a:t>
          </a:r>
        </a:p>
      </dgm:t>
    </dgm:pt>
    <dgm:pt modelId="8508">
      <dgm:t>
        <a:p>
          <a:r>
            <a:t>n8508</a:t>
          </a:r>
        </a:p>
      </dgm:t>
    </dgm:pt>
    <dgm:pt modelId="8509">
      <dgm:t>
        <a:p>
          <a:r>
            <a:t>n8509</a:t>
          </a:r>
        </a:p>
      </dgm:t>
    </dgm:pt>
    <dgm:pt modelId="8510">
      <dgm:t>
        <a:p>
          <a:r>
            <a:t>n8510</a:t>
          </a:r>
        </a:p>
      </dgm:t>
    </dgm:pt>
    <dgm:pt modelId="8511">
      <dgm:t>
        <a:p>
          <a:r>
            <a:t>n8511</a:t>
          </a:r>
        </a:p>
      </dgm:t>
    </dgm:pt>
    <dgm:pt modelId="8512">
      <dgm:t>
        <a:p>
          <a:r>
            <a:t>n8512</a:t>
          </a:r>
        </a:p>
      </dgm:t>
    </dgm:pt>
    <dgm:pt modelId="8513">
      <dgm:t>
        <a:p>
          <a:r>
            <a:t>n8513</a:t>
          </a:r>
        </a:p>
      </dgm:t>
    </dgm:pt>
    <dgm:pt modelId="8514">
      <dgm:t>
        <a:p>
          <a:r>
            <a:t>n8514</a:t>
          </a:r>
        </a:p>
      </dgm:t>
    </dgm:pt>
    <dgm:pt modelId="8515">
      <dgm:t>
        <a:p>
          <a:r>
            <a:t>n8515</a:t>
          </a:r>
        </a:p>
      </dgm:t>
    </dgm:pt>
    <dgm:pt modelId="8516">
      <dgm:t>
        <a:p>
          <a:r>
            <a:t>n8516</a:t>
          </a:r>
        </a:p>
      </dgm:t>
    </dgm:pt>
    <dgm:pt modelId="8517">
      <dgm:t>
        <a:p>
          <a:r>
            <a:t>n8517</a:t>
          </a:r>
        </a:p>
      </dgm:t>
    </dgm:pt>
    <dgm:pt modelId="8518">
      <dgm:t>
        <a:p>
          <a:r>
            <a:t>n8518</a:t>
          </a:r>
        </a:p>
      </dgm:t>
    </dgm:pt>
    <dgm:pt modelId="8519">
      <dgm:t>
        <a:p>
          <a:r>
            <a:t>n8519</a:t>
          </a:r>
        </a:p>
      </dgm:t>
    </dgm:pt>
    <dgm:pt modelId="8520">
      <dgm:t>
        <a:p>
          <a:r>
            <a:t>n8520</a:t>
          </a:r>
        </a:p>
      </dgm:t>
    </dgm:pt>
    <dgm:pt modelId="8521">
      <dgm:t>
        <a:p>
          <a:r>
            <a:t>n8521</a:t>
          </a:r>
        </a:p>
      </dgm:t>
    </dgm:pt>
    <dgm:pt modelId="8522">
      <dgm:t>
        <a:p>
          <a:r>
            <a:t>n8522</a:t>
          </a:r>
        </a:p>
      </dgm:t>
    </dgm:pt>
    <dgm:pt modelId="8523">
      <dgm:t>
        <a:p>
          <a:r>
            <a:t>n8523</a:t>
          </a:r>
        </a:p>
      </dgm:t>
    </dgm:pt>
    <dgm:pt modelId="8524">
      <dgm:t>
        <a:p>
          <a:r>
            <a:t>n8524</a:t>
          </a:r>
        </a:p>
      </dgm:t>
    </dgm:pt>
    <dgm:pt modelId="8525">
      <dgm:t>
        <a:p>
          <a:r>
            <a:t>n8525</a:t>
          </a:r>
        </a:p>
      </dgm:t>
    </dgm:pt>
    <dgm:pt modelId="8526">
      <dgm:t>
        <a:p>
          <a:r>
            <a:t>n8526</a:t>
          </a:r>
        </a:p>
      </dgm:t>
    </dgm:pt>
    <dgm:pt modelId="8527">
      <dgm:t>
        <a:p>
          <a:r>
            <a:t>n8527</a:t>
          </a:r>
        </a:p>
      </dgm:t>
    </dgm:pt>
    <dgm:pt modelId="8528">
      <dgm:t>
        <a:p>
          <a:r>
            <a:t>n8528</a:t>
          </a:r>
        </a:p>
      </dgm:t>
    </dgm:pt>
    <dgm:pt modelId="8529">
      <dgm:t>
        <a:p>
          <a:r>
            <a:t>n8529</a:t>
          </a:r>
        </a:p>
      </dgm:t>
    </dgm:pt>
    <dgm:pt modelId="8530">
      <dgm:t>
        <a:p>
          <a:r>
            <a:t>n8530</a:t>
          </a:r>
        </a:p>
      </dgm:t>
    </dgm:pt>
    <dgm:pt modelId="8531">
      <dgm:t>
        <a:p>
          <a:r>
            <a:t>n8531</a:t>
          </a:r>
        </a:p>
      </dgm:t>
    </dgm:pt>
    <dgm:pt modelId="8532">
      <dgm:t>
        <a:p>
          <a:r>
            <a:t>n8532</a:t>
          </a:r>
        </a:p>
      </dgm:t>
    </dgm:pt>
    <dgm:pt modelId="8533">
      <dgm:t>
        <a:p>
          <a:r>
            <a:t>n8533</a:t>
          </a:r>
        </a:p>
      </dgm:t>
    </dgm:pt>
    <dgm:pt modelId="8534">
      <dgm:t>
        <a:p>
          <a:r>
            <a:t>n8534</a:t>
          </a:r>
        </a:p>
      </dgm:t>
    </dgm:pt>
    <dgm:pt modelId="8535">
      <dgm:t>
        <a:p>
          <a:r>
            <a:t>n8535</a:t>
          </a:r>
        </a:p>
      </dgm:t>
    </dgm:pt>
    <dgm:pt modelId="8536">
      <dgm:t>
        <a:p>
          <a:r>
            <a:t>n8536</a:t>
          </a:r>
        </a:p>
      </dgm:t>
    </dgm:pt>
    <dgm:pt modelId="8537">
      <dgm:t>
        <a:p>
          <a:r>
            <a:t>n8537</a:t>
          </a:r>
        </a:p>
      </dgm:t>
    </dgm:pt>
    <dgm:pt modelId="8538">
      <dgm:t>
        <a:p>
          <a:r>
            <a:t>n8538</a:t>
          </a:r>
        </a:p>
      </dgm:t>
    </dgm:pt>
    <dgm:pt modelId="8539">
      <dgm:t>
        <a:p>
          <a:r>
            <a:t>n8539</a:t>
          </a:r>
        </a:p>
      </dgm:t>
    </dgm:pt>
    <dgm:pt modelId="8540">
      <dgm:t>
        <a:p>
          <a:r>
            <a:t>n8540</a:t>
          </a:r>
        </a:p>
      </dgm:t>
    </dgm:pt>
    <dgm:pt modelId="8541">
      <dgm:t>
        <a:p>
          <a:r>
            <a:t>n8541</a:t>
          </a:r>
        </a:p>
      </dgm:t>
    </dgm:pt>
    <dgm:pt modelId="8542">
      <dgm:t>
        <a:p>
          <a:r>
            <a:t>n8542</a:t>
          </a:r>
        </a:p>
      </dgm:t>
    </dgm:pt>
    <dgm:pt modelId="8543">
      <dgm:t>
        <a:p>
          <a:r>
            <a:t>n8543</a:t>
          </a:r>
        </a:p>
      </dgm:t>
    </dgm:pt>
    <dgm:pt modelId="8544">
      <dgm:t>
        <a:p>
          <a:r>
            <a:t>n8544</a:t>
          </a:r>
        </a:p>
      </dgm:t>
    </dgm:pt>
    <dgm:pt modelId="8545">
      <dgm:t>
        <a:p>
          <a:r>
            <a:t>n8545</a:t>
          </a:r>
        </a:p>
      </dgm:t>
    </dgm:pt>
    <dgm:pt modelId="8546">
      <dgm:t>
        <a:p>
          <a:r>
            <a:t>n8546</a:t>
          </a:r>
        </a:p>
      </dgm:t>
    </dgm:pt>
    <dgm:pt modelId="8547">
      <dgm:t>
        <a:p>
          <a:r>
            <a:t>n8547</a:t>
          </a:r>
        </a:p>
      </dgm:t>
    </dgm:pt>
    <dgm:pt modelId="8548">
      <dgm:t>
        <a:p>
          <a:r>
            <a:t>n8548</a:t>
          </a:r>
        </a:p>
      </dgm:t>
    </dgm:pt>
    <dgm:pt modelId="8549">
      <dgm:t>
        <a:p>
          <a:r>
            <a:t>n8549</a:t>
          </a:r>
        </a:p>
      </dgm:t>
    </dgm:pt>
    <dgm:pt modelId="8550">
      <dgm:t>
        <a:p>
          <a:r>
            <a:t>n8550</a:t>
          </a:r>
        </a:p>
      </dgm:t>
    </dgm:pt>
    <dgm:pt modelId="8551">
      <dgm:t>
        <a:p>
          <a:r>
            <a:t>n8551</a:t>
          </a:r>
        </a:p>
      </dgm:t>
    </dgm:pt>
    <dgm:pt modelId="8552">
      <dgm:t>
        <a:p>
          <a:r>
            <a:t>n8552</a:t>
          </a:r>
        </a:p>
      </dgm:t>
    </dgm:pt>
    <dgm:pt modelId="8553">
      <dgm:t>
        <a:p>
          <a:r>
            <a:t>n8553</a:t>
          </a:r>
        </a:p>
      </dgm:t>
    </dgm:pt>
    <dgm:pt modelId="8554">
      <dgm:t>
        <a:p>
          <a:r>
            <a:t>n8554</a:t>
          </a:r>
        </a:p>
      </dgm:t>
    </dgm:pt>
    <dgm:pt modelId="8555">
      <dgm:t>
        <a:p>
          <a:r>
            <a:t>n8555</a:t>
          </a:r>
        </a:p>
      </dgm:t>
    </dgm:pt>
    <dgm:pt modelId="8556">
      <dgm:t>
        <a:p>
          <a:r>
            <a:t>n8556</a:t>
          </a:r>
        </a:p>
      </dgm:t>
    </dgm:pt>
    <dgm:pt modelId="8557">
      <dgm:t>
        <a:p>
          <a:r>
            <a:t>n8557</a:t>
          </a:r>
        </a:p>
      </dgm:t>
    </dgm:pt>
    <dgm:pt modelId="8558">
      <dgm:t>
        <a:p>
          <a:r>
            <a:t>n8558</a:t>
          </a:r>
        </a:p>
      </dgm:t>
    </dgm:pt>
    <dgm:pt modelId="8559">
      <dgm:t>
        <a:p>
          <a:r>
            <a:t>n8559</a:t>
          </a:r>
        </a:p>
      </dgm:t>
    </dgm:pt>
    <dgm:pt modelId="8560">
      <dgm:t>
        <a:p>
          <a:r>
            <a:t>n8560</a:t>
          </a:r>
        </a:p>
      </dgm:t>
    </dgm:pt>
    <dgm:pt modelId="8561">
      <dgm:t>
        <a:p>
          <a:r>
            <a:t>n8561</a:t>
          </a:r>
        </a:p>
      </dgm:t>
    </dgm:pt>
    <dgm:pt modelId="8562">
      <dgm:t>
        <a:p>
          <a:r>
            <a:t>n8562</a:t>
          </a:r>
        </a:p>
      </dgm:t>
    </dgm:pt>
    <dgm:pt modelId="8563">
      <dgm:t>
        <a:p>
          <a:r>
            <a:t>n8563</a:t>
          </a:r>
        </a:p>
      </dgm:t>
    </dgm:pt>
    <dgm:pt modelId="8564">
      <dgm:t>
        <a:p>
          <a:r>
            <a:t>n8564</a:t>
          </a:r>
        </a:p>
      </dgm:t>
    </dgm:pt>
    <dgm:pt modelId="8565">
      <dgm:t>
        <a:p>
          <a:r>
            <a:t>n8565</a:t>
          </a:r>
        </a:p>
      </dgm:t>
    </dgm:pt>
    <dgm:pt modelId="8566">
      <dgm:t>
        <a:p>
          <a:r>
            <a:t>n8566</a:t>
          </a:r>
        </a:p>
      </dgm:t>
    </dgm:pt>
    <dgm:pt modelId="8567">
      <dgm:t>
        <a:p>
          <a:r>
            <a:t>n8567</a:t>
          </a:r>
        </a:p>
      </dgm:t>
    </dgm:pt>
    <dgm:pt modelId="8568">
      <dgm:t>
        <a:p>
          <a:r>
            <a:t>n8568</a:t>
          </a:r>
        </a:p>
      </dgm:t>
    </dgm:pt>
    <dgm:pt modelId="8569">
      <dgm:t>
        <a:p>
          <a:r>
            <a:t>n8569</a:t>
          </a:r>
        </a:p>
      </dgm:t>
    </dgm:pt>
    <dgm:pt modelId="8570">
      <dgm:t>
        <a:p>
          <a:r>
            <a:t>n8570</a:t>
          </a:r>
        </a:p>
      </dgm:t>
    </dgm:pt>
    <dgm:pt modelId="8571">
      <dgm:t>
        <a:p>
          <a:r>
            <a:t>n8571</a:t>
          </a:r>
        </a:p>
      </dgm:t>
    </dgm:pt>
    <dgm:pt modelId="8572">
      <dgm:t>
        <a:p>
          <a:r>
            <a:t>n8572</a:t>
          </a:r>
        </a:p>
      </dgm:t>
    </dgm:pt>
    <dgm:pt modelId="8573">
      <dgm:t>
        <a:p>
          <a:r>
            <a:t>n8573</a:t>
          </a:r>
        </a:p>
      </dgm:t>
    </dgm:pt>
    <dgm:pt modelId="8574">
      <dgm:t>
        <a:p>
          <a:r>
            <a:t>n8574</a:t>
          </a:r>
        </a:p>
      </dgm:t>
    </dgm:pt>
    <dgm:pt modelId="8575">
      <dgm:t>
        <a:p>
          <a:r>
            <a:t>n8575</a:t>
          </a:r>
        </a:p>
      </dgm:t>
    </dgm:pt>
    <dgm:pt modelId="8576">
      <dgm:t>
        <a:p>
          <a:r>
            <a:t>n8576</a:t>
          </a:r>
        </a:p>
      </dgm:t>
    </dgm:pt>
    <dgm:pt modelId="8577">
      <dgm:t>
        <a:p>
          <a:r>
            <a:t>n8577</a:t>
          </a:r>
        </a:p>
      </dgm:t>
    </dgm:pt>
    <dgm:pt modelId="8578">
      <dgm:t>
        <a:p>
          <a:r>
            <a:t>n8578</a:t>
          </a:r>
        </a:p>
      </dgm:t>
    </dgm:pt>
    <dgm:pt modelId="8579">
      <dgm:t>
        <a:p>
          <a:r>
            <a:t>n8579</a:t>
          </a:r>
        </a:p>
      </dgm:t>
    </dgm:pt>
    <dgm:pt modelId="8580">
      <dgm:t>
        <a:p>
          <a:r>
            <a:t>n8580</a:t>
          </a:r>
        </a:p>
      </dgm:t>
    </dgm:pt>
    <dgm:pt modelId="8581">
      <dgm:t>
        <a:p>
          <a:r>
            <a:t>n8581</a:t>
          </a:r>
        </a:p>
      </dgm:t>
    </dgm:pt>
    <dgm:pt modelId="8582">
      <dgm:t>
        <a:p>
          <a:r>
            <a:t>n8582</a:t>
          </a:r>
        </a:p>
      </dgm:t>
    </dgm:pt>
    <dgm:pt modelId="8583">
      <dgm:t>
        <a:p>
          <a:r>
            <a:t>n8583</a:t>
          </a:r>
        </a:p>
      </dgm:t>
    </dgm:pt>
    <dgm:pt modelId="8584">
      <dgm:t>
        <a:p>
          <a:r>
            <a:t>n8584</a:t>
          </a:r>
        </a:p>
      </dgm:t>
    </dgm:pt>
    <dgm:pt modelId="8585">
      <dgm:t>
        <a:p>
          <a:r>
            <a:t>n8585</a:t>
          </a:r>
        </a:p>
      </dgm:t>
    </dgm:pt>
    <dgm:pt modelId="8586">
      <dgm:t>
        <a:p>
          <a:r>
            <a:t>n8586</a:t>
          </a:r>
        </a:p>
      </dgm:t>
    </dgm:pt>
    <dgm:pt modelId="8587">
      <dgm:t>
        <a:p>
          <a:r>
            <a:t>n8587</a:t>
          </a:r>
        </a:p>
      </dgm:t>
    </dgm:pt>
    <dgm:pt modelId="8588">
      <dgm:t>
        <a:p>
          <a:r>
            <a:t>n8588</a:t>
          </a:r>
        </a:p>
      </dgm:t>
    </dgm:pt>
    <dgm:pt modelId="8589">
      <dgm:t>
        <a:p>
          <a:r>
            <a:t>n8589</a:t>
          </a:r>
        </a:p>
      </dgm:t>
    </dgm:pt>
    <dgm:pt modelId="8590">
      <dgm:t>
        <a:p>
          <a:r>
            <a:t>n8590</a:t>
          </a:r>
        </a:p>
      </dgm:t>
    </dgm:pt>
    <dgm:pt modelId="8591">
      <dgm:t>
        <a:p>
          <a:r>
            <a:t>n8591</a:t>
          </a:r>
        </a:p>
      </dgm:t>
    </dgm:pt>
    <dgm:pt modelId="8592">
      <dgm:t>
        <a:p>
          <a:r>
            <a:t>n8592</a:t>
          </a:r>
        </a:p>
      </dgm:t>
    </dgm:pt>
    <dgm:pt modelId="8593">
      <dgm:t>
        <a:p>
          <a:r>
            <a:t>n8593</a:t>
          </a:r>
        </a:p>
      </dgm:t>
    </dgm:pt>
    <dgm:pt modelId="8594">
      <dgm:t>
        <a:p>
          <a:r>
            <a:t>n8594</a:t>
          </a:r>
        </a:p>
      </dgm:t>
    </dgm:pt>
    <dgm:pt modelId="8595">
      <dgm:t>
        <a:p>
          <a:r>
            <a:t>n8595</a:t>
          </a:r>
        </a:p>
      </dgm:t>
    </dgm:pt>
    <dgm:pt modelId="8596">
      <dgm:t>
        <a:p>
          <a:r>
            <a:t>n8596</a:t>
          </a:r>
        </a:p>
      </dgm:t>
    </dgm:pt>
    <dgm:pt modelId="8597">
      <dgm:t>
        <a:p>
          <a:r>
            <a:t>n8597</a:t>
          </a:r>
        </a:p>
      </dgm:t>
    </dgm:pt>
    <dgm:pt modelId="8598">
      <dgm:t>
        <a:p>
          <a:r>
            <a:t>n8598</a:t>
          </a:r>
        </a:p>
      </dgm:t>
    </dgm:pt>
    <dgm:pt modelId="8599">
      <dgm:t>
        <a:p>
          <a:r>
            <a:t>n8599</a:t>
          </a:r>
        </a:p>
      </dgm:t>
    </dgm:pt>
    <dgm:pt modelId="8600">
      <dgm:t>
        <a:p>
          <a:r>
            <a:t>n8600</a:t>
          </a:r>
        </a:p>
      </dgm:t>
    </dgm:pt>
    <dgm:pt modelId="8601">
      <dgm:t>
        <a:p>
          <a:r>
            <a:t>n8601</a:t>
          </a:r>
        </a:p>
      </dgm:t>
    </dgm:pt>
    <dgm:pt modelId="8602">
      <dgm:t>
        <a:p>
          <a:r>
            <a:t>n8602</a:t>
          </a:r>
        </a:p>
      </dgm:t>
    </dgm:pt>
    <dgm:pt modelId="8603">
      <dgm:t>
        <a:p>
          <a:r>
            <a:t>n8603</a:t>
          </a:r>
        </a:p>
      </dgm:t>
    </dgm:pt>
    <dgm:pt modelId="8604">
      <dgm:t>
        <a:p>
          <a:r>
            <a:t>n8604</a:t>
          </a:r>
        </a:p>
      </dgm:t>
    </dgm:pt>
    <dgm:pt modelId="8605">
      <dgm:t>
        <a:p>
          <a:r>
            <a:t>n8605</a:t>
          </a:r>
        </a:p>
      </dgm:t>
    </dgm:pt>
    <dgm:pt modelId="8606">
      <dgm:t>
        <a:p>
          <a:r>
            <a:t>n8606</a:t>
          </a:r>
        </a:p>
      </dgm:t>
    </dgm:pt>
    <dgm:pt modelId="8607">
      <dgm:t>
        <a:p>
          <a:r>
            <a:t>n8607</a:t>
          </a:r>
        </a:p>
      </dgm:t>
    </dgm:pt>
    <dgm:pt modelId="8608">
      <dgm:t>
        <a:p>
          <a:r>
            <a:t>n8608</a:t>
          </a:r>
        </a:p>
      </dgm:t>
    </dgm:pt>
    <dgm:pt modelId="8609">
      <dgm:t>
        <a:p>
          <a:r>
            <a:t>n8609</a:t>
          </a:r>
        </a:p>
      </dgm:t>
    </dgm:pt>
    <dgm:pt modelId="8610">
      <dgm:t>
        <a:p>
          <a:r>
            <a:t>n8610</a:t>
          </a:r>
        </a:p>
      </dgm:t>
    </dgm:pt>
    <dgm:pt modelId="8611">
      <dgm:t>
        <a:p>
          <a:r>
            <a:t>n8611</a:t>
          </a:r>
        </a:p>
      </dgm:t>
    </dgm:pt>
    <dgm:pt modelId="8612">
      <dgm:t>
        <a:p>
          <a:r>
            <a:t>n8612</a:t>
          </a:r>
        </a:p>
      </dgm:t>
    </dgm:pt>
    <dgm:pt modelId="8613">
      <dgm:t>
        <a:p>
          <a:r>
            <a:t>n8613</a:t>
          </a:r>
        </a:p>
      </dgm:t>
    </dgm:pt>
    <dgm:pt modelId="8614">
      <dgm:t>
        <a:p>
          <a:r>
            <a:t>n8614</a:t>
          </a:r>
        </a:p>
      </dgm:t>
    </dgm:pt>
    <dgm:pt modelId="8615">
      <dgm:t>
        <a:p>
          <a:r>
            <a:t>n8615</a:t>
          </a:r>
        </a:p>
      </dgm:t>
    </dgm:pt>
    <dgm:pt modelId="8616">
      <dgm:t>
        <a:p>
          <a:r>
            <a:t>n8616</a:t>
          </a:r>
        </a:p>
      </dgm:t>
    </dgm:pt>
    <dgm:pt modelId="8617">
      <dgm:t>
        <a:p>
          <a:r>
            <a:t>n8617</a:t>
          </a:r>
        </a:p>
      </dgm:t>
    </dgm:pt>
    <dgm:pt modelId="8618">
      <dgm:t>
        <a:p>
          <a:r>
            <a:t>n8618</a:t>
          </a:r>
        </a:p>
      </dgm:t>
    </dgm:pt>
    <dgm:pt modelId="8619">
      <dgm:t>
        <a:p>
          <a:r>
            <a:t>n8619</a:t>
          </a:r>
        </a:p>
      </dgm:t>
    </dgm:pt>
    <dgm:pt modelId="8620">
      <dgm:t>
        <a:p>
          <a:r>
            <a:t>n8620</a:t>
          </a:r>
        </a:p>
      </dgm:t>
    </dgm:pt>
    <dgm:pt modelId="8621">
      <dgm:t>
        <a:p>
          <a:r>
            <a:t>n8621</a:t>
          </a:r>
        </a:p>
      </dgm:t>
    </dgm:pt>
    <dgm:pt modelId="8622">
      <dgm:t>
        <a:p>
          <a:r>
            <a:t>n8622</a:t>
          </a:r>
        </a:p>
      </dgm:t>
    </dgm:pt>
    <dgm:pt modelId="8623">
      <dgm:t>
        <a:p>
          <a:r>
            <a:t>n8623</a:t>
          </a:r>
        </a:p>
      </dgm:t>
    </dgm:pt>
    <dgm:pt modelId="8624">
      <dgm:t>
        <a:p>
          <a:r>
            <a:t>n8624</a:t>
          </a:r>
        </a:p>
      </dgm:t>
    </dgm:pt>
    <dgm:pt modelId="8625">
      <dgm:t>
        <a:p>
          <a:r>
            <a:t>n8625</a:t>
          </a:r>
        </a:p>
      </dgm:t>
    </dgm:pt>
    <dgm:pt modelId="8626">
      <dgm:t>
        <a:p>
          <a:r>
            <a:t>n8626</a:t>
          </a:r>
        </a:p>
      </dgm:t>
    </dgm:pt>
    <dgm:pt modelId="8627">
      <dgm:t>
        <a:p>
          <a:r>
            <a:t>n8627</a:t>
          </a:r>
        </a:p>
      </dgm:t>
    </dgm:pt>
    <dgm:pt modelId="8628">
      <dgm:t>
        <a:p>
          <a:r>
            <a:t>n8628</a:t>
          </a:r>
        </a:p>
      </dgm:t>
    </dgm:pt>
    <dgm:pt modelId="8629">
      <dgm:t>
        <a:p>
          <a:r>
            <a:t>n8629</a:t>
          </a:r>
        </a:p>
      </dgm:t>
    </dgm:pt>
    <dgm:pt modelId="8630">
      <dgm:t>
        <a:p>
          <a:r>
            <a:t>n8630</a:t>
          </a:r>
        </a:p>
      </dgm:t>
    </dgm:pt>
    <dgm:pt modelId="8631">
      <dgm:t>
        <a:p>
          <a:r>
            <a:t>n8631</a:t>
          </a:r>
        </a:p>
      </dgm:t>
    </dgm:pt>
    <dgm:pt modelId="8632">
      <dgm:t>
        <a:p>
          <a:r>
            <a:t>n8632</a:t>
          </a:r>
        </a:p>
      </dgm:t>
    </dgm:pt>
    <dgm:pt modelId="8633">
      <dgm:t>
        <a:p>
          <a:r>
            <a:t>n8633</a:t>
          </a:r>
        </a:p>
      </dgm:t>
    </dgm:pt>
    <dgm:pt modelId="8634">
      <dgm:t>
        <a:p>
          <a:r>
            <a:t>n8634</a:t>
          </a:r>
        </a:p>
      </dgm:t>
    </dgm:pt>
    <dgm:pt modelId="8635">
      <dgm:t>
        <a:p>
          <a:r>
            <a:t>n8635</a:t>
          </a:r>
        </a:p>
      </dgm:t>
    </dgm:pt>
    <dgm:pt modelId="8636">
      <dgm:t>
        <a:p>
          <a:r>
            <a:t>n8636</a:t>
          </a:r>
        </a:p>
      </dgm:t>
    </dgm:pt>
    <dgm:pt modelId="8637">
      <dgm:t>
        <a:p>
          <a:r>
            <a:t>n8637</a:t>
          </a:r>
        </a:p>
      </dgm:t>
    </dgm:pt>
    <dgm:pt modelId="8638">
      <dgm:t>
        <a:p>
          <a:r>
            <a:t>n8638</a:t>
          </a:r>
        </a:p>
      </dgm:t>
    </dgm:pt>
    <dgm:pt modelId="8639">
      <dgm:t>
        <a:p>
          <a:r>
            <a:t>n8639</a:t>
          </a:r>
        </a:p>
      </dgm:t>
    </dgm:pt>
    <dgm:pt modelId="8640">
      <dgm:t>
        <a:p>
          <a:r>
            <a:t>n8640</a:t>
          </a:r>
        </a:p>
      </dgm:t>
    </dgm:pt>
    <dgm:pt modelId="8641">
      <dgm:t>
        <a:p>
          <a:r>
            <a:t>n8641</a:t>
          </a:r>
        </a:p>
      </dgm:t>
    </dgm:pt>
    <dgm:pt modelId="8642">
      <dgm:t>
        <a:p>
          <a:r>
            <a:t>n8642</a:t>
          </a:r>
        </a:p>
      </dgm:t>
    </dgm:pt>
    <dgm:pt modelId="8643">
      <dgm:t>
        <a:p>
          <a:r>
            <a:t>n8643</a:t>
          </a:r>
        </a:p>
      </dgm:t>
    </dgm:pt>
    <dgm:pt modelId="8644">
      <dgm:t>
        <a:p>
          <a:r>
            <a:t>n8644</a:t>
          </a:r>
        </a:p>
      </dgm:t>
    </dgm:pt>
    <dgm:pt modelId="8645">
      <dgm:t>
        <a:p>
          <a:r>
            <a:t>n8645</a:t>
          </a:r>
        </a:p>
      </dgm:t>
    </dgm:pt>
    <dgm:pt modelId="8646">
      <dgm:t>
        <a:p>
          <a:r>
            <a:t>n8646</a:t>
          </a:r>
        </a:p>
      </dgm:t>
    </dgm:pt>
    <dgm:pt modelId="8647">
      <dgm:t>
        <a:p>
          <a:r>
            <a:t>n8647</a:t>
          </a:r>
        </a:p>
      </dgm:t>
    </dgm:pt>
    <dgm:pt modelId="8648">
      <dgm:t>
        <a:p>
          <a:r>
            <a:t>n8648</a:t>
          </a:r>
        </a:p>
      </dgm:t>
    </dgm:pt>
    <dgm:pt modelId="8649">
      <dgm:t>
        <a:p>
          <a:r>
            <a:t>n8649</a:t>
          </a:r>
        </a:p>
      </dgm:t>
    </dgm:pt>
    <dgm:pt modelId="8650">
      <dgm:t>
        <a:p>
          <a:r>
            <a:t>n8650</a:t>
          </a:r>
        </a:p>
      </dgm:t>
    </dgm:pt>
    <dgm:pt modelId="8651">
      <dgm:t>
        <a:p>
          <a:r>
            <a:t>n8651</a:t>
          </a:r>
        </a:p>
      </dgm:t>
    </dgm:pt>
    <dgm:pt modelId="8652">
      <dgm:t>
        <a:p>
          <a:r>
            <a:t>n8652</a:t>
          </a:r>
        </a:p>
      </dgm:t>
    </dgm:pt>
    <dgm:pt modelId="8653">
      <dgm:t>
        <a:p>
          <a:r>
            <a:t>n8653</a:t>
          </a:r>
        </a:p>
      </dgm:t>
    </dgm:pt>
    <dgm:pt modelId="8654">
      <dgm:t>
        <a:p>
          <a:r>
            <a:t>n8654</a:t>
          </a:r>
        </a:p>
      </dgm:t>
    </dgm:pt>
    <dgm:pt modelId="8655">
      <dgm:t>
        <a:p>
          <a:r>
            <a:t>n8655</a:t>
          </a:r>
        </a:p>
      </dgm:t>
    </dgm:pt>
    <dgm:pt modelId="8656">
      <dgm:t>
        <a:p>
          <a:r>
            <a:t>n8656</a:t>
          </a:r>
        </a:p>
      </dgm:t>
    </dgm:pt>
    <dgm:pt modelId="8657">
      <dgm:t>
        <a:p>
          <a:r>
            <a:t>n8657</a:t>
          </a:r>
        </a:p>
      </dgm:t>
    </dgm:pt>
    <dgm:pt modelId="8658">
      <dgm:t>
        <a:p>
          <a:r>
            <a:t>n8658</a:t>
          </a:r>
        </a:p>
      </dgm:t>
    </dgm:pt>
    <dgm:pt modelId="8659">
      <dgm:t>
        <a:p>
          <a:r>
            <a:t>n8659</a:t>
          </a:r>
        </a:p>
      </dgm:t>
    </dgm:pt>
    <dgm:pt modelId="8660">
      <dgm:t>
        <a:p>
          <a:r>
            <a:t>n8660</a:t>
          </a:r>
        </a:p>
      </dgm:t>
    </dgm:pt>
    <dgm:pt modelId="8661">
      <dgm:t>
        <a:p>
          <a:r>
            <a:t>n8661</a:t>
          </a:r>
        </a:p>
      </dgm:t>
    </dgm:pt>
    <dgm:pt modelId="8662">
      <dgm:t>
        <a:p>
          <a:r>
            <a:t>n8662</a:t>
          </a:r>
        </a:p>
      </dgm:t>
    </dgm:pt>
    <dgm:pt modelId="8663">
      <dgm:t>
        <a:p>
          <a:r>
            <a:t>n8663</a:t>
          </a:r>
        </a:p>
      </dgm:t>
    </dgm:pt>
    <dgm:pt modelId="8664">
      <dgm:t>
        <a:p>
          <a:r>
            <a:t>n8664</a:t>
          </a:r>
        </a:p>
      </dgm:t>
    </dgm:pt>
    <dgm:pt modelId="8665">
      <dgm:t>
        <a:p>
          <a:r>
            <a:t>n8665</a:t>
          </a:r>
        </a:p>
      </dgm:t>
    </dgm:pt>
    <dgm:pt modelId="8666">
      <dgm:t>
        <a:p>
          <a:r>
            <a:t>n8666</a:t>
          </a:r>
        </a:p>
      </dgm:t>
    </dgm:pt>
    <dgm:pt modelId="8667">
      <dgm:t>
        <a:p>
          <a:r>
            <a:t>n8667</a:t>
          </a:r>
        </a:p>
      </dgm:t>
    </dgm:pt>
    <dgm:pt modelId="8668">
      <dgm:t>
        <a:p>
          <a:r>
            <a:t>n8668</a:t>
          </a:r>
        </a:p>
      </dgm:t>
    </dgm:pt>
    <dgm:pt modelId="8669">
      <dgm:t>
        <a:p>
          <a:r>
            <a:t>n8669</a:t>
          </a:r>
        </a:p>
      </dgm:t>
    </dgm:pt>
    <dgm:pt modelId="8670">
      <dgm:t>
        <a:p>
          <a:r>
            <a:t>n8670</a:t>
          </a:r>
        </a:p>
      </dgm:t>
    </dgm:pt>
    <dgm:pt modelId="8671">
      <dgm:t>
        <a:p>
          <a:r>
            <a:t>n8671</a:t>
          </a:r>
        </a:p>
      </dgm:t>
    </dgm:pt>
    <dgm:pt modelId="8672">
      <dgm:t>
        <a:p>
          <a:r>
            <a:t>n8672</a:t>
          </a:r>
        </a:p>
      </dgm:t>
    </dgm:pt>
    <dgm:pt modelId="8673">
      <dgm:t>
        <a:p>
          <a:r>
            <a:t>n8673</a:t>
          </a:r>
        </a:p>
      </dgm:t>
    </dgm:pt>
    <dgm:pt modelId="8674">
      <dgm:t>
        <a:p>
          <a:r>
            <a:t>n8674</a:t>
          </a:r>
        </a:p>
      </dgm:t>
    </dgm:pt>
    <dgm:pt modelId="8675">
      <dgm:t>
        <a:p>
          <a:r>
            <a:t>n8675</a:t>
          </a:r>
        </a:p>
      </dgm:t>
    </dgm:pt>
    <dgm:pt modelId="8676">
      <dgm:t>
        <a:p>
          <a:r>
            <a:t>n8676</a:t>
          </a:r>
        </a:p>
      </dgm:t>
    </dgm:pt>
    <dgm:pt modelId="8677">
      <dgm:t>
        <a:p>
          <a:r>
            <a:t>n8677</a:t>
          </a:r>
        </a:p>
      </dgm:t>
    </dgm:pt>
    <dgm:pt modelId="8678">
      <dgm:t>
        <a:p>
          <a:r>
            <a:t>n8678</a:t>
          </a:r>
        </a:p>
      </dgm:t>
    </dgm:pt>
    <dgm:pt modelId="8679">
      <dgm:t>
        <a:p>
          <a:r>
            <a:t>n8679</a:t>
          </a:r>
        </a:p>
      </dgm:t>
    </dgm:pt>
    <dgm:pt modelId="8680">
      <dgm:t>
        <a:p>
          <a:r>
            <a:t>n8680</a:t>
          </a:r>
        </a:p>
      </dgm:t>
    </dgm:pt>
    <dgm:pt modelId="8681">
      <dgm:t>
        <a:p>
          <a:r>
            <a:t>n8681</a:t>
          </a:r>
        </a:p>
      </dgm:t>
    </dgm:pt>
    <dgm:pt modelId="8682">
      <dgm:t>
        <a:p>
          <a:r>
            <a:t>n8682</a:t>
          </a:r>
        </a:p>
      </dgm:t>
    </dgm:pt>
    <dgm:pt modelId="8683">
      <dgm:t>
        <a:p>
          <a:r>
            <a:t>n8683</a:t>
          </a:r>
        </a:p>
      </dgm:t>
    </dgm:pt>
    <dgm:pt modelId="8684">
      <dgm:t>
        <a:p>
          <a:r>
            <a:t>n8684</a:t>
          </a:r>
        </a:p>
      </dgm:t>
    </dgm:pt>
    <dgm:pt modelId="8685">
      <dgm:t>
        <a:p>
          <a:r>
            <a:t>n8685</a:t>
          </a:r>
        </a:p>
      </dgm:t>
    </dgm:pt>
    <dgm:pt modelId="8686">
      <dgm:t>
        <a:p>
          <a:r>
            <a:t>n8686</a:t>
          </a:r>
        </a:p>
      </dgm:t>
    </dgm:pt>
    <dgm:pt modelId="8687">
      <dgm:t>
        <a:p>
          <a:r>
            <a:t>n8687</a:t>
          </a:r>
        </a:p>
      </dgm:t>
    </dgm:pt>
    <dgm:pt modelId="8688">
      <dgm:t>
        <a:p>
          <a:r>
            <a:t>n8688</a:t>
          </a:r>
        </a:p>
      </dgm:t>
    </dgm:pt>
    <dgm:pt modelId="8689">
      <dgm:t>
        <a:p>
          <a:r>
            <a:t>n8689</a:t>
          </a:r>
        </a:p>
      </dgm:t>
    </dgm:pt>
    <dgm:pt modelId="8690">
      <dgm:t>
        <a:p>
          <a:r>
            <a:t>n8690</a:t>
          </a:r>
        </a:p>
      </dgm:t>
    </dgm:pt>
    <dgm:pt modelId="8691">
      <dgm:t>
        <a:p>
          <a:r>
            <a:t>n8691</a:t>
          </a:r>
        </a:p>
      </dgm:t>
    </dgm:pt>
    <dgm:pt modelId="8692">
      <dgm:t>
        <a:p>
          <a:r>
            <a:t>n8692</a:t>
          </a:r>
        </a:p>
      </dgm:t>
    </dgm:pt>
    <dgm:pt modelId="8693">
      <dgm:t>
        <a:p>
          <a:r>
            <a:t>n8693</a:t>
          </a:r>
        </a:p>
      </dgm:t>
    </dgm:pt>
    <dgm:pt modelId="8694">
      <dgm:t>
        <a:p>
          <a:r>
            <a:t>n8694</a:t>
          </a:r>
        </a:p>
      </dgm:t>
    </dgm:pt>
    <dgm:pt modelId="8695">
      <dgm:t>
        <a:p>
          <a:r>
            <a:t>n8695</a:t>
          </a:r>
        </a:p>
      </dgm:t>
    </dgm:pt>
    <dgm:pt modelId="8696">
      <dgm:t>
        <a:p>
          <a:r>
            <a:t>n8696</a:t>
          </a:r>
        </a:p>
      </dgm:t>
    </dgm:pt>
    <dgm:pt modelId="8697">
      <dgm:t>
        <a:p>
          <a:r>
            <a:t>n8697</a:t>
          </a:r>
        </a:p>
      </dgm:t>
    </dgm:pt>
    <dgm:pt modelId="8698">
      <dgm:t>
        <a:p>
          <a:r>
            <a:t>n8698</a:t>
          </a:r>
        </a:p>
      </dgm:t>
    </dgm:pt>
    <dgm:pt modelId="8699">
      <dgm:t>
        <a:p>
          <a:r>
            <a:t>n8699</a:t>
          </a:r>
        </a:p>
      </dgm:t>
    </dgm:pt>
    <dgm:pt modelId="8700">
      <dgm:t>
        <a:p>
          <a:r>
            <a:t>n8700</a:t>
          </a:r>
        </a:p>
      </dgm:t>
    </dgm:pt>
    <dgm:pt modelId="8701">
      <dgm:t>
        <a:p>
          <a:r>
            <a:t>n8701</a:t>
          </a:r>
        </a:p>
      </dgm:t>
    </dgm:pt>
    <dgm:pt modelId="8702">
      <dgm:t>
        <a:p>
          <a:r>
            <a:t>n8702</a:t>
          </a:r>
        </a:p>
      </dgm:t>
    </dgm:pt>
    <dgm:pt modelId="8703">
      <dgm:t>
        <a:p>
          <a:r>
            <a:t>n8703</a:t>
          </a:r>
        </a:p>
      </dgm:t>
    </dgm:pt>
    <dgm:pt modelId="8704">
      <dgm:t>
        <a:p>
          <a:r>
            <a:t>n8704</a:t>
          </a:r>
        </a:p>
      </dgm:t>
    </dgm:pt>
    <dgm:pt modelId="8705">
      <dgm:t>
        <a:p>
          <a:r>
            <a:t>n8705</a:t>
          </a:r>
        </a:p>
      </dgm:t>
    </dgm:pt>
    <dgm:pt modelId="8706">
      <dgm:t>
        <a:p>
          <a:r>
            <a:t>n8706</a:t>
          </a:r>
        </a:p>
      </dgm:t>
    </dgm:pt>
    <dgm:pt modelId="8707">
      <dgm:t>
        <a:p>
          <a:r>
            <a:t>n8707</a:t>
          </a:r>
        </a:p>
      </dgm:t>
    </dgm:pt>
    <dgm:pt modelId="8708">
      <dgm:t>
        <a:p>
          <a:r>
            <a:t>n8708</a:t>
          </a:r>
        </a:p>
      </dgm:t>
    </dgm:pt>
    <dgm:pt modelId="8709">
      <dgm:t>
        <a:p>
          <a:r>
            <a:t>n8709</a:t>
          </a:r>
        </a:p>
      </dgm:t>
    </dgm:pt>
    <dgm:pt modelId="8710">
      <dgm:t>
        <a:p>
          <a:r>
            <a:t>n8710</a:t>
          </a:r>
        </a:p>
      </dgm:t>
    </dgm:pt>
    <dgm:pt modelId="8711">
      <dgm:t>
        <a:p>
          <a:r>
            <a:t>n8711</a:t>
          </a:r>
        </a:p>
      </dgm:t>
    </dgm:pt>
    <dgm:pt modelId="8712">
      <dgm:t>
        <a:p>
          <a:r>
            <a:t>n8712</a:t>
          </a:r>
        </a:p>
      </dgm:t>
    </dgm:pt>
    <dgm:pt modelId="8713">
      <dgm:t>
        <a:p>
          <a:r>
            <a:t>n8713</a:t>
          </a:r>
        </a:p>
      </dgm:t>
    </dgm:pt>
    <dgm:pt modelId="8714">
      <dgm:t>
        <a:p>
          <a:r>
            <a:t>n8714</a:t>
          </a:r>
        </a:p>
      </dgm:t>
    </dgm:pt>
    <dgm:pt modelId="8715">
      <dgm:t>
        <a:p>
          <a:r>
            <a:t>n8715</a:t>
          </a:r>
        </a:p>
      </dgm:t>
    </dgm:pt>
    <dgm:pt modelId="8716">
      <dgm:t>
        <a:p>
          <a:r>
            <a:t>n8716</a:t>
          </a:r>
        </a:p>
      </dgm:t>
    </dgm:pt>
    <dgm:pt modelId="8717">
      <dgm:t>
        <a:p>
          <a:r>
            <a:t>n8717</a:t>
          </a:r>
        </a:p>
      </dgm:t>
    </dgm:pt>
    <dgm:pt modelId="8718">
      <dgm:t>
        <a:p>
          <a:r>
            <a:t>n8718</a:t>
          </a:r>
        </a:p>
      </dgm:t>
    </dgm:pt>
    <dgm:pt modelId="8719">
      <dgm:t>
        <a:p>
          <a:r>
            <a:t>n8719</a:t>
          </a:r>
        </a:p>
      </dgm:t>
    </dgm:pt>
    <dgm:pt modelId="8720">
      <dgm:t>
        <a:p>
          <a:r>
            <a:t>n8720</a:t>
          </a:r>
        </a:p>
      </dgm:t>
    </dgm:pt>
    <dgm:pt modelId="8721">
      <dgm:t>
        <a:p>
          <a:r>
            <a:t>n8721</a:t>
          </a:r>
        </a:p>
      </dgm:t>
    </dgm:pt>
    <dgm:pt modelId="8722">
      <dgm:t>
        <a:p>
          <a:r>
            <a:t>n8722</a:t>
          </a:r>
        </a:p>
      </dgm:t>
    </dgm:pt>
    <dgm:pt modelId="8723">
      <dgm:t>
        <a:p>
          <a:r>
            <a:t>n8723</a:t>
          </a:r>
        </a:p>
      </dgm:t>
    </dgm:pt>
    <dgm:pt modelId="8724">
      <dgm:t>
        <a:p>
          <a:r>
            <a:t>n8724</a:t>
          </a:r>
        </a:p>
      </dgm:t>
    </dgm:pt>
    <dgm:pt modelId="8725">
      <dgm:t>
        <a:p>
          <a:r>
            <a:t>n8725</a:t>
          </a:r>
        </a:p>
      </dgm:t>
    </dgm:pt>
    <dgm:pt modelId="8726">
      <dgm:t>
        <a:p>
          <a:r>
            <a:t>n8726</a:t>
          </a:r>
        </a:p>
      </dgm:t>
    </dgm:pt>
    <dgm:pt modelId="8727">
      <dgm:t>
        <a:p>
          <a:r>
            <a:t>n8727</a:t>
          </a:r>
        </a:p>
      </dgm:t>
    </dgm:pt>
    <dgm:pt modelId="8728">
      <dgm:t>
        <a:p>
          <a:r>
            <a:t>n8728</a:t>
          </a:r>
        </a:p>
      </dgm:t>
    </dgm:pt>
    <dgm:pt modelId="8729">
      <dgm:t>
        <a:p>
          <a:r>
            <a:t>n8729</a:t>
          </a:r>
        </a:p>
      </dgm:t>
    </dgm:pt>
    <dgm:pt modelId="8730">
      <dgm:t>
        <a:p>
          <a:r>
            <a:t>n8730</a:t>
          </a:r>
        </a:p>
      </dgm:t>
    </dgm:pt>
    <dgm:pt modelId="8731">
      <dgm:t>
        <a:p>
          <a:r>
            <a:t>n8731</a:t>
          </a:r>
        </a:p>
      </dgm:t>
    </dgm:pt>
    <dgm:pt modelId="8732">
      <dgm:t>
        <a:p>
          <a:r>
            <a:t>n8732</a:t>
          </a:r>
        </a:p>
      </dgm:t>
    </dgm:pt>
    <dgm:pt modelId="8733">
      <dgm:t>
        <a:p>
          <a:r>
            <a:t>n8733</a:t>
          </a:r>
        </a:p>
      </dgm:t>
    </dgm:pt>
    <dgm:pt modelId="8734">
      <dgm:t>
        <a:p>
          <a:r>
            <a:t>n8734</a:t>
          </a:r>
        </a:p>
      </dgm:t>
    </dgm:pt>
    <dgm:pt modelId="8735">
      <dgm:t>
        <a:p>
          <a:r>
            <a:t>n8735</a:t>
          </a:r>
        </a:p>
      </dgm:t>
    </dgm:pt>
    <dgm:pt modelId="8736">
      <dgm:t>
        <a:p>
          <a:r>
            <a:t>n8736</a:t>
          </a:r>
        </a:p>
      </dgm:t>
    </dgm:pt>
    <dgm:pt modelId="8737">
      <dgm:t>
        <a:p>
          <a:r>
            <a:t>n8737</a:t>
          </a:r>
        </a:p>
      </dgm:t>
    </dgm:pt>
    <dgm:pt modelId="8738">
      <dgm:t>
        <a:p>
          <a:r>
            <a:t>n8738</a:t>
          </a:r>
        </a:p>
      </dgm:t>
    </dgm:pt>
    <dgm:pt modelId="8739">
      <dgm:t>
        <a:p>
          <a:r>
            <a:t>n8739</a:t>
          </a:r>
        </a:p>
      </dgm:t>
    </dgm:pt>
    <dgm:pt modelId="8740">
      <dgm:t>
        <a:p>
          <a:r>
            <a:t>n8740</a:t>
          </a:r>
        </a:p>
      </dgm:t>
    </dgm:pt>
    <dgm:pt modelId="8741">
      <dgm:t>
        <a:p>
          <a:r>
            <a:t>n8741</a:t>
          </a:r>
        </a:p>
      </dgm:t>
    </dgm:pt>
    <dgm:pt modelId="8742">
      <dgm:t>
        <a:p>
          <a:r>
            <a:t>n8742</a:t>
          </a:r>
        </a:p>
      </dgm:t>
    </dgm:pt>
    <dgm:pt modelId="8743">
      <dgm:t>
        <a:p>
          <a:r>
            <a:t>n8743</a:t>
          </a:r>
        </a:p>
      </dgm:t>
    </dgm:pt>
    <dgm:pt modelId="8744">
      <dgm:t>
        <a:p>
          <a:r>
            <a:t>n8744</a:t>
          </a:r>
        </a:p>
      </dgm:t>
    </dgm:pt>
    <dgm:pt modelId="8745">
      <dgm:t>
        <a:p>
          <a:r>
            <a:t>n8745</a:t>
          </a:r>
        </a:p>
      </dgm:t>
    </dgm:pt>
    <dgm:pt modelId="8746">
      <dgm:t>
        <a:p>
          <a:r>
            <a:t>n8746</a:t>
          </a:r>
        </a:p>
      </dgm:t>
    </dgm:pt>
    <dgm:pt modelId="8747">
      <dgm:t>
        <a:p>
          <a:r>
            <a:t>n8747</a:t>
          </a:r>
        </a:p>
      </dgm:t>
    </dgm:pt>
    <dgm:pt modelId="8748">
      <dgm:t>
        <a:p>
          <a:r>
            <a:t>n8748</a:t>
          </a:r>
        </a:p>
      </dgm:t>
    </dgm:pt>
    <dgm:pt modelId="8749">
      <dgm:t>
        <a:p>
          <a:r>
            <a:t>n8749</a:t>
          </a:r>
        </a:p>
      </dgm:t>
    </dgm:pt>
    <dgm:pt modelId="8750">
      <dgm:t>
        <a:p>
          <a:r>
            <a:t>n8750</a:t>
          </a:r>
        </a:p>
      </dgm:t>
    </dgm:pt>
    <dgm:pt modelId="8751">
      <dgm:t>
        <a:p>
          <a:r>
            <a:t>n8751</a:t>
          </a:r>
        </a:p>
      </dgm:t>
    </dgm:pt>
    <dgm:pt modelId="8752">
      <dgm:t>
        <a:p>
          <a:r>
            <a:t>n8752</a:t>
          </a:r>
        </a:p>
      </dgm:t>
    </dgm:pt>
    <dgm:pt modelId="8753">
      <dgm:t>
        <a:p>
          <a:r>
            <a:t>n8753</a:t>
          </a:r>
        </a:p>
      </dgm:t>
    </dgm:pt>
    <dgm:pt modelId="8754">
      <dgm:t>
        <a:p>
          <a:r>
            <a:t>n8754</a:t>
          </a:r>
        </a:p>
      </dgm:t>
    </dgm:pt>
    <dgm:pt modelId="8755">
      <dgm:t>
        <a:p>
          <a:r>
            <a:t>n8755</a:t>
          </a:r>
        </a:p>
      </dgm:t>
    </dgm:pt>
    <dgm:pt modelId="8756">
      <dgm:t>
        <a:p>
          <a:r>
            <a:t>n8756</a:t>
          </a:r>
        </a:p>
      </dgm:t>
    </dgm:pt>
    <dgm:pt modelId="8757">
      <dgm:t>
        <a:p>
          <a:r>
            <a:t>n8757</a:t>
          </a:r>
        </a:p>
      </dgm:t>
    </dgm:pt>
    <dgm:pt modelId="8758">
      <dgm:t>
        <a:p>
          <a:r>
            <a:t>n8758</a:t>
          </a:r>
        </a:p>
      </dgm:t>
    </dgm:pt>
    <dgm:pt modelId="8759">
      <dgm:t>
        <a:p>
          <a:r>
            <a:t>n8759</a:t>
          </a:r>
        </a:p>
      </dgm:t>
    </dgm:pt>
    <dgm:pt modelId="8760">
      <dgm:t>
        <a:p>
          <a:r>
            <a:t>n8760</a:t>
          </a:r>
        </a:p>
      </dgm:t>
    </dgm:pt>
    <dgm:pt modelId="8761">
      <dgm:t>
        <a:p>
          <a:r>
            <a:t>n8761</a:t>
          </a:r>
        </a:p>
      </dgm:t>
    </dgm:pt>
    <dgm:pt modelId="8762">
      <dgm:t>
        <a:p>
          <a:r>
            <a:t>n8762</a:t>
          </a:r>
        </a:p>
      </dgm:t>
    </dgm:pt>
    <dgm:pt modelId="8763">
      <dgm:t>
        <a:p>
          <a:r>
            <a:t>n8763</a:t>
          </a:r>
        </a:p>
      </dgm:t>
    </dgm:pt>
    <dgm:pt modelId="8764">
      <dgm:t>
        <a:p>
          <a:r>
            <a:t>n8764</a:t>
          </a:r>
        </a:p>
      </dgm:t>
    </dgm:pt>
    <dgm:pt modelId="8765">
      <dgm:t>
        <a:p>
          <a:r>
            <a:t>n8765</a:t>
          </a:r>
        </a:p>
      </dgm:t>
    </dgm:pt>
    <dgm:pt modelId="8766">
      <dgm:t>
        <a:p>
          <a:r>
            <a:t>n8766</a:t>
          </a:r>
        </a:p>
      </dgm:t>
    </dgm:pt>
    <dgm:pt modelId="8767">
      <dgm:t>
        <a:p>
          <a:r>
            <a:t>n8767</a:t>
          </a:r>
        </a:p>
      </dgm:t>
    </dgm:pt>
    <dgm:pt modelId="8768">
      <dgm:t>
        <a:p>
          <a:r>
            <a:t>n8768</a:t>
          </a:r>
        </a:p>
      </dgm:t>
    </dgm:pt>
    <dgm:pt modelId="8769">
      <dgm:t>
        <a:p>
          <a:r>
            <a:t>n8769</a:t>
          </a:r>
        </a:p>
      </dgm:t>
    </dgm:pt>
    <dgm:pt modelId="8770">
      <dgm:t>
        <a:p>
          <a:r>
            <a:t>n8770</a:t>
          </a:r>
        </a:p>
      </dgm:t>
    </dgm:pt>
    <dgm:pt modelId="8771">
      <dgm:t>
        <a:p>
          <a:r>
            <a:t>n8771</a:t>
          </a:r>
        </a:p>
      </dgm:t>
    </dgm:pt>
    <dgm:pt modelId="8772">
      <dgm:t>
        <a:p>
          <a:r>
            <a:t>n8772</a:t>
          </a:r>
        </a:p>
      </dgm:t>
    </dgm:pt>
    <dgm:pt modelId="8773">
      <dgm:t>
        <a:p>
          <a:r>
            <a:t>n8773</a:t>
          </a:r>
        </a:p>
      </dgm:t>
    </dgm:pt>
    <dgm:pt modelId="8774">
      <dgm:t>
        <a:p>
          <a:r>
            <a:t>n8774</a:t>
          </a:r>
        </a:p>
      </dgm:t>
    </dgm:pt>
    <dgm:pt modelId="8775">
      <dgm:t>
        <a:p>
          <a:r>
            <a:t>n8775</a:t>
          </a:r>
        </a:p>
      </dgm:t>
    </dgm:pt>
    <dgm:pt modelId="8776">
      <dgm:t>
        <a:p>
          <a:r>
            <a:t>n8776</a:t>
          </a:r>
        </a:p>
      </dgm:t>
    </dgm:pt>
    <dgm:pt modelId="8777">
      <dgm:t>
        <a:p>
          <a:r>
            <a:t>n8777</a:t>
          </a:r>
        </a:p>
      </dgm:t>
    </dgm:pt>
    <dgm:pt modelId="8778">
      <dgm:t>
        <a:p>
          <a:r>
            <a:t>n8778</a:t>
          </a:r>
        </a:p>
      </dgm:t>
    </dgm:pt>
    <dgm:pt modelId="8779">
      <dgm:t>
        <a:p>
          <a:r>
            <a:t>n8779</a:t>
          </a:r>
        </a:p>
      </dgm:t>
    </dgm:pt>
    <dgm:pt modelId="8780">
      <dgm:t>
        <a:p>
          <a:r>
            <a:t>n8780</a:t>
          </a:r>
        </a:p>
      </dgm:t>
    </dgm:pt>
    <dgm:pt modelId="8781">
      <dgm:t>
        <a:p>
          <a:r>
            <a:t>n8781</a:t>
          </a:r>
        </a:p>
      </dgm:t>
    </dgm:pt>
    <dgm:pt modelId="8782">
      <dgm:t>
        <a:p>
          <a:r>
            <a:t>n8782</a:t>
          </a:r>
        </a:p>
      </dgm:t>
    </dgm:pt>
    <dgm:pt modelId="8783">
      <dgm:t>
        <a:p>
          <a:r>
            <a:t>n8783</a:t>
          </a:r>
        </a:p>
      </dgm:t>
    </dgm:pt>
    <dgm:pt modelId="8784">
      <dgm:t>
        <a:p>
          <a:r>
            <a:t>n8784</a:t>
          </a:r>
        </a:p>
      </dgm:t>
    </dgm:pt>
    <dgm:pt modelId="8785">
      <dgm:t>
        <a:p>
          <a:r>
            <a:t>n8785</a:t>
          </a:r>
        </a:p>
      </dgm:t>
    </dgm:pt>
    <dgm:pt modelId="8786">
      <dgm:t>
        <a:p>
          <a:r>
            <a:t>n8786</a:t>
          </a:r>
        </a:p>
      </dgm:t>
    </dgm:pt>
    <dgm:pt modelId="8787">
      <dgm:t>
        <a:p>
          <a:r>
            <a:t>n8787</a:t>
          </a:r>
        </a:p>
      </dgm:t>
    </dgm:pt>
    <dgm:pt modelId="8788">
      <dgm:t>
        <a:p>
          <a:r>
            <a:t>n8788</a:t>
          </a:r>
        </a:p>
      </dgm:t>
    </dgm:pt>
    <dgm:pt modelId="8789">
      <dgm:t>
        <a:p>
          <a:r>
            <a:t>n8789</a:t>
          </a:r>
        </a:p>
      </dgm:t>
    </dgm:pt>
    <dgm:pt modelId="8790">
      <dgm:t>
        <a:p>
          <a:r>
            <a:t>n8790</a:t>
          </a:r>
        </a:p>
      </dgm:t>
    </dgm:pt>
    <dgm:pt modelId="8791">
      <dgm:t>
        <a:p>
          <a:r>
            <a:t>n8791</a:t>
          </a:r>
        </a:p>
      </dgm:t>
    </dgm:pt>
    <dgm:pt modelId="8792">
      <dgm:t>
        <a:p>
          <a:r>
            <a:t>n8792</a:t>
          </a:r>
        </a:p>
      </dgm:t>
    </dgm:pt>
    <dgm:pt modelId="8793">
      <dgm:t>
        <a:p>
          <a:r>
            <a:t>n8793</a:t>
          </a:r>
        </a:p>
      </dgm:t>
    </dgm:pt>
    <dgm:pt modelId="8794">
      <dgm:t>
        <a:p>
          <a:r>
            <a:t>n8794</a:t>
          </a:r>
        </a:p>
      </dgm:t>
    </dgm:pt>
    <dgm:pt modelId="8795">
      <dgm:t>
        <a:p>
          <a:r>
            <a:t>n8795</a:t>
          </a:r>
        </a:p>
      </dgm:t>
    </dgm:pt>
    <dgm:pt modelId="8796">
      <dgm:t>
        <a:p>
          <a:r>
            <a:t>n8796</a:t>
          </a:r>
        </a:p>
      </dgm:t>
    </dgm:pt>
    <dgm:pt modelId="8797">
      <dgm:t>
        <a:p>
          <a:r>
            <a:t>n8797</a:t>
          </a:r>
        </a:p>
      </dgm:t>
    </dgm:pt>
    <dgm:pt modelId="8798">
      <dgm:t>
        <a:p>
          <a:r>
            <a:t>n8798</a:t>
          </a:r>
        </a:p>
      </dgm:t>
    </dgm:pt>
    <dgm:pt modelId="8799">
      <dgm:t>
        <a:p>
          <a:r>
            <a:t>n8799</a:t>
          </a:r>
        </a:p>
      </dgm:t>
    </dgm:pt>
    <dgm:pt modelId="8800">
      <dgm:t>
        <a:p>
          <a:r>
            <a:t>n8800</a:t>
          </a:r>
        </a:p>
      </dgm:t>
    </dgm:pt>
    <dgm:pt modelId="8801">
      <dgm:t>
        <a:p>
          <a:r>
            <a:t>n8801</a:t>
          </a:r>
        </a:p>
      </dgm:t>
    </dgm:pt>
    <dgm:pt modelId="8802">
      <dgm:t>
        <a:p>
          <a:r>
            <a:t>n8802</a:t>
          </a:r>
        </a:p>
      </dgm:t>
    </dgm:pt>
    <dgm:pt modelId="8803">
      <dgm:t>
        <a:p>
          <a:r>
            <a:t>n8803</a:t>
          </a:r>
        </a:p>
      </dgm:t>
    </dgm:pt>
    <dgm:pt modelId="8804">
      <dgm:t>
        <a:p>
          <a:r>
            <a:t>n8804</a:t>
          </a:r>
        </a:p>
      </dgm:t>
    </dgm:pt>
    <dgm:pt modelId="8805">
      <dgm:t>
        <a:p>
          <a:r>
            <a:t>n8805</a:t>
          </a:r>
        </a:p>
      </dgm:t>
    </dgm:pt>
    <dgm:pt modelId="8806">
      <dgm:t>
        <a:p>
          <a:r>
            <a:t>n8806</a:t>
          </a:r>
        </a:p>
      </dgm:t>
    </dgm:pt>
    <dgm:pt modelId="8807">
      <dgm:t>
        <a:p>
          <a:r>
            <a:t>n8807</a:t>
          </a:r>
        </a:p>
      </dgm:t>
    </dgm:pt>
    <dgm:pt modelId="8808">
      <dgm:t>
        <a:p>
          <a:r>
            <a:t>n8808</a:t>
          </a:r>
        </a:p>
      </dgm:t>
    </dgm:pt>
    <dgm:pt modelId="8809">
      <dgm:t>
        <a:p>
          <a:r>
            <a:t>n8809</a:t>
          </a:r>
        </a:p>
      </dgm:t>
    </dgm:pt>
    <dgm:pt modelId="8810">
      <dgm:t>
        <a:p>
          <a:r>
            <a:t>n8810</a:t>
          </a:r>
        </a:p>
      </dgm:t>
    </dgm:pt>
    <dgm:pt modelId="8811">
      <dgm:t>
        <a:p>
          <a:r>
            <a:t>n8811</a:t>
          </a:r>
        </a:p>
      </dgm:t>
    </dgm:pt>
    <dgm:pt modelId="8812">
      <dgm:t>
        <a:p>
          <a:r>
            <a:t>n8812</a:t>
          </a:r>
        </a:p>
      </dgm:t>
    </dgm:pt>
    <dgm:pt modelId="8813">
      <dgm:t>
        <a:p>
          <a:r>
            <a:t>n8813</a:t>
          </a:r>
        </a:p>
      </dgm:t>
    </dgm:pt>
    <dgm:pt modelId="8814">
      <dgm:t>
        <a:p>
          <a:r>
            <a:t>n8814</a:t>
          </a:r>
        </a:p>
      </dgm:t>
    </dgm:pt>
    <dgm:pt modelId="8815">
      <dgm:t>
        <a:p>
          <a:r>
            <a:t>n8815</a:t>
          </a:r>
        </a:p>
      </dgm:t>
    </dgm:pt>
    <dgm:pt modelId="8816">
      <dgm:t>
        <a:p>
          <a:r>
            <a:t>n8816</a:t>
          </a:r>
        </a:p>
      </dgm:t>
    </dgm:pt>
    <dgm:pt modelId="8817">
      <dgm:t>
        <a:p>
          <a:r>
            <a:t>n8817</a:t>
          </a:r>
        </a:p>
      </dgm:t>
    </dgm:pt>
    <dgm:pt modelId="8818">
      <dgm:t>
        <a:p>
          <a:r>
            <a:t>n8818</a:t>
          </a:r>
        </a:p>
      </dgm:t>
    </dgm:pt>
    <dgm:pt modelId="8819">
      <dgm:t>
        <a:p>
          <a:r>
            <a:t>n8819</a:t>
          </a:r>
        </a:p>
      </dgm:t>
    </dgm:pt>
    <dgm:pt modelId="8820">
      <dgm:t>
        <a:p>
          <a:r>
            <a:t>n8820</a:t>
          </a:r>
        </a:p>
      </dgm:t>
    </dgm:pt>
    <dgm:pt modelId="8821">
      <dgm:t>
        <a:p>
          <a:r>
            <a:t>n8821</a:t>
          </a:r>
        </a:p>
      </dgm:t>
    </dgm:pt>
    <dgm:pt modelId="8822">
      <dgm:t>
        <a:p>
          <a:r>
            <a:t>n8822</a:t>
          </a:r>
        </a:p>
      </dgm:t>
    </dgm:pt>
    <dgm:pt modelId="8823">
      <dgm:t>
        <a:p>
          <a:r>
            <a:t>n8823</a:t>
          </a:r>
        </a:p>
      </dgm:t>
    </dgm:pt>
    <dgm:pt modelId="8824">
      <dgm:t>
        <a:p>
          <a:r>
            <a:t>n8824</a:t>
          </a:r>
        </a:p>
      </dgm:t>
    </dgm:pt>
    <dgm:pt modelId="8825">
      <dgm:t>
        <a:p>
          <a:r>
            <a:t>n8825</a:t>
          </a:r>
        </a:p>
      </dgm:t>
    </dgm:pt>
    <dgm:pt modelId="8826">
      <dgm:t>
        <a:p>
          <a:r>
            <a:t>n8826</a:t>
          </a:r>
        </a:p>
      </dgm:t>
    </dgm:pt>
    <dgm:pt modelId="8827">
      <dgm:t>
        <a:p>
          <a:r>
            <a:t>n8827</a:t>
          </a:r>
        </a:p>
      </dgm:t>
    </dgm:pt>
    <dgm:pt modelId="8828">
      <dgm:t>
        <a:p>
          <a:r>
            <a:t>n8828</a:t>
          </a:r>
        </a:p>
      </dgm:t>
    </dgm:pt>
    <dgm:pt modelId="8829">
      <dgm:t>
        <a:p>
          <a:r>
            <a:t>n8829</a:t>
          </a:r>
        </a:p>
      </dgm:t>
    </dgm:pt>
    <dgm:pt modelId="8830">
      <dgm:t>
        <a:p>
          <a:r>
            <a:t>n8830</a:t>
          </a:r>
        </a:p>
      </dgm:t>
    </dgm:pt>
    <dgm:pt modelId="8831">
      <dgm:t>
        <a:p>
          <a:r>
            <a:t>n8831</a:t>
          </a:r>
        </a:p>
      </dgm:t>
    </dgm:pt>
    <dgm:pt modelId="8832">
      <dgm:t>
        <a:p>
          <a:r>
            <a:t>n8832</a:t>
          </a:r>
        </a:p>
      </dgm:t>
    </dgm:pt>
    <dgm:pt modelId="8833">
      <dgm:t>
        <a:p>
          <a:r>
            <a:t>n8833</a:t>
          </a:r>
        </a:p>
      </dgm:t>
    </dgm:pt>
    <dgm:pt modelId="8834">
      <dgm:t>
        <a:p>
          <a:r>
            <a:t>n8834</a:t>
          </a:r>
        </a:p>
      </dgm:t>
    </dgm:pt>
    <dgm:pt modelId="8835">
      <dgm:t>
        <a:p>
          <a:r>
            <a:t>n8835</a:t>
          </a:r>
        </a:p>
      </dgm:t>
    </dgm:pt>
    <dgm:pt modelId="8836">
      <dgm:t>
        <a:p>
          <a:r>
            <a:t>n8836</a:t>
          </a:r>
        </a:p>
      </dgm:t>
    </dgm:pt>
    <dgm:pt modelId="8837">
      <dgm:t>
        <a:p>
          <a:r>
            <a:t>n8837</a:t>
          </a:r>
        </a:p>
      </dgm:t>
    </dgm:pt>
    <dgm:pt modelId="8838">
      <dgm:t>
        <a:p>
          <a:r>
            <a:t>n8838</a:t>
          </a:r>
        </a:p>
      </dgm:t>
    </dgm:pt>
    <dgm:pt modelId="8839">
      <dgm:t>
        <a:p>
          <a:r>
            <a:t>n8839</a:t>
          </a:r>
        </a:p>
      </dgm:t>
    </dgm:pt>
    <dgm:pt modelId="8840">
      <dgm:t>
        <a:p>
          <a:r>
            <a:t>n8840</a:t>
          </a:r>
        </a:p>
      </dgm:t>
    </dgm:pt>
    <dgm:pt modelId="8841">
      <dgm:t>
        <a:p>
          <a:r>
            <a:t>n8841</a:t>
          </a:r>
        </a:p>
      </dgm:t>
    </dgm:pt>
    <dgm:pt modelId="8842">
      <dgm:t>
        <a:p>
          <a:r>
            <a:t>n8842</a:t>
          </a:r>
        </a:p>
      </dgm:t>
    </dgm:pt>
    <dgm:pt modelId="8843">
      <dgm:t>
        <a:p>
          <a:r>
            <a:t>n8843</a:t>
          </a:r>
        </a:p>
      </dgm:t>
    </dgm:pt>
    <dgm:pt modelId="8844">
      <dgm:t>
        <a:p>
          <a:r>
            <a:t>n8844</a:t>
          </a:r>
        </a:p>
      </dgm:t>
    </dgm:pt>
    <dgm:pt modelId="8845">
      <dgm:t>
        <a:p>
          <a:r>
            <a:t>n8845</a:t>
          </a:r>
        </a:p>
      </dgm:t>
    </dgm:pt>
    <dgm:pt modelId="8846">
      <dgm:t>
        <a:p>
          <a:r>
            <a:t>n8846</a:t>
          </a:r>
        </a:p>
      </dgm:t>
    </dgm:pt>
    <dgm:pt modelId="8847">
      <dgm:t>
        <a:p>
          <a:r>
            <a:t>n8847</a:t>
          </a:r>
        </a:p>
      </dgm:t>
    </dgm:pt>
    <dgm:pt modelId="8848">
      <dgm:t>
        <a:p>
          <a:r>
            <a:t>n8848</a:t>
          </a:r>
        </a:p>
      </dgm:t>
    </dgm:pt>
    <dgm:pt modelId="8849">
      <dgm:t>
        <a:p>
          <a:r>
            <a:t>n8849</a:t>
          </a:r>
        </a:p>
      </dgm:t>
    </dgm:pt>
    <dgm:pt modelId="8850">
      <dgm:t>
        <a:p>
          <a:r>
            <a:t>n8850</a:t>
          </a:r>
        </a:p>
      </dgm:t>
    </dgm:pt>
    <dgm:pt modelId="8851">
      <dgm:t>
        <a:p>
          <a:r>
            <a:t>n8851</a:t>
          </a:r>
        </a:p>
      </dgm:t>
    </dgm:pt>
    <dgm:pt modelId="8852">
      <dgm:t>
        <a:p>
          <a:r>
            <a:t>n8852</a:t>
          </a:r>
        </a:p>
      </dgm:t>
    </dgm:pt>
    <dgm:pt modelId="8853">
      <dgm:t>
        <a:p>
          <a:r>
            <a:t>n8853</a:t>
          </a:r>
        </a:p>
      </dgm:t>
    </dgm:pt>
    <dgm:pt modelId="8854">
      <dgm:t>
        <a:p>
          <a:r>
            <a:t>n8854</a:t>
          </a:r>
        </a:p>
      </dgm:t>
    </dgm:pt>
    <dgm:pt modelId="8855">
      <dgm:t>
        <a:p>
          <a:r>
            <a:t>n8855</a:t>
          </a:r>
        </a:p>
      </dgm:t>
    </dgm:pt>
    <dgm:pt modelId="8856">
      <dgm:t>
        <a:p>
          <a:r>
            <a:t>n8856</a:t>
          </a:r>
        </a:p>
      </dgm:t>
    </dgm:pt>
    <dgm:pt modelId="8857">
      <dgm:t>
        <a:p>
          <a:r>
            <a:t>n8857</a:t>
          </a:r>
        </a:p>
      </dgm:t>
    </dgm:pt>
    <dgm:pt modelId="8858">
      <dgm:t>
        <a:p>
          <a:r>
            <a:t>n8858</a:t>
          </a:r>
        </a:p>
      </dgm:t>
    </dgm:pt>
    <dgm:pt modelId="8859">
      <dgm:t>
        <a:p>
          <a:r>
            <a:t>n8859</a:t>
          </a:r>
        </a:p>
      </dgm:t>
    </dgm:pt>
    <dgm:pt modelId="8860">
      <dgm:t>
        <a:p>
          <a:r>
            <a:t>n8860</a:t>
          </a:r>
        </a:p>
      </dgm:t>
    </dgm:pt>
    <dgm:pt modelId="8861">
      <dgm:t>
        <a:p>
          <a:r>
            <a:t>n8861</a:t>
          </a:r>
        </a:p>
      </dgm:t>
    </dgm:pt>
    <dgm:pt modelId="8862">
      <dgm:t>
        <a:p>
          <a:r>
            <a:t>n8862</a:t>
          </a:r>
        </a:p>
      </dgm:t>
    </dgm:pt>
    <dgm:pt modelId="8863">
      <dgm:t>
        <a:p>
          <a:r>
            <a:t>n8863</a:t>
          </a:r>
        </a:p>
      </dgm:t>
    </dgm:pt>
    <dgm:pt modelId="8864">
      <dgm:t>
        <a:p>
          <a:r>
            <a:t>n8864</a:t>
          </a:r>
        </a:p>
      </dgm:t>
    </dgm:pt>
    <dgm:pt modelId="8865">
      <dgm:t>
        <a:p>
          <a:r>
            <a:t>n8865</a:t>
          </a:r>
        </a:p>
      </dgm:t>
    </dgm:pt>
    <dgm:pt modelId="8866">
      <dgm:t>
        <a:p>
          <a:r>
            <a:t>n8866</a:t>
          </a:r>
        </a:p>
      </dgm:t>
    </dgm:pt>
    <dgm:pt modelId="8867">
      <dgm:t>
        <a:p>
          <a:r>
            <a:t>n8867</a:t>
          </a:r>
        </a:p>
      </dgm:t>
    </dgm:pt>
    <dgm:pt modelId="8868">
      <dgm:t>
        <a:p>
          <a:r>
            <a:t>n8868</a:t>
          </a:r>
        </a:p>
      </dgm:t>
    </dgm:pt>
    <dgm:pt modelId="8869">
      <dgm:t>
        <a:p>
          <a:r>
            <a:t>n8869</a:t>
          </a:r>
        </a:p>
      </dgm:t>
    </dgm:pt>
    <dgm:pt modelId="8870">
      <dgm:t>
        <a:p>
          <a:r>
            <a:t>n8870</a:t>
          </a:r>
        </a:p>
      </dgm:t>
    </dgm:pt>
    <dgm:pt modelId="8871">
      <dgm:t>
        <a:p>
          <a:r>
            <a:t>n8871</a:t>
          </a:r>
        </a:p>
      </dgm:t>
    </dgm:pt>
    <dgm:pt modelId="8872">
      <dgm:t>
        <a:p>
          <a:r>
            <a:t>n8872</a:t>
          </a:r>
        </a:p>
      </dgm:t>
    </dgm:pt>
    <dgm:pt modelId="8873">
      <dgm:t>
        <a:p>
          <a:r>
            <a:t>n8873</a:t>
          </a:r>
        </a:p>
      </dgm:t>
    </dgm:pt>
    <dgm:pt modelId="8874">
      <dgm:t>
        <a:p>
          <a:r>
            <a:t>n8874</a:t>
          </a:r>
        </a:p>
      </dgm:t>
    </dgm:pt>
    <dgm:pt modelId="8875">
      <dgm:t>
        <a:p>
          <a:r>
            <a:t>n8875</a:t>
          </a:r>
        </a:p>
      </dgm:t>
    </dgm:pt>
    <dgm:pt modelId="8876">
      <dgm:t>
        <a:p>
          <a:r>
            <a:t>n8876</a:t>
          </a:r>
        </a:p>
      </dgm:t>
    </dgm:pt>
    <dgm:pt modelId="8877">
      <dgm:t>
        <a:p>
          <a:r>
            <a:t>n8877</a:t>
          </a:r>
        </a:p>
      </dgm:t>
    </dgm:pt>
    <dgm:pt modelId="8878">
      <dgm:t>
        <a:p>
          <a:r>
            <a:t>n8878</a:t>
          </a:r>
        </a:p>
      </dgm:t>
    </dgm:pt>
    <dgm:pt modelId="8879">
      <dgm:t>
        <a:p>
          <a:r>
            <a:t>n8879</a:t>
          </a:r>
        </a:p>
      </dgm:t>
    </dgm:pt>
    <dgm:pt modelId="8880">
      <dgm:t>
        <a:p>
          <a:r>
            <a:t>n8880</a:t>
          </a:r>
        </a:p>
      </dgm:t>
    </dgm:pt>
    <dgm:pt modelId="8881">
      <dgm:t>
        <a:p>
          <a:r>
            <a:t>n8881</a:t>
          </a:r>
        </a:p>
      </dgm:t>
    </dgm:pt>
    <dgm:pt modelId="8882">
      <dgm:t>
        <a:p>
          <a:r>
            <a:t>n8882</a:t>
          </a:r>
        </a:p>
      </dgm:t>
    </dgm:pt>
    <dgm:pt modelId="8883">
      <dgm:t>
        <a:p>
          <a:r>
            <a:t>n8883</a:t>
          </a:r>
        </a:p>
      </dgm:t>
    </dgm:pt>
    <dgm:pt modelId="8884">
      <dgm:t>
        <a:p>
          <a:r>
            <a:t>n8884</a:t>
          </a:r>
        </a:p>
      </dgm:t>
    </dgm:pt>
    <dgm:pt modelId="8885">
      <dgm:t>
        <a:p>
          <a:r>
            <a:t>n8885</a:t>
          </a:r>
        </a:p>
      </dgm:t>
    </dgm:pt>
    <dgm:pt modelId="8886">
      <dgm:t>
        <a:p>
          <a:r>
            <a:t>n8886</a:t>
          </a:r>
        </a:p>
      </dgm:t>
    </dgm:pt>
    <dgm:pt modelId="8887">
      <dgm:t>
        <a:p>
          <a:r>
            <a:t>n8887</a:t>
          </a:r>
        </a:p>
      </dgm:t>
    </dgm:pt>
    <dgm:pt modelId="8888">
      <dgm:t>
        <a:p>
          <a:r>
            <a:t>n8888</a:t>
          </a:r>
        </a:p>
      </dgm:t>
    </dgm:pt>
    <dgm:pt modelId="8889">
      <dgm:t>
        <a:p>
          <a:r>
            <a:t>n8889</a:t>
          </a:r>
        </a:p>
      </dgm:t>
    </dgm:pt>
    <dgm:pt modelId="8890">
      <dgm:t>
        <a:p>
          <a:r>
            <a:t>n8890</a:t>
          </a:r>
        </a:p>
      </dgm:t>
    </dgm:pt>
    <dgm:pt modelId="8891">
      <dgm:t>
        <a:p>
          <a:r>
            <a:t>n8891</a:t>
          </a:r>
        </a:p>
      </dgm:t>
    </dgm:pt>
    <dgm:pt modelId="8892">
      <dgm:t>
        <a:p>
          <a:r>
            <a:t>n8892</a:t>
          </a:r>
        </a:p>
      </dgm:t>
    </dgm:pt>
    <dgm:pt modelId="8893">
      <dgm:t>
        <a:p>
          <a:r>
            <a:t>n8893</a:t>
          </a:r>
        </a:p>
      </dgm:t>
    </dgm:pt>
    <dgm:pt modelId="8894">
      <dgm:t>
        <a:p>
          <a:r>
            <a:t>n8894</a:t>
          </a:r>
        </a:p>
      </dgm:t>
    </dgm:pt>
    <dgm:pt modelId="8895">
      <dgm:t>
        <a:p>
          <a:r>
            <a:t>n8895</a:t>
          </a:r>
        </a:p>
      </dgm:t>
    </dgm:pt>
    <dgm:pt modelId="8896">
      <dgm:t>
        <a:p>
          <a:r>
            <a:t>n8896</a:t>
          </a:r>
        </a:p>
      </dgm:t>
    </dgm:pt>
    <dgm:pt modelId="8897">
      <dgm:t>
        <a:p>
          <a:r>
            <a:t>n8897</a:t>
          </a:r>
        </a:p>
      </dgm:t>
    </dgm:pt>
    <dgm:pt modelId="8898">
      <dgm:t>
        <a:p>
          <a:r>
            <a:t>n8898</a:t>
          </a:r>
        </a:p>
      </dgm:t>
    </dgm:pt>
    <dgm:pt modelId="8899">
      <dgm:t>
        <a:p>
          <a:r>
            <a:t>n8899</a:t>
          </a:r>
        </a:p>
      </dgm:t>
    </dgm:pt>
    <dgm:pt modelId="8900">
      <dgm:t>
        <a:p>
          <a:r>
            <a:t>n8900</a:t>
          </a:r>
        </a:p>
      </dgm:t>
    </dgm:pt>
    <dgm:pt modelId="8901">
      <dgm:t>
        <a:p>
          <a:r>
            <a:t>n8901</a:t>
          </a:r>
        </a:p>
      </dgm:t>
    </dgm:pt>
    <dgm:pt modelId="8902">
      <dgm:t>
        <a:p>
          <a:r>
            <a:t>n8902</a:t>
          </a:r>
        </a:p>
      </dgm:t>
    </dgm:pt>
    <dgm:pt modelId="8903">
      <dgm:t>
        <a:p>
          <a:r>
            <a:t>n8903</a:t>
          </a:r>
        </a:p>
      </dgm:t>
    </dgm:pt>
    <dgm:pt modelId="8904">
      <dgm:t>
        <a:p>
          <a:r>
            <a:t>n8904</a:t>
          </a:r>
        </a:p>
      </dgm:t>
    </dgm:pt>
    <dgm:pt modelId="8905">
      <dgm:t>
        <a:p>
          <a:r>
            <a:t>n8905</a:t>
          </a:r>
        </a:p>
      </dgm:t>
    </dgm:pt>
    <dgm:pt modelId="8906">
      <dgm:t>
        <a:p>
          <a:r>
            <a:t>n8906</a:t>
          </a:r>
        </a:p>
      </dgm:t>
    </dgm:pt>
    <dgm:pt modelId="8907">
      <dgm:t>
        <a:p>
          <a:r>
            <a:t>n8907</a:t>
          </a:r>
        </a:p>
      </dgm:t>
    </dgm:pt>
    <dgm:pt modelId="8908">
      <dgm:t>
        <a:p>
          <a:r>
            <a:t>n8908</a:t>
          </a:r>
        </a:p>
      </dgm:t>
    </dgm:pt>
    <dgm:pt modelId="8909">
      <dgm:t>
        <a:p>
          <a:r>
            <a:t>n8909</a:t>
          </a:r>
        </a:p>
      </dgm:t>
    </dgm:pt>
    <dgm:pt modelId="8910">
      <dgm:t>
        <a:p>
          <a:r>
            <a:t>n8910</a:t>
          </a:r>
        </a:p>
      </dgm:t>
    </dgm:pt>
    <dgm:pt modelId="8911">
      <dgm:t>
        <a:p>
          <a:r>
            <a:t>n8911</a:t>
          </a:r>
        </a:p>
      </dgm:t>
    </dgm:pt>
    <dgm:pt modelId="8912">
      <dgm:t>
        <a:p>
          <a:r>
            <a:t>n8912</a:t>
          </a:r>
        </a:p>
      </dgm:t>
    </dgm:pt>
    <dgm:pt modelId="8913">
      <dgm:t>
        <a:p>
          <a:r>
            <a:t>n8913</a:t>
          </a:r>
        </a:p>
      </dgm:t>
    </dgm:pt>
    <dgm:pt modelId="8914">
      <dgm:t>
        <a:p>
          <a:r>
            <a:t>n8914</a:t>
          </a:r>
        </a:p>
      </dgm:t>
    </dgm:pt>
    <dgm:pt modelId="8915">
      <dgm:t>
        <a:p>
          <a:r>
            <a:t>n8915</a:t>
          </a:r>
        </a:p>
      </dgm:t>
    </dgm:pt>
    <dgm:pt modelId="8916">
      <dgm:t>
        <a:p>
          <a:r>
            <a:t>n8916</a:t>
          </a:r>
        </a:p>
      </dgm:t>
    </dgm:pt>
    <dgm:pt modelId="8917">
      <dgm:t>
        <a:p>
          <a:r>
            <a:t>n8917</a:t>
          </a:r>
        </a:p>
      </dgm:t>
    </dgm:pt>
    <dgm:pt modelId="8918">
      <dgm:t>
        <a:p>
          <a:r>
            <a:t>n8918</a:t>
          </a:r>
        </a:p>
      </dgm:t>
    </dgm:pt>
    <dgm:pt modelId="8919">
      <dgm:t>
        <a:p>
          <a:r>
            <a:t>n8919</a:t>
          </a:r>
        </a:p>
      </dgm:t>
    </dgm:pt>
    <dgm:pt modelId="8920">
      <dgm:t>
        <a:p>
          <a:r>
            <a:t>n8920</a:t>
          </a:r>
        </a:p>
      </dgm:t>
    </dgm:pt>
    <dgm:pt modelId="8921">
      <dgm:t>
        <a:p>
          <a:r>
            <a:t>n8921</a:t>
          </a:r>
        </a:p>
      </dgm:t>
    </dgm:pt>
    <dgm:pt modelId="8922">
      <dgm:t>
        <a:p>
          <a:r>
            <a:t>n8922</a:t>
          </a:r>
        </a:p>
      </dgm:t>
    </dgm:pt>
    <dgm:pt modelId="8923">
      <dgm:t>
        <a:p>
          <a:r>
            <a:t>n8923</a:t>
          </a:r>
        </a:p>
      </dgm:t>
    </dgm:pt>
    <dgm:pt modelId="8924">
      <dgm:t>
        <a:p>
          <a:r>
            <a:t>n8924</a:t>
          </a:r>
        </a:p>
      </dgm:t>
    </dgm:pt>
    <dgm:pt modelId="8925">
      <dgm:t>
        <a:p>
          <a:r>
            <a:t>n8925</a:t>
          </a:r>
        </a:p>
      </dgm:t>
    </dgm:pt>
    <dgm:pt modelId="8926">
      <dgm:t>
        <a:p>
          <a:r>
            <a:t>n8926</a:t>
          </a:r>
        </a:p>
      </dgm:t>
    </dgm:pt>
    <dgm:pt modelId="8927">
      <dgm:t>
        <a:p>
          <a:r>
            <a:t>n8927</a:t>
          </a:r>
        </a:p>
      </dgm:t>
    </dgm:pt>
    <dgm:pt modelId="8928">
      <dgm:t>
        <a:p>
          <a:r>
            <a:t>n8928</a:t>
          </a:r>
        </a:p>
      </dgm:t>
    </dgm:pt>
    <dgm:pt modelId="8929">
      <dgm:t>
        <a:p>
          <a:r>
            <a:t>n8929</a:t>
          </a:r>
        </a:p>
      </dgm:t>
    </dgm:pt>
    <dgm:pt modelId="8930">
      <dgm:t>
        <a:p>
          <a:r>
            <a:t>n8930</a:t>
          </a:r>
        </a:p>
      </dgm:t>
    </dgm:pt>
    <dgm:pt modelId="8931">
      <dgm:t>
        <a:p>
          <a:r>
            <a:t>n8931</a:t>
          </a:r>
        </a:p>
      </dgm:t>
    </dgm:pt>
    <dgm:pt modelId="8932">
      <dgm:t>
        <a:p>
          <a:r>
            <a:t>n8932</a:t>
          </a:r>
        </a:p>
      </dgm:t>
    </dgm:pt>
    <dgm:pt modelId="8933">
      <dgm:t>
        <a:p>
          <a:r>
            <a:t>n8933</a:t>
          </a:r>
        </a:p>
      </dgm:t>
    </dgm:pt>
    <dgm:pt modelId="8934">
      <dgm:t>
        <a:p>
          <a:r>
            <a:t>n8934</a:t>
          </a:r>
        </a:p>
      </dgm:t>
    </dgm:pt>
    <dgm:pt modelId="8935">
      <dgm:t>
        <a:p>
          <a:r>
            <a:t>n8935</a:t>
          </a:r>
        </a:p>
      </dgm:t>
    </dgm:pt>
    <dgm:pt modelId="8936">
      <dgm:t>
        <a:p>
          <a:r>
            <a:t>n8936</a:t>
          </a:r>
        </a:p>
      </dgm:t>
    </dgm:pt>
    <dgm:pt modelId="8937">
      <dgm:t>
        <a:p>
          <a:r>
            <a:t>n8937</a:t>
          </a:r>
        </a:p>
      </dgm:t>
    </dgm:pt>
    <dgm:pt modelId="8938">
      <dgm:t>
        <a:p>
          <a:r>
            <a:t>n8938</a:t>
          </a:r>
        </a:p>
      </dgm:t>
    </dgm:pt>
    <dgm:pt modelId="8939">
      <dgm:t>
        <a:p>
          <a:r>
            <a:t>n8939</a:t>
          </a:r>
        </a:p>
      </dgm:t>
    </dgm:pt>
    <dgm:pt modelId="8940">
      <dgm:t>
        <a:p>
          <a:r>
            <a:t>n8940</a:t>
          </a:r>
        </a:p>
      </dgm:t>
    </dgm:pt>
    <dgm:pt modelId="8941">
      <dgm:t>
        <a:p>
          <a:r>
            <a:t>n8941</a:t>
          </a:r>
        </a:p>
      </dgm:t>
    </dgm:pt>
    <dgm:pt modelId="8942">
      <dgm:t>
        <a:p>
          <a:r>
            <a:t>n8942</a:t>
          </a:r>
        </a:p>
      </dgm:t>
    </dgm:pt>
    <dgm:pt modelId="8943">
      <dgm:t>
        <a:p>
          <a:r>
            <a:t>n8943</a:t>
          </a:r>
        </a:p>
      </dgm:t>
    </dgm:pt>
    <dgm:pt modelId="8944">
      <dgm:t>
        <a:p>
          <a:r>
            <a:t>n8944</a:t>
          </a:r>
        </a:p>
      </dgm:t>
    </dgm:pt>
    <dgm:pt modelId="8945">
      <dgm:t>
        <a:p>
          <a:r>
            <a:t>n8945</a:t>
          </a:r>
        </a:p>
      </dgm:t>
    </dgm:pt>
    <dgm:pt modelId="8946">
      <dgm:t>
        <a:p>
          <a:r>
            <a:t>n8946</a:t>
          </a:r>
        </a:p>
      </dgm:t>
    </dgm:pt>
    <dgm:pt modelId="8947">
      <dgm:t>
        <a:p>
          <a:r>
            <a:t>n8947</a:t>
          </a:r>
        </a:p>
      </dgm:t>
    </dgm:pt>
    <dgm:pt modelId="8948">
      <dgm:t>
        <a:p>
          <a:r>
            <a:t>n8948</a:t>
          </a:r>
        </a:p>
      </dgm:t>
    </dgm:pt>
    <dgm:pt modelId="8949">
      <dgm:t>
        <a:p>
          <a:r>
            <a:t>n8949</a:t>
          </a:r>
        </a:p>
      </dgm:t>
    </dgm:pt>
    <dgm:pt modelId="8950">
      <dgm:t>
        <a:p>
          <a:r>
            <a:t>n8950</a:t>
          </a:r>
        </a:p>
      </dgm:t>
    </dgm:pt>
    <dgm:pt modelId="8951">
      <dgm:t>
        <a:p>
          <a:r>
            <a:t>n8951</a:t>
          </a:r>
        </a:p>
      </dgm:t>
    </dgm:pt>
    <dgm:pt modelId="8952">
      <dgm:t>
        <a:p>
          <a:r>
            <a:t>n8952</a:t>
          </a:r>
        </a:p>
      </dgm:t>
    </dgm:pt>
    <dgm:pt modelId="8953">
      <dgm:t>
        <a:p>
          <a:r>
            <a:t>n8953</a:t>
          </a:r>
        </a:p>
      </dgm:t>
    </dgm:pt>
    <dgm:pt modelId="8954">
      <dgm:t>
        <a:p>
          <a:r>
            <a:t>n8954</a:t>
          </a:r>
        </a:p>
      </dgm:t>
    </dgm:pt>
    <dgm:pt modelId="8955">
      <dgm:t>
        <a:p>
          <a:r>
            <a:t>n8955</a:t>
          </a:r>
        </a:p>
      </dgm:t>
    </dgm:pt>
    <dgm:pt modelId="8956">
      <dgm:t>
        <a:p>
          <a:r>
            <a:t>n8956</a:t>
          </a:r>
        </a:p>
      </dgm:t>
    </dgm:pt>
    <dgm:pt modelId="8957">
      <dgm:t>
        <a:p>
          <a:r>
            <a:t>n8957</a:t>
          </a:r>
        </a:p>
      </dgm:t>
    </dgm:pt>
    <dgm:pt modelId="8958">
      <dgm:t>
        <a:p>
          <a:r>
            <a:t>n8958</a:t>
          </a:r>
        </a:p>
      </dgm:t>
    </dgm:pt>
    <dgm:pt modelId="8959">
      <dgm:t>
        <a:p>
          <a:r>
            <a:t>n8959</a:t>
          </a:r>
        </a:p>
      </dgm:t>
    </dgm:pt>
    <dgm:pt modelId="8960">
      <dgm:t>
        <a:p>
          <a:r>
            <a:t>n8960</a:t>
          </a:r>
        </a:p>
      </dgm:t>
    </dgm:pt>
    <dgm:pt modelId="8961">
      <dgm:t>
        <a:p>
          <a:r>
            <a:t>n8961</a:t>
          </a:r>
        </a:p>
      </dgm:t>
    </dgm:pt>
    <dgm:pt modelId="8962">
      <dgm:t>
        <a:p>
          <a:r>
            <a:t>n8962</a:t>
          </a:r>
        </a:p>
      </dgm:t>
    </dgm:pt>
    <dgm:pt modelId="8963">
      <dgm:t>
        <a:p>
          <a:r>
            <a:t>n8963</a:t>
          </a:r>
        </a:p>
      </dgm:t>
    </dgm:pt>
    <dgm:pt modelId="8964">
      <dgm:t>
        <a:p>
          <a:r>
            <a:t>n8964</a:t>
          </a:r>
        </a:p>
      </dgm:t>
    </dgm:pt>
    <dgm:pt modelId="8965">
      <dgm:t>
        <a:p>
          <a:r>
            <a:t>n8965</a:t>
          </a:r>
        </a:p>
      </dgm:t>
    </dgm:pt>
    <dgm:pt modelId="8966">
      <dgm:t>
        <a:p>
          <a:r>
            <a:t>n8966</a:t>
          </a:r>
        </a:p>
      </dgm:t>
    </dgm:pt>
    <dgm:pt modelId="8967">
      <dgm:t>
        <a:p>
          <a:r>
            <a:t>n8967</a:t>
          </a:r>
        </a:p>
      </dgm:t>
    </dgm:pt>
    <dgm:pt modelId="8968">
      <dgm:t>
        <a:p>
          <a:r>
            <a:t>n8968</a:t>
          </a:r>
        </a:p>
      </dgm:t>
    </dgm:pt>
    <dgm:pt modelId="8969">
      <dgm:t>
        <a:p>
          <a:r>
            <a:t>n8969</a:t>
          </a:r>
        </a:p>
      </dgm:t>
    </dgm:pt>
    <dgm:pt modelId="8970">
      <dgm:t>
        <a:p>
          <a:r>
            <a:t>n8970</a:t>
          </a:r>
        </a:p>
      </dgm:t>
    </dgm:pt>
    <dgm:pt modelId="8971">
      <dgm:t>
        <a:p>
          <a:r>
            <a:t>n8971</a:t>
          </a:r>
        </a:p>
      </dgm:t>
    </dgm:pt>
    <dgm:pt modelId="8972">
      <dgm:t>
        <a:p>
          <a:r>
            <a:t>n8972</a:t>
          </a:r>
        </a:p>
      </dgm:t>
    </dgm:pt>
    <dgm:pt modelId="8973">
      <dgm:t>
        <a:p>
          <a:r>
            <a:t>n8973</a:t>
          </a:r>
        </a:p>
      </dgm:t>
    </dgm:pt>
    <dgm:pt modelId="8974">
      <dgm:t>
        <a:p>
          <a:r>
            <a:t>n8974</a:t>
          </a:r>
        </a:p>
      </dgm:t>
    </dgm:pt>
    <dgm:pt modelId="8975">
      <dgm:t>
        <a:p>
          <a:r>
            <a:t>n8975</a:t>
          </a:r>
        </a:p>
      </dgm:t>
    </dgm:pt>
    <dgm:pt modelId="8976">
      <dgm:t>
        <a:p>
          <a:r>
            <a:t>n8976</a:t>
          </a:r>
        </a:p>
      </dgm:t>
    </dgm:pt>
    <dgm:pt modelId="8977">
      <dgm:t>
        <a:p>
          <a:r>
            <a:t>n8977</a:t>
          </a:r>
        </a:p>
      </dgm:t>
    </dgm:pt>
    <dgm:pt modelId="8978">
      <dgm:t>
        <a:p>
          <a:r>
            <a:t>n8978</a:t>
          </a:r>
        </a:p>
      </dgm:t>
    </dgm:pt>
    <dgm:pt modelId="8979">
      <dgm:t>
        <a:p>
          <a:r>
            <a:t>n8979</a:t>
          </a:r>
        </a:p>
      </dgm:t>
    </dgm:pt>
    <dgm:pt modelId="8980">
      <dgm:t>
        <a:p>
          <a:r>
            <a:t>n8980</a:t>
          </a:r>
        </a:p>
      </dgm:t>
    </dgm:pt>
    <dgm:pt modelId="8981">
      <dgm:t>
        <a:p>
          <a:r>
            <a:t>n8981</a:t>
          </a:r>
        </a:p>
      </dgm:t>
    </dgm:pt>
    <dgm:pt modelId="8982">
      <dgm:t>
        <a:p>
          <a:r>
            <a:t>n8982</a:t>
          </a:r>
        </a:p>
      </dgm:t>
    </dgm:pt>
    <dgm:pt modelId="8983">
      <dgm:t>
        <a:p>
          <a:r>
            <a:t>n8983</a:t>
          </a:r>
        </a:p>
      </dgm:t>
    </dgm:pt>
    <dgm:pt modelId="8984">
      <dgm:t>
        <a:p>
          <a:r>
            <a:t>n8984</a:t>
          </a:r>
        </a:p>
      </dgm:t>
    </dgm:pt>
    <dgm:pt modelId="8985">
      <dgm:t>
        <a:p>
          <a:r>
            <a:t>n8985</a:t>
          </a:r>
        </a:p>
      </dgm:t>
    </dgm:pt>
    <dgm:pt modelId="8986">
      <dgm:t>
        <a:p>
          <a:r>
            <a:t>n8986</a:t>
          </a:r>
        </a:p>
      </dgm:t>
    </dgm:pt>
    <dgm:pt modelId="8987">
      <dgm:t>
        <a:p>
          <a:r>
            <a:t>n8987</a:t>
          </a:r>
        </a:p>
      </dgm:t>
    </dgm:pt>
    <dgm:pt modelId="8988">
      <dgm:t>
        <a:p>
          <a:r>
            <a:t>n8988</a:t>
          </a:r>
        </a:p>
      </dgm:t>
    </dgm:pt>
    <dgm:pt modelId="8989">
      <dgm:t>
        <a:p>
          <a:r>
            <a:t>n8989</a:t>
          </a:r>
        </a:p>
      </dgm:t>
    </dgm:pt>
    <dgm:pt modelId="8990">
      <dgm:t>
        <a:p>
          <a:r>
            <a:t>n8990</a:t>
          </a:r>
        </a:p>
      </dgm:t>
    </dgm:pt>
    <dgm:pt modelId="8991">
      <dgm:t>
        <a:p>
          <a:r>
            <a:t>n8991</a:t>
          </a:r>
        </a:p>
      </dgm:t>
    </dgm:pt>
    <dgm:pt modelId="8992">
      <dgm:t>
        <a:p>
          <a:r>
            <a:t>n8992</a:t>
          </a:r>
        </a:p>
      </dgm:t>
    </dgm:pt>
    <dgm:pt modelId="8993">
      <dgm:t>
        <a:p>
          <a:r>
            <a:t>n8993</a:t>
          </a:r>
        </a:p>
      </dgm:t>
    </dgm:pt>
    <dgm:pt modelId="8994">
      <dgm:t>
        <a:p>
          <a:r>
            <a:t>n8994</a:t>
          </a:r>
        </a:p>
      </dgm:t>
    </dgm:pt>
    <dgm:pt modelId="8995">
      <dgm:t>
        <a:p>
          <a:r>
            <a:t>n8995</a:t>
          </a:r>
        </a:p>
      </dgm:t>
    </dgm:pt>
    <dgm:pt modelId="8996">
      <dgm:t>
        <a:p>
          <a:r>
            <a:t>n8996</a:t>
          </a:r>
        </a:p>
      </dgm:t>
    </dgm:pt>
    <dgm:pt modelId="8997">
      <dgm:t>
        <a:p>
          <a:r>
            <a:t>n8997</a:t>
          </a:r>
        </a:p>
      </dgm:t>
    </dgm:pt>
    <dgm:pt modelId="8998">
      <dgm:t>
        <a:p>
          <a:r>
            <a:t>n8998</a:t>
          </a:r>
        </a:p>
      </dgm:t>
    </dgm:pt>
    <dgm:pt modelId="8999">
      <dgm:t>
        <a:p>
          <a:r>
            <a:t>n8999</a:t>
          </a:r>
        </a:p>
      </dgm:t>
    </dgm:pt>
    <dgm:pt modelId="9000">
      <dgm:t>
        <a:p>
          <a:r>
            <a:t>n9000</a:t>
          </a:r>
        </a:p>
      </dgm:t>
    </dgm:pt>
    <dgm:pt modelId="9001">
      <dgm:t>
        <a:p>
          <a:r>
            <a:t>n9001</a:t>
          </a:r>
        </a:p>
      </dgm:t>
    </dgm:pt>
    <dgm:pt modelId="9002">
      <dgm:t>
        <a:p>
          <a:r>
            <a:t>n9002</a:t>
          </a:r>
        </a:p>
      </dgm:t>
    </dgm:pt>
    <dgm:pt modelId="9003">
      <dgm:t>
        <a:p>
          <a:r>
            <a:t>n9003</a:t>
          </a:r>
        </a:p>
      </dgm:t>
    </dgm:pt>
    <dgm:pt modelId="9004">
      <dgm:t>
        <a:p>
          <a:r>
            <a:t>n9004</a:t>
          </a:r>
        </a:p>
      </dgm:t>
    </dgm:pt>
    <dgm:pt modelId="9005">
      <dgm:t>
        <a:p>
          <a:r>
            <a:t>n9005</a:t>
          </a:r>
        </a:p>
      </dgm:t>
    </dgm:pt>
    <dgm:pt modelId="9006">
      <dgm:t>
        <a:p>
          <a:r>
            <a:t>n9006</a:t>
          </a:r>
        </a:p>
      </dgm:t>
    </dgm:pt>
    <dgm:pt modelId="9007">
      <dgm:t>
        <a:p>
          <a:r>
            <a:t>n9007</a:t>
          </a:r>
        </a:p>
      </dgm:t>
    </dgm:pt>
    <dgm:pt modelId="9008">
      <dgm:t>
        <a:p>
          <a:r>
            <a:t>n9008</a:t>
          </a:r>
        </a:p>
      </dgm:t>
    </dgm:pt>
    <dgm:pt modelId="9009">
      <dgm:t>
        <a:p>
          <a:r>
            <a:t>n9009</a:t>
          </a:r>
        </a:p>
      </dgm:t>
    </dgm:pt>
    <dgm:pt modelId="9010">
      <dgm:t>
        <a:p>
          <a:r>
            <a:t>n9010</a:t>
          </a:r>
        </a:p>
      </dgm:t>
    </dgm:pt>
    <dgm:pt modelId="9011">
      <dgm:t>
        <a:p>
          <a:r>
            <a:t>n9011</a:t>
          </a:r>
        </a:p>
      </dgm:t>
    </dgm:pt>
    <dgm:pt modelId="9012">
      <dgm:t>
        <a:p>
          <a:r>
            <a:t>n9012</a:t>
          </a:r>
        </a:p>
      </dgm:t>
    </dgm:pt>
    <dgm:pt modelId="9013">
      <dgm:t>
        <a:p>
          <a:r>
            <a:t>n9013</a:t>
          </a:r>
        </a:p>
      </dgm:t>
    </dgm:pt>
    <dgm:pt modelId="9014">
      <dgm:t>
        <a:p>
          <a:r>
            <a:t>n9014</a:t>
          </a:r>
        </a:p>
      </dgm:t>
    </dgm:pt>
    <dgm:pt modelId="9015">
      <dgm:t>
        <a:p>
          <a:r>
            <a:t>n9015</a:t>
          </a:r>
        </a:p>
      </dgm:t>
    </dgm:pt>
    <dgm:pt modelId="9016">
      <dgm:t>
        <a:p>
          <a:r>
            <a:t>n9016</a:t>
          </a:r>
        </a:p>
      </dgm:t>
    </dgm:pt>
    <dgm:pt modelId="9017">
      <dgm:t>
        <a:p>
          <a:r>
            <a:t>n9017</a:t>
          </a:r>
        </a:p>
      </dgm:t>
    </dgm:pt>
    <dgm:pt modelId="9018">
      <dgm:t>
        <a:p>
          <a:r>
            <a:t>n9018</a:t>
          </a:r>
        </a:p>
      </dgm:t>
    </dgm:pt>
    <dgm:pt modelId="9019">
      <dgm:t>
        <a:p>
          <a:r>
            <a:t>n9019</a:t>
          </a:r>
        </a:p>
      </dgm:t>
    </dgm:pt>
    <dgm:pt modelId="9020">
      <dgm:t>
        <a:p>
          <a:r>
            <a:t>n9020</a:t>
          </a:r>
        </a:p>
      </dgm:t>
    </dgm:pt>
    <dgm:pt modelId="9021">
      <dgm:t>
        <a:p>
          <a:r>
            <a:t>n9021</a:t>
          </a:r>
        </a:p>
      </dgm:t>
    </dgm:pt>
    <dgm:pt modelId="9022">
      <dgm:t>
        <a:p>
          <a:r>
            <a:t>n9022</a:t>
          </a:r>
        </a:p>
      </dgm:t>
    </dgm:pt>
    <dgm:pt modelId="9023">
      <dgm:t>
        <a:p>
          <a:r>
            <a:t>n9023</a:t>
          </a:r>
        </a:p>
      </dgm:t>
    </dgm:pt>
    <dgm:pt modelId="9024">
      <dgm:t>
        <a:p>
          <a:r>
            <a:t>n9024</a:t>
          </a:r>
        </a:p>
      </dgm:t>
    </dgm:pt>
    <dgm:pt modelId="9025">
      <dgm:t>
        <a:p>
          <a:r>
            <a:t>n9025</a:t>
          </a:r>
        </a:p>
      </dgm:t>
    </dgm:pt>
    <dgm:pt modelId="9026">
      <dgm:t>
        <a:p>
          <a:r>
            <a:t>n9026</a:t>
          </a:r>
        </a:p>
      </dgm:t>
    </dgm:pt>
    <dgm:pt modelId="9027">
      <dgm:t>
        <a:p>
          <a:r>
            <a:t>n9027</a:t>
          </a:r>
        </a:p>
      </dgm:t>
    </dgm:pt>
    <dgm:pt modelId="9028">
      <dgm:t>
        <a:p>
          <a:r>
            <a:t>n9028</a:t>
          </a:r>
        </a:p>
      </dgm:t>
    </dgm:pt>
    <dgm:pt modelId="9029">
      <dgm:t>
        <a:p>
          <a:r>
            <a:t>n9029</a:t>
          </a:r>
        </a:p>
      </dgm:t>
    </dgm:pt>
    <dgm:pt modelId="9030">
      <dgm:t>
        <a:p>
          <a:r>
            <a:t>n9030</a:t>
          </a:r>
        </a:p>
      </dgm:t>
    </dgm:pt>
    <dgm:pt modelId="9031">
      <dgm:t>
        <a:p>
          <a:r>
            <a:t>n9031</a:t>
          </a:r>
        </a:p>
      </dgm:t>
    </dgm:pt>
    <dgm:pt modelId="9032">
      <dgm:t>
        <a:p>
          <a:r>
            <a:t>n9032</a:t>
          </a:r>
        </a:p>
      </dgm:t>
    </dgm:pt>
    <dgm:pt modelId="9033">
      <dgm:t>
        <a:p>
          <a:r>
            <a:t>n9033</a:t>
          </a:r>
        </a:p>
      </dgm:t>
    </dgm:pt>
    <dgm:pt modelId="9034">
      <dgm:t>
        <a:p>
          <a:r>
            <a:t>n9034</a:t>
          </a:r>
        </a:p>
      </dgm:t>
    </dgm:pt>
    <dgm:pt modelId="9035">
      <dgm:t>
        <a:p>
          <a:r>
            <a:t>n9035</a:t>
          </a:r>
        </a:p>
      </dgm:t>
    </dgm:pt>
    <dgm:pt modelId="9036">
      <dgm:t>
        <a:p>
          <a:r>
            <a:t>n9036</a:t>
          </a:r>
        </a:p>
      </dgm:t>
    </dgm:pt>
    <dgm:pt modelId="9037">
      <dgm:t>
        <a:p>
          <a:r>
            <a:t>n9037</a:t>
          </a:r>
        </a:p>
      </dgm:t>
    </dgm:pt>
    <dgm:pt modelId="9038">
      <dgm:t>
        <a:p>
          <a:r>
            <a:t>n9038</a:t>
          </a:r>
        </a:p>
      </dgm:t>
    </dgm:pt>
    <dgm:pt modelId="9039">
      <dgm:t>
        <a:p>
          <a:r>
            <a:t>n9039</a:t>
          </a:r>
        </a:p>
      </dgm:t>
    </dgm:pt>
    <dgm:pt modelId="9040">
      <dgm:t>
        <a:p>
          <a:r>
            <a:t>n9040</a:t>
          </a:r>
        </a:p>
      </dgm:t>
    </dgm:pt>
    <dgm:pt modelId="9041">
      <dgm:t>
        <a:p>
          <a:r>
            <a:t>n9041</a:t>
          </a:r>
        </a:p>
      </dgm:t>
    </dgm:pt>
    <dgm:pt modelId="9042">
      <dgm:t>
        <a:p>
          <a:r>
            <a:t>n9042</a:t>
          </a:r>
        </a:p>
      </dgm:t>
    </dgm:pt>
    <dgm:pt modelId="9043">
      <dgm:t>
        <a:p>
          <a:r>
            <a:t>n9043</a:t>
          </a:r>
        </a:p>
      </dgm:t>
    </dgm:pt>
    <dgm:pt modelId="9044">
      <dgm:t>
        <a:p>
          <a:r>
            <a:t>n9044</a:t>
          </a:r>
        </a:p>
      </dgm:t>
    </dgm:pt>
    <dgm:pt modelId="9045">
      <dgm:t>
        <a:p>
          <a:r>
            <a:t>n9045</a:t>
          </a:r>
        </a:p>
      </dgm:t>
    </dgm:pt>
    <dgm:pt modelId="9046">
      <dgm:t>
        <a:p>
          <a:r>
            <a:t>n9046</a:t>
          </a:r>
        </a:p>
      </dgm:t>
    </dgm:pt>
    <dgm:pt modelId="9047">
      <dgm:t>
        <a:p>
          <a:r>
            <a:t>n9047</a:t>
          </a:r>
        </a:p>
      </dgm:t>
    </dgm:pt>
    <dgm:pt modelId="9048">
      <dgm:t>
        <a:p>
          <a:r>
            <a:t>n9048</a:t>
          </a:r>
        </a:p>
      </dgm:t>
    </dgm:pt>
    <dgm:pt modelId="9049">
      <dgm:t>
        <a:p>
          <a:r>
            <a:t>n9049</a:t>
          </a:r>
        </a:p>
      </dgm:t>
    </dgm:pt>
    <dgm:pt modelId="9050">
      <dgm:t>
        <a:p>
          <a:r>
            <a:t>n9050</a:t>
          </a:r>
        </a:p>
      </dgm:t>
    </dgm:pt>
    <dgm:pt modelId="9051">
      <dgm:t>
        <a:p>
          <a:r>
            <a:t>n9051</a:t>
          </a:r>
        </a:p>
      </dgm:t>
    </dgm:pt>
    <dgm:pt modelId="9052">
      <dgm:t>
        <a:p>
          <a:r>
            <a:t>n9052</a:t>
          </a:r>
        </a:p>
      </dgm:t>
    </dgm:pt>
    <dgm:pt modelId="9053">
      <dgm:t>
        <a:p>
          <a:r>
            <a:t>n9053</a:t>
          </a:r>
        </a:p>
      </dgm:t>
    </dgm:pt>
    <dgm:pt modelId="9054">
      <dgm:t>
        <a:p>
          <a:r>
            <a:t>n9054</a:t>
          </a:r>
        </a:p>
      </dgm:t>
    </dgm:pt>
    <dgm:pt modelId="9055">
      <dgm:t>
        <a:p>
          <a:r>
            <a:t>n9055</a:t>
          </a:r>
        </a:p>
      </dgm:t>
    </dgm:pt>
    <dgm:pt modelId="9056">
      <dgm:t>
        <a:p>
          <a:r>
            <a:t>n9056</a:t>
          </a:r>
        </a:p>
      </dgm:t>
    </dgm:pt>
    <dgm:pt modelId="9057">
      <dgm:t>
        <a:p>
          <a:r>
            <a:t>n9057</a:t>
          </a:r>
        </a:p>
      </dgm:t>
    </dgm:pt>
    <dgm:pt modelId="9058">
      <dgm:t>
        <a:p>
          <a:r>
            <a:t>n9058</a:t>
          </a:r>
        </a:p>
      </dgm:t>
    </dgm:pt>
    <dgm:pt modelId="9059">
      <dgm:t>
        <a:p>
          <a:r>
            <a:t>n9059</a:t>
          </a:r>
        </a:p>
      </dgm:t>
    </dgm:pt>
    <dgm:pt modelId="9060">
      <dgm:t>
        <a:p>
          <a:r>
            <a:t>n9060</a:t>
          </a:r>
        </a:p>
      </dgm:t>
    </dgm:pt>
    <dgm:pt modelId="9061">
      <dgm:t>
        <a:p>
          <a:r>
            <a:t>n9061</a:t>
          </a:r>
        </a:p>
      </dgm:t>
    </dgm:pt>
    <dgm:pt modelId="9062">
      <dgm:t>
        <a:p>
          <a:r>
            <a:t>n9062</a:t>
          </a:r>
        </a:p>
      </dgm:t>
    </dgm:pt>
    <dgm:pt modelId="9063">
      <dgm:t>
        <a:p>
          <a:r>
            <a:t>n9063</a:t>
          </a:r>
        </a:p>
      </dgm:t>
    </dgm:pt>
    <dgm:pt modelId="9064">
      <dgm:t>
        <a:p>
          <a:r>
            <a:t>n9064</a:t>
          </a:r>
        </a:p>
      </dgm:t>
    </dgm:pt>
    <dgm:pt modelId="9065">
      <dgm:t>
        <a:p>
          <a:r>
            <a:t>n9065</a:t>
          </a:r>
        </a:p>
      </dgm:t>
    </dgm:pt>
    <dgm:pt modelId="9066">
      <dgm:t>
        <a:p>
          <a:r>
            <a:t>n9066</a:t>
          </a:r>
        </a:p>
      </dgm:t>
    </dgm:pt>
    <dgm:pt modelId="9067">
      <dgm:t>
        <a:p>
          <a:r>
            <a:t>n9067</a:t>
          </a:r>
        </a:p>
      </dgm:t>
    </dgm:pt>
    <dgm:pt modelId="9068">
      <dgm:t>
        <a:p>
          <a:r>
            <a:t>n9068</a:t>
          </a:r>
        </a:p>
      </dgm:t>
    </dgm:pt>
    <dgm:pt modelId="9069">
      <dgm:t>
        <a:p>
          <a:r>
            <a:t>n9069</a:t>
          </a:r>
        </a:p>
      </dgm:t>
    </dgm:pt>
    <dgm:pt modelId="9070">
      <dgm:t>
        <a:p>
          <a:r>
            <a:t>n9070</a:t>
          </a:r>
        </a:p>
      </dgm:t>
    </dgm:pt>
    <dgm:pt modelId="9071">
      <dgm:t>
        <a:p>
          <a:r>
            <a:t>n9071</a:t>
          </a:r>
        </a:p>
      </dgm:t>
    </dgm:pt>
    <dgm:pt modelId="9072">
      <dgm:t>
        <a:p>
          <a:r>
            <a:t>n9072</a:t>
          </a:r>
        </a:p>
      </dgm:t>
    </dgm:pt>
    <dgm:pt modelId="9073">
      <dgm:t>
        <a:p>
          <a:r>
            <a:t>n9073</a:t>
          </a:r>
        </a:p>
      </dgm:t>
    </dgm:pt>
    <dgm:pt modelId="9074">
      <dgm:t>
        <a:p>
          <a:r>
            <a:t>n9074</a:t>
          </a:r>
        </a:p>
      </dgm:t>
    </dgm:pt>
    <dgm:pt modelId="9075">
      <dgm:t>
        <a:p>
          <a:r>
            <a:t>n9075</a:t>
          </a:r>
        </a:p>
      </dgm:t>
    </dgm:pt>
    <dgm:pt modelId="9076">
      <dgm:t>
        <a:p>
          <a:r>
            <a:t>n9076</a:t>
          </a:r>
        </a:p>
      </dgm:t>
    </dgm:pt>
    <dgm:pt modelId="9077">
      <dgm:t>
        <a:p>
          <a:r>
            <a:t>n9077</a:t>
          </a:r>
        </a:p>
      </dgm:t>
    </dgm:pt>
    <dgm:pt modelId="9078">
      <dgm:t>
        <a:p>
          <a:r>
            <a:t>n9078</a:t>
          </a:r>
        </a:p>
      </dgm:t>
    </dgm:pt>
    <dgm:pt modelId="9079">
      <dgm:t>
        <a:p>
          <a:r>
            <a:t>n9079</a:t>
          </a:r>
        </a:p>
      </dgm:t>
    </dgm:pt>
    <dgm:pt modelId="9080">
      <dgm:t>
        <a:p>
          <a:r>
            <a:t>n9080</a:t>
          </a:r>
        </a:p>
      </dgm:t>
    </dgm:pt>
    <dgm:pt modelId="9081">
      <dgm:t>
        <a:p>
          <a:r>
            <a:t>n9081</a:t>
          </a:r>
        </a:p>
      </dgm:t>
    </dgm:pt>
    <dgm:pt modelId="9082">
      <dgm:t>
        <a:p>
          <a:r>
            <a:t>n9082</a:t>
          </a:r>
        </a:p>
      </dgm:t>
    </dgm:pt>
    <dgm:pt modelId="9083">
      <dgm:t>
        <a:p>
          <a:r>
            <a:t>n9083</a:t>
          </a:r>
        </a:p>
      </dgm:t>
    </dgm:pt>
    <dgm:pt modelId="9084">
      <dgm:t>
        <a:p>
          <a:r>
            <a:t>n9084</a:t>
          </a:r>
        </a:p>
      </dgm:t>
    </dgm:pt>
    <dgm:pt modelId="9085">
      <dgm:t>
        <a:p>
          <a:r>
            <a:t>n9085</a:t>
          </a:r>
        </a:p>
      </dgm:t>
    </dgm:pt>
    <dgm:pt modelId="9086">
      <dgm:t>
        <a:p>
          <a:r>
            <a:t>n9086</a:t>
          </a:r>
        </a:p>
      </dgm:t>
    </dgm:pt>
    <dgm:pt modelId="9087">
      <dgm:t>
        <a:p>
          <a:r>
            <a:t>n9087</a:t>
          </a:r>
        </a:p>
      </dgm:t>
    </dgm:pt>
    <dgm:pt modelId="9088">
      <dgm:t>
        <a:p>
          <a:r>
            <a:t>n9088</a:t>
          </a:r>
        </a:p>
      </dgm:t>
    </dgm:pt>
    <dgm:pt modelId="9089">
      <dgm:t>
        <a:p>
          <a:r>
            <a:t>n9089</a:t>
          </a:r>
        </a:p>
      </dgm:t>
    </dgm:pt>
    <dgm:pt modelId="9090">
      <dgm:t>
        <a:p>
          <a:r>
            <a:t>n9090</a:t>
          </a:r>
        </a:p>
      </dgm:t>
    </dgm:pt>
    <dgm:pt modelId="9091">
      <dgm:t>
        <a:p>
          <a:r>
            <a:t>n9091</a:t>
          </a:r>
        </a:p>
      </dgm:t>
    </dgm:pt>
    <dgm:pt modelId="9092">
      <dgm:t>
        <a:p>
          <a:r>
            <a:t>n9092</a:t>
          </a:r>
        </a:p>
      </dgm:t>
    </dgm:pt>
    <dgm:pt modelId="9093">
      <dgm:t>
        <a:p>
          <a:r>
            <a:t>n9093</a:t>
          </a:r>
        </a:p>
      </dgm:t>
    </dgm:pt>
    <dgm:pt modelId="9094">
      <dgm:t>
        <a:p>
          <a:r>
            <a:t>n9094</a:t>
          </a:r>
        </a:p>
      </dgm:t>
    </dgm:pt>
    <dgm:pt modelId="9095">
      <dgm:t>
        <a:p>
          <a:r>
            <a:t>n9095</a:t>
          </a:r>
        </a:p>
      </dgm:t>
    </dgm:pt>
    <dgm:pt modelId="9096">
      <dgm:t>
        <a:p>
          <a:r>
            <a:t>n9096</a:t>
          </a:r>
        </a:p>
      </dgm:t>
    </dgm:pt>
    <dgm:pt modelId="9097">
      <dgm:t>
        <a:p>
          <a:r>
            <a:t>n9097</a:t>
          </a:r>
        </a:p>
      </dgm:t>
    </dgm:pt>
    <dgm:pt modelId="9098">
      <dgm:t>
        <a:p>
          <a:r>
            <a:t>n9098</a:t>
          </a:r>
        </a:p>
      </dgm:t>
    </dgm:pt>
    <dgm:pt modelId="9099">
      <dgm:t>
        <a:p>
          <a:r>
            <a:t>n9099</a:t>
          </a:r>
        </a:p>
      </dgm:t>
    </dgm:pt>
    <dgm:pt modelId="9100">
      <dgm:t>
        <a:p>
          <a:r>
            <a:t>n9100</a:t>
          </a:r>
        </a:p>
      </dgm:t>
    </dgm:pt>
    <dgm:pt modelId="9101">
      <dgm:t>
        <a:p>
          <a:r>
            <a:t>n9101</a:t>
          </a:r>
        </a:p>
      </dgm:t>
    </dgm:pt>
    <dgm:pt modelId="9102">
      <dgm:t>
        <a:p>
          <a:r>
            <a:t>n9102</a:t>
          </a:r>
        </a:p>
      </dgm:t>
    </dgm:pt>
    <dgm:pt modelId="9103">
      <dgm:t>
        <a:p>
          <a:r>
            <a:t>n9103</a:t>
          </a:r>
        </a:p>
      </dgm:t>
    </dgm:pt>
    <dgm:pt modelId="9104">
      <dgm:t>
        <a:p>
          <a:r>
            <a:t>n9104</a:t>
          </a:r>
        </a:p>
      </dgm:t>
    </dgm:pt>
    <dgm:pt modelId="9105">
      <dgm:t>
        <a:p>
          <a:r>
            <a:t>n9105</a:t>
          </a:r>
        </a:p>
      </dgm:t>
    </dgm:pt>
    <dgm:pt modelId="9106">
      <dgm:t>
        <a:p>
          <a:r>
            <a:t>n9106</a:t>
          </a:r>
        </a:p>
      </dgm:t>
    </dgm:pt>
    <dgm:pt modelId="9107">
      <dgm:t>
        <a:p>
          <a:r>
            <a:t>n9107</a:t>
          </a:r>
        </a:p>
      </dgm:t>
    </dgm:pt>
    <dgm:pt modelId="9108">
      <dgm:t>
        <a:p>
          <a:r>
            <a:t>n9108</a:t>
          </a:r>
        </a:p>
      </dgm:t>
    </dgm:pt>
    <dgm:pt modelId="9109">
      <dgm:t>
        <a:p>
          <a:r>
            <a:t>n9109</a:t>
          </a:r>
        </a:p>
      </dgm:t>
    </dgm:pt>
    <dgm:pt modelId="9110">
      <dgm:t>
        <a:p>
          <a:r>
            <a:t>n9110</a:t>
          </a:r>
        </a:p>
      </dgm:t>
    </dgm:pt>
    <dgm:pt modelId="9111">
      <dgm:t>
        <a:p>
          <a:r>
            <a:t>n9111</a:t>
          </a:r>
        </a:p>
      </dgm:t>
    </dgm:pt>
    <dgm:pt modelId="9112">
      <dgm:t>
        <a:p>
          <a:r>
            <a:t>n9112</a:t>
          </a:r>
        </a:p>
      </dgm:t>
    </dgm:pt>
    <dgm:pt modelId="9113">
      <dgm:t>
        <a:p>
          <a:r>
            <a:t>n9113</a:t>
          </a:r>
        </a:p>
      </dgm:t>
    </dgm:pt>
    <dgm:pt modelId="9114">
      <dgm:t>
        <a:p>
          <a:r>
            <a:t>n9114</a:t>
          </a:r>
        </a:p>
      </dgm:t>
    </dgm:pt>
    <dgm:pt modelId="9115">
      <dgm:t>
        <a:p>
          <a:r>
            <a:t>n9115</a:t>
          </a:r>
        </a:p>
      </dgm:t>
    </dgm:pt>
    <dgm:pt modelId="9116">
      <dgm:t>
        <a:p>
          <a:r>
            <a:t>n9116</a:t>
          </a:r>
        </a:p>
      </dgm:t>
    </dgm:pt>
    <dgm:pt modelId="9117">
      <dgm:t>
        <a:p>
          <a:r>
            <a:t>n9117</a:t>
          </a:r>
        </a:p>
      </dgm:t>
    </dgm:pt>
    <dgm:pt modelId="9118">
      <dgm:t>
        <a:p>
          <a:r>
            <a:t>n9118</a:t>
          </a:r>
        </a:p>
      </dgm:t>
    </dgm:pt>
    <dgm:pt modelId="9119">
      <dgm:t>
        <a:p>
          <a:r>
            <a:t>n9119</a:t>
          </a:r>
        </a:p>
      </dgm:t>
    </dgm:pt>
    <dgm:pt modelId="9120">
      <dgm:t>
        <a:p>
          <a:r>
            <a:t>n9120</a:t>
          </a:r>
        </a:p>
      </dgm:t>
    </dgm:pt>
    <dgm:pt modelId="9121">
      <dgm:t>
        <a:p>
          <a:r>
            <a:t>n9121</a:t>
          </a:r>
        </a:p>
      </dgm:t>
    </dgm:pt>
    <dgm:pt modelId="9122">
      <dgm:t>
        <a:p>
          <a:r>
            <a:t>n9122</a:t>
          </a:r>
        </a:p>
      </dgm:t>
    </dgm:pt>
    <dgm:pt modelId="9123">
      <dgm:t>
        <a:p>
          <a:r>
            <a:t>n9123</a:t>
          </a:r>
        </a:p>
      </dgm:t>
    </dgm:pt>
    <dgm:pt modelId="9124">
      <dgm:t>
        <a:p>
          <a:r>
            <a:t>n9124</a:t>
          </a:r>
        </a:p>
      </dgm:t>
    </dgm:pt>
    <dgm:pt modelId="9125">
      <dgm:t>
        <a:p>
          <a:r>
            <a:t>n9125</a:t>
          </a:r>
        </a:p>
      </dgm:t>
    </dgm:pt>
    <dgm:pt modelId="9126">
      <dgm:t>
        <a:p>
          <a:r>
            <a:t>n9126</a:t>
          </a:r>
        </a:p>
      </dgm:t>
    </dgm:pt>
    <dgm:pt modelId="9127">
      <dgm:t>
        <a:p>
          <a:r>
            <a:t>n9127</a:t>
          </a:r>
        </a:p>
      </dgm:t>
    </dgm:pt>
    <dgm:pt modelId="9128">
      <dgm:t>
        <a:p>
          <a:r>
            <a:t>n9128</a:t>
          </a:r>
        </a:p>
      </dgm:t>
    </dgm:pt>
    <dgm:pt modelId="9129">
      <dgm:t>
        <a:p>
          <a:r>
            <a:t>n9129</a:t>
          </a:r>
        </a:p>
      </dgm:t>
    </dgm:pt>
    <dgm:pt modelId="9130">
      <dgm:t>
        <a:p>
          <a:r>
            <a:t>n9130</a:t>
          </a:r>
        </a:p>
      </dgm:t>
    </dgm:pt>
    <dgm:pt modelId="9131">
      <dgm:t>
        <a:p>
          <a:r>
            <a:t>n9131</a:t>
          </a:r>
        </a:p>
      </dgm:t>
    </dgm:pt>
    <dgm:pt modelId="9132">
      <dgm:t>
        <a:p>
          <a:r>
            <a:t>n9132</a:t>
          </a:r>
        </a:p>
      </dgm:t>
    </dgm:pt>
    <dgm:pt modelId="9133">
      <dgm:t>
        <a:p>
          <a:r>
            <a:t>n9133</a:t>
          </a:r>
        </a:p>
      </dgm:t>
    </dgm:pt>
    <dgm:pt modelId="9134">
      <dgm:t>
        <a:p>
          <a:r>
            <a:t>n9134</a:t>
          </a:r>
        </a:p>
      </dgm:t>
    </dgm:pt>
    <dgm:pt modelId="9135">
      <dgm:t>
        <a:p>
          <a:r>
            <a:t>n9135</a:t>
          </a:r>
        </a:p>
      </dgm:t>
    </dgm:pt>
    <dgm:pt modelId="9136">
      <dgm:t>
        <a:p>
          <a:r>
            <a:t>n9136</a:t>
          </a:r>
        </a:p>
      </dgm:t>
    </dgm:pt>
    <dgm:pt modelId="9137">
      <dgm:t>
        <a:p>
          <a:r>
            <a:t>n9137</a:t>
          </a:r>
        </a:p>
      </dgm:t>
    </dgm:pt>
    <dgm:pt modelId="9138">
      <dgm:t>
        <a:p>
          <a:r>
            <a:t>n9138</a:t>
          </a:r>
        </a:p>
      </dgm:t>
    </dgm:pt>
    <dgm:pt modelId="9139">
      <dgm:t>
        <a:p>
          <a:r>
            <a:t>n9139</a:t>
          </a:r>
        </a:p>
      </dgm:t>
    </dgm:pt>
    <dgm:pt modelId="9140">
      <dgm:t>
        <a:p>
          <a:r>
            <a:t>n9140</a:t>
          </a:r>
        </a:p>
      </dgm:t>
    </dgm:pt>
    <dgm:pt modelId="9141">
      <dgm:t>
        <a:p>
          <a:r>
            <a:t>n9141</a:t>
          </a:r>
        </a:p>
      </dgm:t>
    </dgm:pt>
    <dgm:pt modelId="9142">
      <dgm:t>
        <a:p>
          <a:r>
            <a:t>n9142</a:t>
          </a:r>
        </a:p>
      </dgm:t>
    </dgm:pt>
    <dgm:pt modelId="9143">
      <dgm:t>
        <a:p>
          <a:r>
            <a:t>n9143</a:t>
          </a:r>
        </a:p>
      </dgm:t>
    </dgm:pt>
    <dgm:pt modelId="9144">
      <dgm:t>
        <a:p>
          <a:r>
            <a:t>n9144</a:t>
          </a:r>
        </a:p>
      </dgm:t>
    </dgm:pt>
    <dgm:pt modelId="9145">
      <dgm:t>
        <a:p>
          <a:r>
            <a:t>n9145</a:t>
          </a:r>
        </a:p>
      </dgm:t>
    </dgm:pt>
    <dgm:pt modelId="9146">
      <dgm:t>
        <a:p>
          <a:r>
            <a:t>n9146</a:t>
          </a:r>
        </a:p>
      </dgm:t>
    </dgm:pt>
    <dgm:pt modelId="9147">
      <dgm:t>
        <a:p>
          <a:r>
            <a:t>n9147</a:t>
          </a:r>
        </a:p>
      </dgm:t>
    </dgm:pt>
    <dgm:pt modelId="9148">
      <dgm:t>
        <a:p>
          <a:r>
            <a:t>n9148</a:t>
          </a:r>
        </a:p>
      </dgm:t>
    </dgm:pt>
    <dgm:pt modelId="9149">
      <dgm:t>
        <a:p>
          <a:r>
            <a:t>n9149</a:t>
          </a:r>
        </a:p>
      </dgm:t>
    </dgm:pt>
    <dgm:pt modelId="9150">
      <dgm:t>
        <a:p>
          <a:r>
            <a:t>n9150</a:t>
          </a:r>
        </a:p>
      </dgm:t>
    </dgm:pt>
    <dgm:pt modelId="9151">
      <dgm:t>
        <a:p>
          <a:r>
            <a:t>n9151</a:t>
          </a:r>
        </a:p>
      </dgm:t>
    </dgm:pt>
    <dgm:pt modelId="9152">
      <dgm:t>
        <a:p>
          <a:r>
            <a:t>n9152</a:t>
          </a:r>
        </a:p>
      </dgm:t>
    </dgm:pt>
    <dgm:pt modelId="9153">
      <dgm:t>
        <a:p>
          <a:r>
            <a:t>n9153</a:t>
          </a:r>
        </a:p>
      </dgm:t>
    </dgm:pt>
    <dgm:pt modelId="9154">
      <dgm:t>
        <a:p>
          <a:r>
            <a:t>n9154</a:t>
          </a:r>
        </a:p>
      </dgm:t>
    </dgm:pt>
    <dgm:pt modelId="9155">
      <dgm:t>
        <a:p>
          <a:r>
            <a:t>n9155</a:t>
          </a:r>
        </a:p>
      </dgm:t>
    </dgm:pt>
    <dgm:pt modelId="9156">
      <dgm:t>
        <a:p>
          <a:r>
            <a:t>n9156</a:t>
          </a:r>
        </a:p>
      </dgm:t>
    </dgm:pt>
    <dgm:pt modelId="9157">
      <dgm:t>
        <a:p>
          <a:r>
            <a:t>n9157</a:t>
          </a:r>
        </a:p>
      </dgm:t>
    </dgm:pt>
    <dgm:pt modelId="9158">
      <dgm:t>
        <a:p>
          <a:r>
            <a:t>n9158</a:t>
          </a:r>
        </a:p>
      </dgm:t>
    </dgm:pt>
    <dgm:pt modelId="9159">
      <dgm:t>
        <a:p>
          <a:r>
            <a:t>n9159</a:t>
          </a:r>
        </a:p>
      </dgm:t>
    </dgm:pt>
    <dgm:pt modelId="9160">
      <dgm:t>
        <a:p>
          <a:r>
            <a:t>n9160</a:t>
          </a:r>
        </a:p>
      </dgm:t>
    </dgm:pt>
    <dgm:pt modelId="9161">
      <dgm:t>
        <a:p>
          <a:r>
            <a:t>n9161</a:t>
          </a:r>
        </a:p>
      </dgm:t>
    </dgm:pt>
    <dgm:pt modelId="9162">
      <dgm:t>
        <a:p>
          <a:r>
            <a:t>n9162</a:t>
          </a:r>
        </a:p>
      </dgm:t>
    </dgm:pt>
    <dgm:pt modelId="9163">
      <dgm:t>
        <a:p>
          <a:r>
            <a:t>n9163</a:t>
          </a:r>
        </a:p>
      </dgm:t>
    </dgm:pt>
    <dgm:pt modelId="9164">
      <dgm:t>
        <a:p>
          <a:r>
            <a:t>n9164</a:t>
          </a:r>
        </a:p>
      </dgm:t>
    </dgm:pt>
    <dgm:pt modelId="9165">
      <dgm:t>
        <a:p>
          <a:r>
            <a:t>n9165</a:t>
          </a:r>
        </a:p>
      </dgm:t>
    </dgm:pt>
    <dgm:pt modelId="9166">
      <dgm:t>
        <a:p>
          <a:r>
            <a:t>n9166</a:t>
          </a:r>
        </a:p>
      </dgm:t>
    </dgm:pt>
    <dgm:pt modelId="9167">
      <dgm:t>
        <a:p>
          <a:r>
            <a:t>n9167</a:t>
          </a:r>
        </a:p>
      </dgm:t>
    </dgm:pt>
    <dgm:pt modelId="9168">
      <dgm:t>
        <a:p>
          <a:r>
            <a:t>n9168</a:t>
          </a:r>
        </a:p>
      </dgm:t>
    </dgm:pt>
    <dgm:pt modelId="9169">
      <dgm:t>
        <a:p>
          <a:r>
            <a:t>n9169</a:t>
          </a:r>
        </a:p>
      </dgm:t>
    </dgm:pt>
    <dgm:pt modelId="9170">
      <dgm:t>
        <a:p>
          <a:r>
            <a:t>n9170</a:t>
          </a:r>
        </a:p>
      </dgm:t>
    </dgm:pt>
    <dgm:pt modelId="9171">
      <dgm:t>
        <a:p>
          <a:r>
            <a:t>n9171</a:t>
          </a:r>
        </a:p>
      </dgm:t>
    </dgm:pt>
    <dgm:pt modelId="9172">
      <dgm:t>
        <a:p>
          <a:r>
            <a:t>n9172</a:t>
          </a:r>
        </a:p>
      </dgm:t>
    </dgm:pt>
    <dgm:pt modelId="9173">
      <dgm:t>
        <a:p>
          <a:r>
            <a:t>n9173</a:t>
          </a:r>
        </a:p>
      </dgm:t>
    </dgm:pt>
    <dgm:pt modelId="9174">
      <dgm:t>
        <a:p>
          <a:r>
            <a:t>n9174</a:t>
          </a:r>
        </a:p>
      </dgm:t>
    </dgm:pt>
    <dgm:pt modelId="9175">
      <dgm:t>
        <a:p>
          <a:r>
            <a:t>n9175</a:t>
          </a:r>
        </a:p>
      </dgm:t>
    </dgm:pt>
    <dgm:pt modelId="9176">
      <dgm:t>
        <a:p>
          <a:r>
            <a:t>n9176</a:t>
          </a:r>
        </a:p>
      </dgm:t>
    </dgm:pt>
    <dgm:pt modelId="9177">
      <dgm:t>
        <a:p>
          <a:r>
            <a:t>n9177</a:t>
          </a:r>
        </a:p>
      </dgm:t>
    </dgm:pt>
    <dgm:pt modelId="9178">
      <dgm:t>
        <a:p>
          <a:r>
            <a:t>n9178</a:t>
          </a:r>
        </a:p>
      </dgm:t>
    </dgm:pt>
    <dgm:pt modelId="9179">
      <dgm:t>
        <a:p>
          <a:r>
            <a:t>n9179</a:t>
          </a:r>
        </a:p>
      </dgm:t>
    </dgm:pt>
    <dgm:pt modelId="9180">
      <dgm:t>
        <a:p>
          <a:r>
            <a:t>n9180</a:t>
          </a:r>
        </a:p>
      </dgm:t>
    </dgm:pt>
    <dgm:pt modelId="9181">
      <dgm:t>
        <a:p>
          <a:r>
            <a:t>n9181</a:t>
          </a:r>
        </a:p>
      </dgm:t>
    </dgm:pt>
    <dgm:pt modelId="9182">
      <dgm:t>
        <a:p>
          <a:r>
            <a:t>n9182</a:t>
          </a:r>
        </a:p>
      </dgm:t>
    </dgm:pt>
    <dgm:pt modelId="9183">
      <dgm:t>
        <a:p>
          <a:r>
            <a:t>n9183</a:t>
          </a:r>
        </a:p>
      </dgm:t>
    </dgm:pt>
    <dgm:pt modelId="9184">
      <dgm:t>
        <a:p>
          <a:r>
            <a:t>n9184</a:t>
          </a:r>
        </a:p>
      </dgm:t>
    </dgm:pt>
    <dgm:pt modelId="9185">
      <dgm:t>
        <a:p>
          <a:r>
            <a:t>n9185</a:t>
          </a:r>
        </a:p>
      </dgm:t>
    </dgm:pt>
    <dgm:pt modelId="9186">
      <dgm:t>
        <a:p>
          <a:r>
            <a:t>n9186</a:t>
          </a:r>
        </a:p>
      </dgm:t>
    </dgm:pt>
    <dgm:pt modelId="9187">
      <dgm:t>
        <a:p>
          <a:r>
            <a:t>n9187</a:t>
          </a:r>
        </a:p>
      </dgm:t>
    </dgm:pt>
    <dgm:pt modelId="9188">
      <dgm:t>
        <a:p>
          <a:r>
            <a:t>n9188</a:t>
          </a:r>
        </a:p>
      </dgm:t>
    </dgm:pt>
    <dgm:pt modelId="9189">
      <dgm:t>
        <a:p>
          <a:r>
            <a:t>n9189</a:t>
          </a:r>
        </a:p>
      </dgm:t>
    </dgm:pt>
    <dgm:pt modelId="9190">
      <dgm:t>
        <a:p>
          <a:r>
            <a:t>n9190</a:t>
          </a:r>
        </a:p>
      </dgm:t>
    </dgm:pt>
    <dgm:pt modelId="9191">
      <dgm:t>
        <a:p>
          <a:r>
            <a:t>n9191</a:t>
          </a:r>
        </a:p>
      </dgm:t>
    </dgm:pt>
    <dgm:pt modelId="9192">
      <dgm:t>
        <a:p>
          <a:r>
            <a:t>n9192</a:t>
          </a:r>
        </a:p>
      </dgm:t>
    </dgm:pt>
    <dgm:pt modelId="9193">
      <dgm:t>
        <a:p>
          <a:r>
            <a:t>n9193</a:t>
          </a:r>
        </a:p>
      </dgm:t>
    </dgm:pt>
    <dgm:pt modelId="9194">
      <dgm:t>
        <a:p>
          <a:r>
            <a:t>n9194</a:t>
          </a:r>
        </a:p>
      </dgm:t>
    </dgm:pt>
    <dgm:pt modelId="9195">
      <dgm:t>
        <a:p>
          <a:r>
            <a:t>n9195</a:t>
          </a:r>
        </a:p>
      </dgm:t>
    </dgm:pt>
    <dgm:pt modelId="9196">
      <dgm:t>
        <a:p>
          <a:r>
            <a:t>n9196</a:t>
          </a:r>
        </a:p>
      </dgm:t>
    </dgm:pt>
    <dgm:pt modelId="9197">
      <dgm:t>
        <a:p>
          <a:r>
            <a:t>n9197</a:t>
          </a:r>
        </a:p>
      </dgm:t>
    </dgm:pt>
    <dgm:pt modelId="9198">
      <dgm:t>
        <a:p>
          <a:r>
            <a:t>n9198</a:t>
          </a:r>
        </a:p>
      </dgm:t>
    </dgm:pt>
    <dgm:pt modelId="9199">
      <dgm:t>
        <a:p>
          <a:r>
            <a:t>n9199</a:t>
          </a:r>
        </a:p>
      </dgm:t>
    </dgm:pt>
    <dgm:pt modelId="9200">
      <dgm:t>
        <a:p>
          <a:r>
            <a:t>n9200</a:t>
          </a:r>
        </a:p>
      </dgm:t>
    </dgm:pt>
    <dgm:pt modelId="9201">
      <dgm:t>
        <a:p>
          <a:r>
            <a:t>n9201</a:t>
          </a:r>
        </a:p>
      </dgm:t>
    </dgm:pt>
    <dgm:pt modelId="9202">
      <dgm:t>
        <a:p>
          <a:r>
            <a:t>n9202</a:t>
          </a:r>
        </a:p>
      </dgm:t>
    </dgm:pt>
    <dgm:pt modelId="9203">
      <dgm:t>
        <a:p>
          <a:r>
            <a:t>n9203</a:t>
          </a:r>
        </a:p>
      </dgm:t>
    </dgm:pt>
    <dgm:pt modelId="9204">
      <dgm:t>
        <a:p>
          <a:r>
            <a:t>n9204</a:t>
          </a:r>
        </a:p>
      </dgm:t>
    </dgm:pt>
    <dgm:pt modelId="9205">
      <dgm:t>
        <a:p>
          <a:r>
            <a:t>n9205</a:t>
          </a:r>
        </a:p>
      </dgm:t>
    </dgm:pt>
    <dgm:pt modelId="9206">
      <dgm:t>
        <a:p>
          <a:r>
            <a:t>n9206</a:t>
          </a:r>
        </a:p>
      </dgm:t>
    </dgm:pt>
    <dgm:pt modelId="9207">
      <dgm:t>
        <a:p>
          <a:r>
            <a:t>n9207</a:t>
          </a:r>
        </a:p>
      </dgm:t>
    </dgm:pt>
    <dgm:pt modelId="9208">
      <dgm:t>
        <a:p>
          <a:r>
            <a:t>n9208</a:t>
          </a:r>
        </a:p>
      </dgm:t>
    </dgm:pt>
    <dgm:pt modelId="9209">
      <dgm:t>
        <a:p>
          <a:r>
            <a:t>n9209</a:t>
          </a:r>
        </a:p>
      </dgm:t>
    </dgm:pt>
    <dgm:pt modelId="9210">
      <dgm:t>
        <a:p>
          <a:r>
            <a:t>n9210</a:t>
          </a:r>
        </a:p>
      </dgm:t>
    </dgm:pt>
    <dgm:pt modelId="9211">
      <dgm:t>
        <a:p>
          <a:r>
            <a:t>n9211</a:t>
          </a:r>
        </a:p>
      </dgm:t>
    </dgm:pt>
    <dgm:pt modelId="9212">
      <dgm:t>
        <a:p>
          <a:r>
            <a:t>n9212</a:t>
          </a:r>
        </a:p>
      </dgm:t>
    </dgm:pt>
    <dgm:pt modelId="9213">
      <dgm:t>
        <a:p>
          <a:r>
            <a:t>n9213</a:t>
          </a:r>
        </a:p>
      </dgm:t>
    </dgm:pt>
    <dgm:pt modelId="9214">
      <dgm:t>
        <a:p>
          <a:r>
            <a:t>n9214</a:t>
          </a:r>
        </a:p>
      </dgm:t>
    </dgm:pt>
    <dgm:pt modelId="9215">
      <dgm:t>
        <a:p>
          <a:r>
            <a:t>n9215</a:t>
          </a:r>
        </a:p>
      </dgm:t>
    </dgm:pt>
    <dgm:pt modelId="9216">
      <dgm:t>
        <a:p>
          <a:r>
            <a:t>n9216</a:t>
          </a:r>
        </a:p>
      </dgm:t>
    </dgm:pt>
    <dgm:pt modelId="9217">
      <dgm:t>
        <a:p>
          <a:r>
            <a:t>n9217</a:t>
          </a:r>
        </a:p>
      </dgm:t>
    </dgm:pt>
    <dgm:pt modelId="9218">
      <dgm:t>
        <a:p>
          <a:r>
            <a:t>n9218</a:t>
          </a:r>
        </a:p>
      </dgm:t>
    </dgm:pt>
    <dgm:pt modelId="9219">
      <dgm:t>
        <a:p>
          <a:r>
            <a:t>n9219</a:t>
          </a:r>
        </a:p>
      </dgm:t>
    </dgm:pt>
    <dgm:pt modelId="9220">
      <dgm:t>
        <a:p>
          <a:r>
            <a:t>n9220</a:t>
          </a:r>
        </a:p>
      </dgm:t>
    </dgm:pt>
    <dgm:pt modelId="9221">
      <dgm:t>
        <a:p>
          <a:r>
            <a:t>n9221</a:t>
          </a:r>
        </a:p>
      </dgm:t>
    </dgm:pt>
    <dgm:pt modelId="9222">
      <dgm:t>
        <a:p>
          <a:r>
            <a:t>n9222</a:t>
          </a:r>
        </a:p>
      </dgm:t>
    </dgm:pt>
    <dgm:pt modelId="9223">
      <dgm:t>
        <a:p>
          <a:r>
            <a:t>n9223</a:t>
          </a:r>
        </a:p>
      </dgm:t>
    </dgm:pt>
    <dgm:pt modelId="9224">
      <dgm:t>
        <a:p>
          <a:r>
            <a:t>n9224</a:t>
          </a:r>
        </a:p>
      </dgm:t>
    </dgm:pt>
    <dgm:pt modelId="9225">
      <dgm:t>
        <a:p>
          <a:r>
            <a:t>n9225</a:t>
          </a:r>
        </a:p>
      </dgm:t>
    </dgm:pt>
    <dgm:pt modelId="9226">
      <dgm:t>
        <a:p>
          <a:r>
            <a:t>n9226</a:t>
          </a:r>
        </a:p>
      </dgm:t>
    </dgm:pt>
    <dgm:pt modelId="9227">
      <dgm:t>
        <a:p>
          <a:r>
            <a:t>n9227</a:t>
          </a:r>
        </a:p>
      </dgm:t>
    </dgm:pt>
    <dgm:pt modelId="9228">
      <dgm:t>
        <a:p>
          <a:r>
            <a:t>n9228</a:t>
          </a:r>
        </a:p>
      </dgm:t>
    </dgm:pt>
    <dgm:pt modelId="9229">
      <dgm:t>
        <a:p>
          <a:r>
            <a:t>n9229</a:t>
          </a:r>
        </a:p>
      </dgm:t>
    </dgm:pt>
    <dgm:pt modelId="9230">
      <dgm:t>
        <a:p>
          <a:r>
            <a:t>n9230</a:t>
          </a:r>
        </a:p>
      </dgm:t>
    </dgm:pt>
    <dgm:pt modelId="9231">
      <dgm:t>
        <a:p>
          <a:r>
            <a:t>n9231</a:t>
          </a:r>
        </a:p>
      </dgm:t>
    </dgm:pt>
    <dgm:pt modelId="9232">
      <dgm:t>
        <a:p>
          <a:r>
            <a:t>n9232</a:t>
          </a:r>
        </a:p>
      </dgm:t>
    </dgm:pt>
    <dgm:pt modelId="9233">
      <dgm:t>
        <a:p>
          <a:r>
            <a:t>n9233</a:t>
          </a:r>
        </a:p>
      </dgm:t>
    </dgm:pt>
    <dgm:pt modelId="9234">
      <dgm:t>
        <a:p>
          <a:r>
            <a:t>n9234</a:t>
          </a:r>
        </a:p>
      </dgm:t>
    </dgm:pt>
    <dgm:pt modelId="9235">
      <dgm:t>
        <a:p>
          <a:r>
            <a:t>n9235</a:t>
          </a:r>
        </a:p>
      </dgm:t>
    </dgm:pt>
    <dgm:pt modelId="9236">
      <dgm:t>
        <a:p>
          <a:r>
            <a:t>n9236</a:t>
          </a:r>
        </a:p>
      </dgm:t>
    </dgm:pt>
    <dgm:pt modelId="9237">
      <dgm:t>
        <a:p>
          <a:r>
            <a:t>n9237</a:t>
          </a:r>
        </a:p>
      </dgm:t>
    </dgm:pt>
    <dgm:pt modelId="9238">
      <dgm:t>
        <a:p>
          <a:r>
            <a:t>n9238</a:t>
          </a:r>
        </a:p>
      </dgm:t>
    </dgm:pt>
    <dgm:pt modelId="9239">
      <dgm:t>
        <a:p>
          <a:r>
            <a:t>n9239</a:t>
          </a:r>
        </a:p>
      </dgm:t>
    </dgm:pt>
    <dgm:pt modelId="9240">
      <dgm:t>
        <a:p>
          <a:r>
            <a:t>n9240</a:t>
          </a:r>
        </a:p>
      </dgm:t>
    </dgm:pt>
    <dgm:pt modelId="9241">
      <dgm:t>
        <a:p>
          <a:r>
            <a:t>n9241</a:t>
          </a:r>
        </a:p>
      </dgm:t>
    </dgm:pt>
    <dgm:pt modelId="9242">
      <dgm:t>
        <a:p>
          <a:r>
            <a:t>n9242</a:t>
          </a:r>
        </a:p>
      </dgm:t>
    </dgm:pt>
    <dgm:pt modelId="9243">
      <dgm:t>
        <a:p>
          <a:r>
            <a:t>n9243</a:t>
          </a:r>
        </a:p>
      </dgm:t>
    </dgm:pt>
    <dgm:pt modelId="9244">
      <dgm:t>
        <a:p>
          <a:r>
            <a:t>n9244</a:t>
          </a:r>
        </a:p>
      </dgm:t>
    </dgm:pt>
    <dgm:pt modelId="9245">
      <dgm:t>
        <a:p>
          <a:r>
            <a:t>n9245</a:t>
          </a:r>
        </a:p>
      </dgm:t>
    </dgm:pt>
    <dgm:pt modelId="9246">
      <dgm:t>
        <a:p>
          <a:r>
            <a:t>n9246</a:t>
          </a:r>
        </a:p>
      </dgm:t>
    </dgm:pt>
    <dgm:pt modelId="9247">
      <dgm:t>
        <a:p>
          <a:r>
            <a:t>n9247</a:t>
          </a:r>
        </a:p>
      </dgm:t>
    </dgm:pt>
    <dgm:pt modelId="9248">
      <dgm:t>
        <a:p>
          <a:r>
            <a:t>n9248</a:t>
          </a:r>
        </a:p>
      </dgm:t>
    </dgm:pt>
    <dgm:pt modelId="9249">
      <dgm:t>
        <a:p>
          <a:r>
            <a:t>n9249</a:t>
          </a:r>
        </a:p>
      </dgm:t>
    </dgm:pt>
    <dgm:pt modelId="9250">
      <dgm:t>
        <a:p>
          <a:r>
            <a:t>n9250</a:t>
          </a:r>
        </a:p>
      </dgm:t>
    </dgm:pt>
    <dgm:pt modelId="9251">
      <dgm:t>
        <a:p>
          <a:r>
            <a:t>n9251</a:t>
          </a:r>
        </a:p>
      </dgm:t>
    </dgm:pt>
    <dgm:pt modelId="9252">
      <dgm:t>
        <a:p>
          <a:r>
            <a:t>n9252</a:t>
          </a:r>
        </a:p>
      </dgm:t>
    </dgm:pt>
    <dgm:pt modelId="9253">
      <dgm:t>
        <a:p>
          <a:r>
            <a:t>n9253</a:t>
          </a:r>
        </a:p>
      </dgm:t>
    </dgm:pt>
    <dgm:pt modelId="9254">
      <dgm:t>
        <a:p>
          <a:r>
            <a:t>n9254</a:t>
          </a:r>
        </a:p>
      </dgm:t>
    </dgm:pt>
    <dgm:pt modelId="9255">
      <dgm:t>
        <a:p>
          <a:r>
            <a:t>n9255</a:t>
          </a:r>
        </a:p>
      </dgm:t>
    </dgm:pt>
    <dgm:pt modelId="9256">
      <dgm:t>
        <a:p>
          <a:r>
            <a:t>n9256</a:t>
          </a:r>
        </a:p>
      </dgm:t>
    </dgm:pt>
    <dgm:pt modelId="9257">
      <dgm:t>
        <a:p>
          <a:r>
            <a:t>n9257</a:t>
          </a:r>
        </a:p>
      </dgm:t>
    </dgm:pt>
    <dgm:pt modelId="9258">
      <dgm:t>
        <a:p>
          <a:r>
            <a:t>n9258</a:t>
          </a:r>
        </a:p>
      </dgm:t>
    </dgm:pt>
    <dgm:pt modelId="9259">
      <dgm:t>
        <a:p>
          <a:r>
            <a:t>n9259</a:t>
          </a:r>
        </a:p>
      </dgm:t>
    </dgm:pt>
    <dgm:pt modelId="9260">
      <dgm:t>
        <a:p>
          <a:r>
            <a:t>n9260</a:t>
          </a:r>
        </a:p>
      </dgm:t>
    </dgm:pt>
    <dgm:pt modelId="9261">
      <dgm:t>
        <a:p>
          <a:r>
            <a:t>n9261</a:t>
          </a:r>
        </a:p>
      </dgm:t>
    </dgm:pt>
    <dgm:pt modelId="9262">
      <dgm:t>
        <a:p>
          <a:r>
            <a:t>n9262</a:t>
          </a:r>
        </a:p>
      </dgm:t>
    </dgm:pt>
    <dgm:pt modelId="9263">
      <dgm:t>
        <a:p>
          <a:r>
            <a:t>n9263</a:t>
          </a:r>
        </a:p>
      </dgm:t>
    </dgm:pt>
    <dgm:pt modelId="9264">
      <dgm:t>
        <a:p>
          <a:r>
            <a:t>n9264</a:t>
          </a:r>
        </a:p>
      </dgm:t>
    </dgm:pt>
    <dgm:pt modelId="9265">
      <dgm:t>
        <a:p>
          <a:r>
            <a:t>n9265</a:t>
          </a:r>
        </a:p>
      </dgm:t>
    </dgm:pt>
    <dgm:pt modelId="9266">
      <dgm:t>
        <a:p>
          <a:r>
            <a:t>n9266</a:t>
          </a:r>
        </a:p>
      </dgm:t>
    </dgm:pt>
    <dgm:pt modelId="9267">
      <dgm:t>
        <a:p>
          <a:r>
            <a:t>n9267</a:t>
          </a:r>
        </a:p>
      </dgm:t>
    </dgm:pt>
    <dgm:pt modelId="9268">
      <dgm:t>
        <a:p>
          <a:r>
            <a:t>n9268</a:t>
          </a:r>
        </a:p>
      </dgm:t>
    </dgm:pt>
    <dgm:pt modelId="9269">
      <dgm:t>
        <a:p>
          <a:r>
            <a:t>n9269</a:t>
          </a:r>
        </a:p>
      </dgm:t>
    </dgm:pt>
    <dgm:pt modelId="9270">
      <dgm:t>
        <a:p>
          <a:r>
            <a:t>n9270</a:t>
          </a:r>
        </a:p>
      </dgm:t>
    </dgm:pt>
    <dgm:pt modelId="9271">
      <dgm:t>
        <a:p>
          <a:r>
            <a:t>n9271</a:t>
          </a:r>
        </a:p>
      </dgm:t>
    </dgm:pt>
    <dgm:pt modelId="9272">
      <dgm:t>
        <a:p>
          <a:r>
            <a:t>n9272</a:t>
          </a:r>
        </a:p>
      </dgm:t>
    </dgm:pt>
    <dgm:pt modelId="9273">
      <dgm:t>
        <a:p>
          <a:r>
            <a:t>n9273</a:t>
          </a:r>
        </a:p>
      </dgm:t>
    </dgm:pt>
    <dgm:pt modelId="9274">
      <dgm:t>
        <a:p>
          <a:r>
            <a:t>n9274</a:t>
          </a:r>
        </a:p>
      </dgm:t>
    </dgm:pt>
    <dgm:pt modelId="9275">
      <dgm:t>
        <a:p>
          <a:r>
            <a:t>n9275</a:t>
          </a:r>
        </a:p>
      </dgm:t>
    </dgm:pt>
    <dgm:pt modelId="9276">
      <dgm:t>
        <a:p>
          <a:r>
            <a:t>n9276</a:t>
          </a:r>
        </a:p>
      </dgm:t>
    </dgm:pt>
    <dgm:pt modelId="9277">
      <dgm:t>
        <a:p>
          <a:r>
            <a:t>n9277</a:t>
          </a:r>
        </a:p>
      </dgm:t>
    </dgm:pt>
    <dgm:pt modelId="9278">
      <dgm:t>
        <a:p>
          <a:r>
            <a:t>n9278</a:t>
          </a:r>
        </a:p>
      </dgm:t>
    </dgm:pt>
    <dgm:pt modelId="9279">
      <dgm:t>
        <a:p>
          <a:r>
            <a:t>n9279</a:t>
          </a:r>
        </a:p>
      </dgm:t>
    </dgm:pt>
    <dgm:pt modelId="9280">
      <dgm:t>
        <a:p>
          <a:r>
            <a:t>n9280</a:t>
          </a:r>
        </a:p>
      </dgm:t>
    </dgm:pt>
    <dgm:pt modelId="9281">
      <dgm:t>
        <a:p>
          <a:r>
            <a:t>n9281</a:t>
          </a:r>
        </a:p>
      </dgm:t>
    </dgm:pt>
    <dgm:pt modelId="9282">
      <dgm:t>
        <a:p>
          <a:r>
            <a:t>n9282</a:t>
          </a:r>
        </a:p>
      </dgm:t>
    </dgm:pt>
    <dgm:pt modelId="9283">
      <dgm:t>
        <a:p>
          <a:r>
            <a:t>n9283</a:t>
          </a:r>
        </a:p>
      </dgm:t>
    </dgm:pt>
    <dgm:pt modelId="9284">
      <dgm:t>
        <a:p>
          <a:r>
            <a:t>n9284</a:t>
          </a:r>
        </a:p>
      </dgm:t>
    </dgm:pt>
    <dgm:pt modelId="9285">
      <dgm:t>
        <a:p>
          <a:r>
            <a:t>n9285</a:t>
          </a:r>
        </a:p>
      </dgm:t>
    </dgm:pt>
    <dgm:pt modelId="9286">
      <dgm:t>
        <a:p>
          <a:r>
            <a:t>n9286</a:t>
          </a:r>
        </a:p>
      </dgm:t>
    </dgm:pt>
    <dgm:pt modelId="9287">
      <dgm:t>
        <a:p>
          <a:r>
            <a:t>n9287</a:t>
          </a:r>
        </a:p>
      </dgm:t>
    </dgm:pt>
    <dgm:pt modelId="9288">
      <dgm:t>
        <a:p>
          <a:r>
            <a:t>n9288</a:t>
          </a:r>
        </a:p>
      </dgm:t>
    </dgm:pt>
    <dgm:pt modelId="9289">
      <dgm:t>
        <a:p>
          <a:r>
            <a:t>n9289</a:t>
          </a:r>
        </a:p>
      </dgm:t>
    </dgm:pt>
    <dgm:pt modelId="9290">
      <dgm:t>
        <a:p>
          <a:r>
            <a:t>n9290</a:t>
          </a:r>
        </a:p>
      </dgm:t>
    </dgm:pt>
    <dgm:pt modelId="9291">
      <dgm:t>
        <a:p>
          <a:r>
            <a:t>n9291</a:t>
          </a:r>
        </a:p>
      </dgm:t>
    </dgm:pt>
    <dgm:pt modelId="9292">
      <dgm:t>
        <a:p>
          <a:r>
            <a:t>n9292</a:t>
          </a:r>
        </a:p>
      </dgm:t>
    </dgm:pt>
    <dgm:pt modelId="9293">
      <dgm:t>
        <a:p>
          <a:r>
            <a:t>n9293</a:t>
          </a:r>
        </a:p>
      </dgm:t>
    </dgm:pt>
    <dgm:pt modelId="9294">
      <dgm:t>
        <a:p>
          <a:r>
            <a:t>n9294</a:t>
          </a:r>
        </a:p>
      </dgm:t>
    </dgm:pt>
    <dgm:pt modelId="9295">
      <dgm:t>
        <a:p>
          <a:r>
            <a:t>n9295</a:t>
          </a:r>
        </a:p>
      </dgm:t>
    </dgm:pt>
    <dgm:pt modelId="9296">
      <dgm:t>
        <a:p>
          <a:r>
            <a:t>n9296</a:t>
          </a:r>
        </a:p>
      </dgm:t>
    </dgm:pt>
    <dgm:pt modelId="9297">
      <dgm:t>
        <a:p>
          <a:r>
            <a:t>n9297</a:t>
          </a:r>
        </a:p>
      </dgm:t>
    </dgm:pt>
    <dgm:pt modelId="9298">
      <dgm:t>
        <a:p>
          <a:r>
            <a:t>n9298</a:t>
          </a:r>
        </a:p>
      </dgm:t>
    </dgm:pt>
    <dgm:pt modelId="9299">
      <dgm:t>
        <a:p>
          <a:r>
            <a:t>n9299</a:t>
          </a:r>
        </a:p>
      </dgm:t>
    </dgm:pt>
    <dgm:pt modelId="9300">
      <dgm:t>
        <a:p>
          <a:r>
            <a:t>n9300</a:t>
          </a:r>
        </a:p>
      </dgm:t>
    </dgm:pt>
    <dgm:pt modelId="9301">
      <dgm:t>
        <a:p>
          <a:r>
            <a:t>n9301</a:t>
          </a:r>
        </a:p>
      </dgm:t>
    </dgm:pt>
    <dgm:pt modelId="9302">
      <dgm:t>
        <a:p>
          <a:r>
            <a:t>n9302</a:t>
          </a:r>
        </a:p>
      </dgm:t>
    </dgm:pt>
    <dgm:pt modelId="9303">
      <dgm:t>
        <a:p>
          <a:r>
            <a:t>n9303</a:t>
          </a:r>
        </a:p>
      </dgm:t>
    </dgm:pt>
    <dgm:pt modelId="9304">
      <dgm:t>
        <a:p>
          <a:r>
            <a:t>n9304</a:t>
          </a:r>
        </a:p>
      </dgm:t>
    </dgm:pt>
    <dgm:pt modelId="9305">
      <dgm:t>
        <a:p>
          <a:r>
            <a:t>n9305</a:t>
          </a:r>
        </a:p>
      </dgm:t>
    </dgm:pt>
    <dgm:pt modelId="9306">
      <dgm:t>
        <a:p>
          <a:r>
            <a:t>n9306</a:t>
          </a:r>
        </a:p>
      </dgm:t>
    </dgm:pt>
    <dgm:pt modelId="9307">
      <dgm:t>
        <a:p>
          <a:r>
            <a:t>n9307</a:t>
          </a:r>
        </a:p>
      </dgm:t>
    </dgm:pt>
    <dgm:pt modelId="9308">
      <dgm:t>
        <a:p>
          <a:r>
            <a:t>n9308</a:t>
          </a:r>
        </a:p>
      </dgm:t>
    </dgm:pt>
    <dgm:pt modelId="9309">
      <dgm:t>
        <a:p>
          <a:r>
            <a:t>n9309</a:t>
          </a:r>
        </a:p>
      </dgm:t>
    </dgm:pt>
    <dgm:pt modelId="9310">
      <dgm:t>
        <a:p>
          <a:r>
            <a:t>n9310</a:t>
          </a:r>
        </a:p>
      </dgm:t>
    </dgm:pt>
    <dgm:pt modelId="9311">
      <dgm:t>
        <a:p>
          <a:r>
            <a:t>n9311</a:t>
          </a:r>
        </a:p>
      </dgm:t>
    </dgm:pt>
    <dgm:pt modelId="9312">
      <dgm:t>
        <a:p>
          <a:r>
            <a:t>n9312</a:t>
          </a:r>
        </a:p>
      </dgm:t>
    </dgm:pt>
    <dgm:pt modelId="9313">
      <dgm:t>
        <a:p>
          <a:r>
            <a:t>n9313</a:t>
          </a:r>
        </a:p>
      </dgm:t>
    </dgm:pt>
    <dgm:pt modelId="9314">
      <dgm:t>
        <a:p>
          <a:r>
            <a:t>n9314</a:t>
          </a:r>
        </a:p>
      </dgm:t>
    </dgm:pt>
    <dgm:pt modelId="9315">
      <dgm:t>
        <a:p>
          <a:r>
            <a:t>n9315</a:t>
          </a:r>
        </a:p>
      </dgm:t>
    </dgm:pt>
    <dgm:pt modelId="9316">
      <dgm:t>
        <a:p>
          <a:r>
            <a:t>n9316</a:t>
          </a:r>
        </a:p>
      </dgm:t>
    </dgm:pt>
    <dgm:pt modelId="9317">
      <dgm:t>
        <a:p>
          <a:r>
            <a:t>n9317</a:t>
          </a:r>
        </a:p>
      </dgm:t>
    </dgm:pt>
    <dgm:pt modelId="9318">
      <dgm:t>
        <a:p>
          <a:r>
            <a:t>n9318</a:t>
          </a:r>
        </a:p>
      </dgm:t>
    </dgm:pt>
    <dgm:pt modelId="9319">
      <dgm:t>
        <a:p>
          <a:r>
            <a:t>n9319</a:t>
          </a:r>
        </a:p>
      </dgm:t>
    </dgm:pt>
    <dgm:pt modelId="9320">
      <dgm:t>
        <a:p>
          <a:r>
            <a:t>n9320</a:t>
          </a:r>
        </a:p>
      </dgm:t>
    </dgm:pt>
    <dgm:pt modelId="9321">
      <dgm:t>
        <a:p>
          <a:r>
            <a:t>n9321</a:t>
          </a:r>
        </a:p>
      </dgm:t>
    </dgm:pt>
    <dgm:pt modelId="9322">
      <dgm:t>
        <a:p>
          <a:r>
            <a:t>n9322</a:t>
          </a:r>
        </a:p>
      </dgm:t>
    </dgm:pt>
    <dgm:pt modelId="9323">
      <dgm:t>
        <a:p>
          <a:r>
            <a:t>n9323</a:t>
          </a:r>
        </a:p>
      </dgm:t>
    </dgm:pt>
    <dgm:pt modelId="9324">
      <dgm:t>
        <a:p>
          <a:r>
            <a:t>n9324</a:t>
          </a:r>
        </a:p>
      </dgm:t>
    </dgm:pt>
    <dgm:pt modelId="9325">
      <dgm:t>
        <a:p>
          <a:r>
            <a:t>n9325</a:t>
          </a:r>
        </a:p>
      </dgm:t>
    </dgm:pt>
    <dgm:pt modelId="9326">
      <dgm:t>
        <a:p>
          <a:r>
            <a:t>n9326</a:t>
          </a:r>
        </a:p>
      </dgm:t>
    </dgm:pt>
    <dgm:pt modelId="9327">
      <dgm:t>
        <a:p>
          <a:r>
            <a:t>n9327</a:t>
          </a:r>
        </a:p>
      </dgm:t>
    </dgm:pt>
    <dgm:pt modelId="9328">
      <dgm:t>
        <a:p>
          <a:r>
            <a:t>n9328</a:t>
          </a:r>
        </a:p>
      </dgm:t>
    </dgm:pt>
    <dgm:pt modelId="9329">
      <dgm:t>
        <a:p>
          <a:r>
            <a:t>n9329</a:t>
          </a:r>
        </a:p>
      </dgm:t>
    </dgm:pt>
    <dgm:pt modelId="9330">
      <dgm:t>
        <a:p>
          <a:r>
            <a:t>n9330</a:t>
          </a:r>
        </a:p>
      </dgm:t>
    </dgm:pt>
    <dgm:pt modelId="9331">
      <dgm:t>
        <a:p>
          <a:r>
            <a:t>n9331</a:t>
          </a:r>
        </a:p>
      </dgm:t>
    </dgm:pt>
    <dgm:pt modelId="9332">
      <dgm:t>
        <a:p>
          <a:r>
            <a:t>n9332</a:t>
          </a:r>
        </a:p>
      </dgm:t>
    </dgm:pt>
    <dgm:pt modelId="9333">
      <dgm:t>
        <a:p>
          <a:r>
            <a:t>n9333</a:t>
          </a:r>
        </a:p>
      </dgm:t>
    </dgm:pt>
    <dgm:pt modelId="9334">
      <dgm:t>
        <a:p>
          <a:r>
            <a:t>n9334</a:t>
          </a:r>
        </a:p>
      </dgm:t>
    </dgm:pt>
    <dgm:pt modelId="9335">
      <dgm:t>
        <a:p>
          <a:r>
            <a:t>n9335</a:t>
          </a:r>
        </a:p>
      </dgm:t>
    </dgm:pt>
    <dgm:pt modelId="9336">
      <dgm:t>
        <a:p>
          <a:r>
            <a:t>n9336</a:t>
          </a:r>
        </a:p>
      </dgm:t>
    </dgm:pt>
    <dgm:pt modelId="9337">
      <dgm:t>
        <a:p>
          <a:r>
            <a:t>n9337</a:t>
          </a:r>
        </a:p>
      </dgm:t>
    </dgm:pt>
    <dgm:pt modelId="9338">
      <dgm:t>
        <a:p>
          <a:r>
            <a:t>n9338</a:t>
          </a:r>
        </a:p>
      </dgm:t>
    </dgm:pt>
    <dgm:pt modelId="9339">
      <dgm:t>
        <a:p>
          <a:r>
            <a:t>n9339</a:t>
          </a:r>
        </a:p>
      </dgm:t>
    </dgm:pt>
    <dgm:pt modelId="9340">
      <dgm:t>
        <a:p>
          <a:r>
            <a:t>n9340</a:t>
          </a:r>
        </a:p>
      </dgm:t>
    </dgm:pt>
    <dgm:pt modelId="9341">
      <dgm:t>
        <a:p>
          <a:r>
            <a:t>n9341</a:t>
          </a:r>
        </a:p>
      </dgm:t>
    </dgm:pt>
    <dgm:pt modelId="9342">
      <dgm:t>
        <a:p>
          <a:r>
            <a:t>n9342</a:t>
          </a:r>
        </a:p>
      </dgm:t>
    </dgm:pt>
    <dgm:pt modelId="9343">
      <dgm:t>
        <a:p>
          <a:r>
            <a:t>n9343</a:t>
          </a:r>
        </a:p>
      </dgm:t>
    </dgm:pt>
    <dgm:pt modelId="9344">
      <dgm:t>
        <a:p>
          <a:r>
            <a:t>n9344</a:t>
          </a:r>
        </a:p>
      </dgm:t>
    </dgm:pt>
    <dgm:pt modelId="9345">
      <dgm:t>
        <a:p>
          <a:r>
            <a:t>n9345</a:t>
          </a:r>
        </a:p>
      </dgm:t>
    </dgm:pt>
    <dgm:pt modelId="9346">
      <dgm:t>
        <a:p>
          <a:r>
            <a:t>n9346</a:t>
          </a:r>
        </a:p>
      </dgm:t>
    </dgm:pt>
    <dgm:pt modelId="9347">
      <dgm:t>
        <a:p>
          <a:r>
            <a:t>n9347</a:t>
          </a:r>
        </a:p>
      </dgm:t>
    </dgm:pt>
    <dgm:pt modelId="9348">
      <dgm:t>
        <a:p>
          <a:r>
            <a:t>n9348</a:t>
          </a:r>
        </a:p>
      </dgm:t>
    </dgm:pt>
    <dgm:pt modelId="9349">
      <dgm:t>
        <a:p>
          <a:r>
            <a:t>n9349</a:t>
          </a:r>
        </a:p>
      </dgm:t>
    </dgm:pt>
    <dgm:pt modelId="9350">
      <dgm:t>
        <a:p>
          <a:r>
            <a:t>n9350</a:t>
          </a:r>
        </a:p>
      </dgm:t>
    </dgm:pt>
    <dgm:pt modelId="9351">
      <dgm:t>
        <a:p>
          <a:r>
            <a:t>n9351</a:t>
          </a:r>
        </a:p>
      </dgm:t>
    </dgm:pt>
    <dgm:pt modelId="9352">
      <dgm:t>
        <a:p>
          <a:r>
            <a:t>n9352</a:t>
          </a:r>
        </a:p>
      </dgm:t>
    </dgm:pt>
    <dgm:pt modelId="9353">
      <dgm:t>
        <a:p>
          <a:r>
            <a:t>n9353</a:t>
          </a:r>
        </a:p>
      </dgm:t>
    </dgm:pt>
    <dgm:pt modelId="9354">
      <dgm:t>
        <a:p>
          <a:r>
            <a:t>n9354</a:t>
          </a:r>
        </a:p>
      </dgm:t>
    </dgm:pt>
    <dgm:pt modelId="9355">
      <dgm:t>
        <a:p>
          <a:r>
            <a:t>n9355</a:t>
          </a:r>
        </a:p>
      </dgm:t>
    </dgm:pt>
    <dgm:pt modelId="9356">
      <dgm:t>
        <a:p>
          <a:r>
            <a:t>n9356</a:t>
          </a:r>
        </a:p>
      </dgm:t>
    </dgm:pt>
    <dgm:pt modelId="9357">
      <dgm:t>
        <a:p>
          <a:r>
            <a:t>n9357</a:t>
          </a:r>
        </a:p>
      </dgm:t>
    </dgm:pt>
    <dgm:pt modelId="9358">
      <dgm:t>
        <a:p>
          <a:r>
            <a:t>n9358</a:t>
          </a:r>
        </a:p>
      </dgm:t>
    </dgm:pt>
    <dgm:pt modelId="9359">
      <dgm:t>
        <a:p>
          <a:r>
            <a:t>n9359</a:t>
          </a:r>
        </a:p>
      </dgm:t>
    </dgm:pt>
    <dgm:pt modelId="9360">
      <dgm:t>
        <a:p>
          <a:r>
            <a:t>n9360</a:t>
          </a:r>
        </a:p>
      </dgm:t>
    </dgm:pt>
    <dgm:pt modelId="9361">
      <dgm:t>
        <a:p>
          <a:r>
            <a:t>n9361</a:t>
          </a:r>
        </a:p>
      </dgm:t>
    </dgm:pt>
    <dgm:pt modelId="9362">
      <dgm:t>
        <a:p>
          <a:r>
            <a:t>n9362</a:t>
          </a:r>
        </a:p>
      </dgm:t>
    </dgm:pt>
    <dgm:pt modelId="9363">
      <dgm:t>
        <a:p>
          <a:r>
            <a:t>n9363</a:t>
          </a:r>
        </a:p>
      </dgm:t>
    </dgm:pt>
    <dgm:pt modelId="9364">
      <dgm:t>
        <a:p>
          <a:r>
            <a:t>n9364</a:t>
          </a:r>
        </a:p>
      </dgm:t>
    </dgm:pt>
    <dgm:pt modelId="9365">
      <dgm:t>
        <a:p>
          <a:r>
            <a:t>n9365</a:t>
          </a:r>
        </a:p>
      </dgm:t>
    </dgm:pt>
    <dgm:pt modelId="9366">
      <dgm:t>
        <a:p>
          <a:r>
            <a:t>n9366</a:t>
          </a:r>
        </a:p>
      </dgm:t>
    </dgm:pt>
    <dgm:pt modelId="9367">
      <dgm:t>
        <a:p>
          <a:r>
            <a:t>n9367</a:t>
          </a:r>
        </a:p>
      </dgm:t>
    </dgm:pt>
    <dgm:pt modelId="9368">
      <dgm:t>
        <a:p>
          <a:r>
            <a:t>n9368</a:t>
          </a:r>
        </a:p>
      </dgm:t>
    </dgm:pt>
    <dgm:pt modelId="9369">
      <dgm:t>
        <a:p>
          <a:r>
            <a:t>n9369</a:t>
          </a:r>
        </a:p>
      </dgm:t>
    </dgm:pt>
    <dgm:pt modelId="9370">
      <dgm:t>
        <a:p>
          <a:r>
            <a:t>n9370</a:t>
          </a:r>
        </a:p>
      </dgm:t>
    </dgm:pt>
    <dgm:pt modelId="9371">
      <dgm:t>
        <a:p>
          <a:r>
            <a:t>n9371</a:t>
          </a:r>
        </a:p>
      </dgm:t>
    </dgm:pt>
    <dgm:pt modelId="9372">
      <dgm:t>
        <a:p>
          <a:r>
            <a:t>n9372</a:t>
          </a:r>
        </a:p>
      </dgm:t>
    </dgm:pt>
    <dgm:pt modelId="9373">
      <dgm:t>
        <a:p>
          <a:r>
            <a:t>n9373</a:t>
          </a:r>
        </a:p>
      </dgm:t>
    </dgm:pt>
    <dgm:pt modelId="9374">
      <dgm:t>
        <a:p>
          <a:r>
            <a:t>n9374</a:t>
          </a:r>
        </a:p>
      </dgm:t>
    </dgm:pt>
    <dgm:pt modelId="9375">
      <dgm:t>
        <a:p>
          <a:r>
            <a:t>n9375</a:t>
          </a:r>
        </a:p>
      </dgm:t>
    </dgm:pt>
    <dgm:pt modelId="9376">
      <dgm:t>
        <a:p>
          <a:r>
            <a:t>n9376</a:t>
          </a:r>
        </a:p>
      </dgm:t>
    </dgm:pt>
    <dgm:pt modelId="9377">
      <dgm:t>
        <a:p>
          <a:r>
            <a:t>n9377</a:t>
          </a:r>
        </a:p>
      </dgm:t>
    </dgm:pt>
    <dgm:pt modelId="9378">
      <dgm:t>
        <a:p>
          <a:r>
            <a:t>n9378</a:t>
          </a:r>
        </a:p>
      </dgm:t>
    </dgm:pt>
    <dgm:pt modelId="9379">
      <dgm:t>
        <a:p>
          <a:r>
            <a:t>n9379</a:t>
          </a:r>
        </a:p>
      </dgm:t>
    </dgm:pt>
    <dgm:pt modelId="9380">
      <dgm:t>
        <a:p>
          <a:r>
            <a:t>n9380</a:t>
          </a:r>
        </a:p>
      </dgm:t>
    </dgm:pt>
    <dgm:pt modelId="9381">
      <dgm:t>
        <a:p>
          <a:r>
            <a:t>n9381</a:t>
          </a:r>
        </a:p>
      </dgm:t>
    </dgm:pt>
    <dgm:pt modelId="9382">
      <dgm:t>
        <a:p>
          <a:r>
            <a:t>n9382</a:t>
          </a:r>
        </a:p>
      </dgm:t>
    </dgm:pt>
    <dgm:pt modelId="9383">
      <dgm:t>
        <a:p>
          <a:r>
            <a:t>n9383</a:t>
          </a:r>
        </a:p>
      </dgm:t>
    </dgm:pt>
    <dgm:pt modelId="9384">
      <dgm:t>
        <a:p>
          <a:r>
            <a:t>n9384</a:t>
          </a:r>
        </a:p>
      </dgm:t>
    </dgm:pt>
    <dgm:pt modelId="9385">
      <dgm:t>
        <a:p>
          <a:r>
            <a:t>n9385</a:t>
          </a:r>
        </a:p>
      </dgm:t>
    </dgm:pt>
    <dgm:pt modelId="9386">
      <dgm:t>
        <a:p>
          <a:r>
            <a:t>n9386</a:t>
          </a:r>
        </a:p>
      </dgm:t>
    </dgm:pt>
    <dgm:pt modelId="9387">
      <dgm:t>
        <a:p>
          <a:r>
            <a:t>n9387</a:t>
          </a:r>
        </a:p>
      </dgm:t>
    </dgm:pt>
    <dgm:pt modelId="9388">
      <dgm:t>
        <a:p>
          <a:r>
            <a:t>n9388</a:t>
          </a:r>
        </a:p>
      </dgm:t>
    </dgm:pt>
    <dgm:pt modelId="9389">
      <dgm:t>
        <a:p>
          <a:r>
            <a:t>n9389</a:t>
          </a:r>
        </a:p>
      </dgm:t>
    </dgm:pt>
    <dgm:pt modelId="9390">
      <dgm:t>
        <a:p>
          <a:r>
            <a:t>n9390</a:t>
          </a:r>
        </a:p>
      </dgm:t>
    </dgm:pt>
    <dgm:pt modelId="9391">
      <dgm:t>
        <a:p>
          <a:r>
            <a:t>n9391</a:t>
          </a:r>
        </a:p>
      </dgm:t>
    </dgm:pt>
    <dgm:pt modelId="9392">
      <dgm:t>
        <a:p>
          <a:r>
            <a:t>n9392</a:t>
          </a:r>
        </a:p>
      </dgm:t>
    </dgm:pt>
    <dgm:pt modelId="9393">
      <dgm:t>
        <a:p>
          <a:r>
            <a:t>n9393</a:t>
          </a:r>
        </a:p>
      </dgm:t>
    </dgm:pt>
    <dgm:pt modelId="9394">
      <dgm:t>
        <a:p>
          <a:r>
            <a:t>n9394</a:t>
          </a:r>
        </a:p>
      </dgm:t>
    </dgm:pt>
    <dgm:pt modelId="9395">
      <dgm:t>
        <a:p>
          <a:r>
            <a:t>n9395</a:t>
          </a:r>
        </a:p>
      </dgm:t>
    </dgm:pt>
    <dgm:pt modelId="9396">
      <dgm:t>
        <a:p>
          <a:r>
            <a:t>n9396</a:t>
          </a:r>
        </a:p>
      </dgm:t>
    </dgm:pt>
    <dgm:pt modelId="9397">
      <dgm:t>
        <a:p>
          <a:r>
            <a:t>n9397</a:t>
          </a:r>
        </a:p>
      </dgm:t>
    </dgm:pt>
    <dgm:pt modelId="9398">
      <dgm:t>
        <a:p>
          <a:r>
            <a:t>n9398</a:t>
          </a:r>
        </a:p>
      </dgm:t>
    </dgm:pt>
    <dgm:pt modelId="9399">
      <dgm:t>
        <a:p>
          <a:r>
            <a:t>n9399</a:t>
          </a:r>
        </a:p>
      </dgm:t>
    </dgm:pt>
    <dgm:pt modelId="9400">
      <dgm:t>
        <a:p>
          <a:r>
            <a:t>n9400</a:t>
          </a:r>
        </a:p>
      </dgm:t>
    </dgm:pt>
    <dgm:pt modelId="9401">
      <dgm:t>
        <a:p>
          <a:r>
            <a:t>n9401</a:t>
          </a:r>
        </a:p>
      </dgm:t>
    </dgm:pt>
    <dgm:pt modelId="9402">
      <dgm:t>
        <a:p>
          <a:r>
            <a:t>n9402</a:t>
          </a:r>
        </a:p>
      </dgm:t>
    </dgm:pt>
    <dgm:pt modelId="9403">
      <dgm:t>
        <a:p>
          <a:r>
            <a:t>n9403</a:t>
          </a:r>
        </a:p>
      </dgm:t>
    </dgm:pt>
    <dgm:pt modelId="9404">
      <dgm:t>
        <a:p>
          <a:r>
            <a:t>n9404</a:t>
          </a:r>
        </a:p>
      </dgm:t>
    </dgm:pt>
    <dgm:pt modelId="9405">
      <dgm:t>
        <a:p>
          <a:r>
            <a:t>n9405</a:t>
          </a:r>
        </a:p>
      </dgm:t>
    </dgm:pt>
    <dgm:pt modelId="9406">
      <dgm:t>
        <a:p>
          <a:r>
            <a:t>n9406</a:t>
          </a:r>
        </a:p>
      </dgm:t>
    </dgm:pt>
    <dgm:pt modelId="9407">
      <dgm:t>
        <a:p>
          <a:r>
            <a:t>n9407</a:t>
          </a:r>
        </a:p>
      </dgm:t>
    </dgm:pt>
    <dgm:pt modelId="9408">
      <dgm:t>
        <a:p>
          <a:r>
            <a:t>n9408</a:t>
          </a:r>
        </a:p>
      </dgm:t>
    </dgm:pt>
    <dgm:pt modelId="9409">
      <dgm:t>
        <a:p>
          <a:r>
            <a:t>n9409</a:t>
          </a:r>
        </a:p>
      </dgm:t>
    </dgm:pt>
    <dgm:pt modelId="9410">
      <dgm:t>
        <a:p>
          <a:r>
            <a:t>n9410</a:t>
          </a:r>
        </a:p>
      </dgm:t>
    </dgm:pt>
    <dgm:pt modelId="9411">
      <dgm:t>
        <a:p>
          <a:r>
            <a:t>n9411</a:t>
          </a:r>
        </a:p>
      </dgm:t>
    </dgm:pt>
    <dgm:pt modelId="9412">
      <dgm:t>
        <a:p>
          <a:r>
            <a:t>n9412</a:t>
          </a:r>
        </a:p>
      </dgm:t>
    </dgm:pt>
    <dgm:pt modelId="9413">
      <dgm:t>
        <a:p>
          <a:r>
            <a:t>n9413</a:t>
          </a:r>
        </a:p>
      </dgm:t>
    </dgm:pt>
    <dgm:pt modelId="9414">
      <dgm:t>
        <a:p>
          <a:r>
            <a:t>n9414</a:t>
          </a:r>
        </a:p>
      </dgm:t>
    </dgm:pt>
    <dgm:pt modelId="9415">
      <dgm:t>
        <a:p>
          <a:r>
            <a:t>n9415</a:t>
          </a:r>
        </a:p>
      </dgm:t>
    </dgm:pt>
    <dgm:pt modelId="9416">
      <dgm:t>
        <a:p>
          <a:r>
            <a:t>n9416</a:t>
          </a:r>
        </a:p>
      </dgm:t>
    </dgm:pt>
    <dgm:pt modelId="9417">
      <dgm:t>
        <a:p>
          <a:r>
            <a:t>n9417</a:t>
          </a:r>
        </a:p>
      </dgm:t>
    </dgm:pt>
    <dgm:pt modelId="9418">
      <dgm:t>
        <a:p>
          <a:r>
            <a:t>n9418</a:t>
          </a:r>
        </a:p>
      </dgm:t>
    </dgm:pt>
    <dgm:pt modelId="9419">
      <dgm:t>
        <a:p>
          <a:r>
            <a:t>n9419</a:t>
          </a:r>
        </a:p>
      </dgm:t>
    </dgm:pt>
    <dgm:pt modelId="9420">
      <dgm:t>
        <a:p>
          <a:r>
            <a:t>n9420</a:t>
          </a:r>
        </a:p>
      </dgm:t>
    </dgm:pt>
    <dgm:pt modelId="9421">
      <dgm:t>
        <a:p>
          <a:r>
            <a:t>n9421</a:t>
          </a:r>
        </a:p>
      </dgm:t>
    </dgm:pt>
    <dgm:pt modelId="9422">
      <dgm:t>
        <a:p>
          <a:r>
            <a:t>n9422</a:t>
          </a:r>
        </a:p>
      </dgm:t>
    </dgm:pt>
    <dgm:pt modelId="9423">
      <dgm:t>
        <a:p>
          <a:r>
            <a:t>n9423</a:t>
          </a:r>
        </a:p>
      </dgm:t>
    </dgm:pt>
    <dgm:pt modelId="9424">
      <dgm:t>
        <a:p>
          <a:r>
            <a:t>n9424</a:t>
          </a:r>
        </a:p>
      </dgm:t>
    </dgm:pt>
    <dgm:pt modelId="9425">
      <dgm:t>
        <a:p>
          <a:r>
            <a:t>n9425</a:t>
          </a:r>
        </a:p>
      </dgm:t>
    </dgm:pt>
    <dgm:pt modelId="9426">
      <dgm:t>
        <a:p>
          <a:r>
            <a:t>n9426</a:t>
          </a:r>
        </a:p>
      </dgm:t>
    </dgm:pt>
    <dgm:pt modelId="9427">
      <dgm:t>
        <a:p>
          <a:r>
            <a:t>n9427</a:t>
          </a:r>
        </a:p>
      </dgm:t>
    </dgm:pt>
    <dgm:pt modelId="9428">
      <dgm:t>
        <a:p>
          <a:r>
            <a:t>n9428</a:t>
          </a:r>
        </a:p>
      </dgm:t>
    </dgm:pt>
    <dgm:pt modelId="9429">
      <dgm:t>
        <a:p>
          <a:r>
            <a:t>n9429</a:t>
          </a:r>
        </a:p>
      </dgm:t>
    </dgm:pt>
    <dgm:pt modelId="9430">
      <dgm:t>
        <a:p>
          <a:r>
            <a:t>n9430</a:t>
          </a:r>
        </a:p>
      </dgm:t>
    </dgm:pt>
    <dgm:pt modelId="9431">
      <dgm:t>
        <a:p>
          <a:r>
            <a:t>n9431</a:t>
          </a:r>
        </a:p>
      </dgm:t>
    </dgm:pt>
    <dgm:pt modelId="9432">
      <dgm:t>
        <a:p>
          <a:r>
            <a:t>n9432</a:t>
          </a:r>
        </a:p>
      </dgm:t>
    </dgm:pt>
    <dgm:pt modelId="9433">
      <dgm:t>
        <a:p>
          <a:r>
            <a:t>n9433</a:t>
          </a:r>
        </a:p>
      </dgm:t>
    </dgm:pt>
    <dgm:pt modelId="9434">
      <dgm:t>
        <a:p>
          <a:r>
            <a:t>n9434</a:t>
          </a:r>
        </a:p>
      </dgm:t>
    </dgm:pt>
    <dgm:pt modelId="9435">
      <dgm:t>
        <a:p>
          <a:r>
            <a:t>n9435</a:t>
          </a:r>
        </a:p>
      </dgm:t>
    </dgm:pt>
    <dgm:pt modelId="9436">
      <dgm:t>
        <a:p>
          <a:r>
            <a:t>n9436</a:t>
          </a:r>
        </a:p>
      </dgm:t>
    </dgm:pt>
    <dgm:pt modelId="9437">
      <dgm:t>
        <a:p>
          <a:r>
            <a:t>n9437</a:t>
          </a:r>
        </a:p>
      </dgm:t>
    </dgm:pt>
    <dgm:pt modelId="9438">
      <dgm:t>
        <a:p>
          <a:r>
            <a:t>n9438</a:t>
          </a:r>
        </a:p>
      </dgm:t>
    </dgm:pt>
    <dgm:pt modelId="9439">
      <dgm:t>
        <a:p>
          <a:r>
            <a:t>n9439</a:t>
          </a:r>
        </a:p>
      </dgm:t>
    </dgm:pt>
    <dgm:pt modelId="9440">
      <dgm:t>
        <a:p>
          <a:r>
            <a:t>n9440</a:t>
          </a:r>
        </a:p>
      </dgm:t>
    </dgm:pt>
    <dgm:pt modelId="9441">
      <dgm:t>
        <a:p>
          <a:r>
            <a:t>n9441</a:t>
          </a:r>
        </a:p>
      </dgm:t>
    </dgm:pt>
    <dgm:pt modelId="9442">
      <dgm:t>
        <a:p>
          <a:r>
            <a:t>n9442</a:t>
          </a:r>
        </a:p>
      </dgm:t>
    </dgm:pt>
    <dgm:pt modelId="9443">
      <dgm:t>
        <a:p>
          <a:r>
            <a:t>n9443</a:t>
          </a:r>
        </a:p>
      </dgm:t>
    </dgm:pt>
    <dgm:pt modelId="9444">
      <dgm:t>
        <a:p>
          <a:r>
            <a:t>n9444</a:t>
          </a:r>
        </a:p>
      </dgm:t>
    </dgm:pt>
    <dgm:pt modelId="9445">
      <dgm:t>
        <a:p>
          <a:r>
            <a:t>n9445</a:t>
          </a:r>
        </a:p>
      </dgm:t>
    </dgm:pt>
    <dgm:pt modelId="9446">
      <dgm:t>
        <a:p>
          <a:r>
            <a:t>n9446</a:t>
          </a:r>
        </a:p>
      </dgm:t>
    </dgm:pt>
    <dgm:pt modelId="9447">
      <dgm:t>
        <a:p>
          <a:r>
            <a:t>n9447</a:t>
          </a:r>
        </a:p>
      </dgm:t>
    </dgm:pt>
    <dgm:pt modelId="9448">
      <dgm:t>
        <a:p>
          <a:r>
            <a:t>n9448</a:t>
          </a:r>
        </a:p>
      </dgm:t>
    </dgm:pt>
    <dgm:pt modelId="9449">
      <dgm:t>
        <a:p>
          <a:r>
            <a:t>n9449</a:t>
          </a:r>
        </a:p>
      </dgm:t>
    </dgm:pt>
    <dgm:pt modelId="9450">
      <dgm:t>
        <a:p>
          <a:r>
            <a:t>n9450</a:t>
          </a:r>
        </a:p>
      </dgm:t>
    </dgm:pt>
    <dgm:pt modelId="9451">
      <dgm:t>
        <a:p>
          <a:r>
            <a:t>n9451</a:t>
          </a:r>
        </a:p>
      </dgm:t>
    </dgm:pt>
    <dgm:pt modelId="9452">
      <dgm:t>
        <a:p>
          <a:r>
            <a:t>n9452</a:t>
          </a:r>
        </a:p>
      </dgm:t>
    </dgm:pt>
    <dgm:pt modelId="9453">
      <dgm:t>
        <a:p>
          <a:r>
            <a:t>n9453</a:t>
          </a:r>
        </a:p>
      </dgm:t>
    </dgm:pt>
    <dgm:pt modelId="9454">
      <dgm:t>
        <a:p>
          <a:r>
            <a:t>n9454</a:t>
          </a:r>
        </a:p>
      </dgm:t>
    </dgm:pt>
    <dgm:pt modelId="9455">
      <dgm:t>
        <a:p>
          <a:r>
            <a:t>n9455</a:t>
          </a:r>
        </a:p>
      </dgm:t>
    </dgm:pt>
    <dgm:pt modelId="9456">
      <dgm:t>
        <a:p>
          <a:r>
            <a:t>n9456</a:t>
          </a:r>
        </a:p>
      </dgm:t>
    </dgm:pt>
    <dgm:pt modelId="9457">
      <dgm:t>
        <a:p>
          <a:r>
            <a:t>n9457</a:t>
          </a:r>
        </a:p>
      </dgm:t>
    </dgm:pt>
    <dgm:pt modelId="9458">
      <dgm:t>
        <a:p>
          <a:r>
            <a:t>n9458</a:t>
          </a:r>
        </a:p>
      </dgm:t>
    </dgm:pt>
    <dgm:pt modelId="9459">
      <dgm:t>
        <a:p>
          <a:r>
            <a:t>n9459</a:t>
          </a:r>
        </a:p>
      </dgm:t>
    </dgm:pt>
    <dgm:pt modelId="9460">
      <dgm:t>
        <a:p>
          <a:r>
            <a:t>n9460</a:t>
          </a:r>
        </a:p>
      </dgm:t>
    </dgm:pt>
    <dgm:pt modelId="9461">
      <dgm:t>
        <a:p>
          <a:r>
            <a:t>n9461</a:t>
          </a:r>
        </a:p>
      </dgm:t>
    </dgm:pt>
    <dgm:pt modelId="9462">
      <dgm:t>
        <a:p>
          <a:r>
            <a:t>n9462</a:t>
          </a:r>
        </a:p>
      </dgm:t>
    </dgm:pt>
    <dgm:pt modelId="9463">
      <dgm:t>
        <a:p>
          <a:r>
            <a:t>n9463</a:t>
          </a:r>
        </a:p>
      </dgm:t>
    </dgm:pt>
    <dgm:pt modelId="9464">
      <dgm:t>
        <a:p>
          <a:r>
            <a:t>n9464</a:t>
          </a:r>
        </a:p>
      </dgm:t>
    </dgm:pt>
    <dgm:pt modelId="9465">
      <dgm:t>
        <a:p>
          <a:r>
            <a:t>n9465</a:t>
          </a:r>
        </a:p>
      </dgm:t>
    </dgm:pt>
    <dgm:pt modelId="9466">
      <dgm:t>
        <a:p>
          <a:r>
            <a:t>n9466</a:t>
          </a:r>
        </a:p>
      </dgm:t>
    </dgm:pt>
    <dgm:pt modelId="9467">
      <dgm:t>
        <a:p>
          <a:r>
            <a:t>n9467</a:t>
          </a:r>
        </a:p>
      </dgm:t>
    </dgm:pt>
    <dgm:pt modelId="9468">
      <dgm:t>
        <a:p>
          <a:r>
            <a:t>n9468</a:t>
          </a:r>
        </a:p>
      </dgm:t>
    </dgm:pt>
    <dgm:pt modelId="9469">
      <dgm:t>
        <a:p>
          <a:r>
            <a:t>n9469</a:t>
          </a:r>
        </a:p>
      </dgm:t>
    </dgm:pt>
    <dgm:pt modelId="9470">
      <dgm:t>
        <a:p>
          <a:r>
            <a:t>n9470</a:t>
          </a:r>
        </a:p>
      </dgm:t>
    </dgm:pt>
    <dgm:pt modelId="9471">
      <dgm:t>
        <a:p>
          <a:r>
            <a:t>n9471</a:t>
          </a:r>
        </a:p>
      </dgm:t>
    </dgm:pt>
    <dgm:pt modelId="9472">
      <dgm:t>
        <a:p>
          <a:r>
            <a:t>n9472</a:t>
          </a:r>
        </a:p>
      </dgm:t>
    </dgm:pt>
    <dgm:pt modelId="9473">
      <dgm:t>
        <a:p>
          <a:r>
            <a:t>n9473</a:t>
          </a:r>
        </a:p>
      </dgm:t>
    </dgm:pt>
    <dgm:pt modelId="9474">
      <dgm:t>
        <a:p>
          <a:r>
            <a:t>n9474</a:t>
          </a:r>
        </a:p>
      </dgm:t>
    </dgm:pt>
    <dgm:pt modelId="9475">
      <dgm:t>
        <a:p>
          <a:r>
            <a:t>n9475</a:t>
          </a:r>
        </a:p>
      </dgm:t>
    </dgm:pt>
    <dgm:pt modelId="9476">
      <dgm:t>
        <a:p>
          <a:r>
            <a:t>n9476</a:t>
          </a:r>
        </a:p>
      </dgm:t>
    </dgm:pt>
    <dgm:pt modelId="9477">
      <dgm:t>
        <a:p>
          <a:r>
            <a:t>n9477</a:t>
          </a:r>
        </a:p>
      </dgm:t>
    </dgm:pt>
    <dgm:pt modelId="9478">
      <dgm:t>
        <a:p>
          <a:r>
            <a:t>n9478</a:t>
          </a:r>
        </a:p>
      </dgm:t>
    </dgm:pt>
    <dgm:pt modelId="9479">
      <dgm:t>
        <a:p>
          <a:r>
            <a:t>n9479</a:t>
          </a:r>
        </a:p>
      </dgm:t>
    </dgm:pt>
    <dgm:pt modelId="9480">
      <dgm:t>
        <a:p>
          <a:r>
            <a:t>n9480</a:t>
          </a:r>
        </a:p>
      </dgm:t>
    </dgm:pt>
    <dgm:pt modelId="9481">
      <dgm:t>
        <a:p>
          <a:r>
            <a:t>n9481</a:t>
          </a:r>
        </a:p>
      </dgm:t>
    </dgm:pt>
    <dgm:pt modelId="9482">
      <dgm:t>
        <a:p>
          <a:r>
            <a:t>n9482</a:t>
          </a:r>
        </a:p>
      </dgm:t>
    </dgm:pt>
    <dgm:pt modelId="9483">
      <dgm:t>
        <a:p>
          <a:r>
            <a:t>n9483</a:t>
          </a:r>
        </a:p>
      </dgm:t>
    </dgm:pt>
    <dgm:pt modelId="9484">
      <dgm:t>
        <a:p>
          <a:r>
            <a:t>n9484</a:t>
          </a:r>
        </a:p>
      </dgm:t>
    </dgm:pt>
    <dgm:pt modelId="9485">
      <dgm:t>
        <a:p>
          <a:r>
            <a:t>n9485</a:t>
          </a:r>
        </a:p>
      </dgm:t>
    </dgm:pt>
    <dgm:pt modelId="9486">
      <dgm:t>
        <a:p>
          <a:r>
            <a:t>n9486</a:t>
          </a:r>
        </a:p>
      </dgm:t>
    </dgm:pt>
    <dgm:pt modelId="9487">
      <dgm:t>
        <a:p>
          <a:r>
            <a:t>n9487</a:t>
          </a:r>
        </a:p>
      </dgm:t>
    </dgm:pt>
    <dgm:pt modelId="9488">
      <dgm:t>
        <a:p>
          <a:r>
            <a:t>n9488</a:t>
          </a:r>
        </a:p>
      </dgm:t>
    </dgm:pt>
    <dgm:pt modelId="9489">
      <dgm:t>
        <a:p>
          <a:r>
            <a:t>n9489</a:t>
          </a:r>
        </a:p>
      </dgm:t>
    </dgm:pt>
    <dgm:pt modelId="9490">
      <dgm:t>
        <a:p>
          <a:r>
            <a:t>n9490</a:t>
          </a:r>
        </a:p>
      </dgm:t>
    </dgm:pt>
    <dgm:pt modelId="9491">
      <dgm:t>
        <a:p>
          <a:r>
            <a:t>n9491</a:t>
          </a:r>
        </a:p>
      </dgm:t>
    </dgm:pt>
    <dgm:pt modelId="9492">
      <dgm:t>
        <a:p>
          <a:r>
            <a:t>n9492</a:t>
          </a:r>
        </a:p>
      </dgm:t>
    </dgm:pt>
    <dgm:pt modelId="9493">
      <dgm:t>
        <a:p>
          <a:r>
            <a:t>n9493</a:t>
          </a:r>
        </a:p>
      </dgm:t>
    </dgm:pt>
    <dgm:pt modelId="9494">
      <dgm:t>
        <a:p>
          <a:r>
            <a:t>n9494</a:t>
          </a:r>
        </a:p>
      </dgm:t>
    </dgm:pt>
    <dgm:pt modelId="9495">
      <dgm:t>
        <a:p>
          <a:r>
            <a:t>n9495</a:t>
          </a:r>
        </a:p>
      </dgm:t>
    </dgm:pt>
    <dgm:pt modelId="9496">
      <dgm:t>
        <a:p>
          <a:r>
            <a:t>n9496</a:t>
          </a:r>
        </a:p>
      </dgm:t>
    </dgm:pt>
    <dgm:pt modelId="9497">
      <dgm:t>
        <a:p>
          <a:r>
            <a:t>n9497</a:t>
          </a:r>
        </a:p>
      </dgm:t>
    </dgm:pt>
    <dgm:pt modelId="9498">
      <dgm:t>
        <a:p>
          <a:r>
            <a:t>n9498</a:t>
          </a:r>
        </a:p>
      </dgm:t>
    </dgm:pt>
    <dgm:pt modelId="9499">
      <dgm:t>
        <a:p>
          <a:r>
            <a:t>n9499</a:t>
          </a:r>
        </a:p>
      </dgm:t>
    </dgm:pt>
    <dgm:pt modelId="9500">
      <dgm:t>
        <a:p>
          <a:r>
            <a:t>n9500</a:t>
          </a:r>
        </a:p>
      </dgm:t>
    </dgm:pt>
    <dgm:pt modelId="9501">
      <dgm:t>
        <a:p>
          <a:r>
            <a:t>n9501</a:t>
          </a:r>
        </a:p>
      </dgm:t>
    </dgm:pt>
    <dgm:pt modelId="9502">
      <dgm:t>
        <a:p>
          <a:r>
            <a:t>n9502</a:t>
          </a:r>
        </a:p>
      </dgm:t>
    </dgm:pt>
    <dgm:pt modelId="9503">
      <dgm:t>
        <a:p>
          <a:r>
            <a:t>n9503</a:t>
          </a:r>
        </a:p>
      </dgm:t>
    </dgm:pt>
    <dgm:pt modelId="9504">
      <dgm:t>
        <a:p>
          <a:r>
            <a:t>n9504</a:t>
          </a:r>
        </a:p>
      </dgm:t>
    </dgm:pt>
    <dgm:pt modelId="9505">
      <dgm:t>
        <a:p>
          <a:r>
            <a:t>n9505</a:t>
          </a:r>
        </a:p>
      </dgm:t>
    </dgm:pt>
    <dgm:pt modelId="9506">
      <dgm:t>
        <a:p>
          <a:r>
            <a:t>n9506</a:t>
          </a:r>
        </a:p>
      </dgm:t>
    </dgm:pt>
    <dgm:pt modelId="9507">
      <dgm:t>
        <a:p>
          <a:r>
            <a:t>n9507</a:t>
          </a:r>
        </a:p>
      </dgm:t>
    </dgm:pt>
    <dgm:pt modelId="9508">
      <dgm:t>
        <a:p>
          <a:r>
            <a:t>n9508</a:t>
          </a:r>
        </a:p>
      </dgm:t>
    </dgm:pt>
    <dgm:pt modelId="9509">
      <dgm:t>
        <a:p>
          <a:r>
            <a:t>n9509</a:t>
          </a:r>
        </a:p>
      </dgm:t>
    </dgm:pt>
    <dgm:pt modelId="9510">
      <dgm:t>
        <a:p>
          <a:r>
            <a:t>n9510</a:t>
          </a:r>
        </a:p>
      </dgm:t>
    </dgm:pt>
    <dgm:pt modelId="9511">
      <dgm:t>
        <a:p>
          <a:r>
            <a:t>n9511</a:t>
          </a:r>
        </a:p>
      </dgm:t>
    </dgm:pt>
    <dgm:pt modelId="9512">
      <dgm:t>
        <a:p>
          <a:r>
            <a:t>n9512</a:t>
          </a:r>
        </a:p>
      </dgm:t>
    </dgm:pt>
    <dgm:pt modelId="9513">
      <dgm:t>
        <a:p>
          <a:r>
            <a:t>n9513</a:t>
          </a:r>
        </a:p>
      </dgm:t>
    </dgm:pt>
    <dgm:pt modelId="9514">
      <dgm:t>
        <a:p>
          <a:r>
            <a:t>n9514</a:t>
          </a:r>
        </a:p>
      </dgm:t>
    </dgm:pt>
    <dgm:pt modelId="9515">
      <dgm:t>
        <a:p>
          <a:r>
            <a:t>n9515</a:t>
          </a:r>
        </a:p>
      </dgm:t>
    </dgm:pt>
    <dgm:pt modelId="9516">
      <dgm:t>
        <a:p>
          <a:r>
            <a:t>n9516</a:t>
          </a:r>
        </a:p>
      </dgm:t>
    </dgm:pt>
    <dgm:pt modelId="9517">
      <dgm:t>
        <a:p>
          <a:r>
            <a:t>n9517</a:t>
          </a:r>
        </a:p>
      </dgm:t>
    </dgm:pt>
    <dgm:pt modelId="9518">
      <dgm:t>
        <a:p>
          <a:r>
            <a:t>n9518</a:t>
          </a:r>
        </a:p>
      </dgm:t>
    </dgm:pt>
    <dgm:pt modelId="9519">
      <dgm:t>
        <a:p>
          <a:r>
            <a:t>n9519</a:t>
          </a:r>
        </a:p>
      </dgm:t>
    </dgm:pt>
    <dgm:pt modelId="9520">
      <dgm:t>
        <a:p>
          <a:r>
            <a:t>n9520</a:t>
          </a:r>
        </a:p>
      </dgm:t>
    </dgm:pt>
    <dgm:pt modelId="9521">
      <dgm:t>
        <a:p>
          <a:r>
            <a:t>n9521</a:t>
          </a:r>
        </a:p>
      </dgm:t>
    </dgm:pt>
    <dgm:pt modelId="9522">
      <dgm:t>
        <a:p>
          <a:r>
            <a:t>n9522</a:t>
          </a:r>
        </a:p>
      </dgm:t>
    </dgm:pt>
    <dgm:pt modelId="9523">
      <dgm:t>
        <a:p>
          <a:r>
            <a:t>n9523</a:t>
          </a:r>
        </a:p>
      </dgm:t>
    </dgm:pt>
    <dgm:pt modelId="9524">
      <dgm:t>
        <a:p>
          <a:r>
            <a:t>n9524</a:t>
          </a:r>
        </a:p>
      </dgm:t>
    </dgm:pt>
    <dgm:pt modelId="9525">
      <dgm:t>
        <a:p>
          <a:r>
            <a:t>n9525</a:t>
          </a:r>
        </a:p>
      </dgm:t>
    </dgm:pt>
    <dgm:pt modelId="9526">
      <dgm:t>
        <a:p>
          <a:r>
            <a:t>n9526</a:t>
          </a:r>
        </a:p>
      </dgm:t>
    </dgm:pt>
    <dgm:pt modelId="9527">
      <dgm:t>
        <a:p>
          <a:r>
            <a:t>n9527</a:t>
          </a:r>
        </a:p>
      </dgm:t>
    </dgm:pt>
    <dgm:pt modelId="9528">
      <dgm:t>
        <a:p>
          <a:r>
            <a:t>n9528</a:t>
          </a:r>
        </a:p>
      </dgm:t>
    </dgm:pt>
    <dgm:pt modelId="9529">
      <dgm:t>
        <a:p>
          <a:r>
            <a:t>n9529</a:t>
          </a:r>
        </a:p>
      </dgm:t>
    </dgm:pt>
    <dgm:pt modelId="9530">
      <dgm:t>
        <a:p>
          <a:r>
            <a:t>n9530</a:t>
          </a:r>
        </a:p>
      </dgm:t>
    </dgm:pt>
    <dgm:pt modelId="9531">
      <dgm:t>
        <a:p>
          <a:r>
            <a:t>n9531</a:t>
          </a:r>
        </a:p>
      </dgm:t>
    </dgm:pt>
    <dgm:pt modelId="9532">
      <dgm:t>
        <a:p>
          <a:r>
            <a:t>n9532</a:t>
          </a:r>
        </a:p>
      </dgm:t>
    </dgm:pt>
    <dgm:pt modelId="9533">
      <dgm:t>
        <a:p>
          <a:r>
            <a:t>n9533</a:t>
          </a:r>
        </a:p>
      </dgm:t>
    </dgm:pt>
    <dgm:pt modelId="9534">
      <dgm:t>
        <a:p>
          <a:r>
            <a:t>n9534</a:t>
          </a:r>
        </a:p>
      </dgm:t>
    </dgm:pt>
    <dgm:pt modelId="9535">
      <dgm:t>
        <a:p>
          <a:r>
            <a:t>n9535</a:t>
          </a:r>
        </a:p>
      </dgm:t>
    </dgm:pt>
    <dgm:pt modelId="9536">
      <dgm:t>
        <a:p>
          <a:r>
            <a:t>n9536</a:t>
          </a:r>
        </a:p>
      </dgm:t>
    </dgm:pt>
    <dgm:pt modelId="9537">
      <dgm:t>
        <a:p>
          <a:r>
            <a:t>n9537</a:t>
          </a:r>
        </a:p>
      </dgm:t>
    </dgm:pt>
    <dgm:pt modelId="9538">
      <dgm:t>
        <a:p>
          <a:r>
            <a:t>n9538</a:t>
          </a:r>
        </a:p>
      </dgm:t>
    </dgm:pt>
    <dgm:pt modelId="9539">
      <dgm:t>
        <a:p>
          <a:r>
            <a:t>n9539</a:t>
          </a:r>
        </a:p>
      </dgm:t>
    </dgm:pt>
    <dgm:pt modelId="9540">
      <dgm:t>
        <a:p>
          <a:r>
            <a:t>n9540</a:t>
          </a:r>
        </a:p>
      </dgm:t>
    </dgm:pt>
    <dgm:pt modelId="9541">
      <dgm:t>
        <a:p>
          <a:r>
            <a:t>n9541</a:t>
          </a:r>
        </a:p>
      </dgm:t>
    </dgm:pt>
    <dgm:pt modelId="9542">
      <dgm:t>
        <a:p>
          <a:r>
            <a:t>n9542</a:t>
          </a:r>
        </a:p>
      </dgm:t>
    </dgm:pt>
    <dgm:pt modelId="9543">
      <dgm:t>
        <a:p>
          <a:r>
            <a:t>n9543</a:t>
          </a:r>
        </a:p>
      </dgm:t>
    </dgm:pt>
    <dgm:pt modelId="9544">
      <dgm:t>
        <a:p>
          <a:r>
            <a:t>n9544</a:t>
          </a:r>
        </a:p>
      </dgm:t>
    </dgm:pt>
    <dgm:pt modelId="9545">
      <dgm:t>
        <a:p>
          <a:r>
            <a:t>n9545</a:t>
          </a:r>
        </a:p>
      </dgm:t>
    </dgm:pt>
    <dgm:pt modelId="9546">
      <dgm:t>
        <a:p>
          <a:r>
            <a:t>n9546</a:t>
          </a:r>
        </a:p>
      </dgm:t>
    </dgm:pt>
    <dgm:pt modelId="9547">
      <dgm:t>
        <a:p>
          <a:r>
            <a:t>n9547</a:t>
          </a:r>
        </a:p>
      </dgm:t>
    </dgm:pt>
    <dgm:pt modelId="9548">
      <dgm:t>
        <a:p>
          <a:r>
            <a:t>n9548</a:t>
          </a:r>
        </a:p>
      </dgm:t>
    </dgm:pt>
    <dgm:pt modelId="9549">
      <dgm:t>
        <a:p>
          <a:r>
            <a:t>n9549</a:t>
          </a:r>
        </a:p>
      </dgm:t>
    </dgm:pt>
    <dgm:pt modelId="9550">
      <dgm:t>
        <a:p>
          <a:r>
            <a:t>n9550</a:t>
          </a:r>
        </a:p>
      </dgm:t>
    </dgm:pt>
    <dgm:pt modelId="9551">
      <dgm:t>
        <a:p>
          <a:r>
            <a:t>n9551</a:t>
          </a:r>
        </a:p>
      </dgm:t>
    </dgm:pt>
    <dgm:pt modelId="9552">
      <dgm:t>
        <a:p>
          <a:r>
            <a:t>n9552</a:t>
          </a:r>
        </a:p>
      </dgm:t>
    </dgm:pt>
    <dgm:pt modelId="9553">
      <dgm:t>
        <a:p>
          <a:r>
            <a:t>n9553</a:t>
          </a:r>
        </a:p>
      </dgm:t>
    </dgm:pt>
    <dgm:pt modelId="9554">
      <dgm:t>
        <a:p>
          <a:r>
            <a:t>n9554</a:t>
          </a:r>
        </a:p>
      </dgm:t>
    </dgm:pt>
    <dgm:pt modelId="9555">
      <dgm:t>
        <a:p>
          <a:r>
            <a:t>n9555</a:t>
          </a:r>
        </a:p>
      </dgm:t>
    </dgm:pt>
    <dgm:pt modelId="9556">
      <dgm:t>
        <a:p>
          <a:r>
            <a:t>n9556</a:t>
          </a:r>
        </a:p>
      </dgm:t>
    </dgm:pt>
    <dgm:pt modelId="9557">
      <dgm:t>
        <a:p>
          <a:r>
            <a:t>n9557</a:t>
          </a:r>
        </a:p>
      </dgm:t>
    </dgm:pt>
    <dgm:pt modelId="9558">
      <dgm:t>
        <a:p>
          <a:r>
            <a:t>n9558</a:t>
          </a:r>
        </a:p>
      </dgm:t>
    </dgm:pt>
    <dgm:pt modelId="9559">
      <dgm:t>
        <a:p>
          <a:r>
            <a:t>n9559</a:t>
          </a:r>
        </a:p>
      </dgm:t>
    </dgm:pt>
    <dgm:pt modelId="9560">
      <dgm:t>
        <a:p>
          <a:r>
            <a:t>n9560</a:t>
          </a:r>
        </a:p>
      </dgm:t>
    </dgm:pt>
    <dgm:pt modelId="9561">
      <dgm:t>
        <a:p>
          <a:r>
            <a:t>n9561</a:t>
          </a:r>
        </a:p>
      </dgm:t>
    </dgm:pt>
    <dgm:pt modelId="9562">
      <dgm:t>
        <a:p>
          <a:r>
            <a:t>n9562</a:t>
          </a:r>
        </a:p>
      </dgm:t>
    </dgm:pt>
    <dgm:pt modelId="9563">
      <dgm:t>
        <a:p>
          <a:r>
            <a:t>n9563</a:t>
          </a:r>
        </a:p>
      </dgm:t>
    </dgm:pt>
    <dgm:pt modelId="9564">
      <dgm:t>
        <a:p>
          <a:r>
            <a:t>n9564</a:t>
          </a:r>
        </a:p>
      </dgm:t>
    </dgm:pt>
    <dgm:pt modelId="9565">
      <dgm:t>
        <a:p>
          <a:r>
            <a:t>n9565</a:t>
          </a:r>
        </a:p>
      </dgm:t>
    </dgm:pt>
    <dgm:pt modelId="9566">
      <dgm:t>
        <a:p>
          <a:r>
            <a:t>n9566</a:t>
          </a:r>
        </a:p>
      </dgm:t>
    </dgm:pt>
    <dgm:pt modelId="9567">
      <dgm:t>
        <a:p>
          <a:r>
            <a:t>n9567</a:t>
          </a:r>
        </a:p>
      </dgm:t>
    </dgm:pt>
    <dgm:pt modelId="9568">
      <dgm:t>
        <a:p>
          <a:r>
            <a:t>n9568</a:t>
          </a:r>
        </a:p>
      </dgm:t>
    </dgm:pt>
    <dgm:pt modelId="9569">
      <dgm:t>
        <a:p>
          <a:r>
            <a:t>n9569</a:t>
          </a:r>
        </a:p>
      </dgm:t>
    </dgm:pt>
    <dgm:pt modelId="9570">
      <dgm:t>
        <a:p>
          <a:r>
            <a:t>n9570</a:t>
          </a:r>
        </a:p>
      </dgm:t>
    </dgm:pt>
    <dgm:pt modelId="9571">
      <dgm:t>
        <a:p>
          <a:r>
            <a:t>n9571</a:t>
          </a:r>
        </a:p>
      </dgm:t>
    </dgm:pt>
    <dgm:pt modelId="9572">
      <dgm:t>
        <a:p>
          <a:r>
            <a:t>n9572</a:t>
          </a:r>
        </a:p>
      </dgm:t>
    </dgm:pt>
    <dgm:pt modelId="9573">
      <dgm:t>
        <a:p>
          <a:r>
            <a:t>n9573</a:t>
          </a:r>
        </a:p>
      </dgm:t>
    </dgm:pt>
    <dgm:pt modelId="9574">
      <dgm:t>
        <a:p>
          <a:r>
            <a:t>n9574</a:t>
          </a:r>
        </a:p>
      </dgm:t>
    </dgm:pt>
    <dgm:pt modelId="9575">
      <dgm:t>
        <a:p>
          <a:r>
            <a:t>n9575</a:t>
          </a:r>
        </a:p>
      </dgm:t>
    </dgm:pt>
    <dgm:pt modelId="9576">
      <dgm:t>
        <a:p>
          <a:r>
            <a:t>n9576</a:t>
          </a:r>
        </a:p>
      </dgm:t>
    </dgm:pt>
    <dgm:pt modelId="9577">
      <dgm:t>
        <a:p>
          <a:r>
            <a:t>n9577</a:t>
          </a:r>
        </a:p>
      </dgm:t>
    </dgm:pt>
    <dgm:pt modelId="9578">
      <dgm:t>
        <a:p>
          <a:r>
            <a:t>n9578</a:t>
          </a:r>
        </a:p>
      </dgm:t>
    </dgm:pt>
    <dgm:pt modelId="9579">
      <dgm:t>
        <a:p>
          <a:r>
            <a:t>n9579</a:t>
          </a:r>
        </a:p>
      </dgm:t>
    </dgm:pt>
    <dgm:pt modelId="9580">
      <dgm:t>
        <a:p>
          <a:r>
            <a:t>n9580</a:t>
          </a:r>
        </a:p>
      </dgm:t>
    </dgm:pt>
    <dgm:pt modelId="9581">
      <dgm:t>
        <a:p>
          <a:r>
            <a:t>n9581</a:t>
          </a:r>
        </a:p>
      </dgm:t>
    </dgm:pt>
    <dgm:pt modelId="9582">
      <dgm:t>
        <a:p>
          <a:r>
            <a:t>n9582</a:t>
          </a:r>
        </a:p>
      </dgm:t>
    </dgm:pt>
    <dgm:pt modelId="9583">
      <dgm:t>
        <a:p>
          <a:r>
            <a:t>n9583</a:t>
          </a:r>
        </a:p>
      </dgm:t>
    </dgm:pt>
    <dgm:pt modelId="9584">
      <dgm:t>
        <a:p>
          <a:r>
            <a:t>n9584</a:t>
          </a:r>
        </a:p>
      </dgm:t>
    </dgm:pt>
    <dgm:pt modelId="9585">
      <dgm:t>
        <a:p>
          <a:r>
            <a:t>n9585</a:t>
          </a:r>
        </a:p>
      </dgm:t>
    </dgm:pt>
    <dgm:pt modelId="9586">
      <dgm:t>
        <a:p>
          <a:r>
            <a:t>n9586</a:t>
          </a:r>
        </a:p>
      </dgm:t>
    </dgm:pt>
    <dgm:pt modelId="9587">
      <dgm:t>
        <a:p>
          <a:r>
            <a:t>n9587</a:t>
          </a:r>
        </a:p>
      </dgm:t>
    </dgm:pt>
    <dgm:pt modelId="9588">
      <dgm:t>
        <a:p>
          <a:r>
            <a:t>n9588</a:t>
          </a:r>
        </a:p>
      </dgm:t>
    </dgm:pt>
    <dgm:pt modelId="9589">
      <dgm:t>
        <a:p>
          <a:r>
            <a:t>n9589</a:t>
          </a:r>
        </a:p>
      </dgm:t>
    </dgm:pt>
    <dgm:pt modelId="9590">
      <dgm:t>
        <a:p>
          <a:r>
            <a:t>n9590</a:t>
          </a:r>
        </a:p>
      </dgm:t>
    </dgm:pt>
    <dgm:pt modelId="9591">
      <dgm:t>
        <a:p>
          <a:r>
            <a:t>n9591</a:t>
          </a:r>
        </a:p>
      </dgm:t>
    </dgm:pt>
    <dgm:pt modelId="9592">
      <dgm:t>
        <a:p>
          <a:r>
            <a:t>n9592</a:t>
          </a:r>
        </a:p>
      </dgm:t>
    </dgm:pt>
    <dgm:pt modelId="9593">
      <dgm:t>
        <a:p>
          <a:r>
            <a:t>n9593</a:t>
          </a:r>
        </a:p>
      </dgm:t>
    </dgm:pt>
    <dgm:pt modelId="9594">
      <dgm:t>
        <a:p>
          <a:r>
            <a:t>n9594</a:t>
          </a:r>
        </a:p>
      </dgm:t>
    </dgm:pt>
    <dgm:pt modelId="9595">
      <dgm:t>
        <a:p>
          <a:r>
            <a:t>n9595</a:t>
          </a:r>
        </a:p>
      </dgm:t>
    </dgm:pt>
    <dgm:pt modelId="9596">
      <dgm:t>
        <a:p>
          <a:r>
            <a:t>n9596</a:t>
          </a:r>
        </a:p>
      </dgm:t>
    </dgm:pt>
    <dgm:pt modelId="9597">
      <dgm:t>
        <a:p>
          <a:r>
            <a:t>n9597</a:t>
          </a:r>
        </a:p>
      </dgm:t>
    </dgm:pt>
    <dgm:pt modelId="9598">
      <dgm:t>
        <a:p>
          <a:r>
            <a:t>n9598</a:t>
          </a:r>
        </a:p>
      </dgm:t>
    </dgm:pt>
    <dgm:pt modelId="9599">
      <dgm:t>
        <a:p>
          <a:r>
            <a:t>n9599</a:t>
          </a:r>
        </a:p>
      </dgm:t>
    </dgm:pt>
    <dgm:pt modelId="9600">
      <dgm:t>
        <a:p>
          <a:r>
            <a:t>n9600</a:t>
          </a:r>
        </a:p>
      </dgm:t>
    </dgm:pt>
    <dgm:pt modelId="9601">
      <dgm:t>
        <a:p>
          <a:r>
            <a:t>n9601</a:t>
          </a:r>
        </a:p>
      </dgm:t>
    </dgm:pt>
    <dgm:pt modelId="9602">
      <dgm:t>
        <a:p>
          <a:r>
            <a:t>n9602</a:t>
          </a:r>
        </a:p>
      </dgm:t>
    </dgm:pt>
    <dgm:pt modelId="9603">
      <dgm:t>
        <a:p>
          <a:r>
            <a:t>n9603</a:t>
          </a:r>
        </a:p>
      </dgm:t>
    </dgm:pt>
    <dgm:pt modelId="9604">
      <dgm:t>
        <a:p>
          <a:r>
            <a:t>n9604</a:t>
          </a:r>
        </a:p>
      </dgm:t>
    </dgm:pt>
    <dgm:pt modelId="9605">
      <dgm:t>
        <a:p>
          <a:r>
            <a:t>n9605</a:t>
          </a:r>
        </a:p>
      </dgm:t>
    </dgm:pt>
    <dgm:pt modelId="9606">
      <dgm:t>
        <a:p>
          <a:r>
            <a:t>n9606</a:t>
          </a:r>
        </a:p>
      </dgm:t>
    </dgm:pt>
    <dgm:pt modelId="9607">
      <dgm:t>
        <a:p>
          <a:r>
            <a:t>n9607</a:t>
          </a:r>
        </a:p>
      </dgm:t>
    </dgm:pt>
    <dgm:pt modelId="9608">
      <dgm:t>
        <a:p>
          <a:r>
            <a:t>n9608</a:t>
          </a:r>
        </a:p>
      </dgm:t>
    </dgm:pt>
    <dgm:pt modelId="9609">
      <dgm:t>
        <a:p>
          <a:r>
            <a:t>n9609</a:t>
          </a:r>
        </a:p>
      </dgm:t>
    </dgm:pt>
    <dgm:pt modelId="9610">
      <dgm:t>
        <a:p>
          <a:r>
            <a:t>n9610</a:t>
          </a:r>
        </a:p>
      </dgm:t>
    </dgm:pt>
    <dgm:pt modelId="9611">
      <dgm:t>
        <a:p>
          <a:r>
            <a:t>n9611</a:t>
          </a:r>
        </a:p>
      </dgm:t>
    </dgm:pt>
    <dgm:pt modelId="9612">
      <dgm:t>
        <a:p>
          <a:r>
            <a:t>n9612</a:t>
          </a:r>
        </a:p>
      </dgm:t>
    </dgm:pt>
    <dgm:pt modelId="9613">
      <dgm:t>
        <a:p>
          <a:r>
            <a:t>n9613</a:t>
          </a:r>
        </a:p>
      </dgm:t>
    </dgm:pt>
    <dgm:pt modelId="9614">
      <dgm:t>
        <a:p>
          <a:r>
            <a:t>n9614</a:t>
          </a:r>
        </a:p>
      </dgm:t>
    </dgm:pt>
    <dgm:pt modelId="9615">
      <dgm:t>
        <a:p>
          <a:r>
            <a:t>n9615</a:t>
          </a:r>
        </a:p>
      </dgm:t>
    </dgm:pt>
    <dgm:pt modelId="9616">
      <dgm:t>
        <a:p>
          <a:r>
            <a:t>n9616</a:t>
          </a:r>
        </a:p>
      </dgm:t>
    </dgm:pt>
    <dgm:pt modelId="9617">
      <dgm:t>
        <a:p>
          <a:r>
            <a:t>n9617</a:t>
          </a:r>
        </a:p>
      </dgm:t>
    </dgm:pt>
    <dgm:pt modelId="9618">
      <dgm:t>
        <a:p>
          <a:r>
            <a:t>n9618</a:t>
          </a:r>
        </a:p>
      </dgm:t>
    </dgm:pt>
    <dgm:pt modelId="9619">
      <dgm:t>
        <a:p>
          <a:r>
            <a:t>n9619</a:t>
          </a:r>
        </a:p>
      </dgm:t>
    </dgm:pt>
    <dgm:pt modelId="9620">
      <dgm:t>
        <a:p>
          <a:r>
            <a:t>n9620</a:t>
          </a:r>
        </a:p>
      </dgm:t>
    </dgm:pt>
    <dgm:pt modelId="9621">
      <dgm:t>
        <a:p>
          <a:r>
            <a:t>n9621</a:t>
          </a:r>
        </a:p>
      </dgm:t>
    </dgm:pt>
    <dgm:pt modelId="9622">
      <dgm:t>
        <a:p>
          <a:r>
            <a:t>n9622</a:t>
          </a:r>
        </a:p>
      </dgm:t>
    </dgm:pt>
    <dgm:pt modelId="9623">
      <dgm:t>
        <a:p>
          <a:r>
            <a:t>n9623</a:t>
          </a:r>
        </a:p>
      </dgm:t>
    </dgm:pt>
    <dgm:pt modelId="9624">
      <dgm:t>
        <a:p>
          <a:r>
            <a:t>n9624</a:t>
          </a:r>
        </a:p>
      </dgm:t>
    </dgm:pt>
    <dgm:pt modelId="9625">
      <dgm:t>
        <a:p>
          <a:r>
            <a:t>n9625</a:t>
          </a:r>
        </a:p>
      </dgm:t>
    </dgm:pt>
    <dgm:pt modelId="9626">
      <dgm:t>
        <a:p>
          <a:r>
            <a:t>n9626</a:t>
          </a:r>
        </a:p>
      </dgm:t>
    </dgm:pt>
    <dgm:pt modelId="9627">
      <dgm:t>
        <a:p>
          <a:r>
            <a:t>n9627</a:t>
          </a:r>
        </a:p>
      </dgm:t>
    </dgm:pt>
    <dgm:pt modelId="9628">
      <dgm:t>
        <a:p>
          <a:r>
            <a:t>n9628</a:t>
          </a:r>
        </a:p>
      </dgm:t>
    </dgm:pt>
    <dgm:pt modelId="9629">
      <dgm:t>
        <a:p>
          <a:r>
            <a:t>n9629</a:t>
          </a:r>
        </a:p>
      </dgm:t>
    </dgm:pt>
    <dgm:pt modelId="9630">
      <dgm:t>
        <a:p>
          <a:r>
            <a:t>n9630</a:t>
          </a:r>
        </a:p>
      </dgm:t>
    </dgm:pt>
    <dgm:pt modelId="9631">
      <dgm:t>
        <a:p>
          <a:r>
            <a:t>n9631</a:t>
          </a:r>
        </a:p>
      </dgm:t>
    </dgm:pt>
    <dgm:pt modelId="9632">
      <dgm:t>
        <a:p>
          <a:r>
            <a:t>n9632</a:t>
          </a:r>
        </a:p>
      </dgm:t>
    </dgm:pt>
    <dgm:pt modelId="9633">
      <dgm:t>
        <a:p>
          <a:r>
            <a:t>n9633</a:t>
          </a:r>
        </a:p>
      </dgm:t>
    </dgm:pt>
    <dgm:pt modelId="9634">
      <dgm:t>
        <a:p>
          <a:r>
            <a:t>n9634</a:t>
          </a:r>
        </a:p>
      </dgm:t>
    </dgm:pt>
    <dgm:pt modelId="9635">
      <dgm:t>
        <a:p>
          <a:r>
            <a:t>n9635</a:t>
          </a:r>
        </a:p>
      </dgm:t>
    </dgm:pt>
    <dgm:pt modelId="9636">
      <dgm:t>
        <a:p>
          <a:r>
            <a:t>n9636</a:t>
          </a:r>
        </a:p>
      </dgm:t>
    </dgm:pt>
    <dgm:pt modelId="9637">
      <dgm:t>
        <a:p>
          <a:r>
            <a:t>n9637</a:t>
          </a:r>
        </a:p>
      </dgm:t>
    </dgm:pt>
    <dgm:pt modelId="9638">
      <dgm:t>
        <a:p>
          <a:r>
            <a:t>n9638</a:t>
          </a:r>
        </a:p>
      </dgm:t>
    </dgm:pt>
    <dgm:pt modelId="9639">
      <dgm:t>
        <a:p>
          <a:r>
            <a:t>n9639</a:t>
          </a:r>
        </a:p>
      </dgm:t>
    </dgm:pt>
    <dgm:pt modelId="9640">
      <dgm:t>
        <a:p>
          <a:r>
            <a:t>n9640</a:t>
          </a:r>
        </a:p>
      </dgm:t>
    </dgm:pt>
    <dgm:pt modelId="9641">
      <dgm:t>
        <a:p>
          <a:r>
            <a:t>n9641</a:t>
          </a:r>
        </a:p>
      </dgm:t>
    </dgm:pt>
    <dgm:pt modelId="9642">
      <dgm:t>
        <a:p>
          <a:r>
            <a:t>n9642</a:t>
          </a:r>
        </a:p>
      </dgm:t>
    </dgm:pt>
    <dgm:pt modelId="9643">
      <dgm:t>
        <a:p>
          <a:r>
            <a:t>n9643</a:t>
          </a:r>
        </a:p>
      </dgm:t>
    </dgm:pt>
    <dgm:pt modelId="9644">
      <dgm:t>
        <a:p>
          <a:r>
            <a:t>n9644</a:t>
          </a:r>
        </a:p>
      </dgm:t>
    </dgm:pt>
    <dgm:pt modelId="9645">
      <dgm:t>
        <a:p>
          <a:r>
            <a:t>n9645</a:t>
          </a:r>
        </a:p>
      </dgm:t>
    </dgm:pt>
    <dgm:pt modelId="9646">
      <dgm:t>
        <a:p>
          <a:r>
            <a:t>n9646</a:t>
          </a:r>
        </a:p>
      </dgm:t>
    </dgm:pt>
    <dgm:pt modelId="9647">
      <dgm:t>
        <a:p>
          <a:r>
            <a:t>n9647</a:t>
          </a:r>
        </a:p>
      </dgm:t>
    </dgm:pt>
    <dgm:pt modelId="9648">
      <dgm:t>
        <a:p>
          <a:r>
            <a:t>n9648</a:t>
          </a:r>
        </a:p>
      </dgm:t>
    </dgm:pt>
    <dgm:pt modelId="9649">
      <dgm:t>
        <a:p>
          <a:r>
            <a:t>n9649</a:t>
          </a:r>
        </a:p>
      </dgm:t>
    </dgm:pt>
    <dgm:pt modelId="9650">
      <dgm:t>
        <a:p>
          <a:r>
            <a:t>n9650</a:t>
          </a:r>
        </a:p>
      </dgm:t>
    </dgm:pt>
    <dgm:pt modelId="9651">
      <dgm:t>
        <a:p>
          <a:r>
            <a:t>n9651</a:t>
          </a:r>
        </a:p>
      </dgm:t>
    </dgm:pt>
    <dgm:pt modelId="9652">
      <dgm:t>
        <a:p>
          <a:r>
            <a:t>n9652</a:t>
          </a:r>
        </a:p>
      </dgm:t>
    </dgm:pt>
    <dgm:pt modelId="9653">
      <dgm:t>
        <a:p>
          <a:r>
            <a:t>n9653</a:t>
          </a:r>
        </a:p>
      </dgm:t>
    </dgm:pt>
    <dgm:pt modelId="9654">
      <dgm:t>
        <a:p>
          <a:r>
            <a:t>n9654</a:t>
          </a:r>
        </a:p>
      </dgm:t>
    </dgm:pt>
    <dgm:pt modelId="9655">
      <dgm:t>
        <a:p>
          <a:r>
            <a:t>n9655</a:t>
          </a:r>
        </a:p>
      </dgm:t>
    </dgm:pt>
    <dgm:pt modelId="9656">
      <dgm:t>
        <a:p>
          <a:r>
            <a:t>n9656</a:t>
          </a:r>
        </a:p>
      </dgm:t>
    </dgm:pt>
    <dgm:pt modelId="9657">
      <dgm:t>
        <a:p>
          <a:r>
            <a:t>n9657</a:t>
          </a:r>
        </a:p>
      </dgm:t>
    </dgm:pt>
    <dgm:pt modelId="9658">
      <dgm:t>
        <a:p>
          <a:r>
            <a:t>n9658</a:t>
          </a:r>
        </a:p>
      </dgm:t>
    </dgm:pt>
    <dgm:pt modelId="9659">
      <dgm:t>
        <a:p>
          <a:r>
            <a:t>n9659</a:t>
          </a:r>
        </a:p>
      </dgm:t>
    </dgm:pt>
    <dgm:pt modelId="9660">
      <dgm:t>
        <a:p>
          <a:r>
            <a:t>n9660</a:t>
          </a:r>
        </a:p>
      </dgm:t>
    </dgm:pt>
    <dgm:pt modelId="9661">
      <dgm:t>
        <a:p>
          <a:r>
            <a:t>n9661</a:t>
          </a:r>
        </a:p>
      </dgm:t>
    </dgm:pt>
    <dgm:pt modelId="9662">
      <dgm:t>
        <a:p>
          <a:r>
            <a:t>n9662</a:t>
          </a:r>
        </a:p>
      </dgm:t>
    </dgm:pt>
    <dgm:pt modelId="9663">
      <dgm:t>
        <a:p>
          <a:r>
            <a:t>n9663</a:t>
          </a:r>
        </a:p>
      </dgm:t>
    </dgm:pt>
    <dgm:pt modelId="9664">
      <dgm:t>
        <a:p>
          <a:r>
            <a:t>n9664</a:t>
          </a:r>
        </a:p>
      </dgm:t>
    </dgm:pt>
    <dgm:pt modelId="9665">
      <dgm:t>
        <a:p>
          <a:r>
            <a:t>n9665</a:t>
          </a:r>
        </a:p>
      </dgm:t>
    </dgm:pt>
    <dgm:pt modelId="9666">
      <dgm:t>
        <a:p>
          <a:r>
            <a:t>n9666</a:t>
          </a:r>
        </a:p>
      </dgm:t>
    </dgm:pt>
    <dgm:pt modelId="9667">
      <dgm:t>
        <a:p>
          <a:r>
            <a:t>n9667</a:t>
          </a:r>
        </a:p>
      </dgm:t>
    </dgm:pt>
    <dgm:pt modelId="9668">
      <dgm:t>
        <a:p>
          <a:r>
            <a:t>n9668</a:t>
          </a:r>
        </a:p>
      </dgm:t>
    </dgm:pt>
    <dgm:pt modelId="9669">
      <dgm:t>
        <a:p>
          <a:r>
            <a:t>n9669</a:t>
          </a:r>
        </a:p>
      </dgm:t>
    </dgm:pt>
    <dgm:pt modelId="9670">
      <dgm:t>
        <a:p>
          <a:r>
            <a:t>n9670</a:t>
          </a:r>
        </a:p>
      </dgm:t>
    </dgm:pt>
    <dgm:pt modelId="9671">
      <dgm:t>
        <a:p>
          <a:r>
            <a:t>n9671</a:t>
          </a:r>
        </a:p>
      </dgm:t>
    </dgm:pt>
    <dgm:pt modelId="9672">
      <dgm:t>
        <a:p>
          <a:r>
            <a:t>n9672</a:t>
          </a:r>
        </a:p>
      </dgm:t>
    </dgm:pt>
    <dgm:pt modelId="9673">
      <dgm:t>
        <a:p>
          <a:r>
            <a:t>n9673</a:t>
          </a:r>
        </a:p>
      </dgm:t>
    </dgm:pt>
    <dgm:pt modelId="9674">
      <dgm:t>
        <a:p>
          <a:r>
            <a:t>n9674</a:t>
          </a:r>
        </a:p>
      </dgm:t>
    </dgm:pt>
    <dgm:pt modelId="9675">
      <dgm:t>
        <a:p>
          <a:r>
            <a:t>n9675</a:t>
          </a:r>
        </a:p>
      </dgm:t>
    </dgm:pt>
    <dgm:pt modelId="9676">
      <dgm:t>
        <a:p>
          <a:r>
            <a:t>n9676</a:t>
          </a:r>
        </a:p>
      </dgm:t>
    </dgm:pt>
    <dgm:pt modelId="9677">
      <dgm:t>
        <a:p>
          <a:r>
            <a:t>n9677</a:t>
          </a:r>
        </a:p>
      </dgm:t>
    </dgm:pt>
    <dgm:pt modelId="9678">
      <dgm:t>
        <a:p>
          <a:r>
            <a:t>n9678</a:t>
          </a:r>
        </a:p>
      </dgm:t>
    </dgm:pt>
    <dgm:pt modelId="9679">
      <dgm:t>
        <a:p>
          <a:r>
            <a:t>n9679</a:t>
          </a:r>
        </a:p>
      </dgm:t>
    </dgm:pt>
    <dgm:pt modelId="9680">
      <dgm:t>
        <a:p>
          <a:r>
            <a:t>n9680</a:t>
          </a:r>
        </a:p>
      </dgm:t>
    </dgm:pt>
    <dgm:pt modelId="9681">
      <dgm:t>
        <a:p>
          <a:r>
            <a:t>n9681</a:t>
          </a:r>
        </a:p>
      </dgm:t>
    </dgm:pt>
    <dgm:pt modelId="9682">
      <dgm:t>
        <a:p>
          <a:r>
            <a:t>n9682</a:t>
          </a:r>
        </a:p>
      </dgm:t>
    </dgm:pt>
    <dgm:pt modelId="9683">
      <dgm:t>
        <a:p>
          <a:r>
            <a:t>n9683</a:t>
          </a:r>
        </a:p>
      </dgm:t>
    </dgm:pt>
    <dgm:pt modelId="9684">
      <dgm:t>
        <a:p>
          <a:r>
            <a:t>n9684</a:t>
          </a:r>
        </a:p>
      </dgm:t>
    </dgm:pt>
    <dgm:pt modelId="9685">
      <dgm:t>
        <a:p>
          <a:r>
            <a:t>n9685</a:t>
          </a:r>
        </a:p>
      </dgm:t>
    </dgm:pt>
    <dgm:pt modelId="9686">
      <dgm:t>
        <a:p>
          <a:r>
            <a:t>n9686</a:t>
          </a:r>
        </a:p>
      </dgm:t>
    </dgm:pt>
    <dgm:pt modelId="9687">
      <dgm:t>
        <a:p>
          <a:r>
            <a:t>n9687</a:t>
          </a:r>
        </a:p>
      </dgm:t>
    </dgm:pt>
    <dgm:pt modelId="9688">
      <dgm:t>
        <a:p>
          <a:r>
            <a:t>n9688</a:t>
          </a:r>
        </a:p>
      </dgm:t>
    </dgm:pt>
    <dgm:pt modelId="9689">
      <dgm:t>
        <a:p>
          <a:r>
            <a:t>n9689</a:t>
          </a:r>
        </a:p>
      </dgm:t>
    </dgm:pt>
    <dgm:pt modelId="9690">
      <dgm:t>
        <a:p>
          <a:r>
            <a:t>n9690</a:t>
          </a:r>
        </a:p>
      </dgm:t>
    </dgm:pt>
    <dgm:pt modelId="9691">
      <dgm:t>
        <a:p>
          <a:r>
            <a:t>n9691</a:t>
          </a:r>
        </a:p>
      </dgm:t>
    </dgm:pt>
    <dgm:pt modelId="9692">
      <dgm:t>
        <a:p>
          <a:r>
            <a:t>n9692</a:t>
          </a:r>
        </a:p>
      </dgm:t>
    </dgm:pt>
    <dgm:pt modelId="9693">
      <dgm:t>
        <a:p>
          <a:r>
            <a:t>n9693</a:t>
          </a:r>
        </a:p>
      </dgm:t>
    </dgm:pt>
    <dgm:pt modelId="9694">
      <dgm:t>
        <a:p>
          <a:r>
            <a:t>n9694</a:t>
          </a:r>
        </a:p>
      </dgm:t>
    </dgm:pt>
    <dgm:pt modelId="9695">
      <dgm:t>
        <a:p>
          <a:r>
            <a:t>n9695</a:t>
          </a:r>
        </a:p>
      </dgm:t>
    </dgm:pt>
    <dgm:pt modelId="9696">
      <dgm:t>
        <a:p>
          <a:r>
            <a:t>n9696</a:t>
          </a:r>
        </a:p>
      </dgm:t>
    </dgm:pt>
    <dgm:pt modelId="9697">
      <dgm:t>
        <a:p>
          <a:r>
            <a:t>n9697</a:t>
          </a:r>
        </a:p>
      </dgm:t>
    </dgm:pt>
    <dgm:pt modelId="9698">
      <dgm:t>
        <a:p>
          <a:r>
            <a:t>n9698</a:t>
          </a:r>
        </a:p>
      </dgm:t>
    </dgm:pt>
    <dgm:pt modelId="9699">
      <dgm:t>
        <a:p>
          <a:r>
            <a:t>n9699</a:t>
          </a:r>
        </a:p>
      </dgm:t>
    </dgm:pt>
    <dgm:pt modelId="9700">
      <dgm:t>
        <a:p>
          <a:r>
            <a:t>n9700</a:t>
          </a:r>
        </a:p>
      </dgm:t>
    </dgm:pt>
    <dgm:pt modelId="9701">
      <dgm:t>
        <a:p>
          <a:r>
            <a:t>n9701</a:t>
          </a:r>
        </a:p>
      </dgm:t>
    </dgm:pt>
    <dgm:pt modelId="9702">
      <dgm:t>
        <a:p>
          <a:r>
            <a:t>n9702</a:t>
          </a:r>
        </a:p>
      </dgm:t>
    </dgm:pt>
    <dgm:pt modelId="9703">
      <dgm:t>
        <a:p>
          <a:r>
            <a:t>n9703</a:t>
          </a:r>
        </a:p>
      </dgm:t>
    </dgm:pt>
    <dgm:pt modelId="9704">
      <dgm:t>
        <a:p>
          <a:r>
            <a:t>n9704</a:t>
          </a:r>
        </a:p>
      </dgm:t>
    </dgm:pt>
    <dgm:pt modelId="9705">
      <dgm:t>
        <a:p>
          <a:r>
            <a:t>n9705</a:t>
          </a:r>
        </a:p>
      </dgm:t>
    </dgm:pt>
    <dgm:pt modelId="9706">
      <dgm:t>
        <a:p>
          <a:r>
            <a:t>n9706</a:t>
          </a:r>
        </a:p>
      </dgm:t>
    </dgm:pt>
    <dgm:pt modelId="9707">
      <dgm:t>
        <a:p>
          <a:r>
            <a:t>n9707</a:t>
          </a:r>
        </a:p>
      </dgm:t>
    </dgm:pt>
    <dgm:pt modelId="9708">
      <dgm:t>
        <a:p>
          <a:r>
            <a:t>n9708</a:t>
          </a:r>
        </a:p>
      </dgm:t>
    </dgm:pt>
    <dgm:pt modelId="9709">
      <dgm:t>
        <a:p>
          <a:r>
            <a:t>n9709</a:t>
          </a:r>
        </a:p>
      </dgm:t>
    </dgm:pt>
    <dgm:pt modelId="9710">
      <dgm:t>
        <a:p>
          <a:r>
            <a:t>n9710</a:t>
          </a:r>
        </a:p>
      </dgm:t>
    </dgm:pt>
    <dgm:pt modelId="9711">
      <dgm:t>
        <a:p>
          <a:r>
            <a:t>n9711</a:t>
          </a:r>
        </a:p>
      </dgm:t>
    </dgm:pt>
    <dgm:pt modelId="9712">
      <dgm:t>
        <a:p>
          <a:r>
            <a:t>n9712</a:t>
          </a:r>
        </a:p>
      </dgm:t>
    </dgm:pt>
    <dgm:pt modelId="9713">
      <dgm:t>
        <a:p>
          <a:r>
            <a:t>n9713</a:t>
          </a:r>
        </a:p>
      </dgm:t>
    </dgm:pt>
    <dgm:pt modelId="9714">
      <dgm:t>
        <a:p>
          <a:r>
            <a:t>n9714</a:t>
          </a:r>
        </a:p>
      </dgm:t>
    </dgm:pt>
    <dgm:pt modelId="9715">
      <dgm:t>
        <a:p>
          <a:r>
            <a:t>n9715</a:t>
          </a:r>
        </a:p>
      </dgm:t>
    </dgm:pt>
    <dgm:pt modelId="9716">
      <dgm:t>
        <a:p>
          <a:r>
            <a:t>n9716</a:t>
          </a:r>
        </a:p>
      </dgm:t>
    </dgm:pt>
    <dgm:pt modelId="9717">
      <dgm:t>
        <a:p>
          <a:r>
            <a:t>n9717</a:t>
          </a:r>
        </a:p>
      </dgm:t>
    </dgm:pt>
    <dgm:pt modelId="9718">
      <dgm:t>
        <a:p>
          <a:r>
            <a:t>n9718</a:t>
          </a:r>
        </a:p>
      </dgm:t>
    </dgm:pt>
    <dgm:pt modelId="9719">
      <dgm:t>
        <a:p>
          <a:r>
            <a:t>n9719</a:t>
          </a:r>
        </a:p>
      </dgm:t>
    </dgm:pt>
    <dgm:pt modelId="9720">
      <dgm:t>
        <a:p>
          <a:r>
            <a:t>n9720</a:t>
          </a:r>
        </a:p>
      </dgm:t>
    </dgm:pt>
    <dgm:pt modelId="9721">
      <dgm:t>
        <a:p>
          <a:r>
            <a:t>n9721</a:t>
          </a:r>
        </a:p>
      </dgm:t>
    </dgm:pt>
    <dgm:pt modelId="9722">
      <dgm:t>
        <a:p>
          <a:r>
            <a:t>n9722</a:t>
          </a:r>
        </a:p>
      </dgm:t>
    </dgm:pt>
    <dgm:pt modelId="9723">
      <dgm:t>
        <a:p>
          <a:r>
            <a:t>n9723</a:t>
          </a:r>
        </a:p>
      </dgm:t>
    </dgm:pt>
    <dgm:pt modelId="9724">
      <dgm:t>
        <a:p>
          <a:r>
            <a:t>n9724</a:t>
          </a:r>
        </a:p>
      </dgm:t>
    </dgm:pt>
    <dgm:pt modelId="9725">
      <dgm:t>
        <a:p>
          <a:r>
            <a:t>n9725</a:t>
          </a:r>
        </a:p>
      </dgm:t>
    </dgm:pt>
    <dgm:pt modelId="9726">
      <dgm:t>
        <a:p>
          <a:r>
            <a:t>n9726</a:t>
          </a:r>
        </a:p>
      </dgm:t>
    </dgm:pt>
    <dgm:pt modelId="9727">
      <dgm:t>
        <a:p>
          <a:r>
            <a:t>n9727</a:t>
          </a:r>
        </a:p>
      </dgm:t>
    </dgm:pt>
    <dgm:pt modelId="9728">
      <dgm:t>
        <a:p>
          <a:r>
            <a:t>n9728</a:t>
          </a:r>
        </a:p>
      </dgm:t>
    </dgm:pt>
    <dgm:pt modelId="9729">
      <dgm:t>
        <a:p>
          <a:r>
            <a:t>n9729</a:t>
          </a:r>
        </a:p>
      </dgm:t>
    </dgm:pt>
    <dgm:pt modelId="9730">
      <dgm:t>
        <a:p>
          <a:r>
            <a:t>n9730</a:t>
          </a:r>
        </a:p>
      </dgm:t>
    </dgm:pt>
    <dgm:pt modelId="9731">
      <dgm:t>
        <a:p>
          <a:r>
            <a:t>n9731</a:t>
          </a:r>
        </a:p>
      </dgm:t>
    </dgm:pt>
    <dgm:pt modelId="9732">
      <dgm:t>
        <a:p>
          <a:r>
            <a:t>n9732</a:t>
          </a:r>
        </a:p>
      </dgm:t>
    </dgm:pt>
    <dgm:pt modelId="9733">
      <dgm:t>
        <a:p>
          <a:r>
            <a:t>n9733</a:t>
          </a:r>
        </a:p>
      </dgm:t>
    </dgm:pt>
    <dgm:pt modelId="9734">
      <dgm:t>
        <a:p>
          <a:r>
            <a:t>n9734</a:t>
          </a:r>
        </a:p>
      </dgm:t>
    </dgm:pt>
    <dgm:pt modelId="9735">
      <dgm:t>
        <a:p>
          <a:r>
            <a:t>n9735</a:t>
          </a:r>
        </a:p>
      </dgm:t>
    </dgm:pt>
    <dgm:pt modelId="9736">
      <dgm:t>
        <a:p>
          <a:r>
            <a:t>n9736</a:t>
          </a:r>
        </a:p>
      </dgm:t>
    </dgm:pt>
    <dgm:pt modelId="9737">
      <dgm:t>
        <a:p>
          <a:r>
            <a:t>n9737</a:t>
          </a:r>
        </a:p>
      </dgm:t>
    </dgm:pt>
    <dgm:pt modelId="9738">
      <dgm:t>
        <a:p>
          <a:r>
            <a:t>n9738</a:t>
          </a:r>
        </a:p>
      </dgm:t>
    </dgm:pt>
    <dgm:pt modelId="9739">
      <dgm:t>
        <a:p>
          <a:r>
            <a:t>n9739</a:t>
          </a:r>
        </a:p>
      </dgm:t>
    </dgm:pt>
    <dgm:pt modelId="9740">
      <dgm:t>
        <a:p>
          <a:r>
            <a:t>n9740</a:t>
          </a:r>
        </a:p>
      </dgm:t>
    </dgm:pt>
    <dgm:pt modelId="9741">
      <dgm:t>
        <a:p>
          <a:r>
            <a:t>n9741</a:t>
          </a:r>
        </a:p>
      </dgm:t>
    </dgm:pt>
    <dgm:pt modelId="9742">
      <dgm:t>
        <a:p>
          <a:r>
            <a:t>n9742</a:t>
          </a:r>
        </a:p>
      </dgm:t>
    </dgm:pt>
    <dgm:pt modelId="9743">
      <dgm:t>
        <a:p>
          <a:r>
            <a:t>n9743</a:t>
          </a:r>
        </a:p>
      </dgm:t>
    </dgm:pt>
    <dgm:pt modelId="9744">
      <dgm:t>
        <a:p>
          <a:r>
            <a:t>n9744</a:t>
          </a:r>
        </a:p>
      </dgm:t>
    </dgm:pt>
    <dgm:pt modelId="9745">
      <dgm:t>
        <a:p>
          <a:r>
            <a:t>n9745</a:t>
          </a:r>
        </a:p>
      </dgm:t>
    </dgm:pt>
    <dgm:pt modelId="9746">
      <dgm:t>
        <a:p>
          <a:r>
            <a:t>n9746</a:t>
          </a:r>
        </a:p>
      </dgm:t>
    </dgm:pt>
    <dgm:pt modelId="9747">
      <dgm:t>
        <a:p>
          <a:r>
            <a:t>n9747</a:t>
          </a:r>
        </a:p>
      </dgm:t>
    </dgm:pt>
    <dgm:pt modelId="9748">
      <dgm:t>
        <a:p>
          <a:r>
            <a:t>n9748</a:t>
          </a:r>
        </a:p>
      </dgm:t>
    </dgm:pt>
    <dgm:pt modelId="9749">
      <dgm:t>
        <a:p>
          <a:r>
            <a:t>n9749</a:t>
          </a:r>
        </a:p>
      </dgm:t>
    </dgm:pt>
    <dgm:pt modelId="9750">
      <dgm:t>
        <a:p>
          <a:r>
            <a:t>n9750</a:t>
          </a:r>
        </a:p>
      </dgm:t>
    </dgm:pt>
    <dgm:pt modelId="9751">
      <dgm:t>
        <a:p>
          <a:r>
            <a:t>n9751</a:t>
          </a:r>
        </a:p>
      </dgm:t>
    </dgm:pt>
    <dgm:pt modelId="9752">
      <dgm:t>
        <a:p>
          <a:r>
            <a:t>n9752</a:t>
          </a:r>
        </a:p>
      </dgm:t>
    </dgm:pt>
    <dgm:pt modelId="9753">
      <dgm:t>
        <a:p>
          <a:r>
            <a:t>n9753</a:t>
          </a:r>
        </a:p>
      </dgm:t>
    </dgm:pt>
    <dgm:pt modelId="9754">
      <dgm:t>
        <a:p>
          <a:r>
            <a:t>n9754</a:t>
          </a:r>
        </a:p>
      </dgm:t>
    </dgm:pt>
    <dgm:pt modelId="9755">
      <dgm:t>
        <a:p>
          <a:r>
            <a:t>n9755</a:t>
          </a:r>
        </a:p>
      </dgm:t>
    </dgm:pt>
    <dgm:pt modelId="9756">
      <dgm:t>
        <a:p>
          <a:r>
            <a:t>n9756</a:t>
          </a:r>
        </a:p>
      </dgm:t>
    </dgm:pt>
    <dgm:pt modelId="9757">
      <dgm:t>
        <a:p>
          <a:r>
            <a:t>n9757</a:t>
          </a:r>
        </a:p>
      </dgm:t>
    </dgm:pt>
    <dgm:pt modelId="9758">
      <dgm:t>
        <a:p>
          <a:r>
            <a:t>n9758</a:t>
          </a:r>
        </a:p>
      </dgm:t>
    </dgm:pt>
    <dgm:pt modelId="9759">
      <dgm:t>
        <a:p>
          <a:r>
            <a:t>n9759</a:t>
          </a:r>
        </a:p>
      </dgm:t>
    </dgm:pt>
    <dgm:pt modelId="9760">
      <dgm:t>
        <a:p>
          <a:r>
            <a:t>n9760</a:t>
          </a:r>
        </a:p>
      </dgm:t>
    </dgm:pt>
    <dgm:pt modelId="9761">
      <dgm:t>
        <a:p>
          <a:r>
            <a:t>n9761</a:t>
          </a:r>
        </a:p>
      </dgm:t>
    </dgm:pt>
    <dgm:pt modelId="9762">
      <dgm:t>
        <a:p>
          <a:r>
            <a:t>n9762</a:t>
          </a:r>
        </a:p>
      </dgm:t>
    </dgm:pt>
    <dgm:pt modelId="9763">
      <dgm:t>
        <a:p>
          <a:r>
            <a:t>n9763</a:t>
          </a:r>
        </a:p>
      </dgm:t>
    </dgm:pt>
    <dgm:pt modelId="9764">
      <dgm:t>
        <a:p>
          <a:r>
            <a:t>n9764</a:t>
          </a:r>
        </a:p>
      </dgm:t>
    </dgm:pt>
    <dgm:pt modelId="9765">
      <dgm:t>
        <a:p>
          <a:r>
            <a:t>n9765</a:t>
          </a:r>
        </a:p>
      </dgm:t>
    </dgm:pt>
    <dgm:pt modelId="9766">
      <dgm:t>
        <a:p>
          <a:r>
            <a:t>n9766</a:t>
          </a:r>
        </a:p>
      </dgm:t>
    </dgm:pt>
    <dgm:pt modelId="9767">
      <dgm:t>
        <a:p>
          <a:r>
            <a:t>n9767</a:t>
          </a:r>
        </a:p>
      </dgm:t>
    </dgm:pt>
    <dgm:pt modelId="9768">
      <dgm:t>
        <a:p>
          <a:r>
            <a:t>n9768</a:t>
          </a:r>
        </a:p>
      </dgm:t>
    </dgm:pt>
    <dgm:pt modelId="9769">
      <dgm:t>
        <a:p>
          <a:r>
            <a:t>n9769</a:t>
          </a:r>
        </a:p>
      </dgm:t>
    </dgm:pt>
    <dgm:pt modelId="9770">
      <dgm:t>
        <a:p>
          <a:r>
            <a:t>n9770</a:t>
          </a:r>
        </a:p>
      </dgm:t>
    </dgm:pt>
    <dgm:pt modelId="9771">
      <dgm:t>
        <a:p>
          <a:r>
            <a:t>n9771</a:t>
          </a:r>
        </a:p>
      </dgm:t>
    </dgm:pt>
    <dgm:pt modelId="9772">
      <dgm:t>
        <a:p>
          <a:r>
            <a:t>n9772</a:t>
          </a:r>
        </a:p>
      </dgm:t>
    </dgm:pt>
    <dgm:pt modelId="9773">
      <dgm:t>
        <a:p>
          <a:r>
            <a:t>n9773</a:t>
          </a:r>
        </a:p>
      </dgm:t>
    </dgm:pt>
    <dgm:pt modelId="9774">
      <dgm:t>
        <a:p>
          <a:r>
            <a:t>n9774</a:t>
          </a:r>
        </a:p>
      </dgm:t>
    </dgm:pt>
    <dgm:pt modelId="9775">
      <dgm:t>
        <a:p>
          <a:r>
            <a:t>n9775</a:t>
          </a:r>
        </a:p>
      </dgm:t>
    </dgm:pt>
    <dgm:pt modelId="9776">
      <dgm:t>
        <a:p>
          <a:r>
            <a:t>n9776</a:t>
          </a:r>
        </a:p>
      </dgm:t>
    </dgm:pt>
    <dgm:pt modelId="9777">
      <dgm:t>
        <a:p>
          <a:r>
            <a:t>n9777</a:t>
          </a:r>
        </a:p>
      </dgm:t>
    </dgm:pt>
    <dgm:pt modelId="9778">
      <dgm:t>
        <a:p>
          <a:r>
            <a:t>n9778</a:t>
          </a:r>
        </a:p>
      </dgm:t>
    </dgm:pt>
    <dgm:pt modelId="9779">
      <dgm:t>
        <a:p>
          <a:r>
            <a:t>n9779</a:t>
          </a:r>
        </a:p>
      </dgm:t>
    </dgm:pt>
    <dgm:pt modelId="9780">
      <dgm:t>
        <a:p>
          <a:r>
            <a:t>n9780</a:t>
          </a:r>
        </a:p>
      </dgm:t>
    </dgm:pt>
    <dgm:pt modelId="9781">
      <dgm:t>
        <a:p>
          <a:r>
            <a:t>n9781</a:t>
          </a:r>
        </a:p>
      </dgm:t>
    </dgm:pt>
    <dgm:pt modelId="9782">
      <dgm:t>
        <a:p>
          <a:r>
            <a:t>n9782</a:t>
          </a:r>
        </a:p>
      </dgm:t>
    </dgm:pt>
    <dgm:pt modelId="9783">
      <dgm:t>
        <a:p>
          <a:r>
            <a:t>n9783</a:t>
          </a:r>
        </a:p>
      </dgm:t>
    </dgm:pt>
    <dgm:pt modelId="9784">
      <dgm:t>
        <a:p>
          <a:r>
            <a:t>n9784</a:t>
          </a:r>
        </a:p>
      </dgm:t>
    </dgm:pt>
    <dgm:pt modelId="9785">
      <dgm:t>
        <a:p>
          <a:r>
            <a:t>n9785</a:t>
          </a:r>
        </a:p>
      </dgm:t>
    </dgm:pt>
    <dgm:pt modelId="9786">
      <dgm:t>
        <a:p>
          <a:r>
            <a:t>n9786</a:t>
          </a:r>
        </a:p>
      </dgm:t>
    </dgm:pt>
    <dgm:pt modelId="9787">
      <dgm:t>
        <a:p>
          <a:r>
            <a:t>n9787</a:t>
          </a:r>
        </a:p>
      </dgm:t>
    </dgm:pt>
    <dgm:pt modelId="9788">
      <dgm:t>
        <a:p>
          <a:r>
            <a:t>n9788</a:t>
          </a:r>
        </a:p>
      </dgm:t>
    </dgm:pt>
    <dgm:pt modelId="9789">
      <dgm:t>
        <a:p>
          <a:r>
            <a:t>n9789</a:t>
          </a:r>
        </a:p>
      </dgm:t>
    </dgm:pt>
    <dgm:pt modelId="9790">
      <dgm:t>
        <a:p>
          <a:r>
            <a:t>n9790</a:t>
          </a:r>
        </a:p>
      </dgm:t>
    </dgm:pt>
    <dgm:pt modelId="9791">
      <dgm:t>
        <a:p>
          <a:r>
            <a:t>n9791</a:t>
          </a:r>
        </a:p>
      </dgm:t>
    </dgm:pt>
    <dgm:pt modelId="9792">
      <dgm:t>
        <a:p>
          <a:r>
            <a:t>n9792</a:t>
          </a:r>
        </a:p>
      </dgm:t>
    </dgm:pt>
    <dgm:pt modelId="9793">
      <dgm:t>
        <a:p>
          <a:r>
            <a:t>n9793</a:t>
          </a:r>
        </a:p>
      </dgm:t>
    </dgm:pt>
    <dgm:pt modelId="9794">
      <dgm:t>
        <a:p>
          <a:r>
            <a:t>n9794</a:t>
          </a:r>
        </a:p>
      </dgm:t>
    </dgm:pt>
    <dgm:pt modelId="9795">
      <dgm:t>
        <a:p>
          <a:r>
            <a:t>n9795</a:t>
          </a:r>
        </a:p>
      </dgm:t>
    </dgm:pt>
    <dgm:pt modelId="9796">
      <dgm:t>
        <a:p>
          <a:r>
            <a:t>n9796</a:t>
          </a:r>
        </a:p>
      </dgm:t>
    </dgm:pt>
    <dgm:pt modelId="9797">
      <dgm:t>
        <a:p>
          <a:r>
            <a:t>n9797</a:t>
          </a:r>
        </a:p>
      </dgm:t>
    </dgm:pt>
    <dgm:pt modelId="9798">
      <dgm:t>
        <a:p>
          <a:r>
            <a:t>n9798</a:t>
          </a:r>
        </a:p>
      </dgm:t>
    </dgm:pt>
    <dgm:pt modelId="9799">
      <dgm:t>
        <a:p>
          <a:r>
            <a:t>n9799</a:t>
          </a:r>
        </a:p>
      </dgm:t>
    </dgm:pt>
    <dgm:pt modelId="9800">
      <dgm:t>
        <a:p>
          <a:r>
            <a:t>n9800</a:t>
          </a:r>
        </a:p>
      </dgm:t>
    </dgm:pt>
    <dgm:pt modelId="9801">
      <dgm:t>
        <a:p>
          <a:r>
            <a:t>n9801</a:t>
          </a:r>
        </a:p>
      </dgm:t>
    </dgm:pt>
    <dgm:pt modelId="9802">
      <dgm:t>
        <a:p>
          <a:r>
            <a:t>n9802</a:t>
          </a:r>
        </a:p>
      </dgm:t>
    </dgm:pt>
    <dgm:pt modelId="9803">
      <dgm:t>
        <a:p>
          <a:r>
            <a:t>n9803</a:t>
          </a:r>
        </a:p>
      </dgm:t>
    </dgm:pt>
    <dgm:pt modelId="9804">
      <dgm:t>
        <a:p>
          <a:r>
            <a:t>n9804</a:t>
          </a:r>
        </a:p>
      </dgm:t>
    </dgm:pt>
    <dgm:pt modelId="9805">
      <dgm:t>
        <a:p>
          <a:r>
            <a:t>n9805</a:t>
          </a:r>
        </a:p>
      </dgm:t>
    </dgm:pt>
    <dgm:pt modelId="9806">
      <dgm:t>
        <a:p>
          <a:r>
            <a:t>n9806</a:t>
          </a:r>
        </a:p>
      </dgm:t>
    </dgm:pt>
    <dgm:pt modelId="9807">
      <dgm:t>
        <a:p>
          <a:r>
            <a:t>n9807</a:t>
          </a:r>
        </a:p>
      </dgm:t>
    </dgm:pt>
    <dgm:pt modelId="9808">
      <dgm:t>
        <a:p>
          <a:r>
            <a:t>n9808</a:t>
          </a:r>
        </a:p>
      </dgm:t>
    </dgm:pt>
    <dgm:pt modelId="9809">
      <dgm:t>
        <a:p>
          <a:r>
            <a:t>n9809</a:t>
          </a:r>
        </a:p>
      </dgm:t>
    </dgm:pt>
    <dgm:pt modelId="9810">
      <dgm:t>
        <a:p>
          <a:r>
            <a:t>n9810</a:t>
          </a:r>
        </a:p>
      </dgm:t>
    </dgm:pt>
    <dgm:pt modelId="9811">
      <dgm:t>
        <a:p>
          <a:r>
            <a:t>n9811</a:t>
          </a:r>
        </a:p>
      </dgm:t>
    </dgm:pt>
    <dgm:pt modelId="9812">
      <dgm:t>
        <a:p>
          <a:r>
            <a:t>n9812</a:t>
          </a:r>
        </a:p>
      </dgm:t>
    </dgm:pt>
    <dgm:pt modelId="9813">
      <dgm:t>
        <a:p>
          <a:r>
            <a:t>n9813</a:t>
          </a:r>
        </a:p>
      </dgm:t>
    </dgm:pt>
    <dgm:pt modelId="9814">
      <dgm:t>
        <a:p>
          <a:r>
            <a:t>n9814</a:t>
          </a:r>
        </a:p>
      </dgm:t>
    </dgm:pt>
    <dgm:pt modelId="9815">
      <dgm:t>
        <a:p>
          <a:r>
            <a:t>n9815</a:t>
          </a:r>
        </a:p>
      </dgm:t>
    </dgm:pt>
    <dgm:pt modelId="9816">
      <dgm:t>
        <a:p>
          <a:r>
            <a:t>n9816</a:t>
          </a:r>
        </a:p>
      </dgm:t>
    </dgm:pt>
    <dgm:pt modelId="9817">
      <dgm:t>
        <a:p>
          <a:r>
            <a:t>n9817</a:t>
          </a:r>
        </a:p>
      </dgm:t>
    </dgm:pt>
    <dgm:pt modelId="9818">
      <dgm:t>
        <a:p>
          <a:r>
            <a:t>n9818</a:t>
          </a:r>
        </a:p>
      </dgm:t>
    </dgm:pt>
    <dgm:pt modelId="9819">
      <dgm:t>
        <a:p>
          <a:r>
            <a:t>n9819</a:t>
          </a:r>
        </a:p>
      </dgm:t>
    </dgm:pt>
    <dgm:pt modelId="9820">
      <dgm:t>
        <a:p>
          <a:r>
            <a:t>n9820</a:t>
          </a:r>
        </a:p>
      </dgm:t>
    </dgm:pt>
    <dgm:pt modelId="9821">
      <dgm:t>
        <a:p>
          <a:r>
            <a:t>n9821</a:t>
          </a:r>
        </a:p>
      </dgm:t>
    </dgm:pt>
    <dgm:pt modelId="9822">
      <dgm:t>
        <a:p>
          <a:r>
            <a:t>n9822</a:t>
          </a:r>
        </a:p>
      </dgm:t>
    </dgm:pt>
    <dgm:pt modelId="9823">
      <dgm:t>
        <a:p>
          <a:r>
            <a:t>n9823</a:t>
          </a:r>
        </a:p>
      </dgm:t>
    </dgm:pt>
    <dgm:pt modelId="9824">
      <dgm:t>
        <a:p>
          <a:r>
            <a:t>n9824</a:t>
          </a:r>
        </a:p>
      </dgm:t>
    </dgm:pt>
    <dgm:pt modelId="9825">
      <dgm:t>
        <a:p>
          <a:r>
            <a:t>n9825</a:t>
          </a:r>
        </a:p>
      </dgm:t>
    </dgm:pt>
    <dgm:pt modelId="9826">
      <dgm:t>
        <a:p>
          <a:r>
            <a:t>n9826</a:t>
          </a:r>
        </a:p>
      </dgm:t>
    </dgm:pt>
    <dgm:pt modelId="9827">
      <dgm:t>
        <a:p>
          <a:r>
            <a:t>n9827</a:t>
          </a:r>
        </a:p>
      </dgm:t>
    </dgm:pt>
    <dgm:pt modelId="9828">
      <dgm:t>
        <a:p>
          <a:r>
            <a:t>n9828</a:t>
          </a:r>
        </a:p>
      </dgm:t>
    </dgm:pt>
    <dgm:pt modelId="9829">
      <dgm:t>
        <a:p>
          <a:r>
            <a:t>n9829</a:t>
          </a:r>
        </a:p>
      </dgm:t>
    </dgm:pt>
    <dgm:pt modelId="9830">
      <dgm:t>
        <a:p>
          <a:r>
            <a:t>n9830</a:t>
          </a:r>
        </a:p>
      </dgm:t>
    </dgm:pt>
    <dgm:pt modelId="9831">
      <dgm:t>
        <a:p>
          <a:r>
            <a:t>n9831</a:t>
          </a:r>
        </a:p>
      </dgm:t>
    </dgm:pt>
    <dgm:pt modelId="9832">
      <dgm:t>
        <a:p>
          <a:r>
            <a:t>n9832</a:t>
          </a:r>
        </a:p>
      </dgm:t>
    </dgm:pt>
    <dgm:pt modelId="9833">
      <dgm:t>
        <a:p>
          <a:r>
            <a:t>n9833</a:t>
          </a:r>
        </a:p>
      </dgm:t>
    </dgm:pt>
    <dgm:pt modelId="9834">
      <dgm:t>
        <a:p>
          <a:r>
            <a:t>n9834</a:t>
          </a:r>
        </a:p>
      </dgm:t>
    </dgm:pt>
    <dgm:pt modelId="9835">
      <dgm:t>
        <a:p>
          <a:r>
            <a:t>n9835</a:t>
          </a:r>
        </a:p>
      </dgm:t>
    </dgm:pt>
    <dgm:pt modelId="9836">
      <dgm:t>
        <a:p>
          <a:r>
            <a:t>n9836</a:t>
          </a:r>
        </a:p>
      </dgm:t>
    </dgm:pt>
    <dgm:pt modelId="9837">
      <dgm:t>
        <a:p>
          <a:r>
            <a:t>n9837</a:t>
          </a:r>
        </a:p>
      </dgm:t>
    </dgm:pt>
    <dgm:pt modelId="9838">
      <dgm:t>
        <a:p>
          <a:r>
            <a:t>n9838</a:t>
          </a:r>
        </a:p>
      </dgm:t>
    </dgm:pt>
    <dgm:pt modelId="9839">
      <dgm:t>
        <a:p>
          <a:r>
            <a:t>n9839</a:t>
          </a:r>
        </a:p>
      </dgm:t>
    </dgm:pt>
    <dgm:pt modelId="9840">
      <dgm:t>
        <a:p>
          <a:r>
            <a:t>n9840</a:t>
          </a:r>
        </a:p>
      </dgm:t>
    </dgm:pt>
    <dgm:pt modelId="9841">
      <dgm:t>
        <a:p>
          <a:r>
            <a:t>n9841</a:t>
          </a:r>
        </a:p>
      </dgm:t>
    </dgm:pt>
    <dgm:pt modelId="9842">
      <dgm:t>
        <a:p>
          <a:r>
            <a:t>n9842</a:t>
          </a:r>
        </a:p>
      </dgm:t>
    </dgm:pt>
    <dgm:pt modelId="9843">
      <dgm:t>
        <a:p>
          <a:r>
            <a:t>n9843</a:t>
          </a:r>
        </a:p>
      </dgm:t>
    </dgm:pt>
    <dgm:pt modelId="9844">
      <dgm:t>
        <a:p>
          <a:r>
            <a:t>n9844</a:t>
          </a:r>
        </a:p>
      </dgm:t>
    </dgm:pt>
    <dgm:pt modelId="9845">
      <dgm:t>
        <a:p>
          <a:r>
            <a:t>n9845</a:t>
          </a:r>
        </a:p>
      </dgm:t>
    </dgm:pt>
    <dgm:pt modelId="9846">
      <dgm:t>
        <a:p>
          <a:r>
            <a:t>n9846</a:t>
          </a:r>
        </a:p>
      </dgm:t>
    </dgm:pt>
    <dgm:pt modelId="9847">
      <dgm:t>
        <a:p>
          <a:r>
            <a:t>n9847</a:t>
          </a:r>
        </a:p>
      </dgm:t>
    </dgm:pt>
    <dgm:pt modelId="9848">
      <dgm:t>
        <a:p>
          <a:r>
            <a:t>n9848</a:t>
          </a:r>
        </a:p>
      </dgm:t>
    </dgm:pt>
    <dgm:pt modelId="9849">
      <dgm:t>
        <a:p>
          <a:r>
            <a:t>n9849</a:t>
          </a:r>
        </a:p>
      </dgm:t>
    </dgm:pt>
    <dgm:pt modelId="9850">
      <dgm:t>
        <a:p>
          <a:r>
            <a:t>n9850</a:t>
          </a:r>
        </a:p>
      </dgm:t>
    </dgm:pt>
    <dgm:pt modelId="9851">
      <dgm:t>
        <a:p>
          <a:r>
            <a:t>n9851</a:t>
          </a:r>
        </a:p>
      </dgm:t>
    </dgm:pt>
    <dgm:pt modelId="9852">
      <dgm:t>
        <a:p>
          <a:r>
            <a:t>n9852</a:t>
          </a:r>
        </a:p>
      </dgm:t>
    </dgm:pt>
    <dgm:pt modelId="9853">
      <dgm:t>
        <a:p>
          <a:r>
            <a:t>n9853</a:t>
          </a:r>
        </a:p>
      </dgm:t>
    </dgm:pt>
    <dgm:pt modelId="9854">
      <dgm:t>
        <a:p>
          <a:r>
            <a:t>n9854</a:t>
          </a:r>
        </a:p>
      </dgm:t>
    </dgm:pt>
    <dgm:pt modelId="9855">
      <dgm:t>
        <a:p>
          <a:r>
            <a:t>n9855</a:t>
          </a:r>
        </a:p>
      </dgm:t>
    </dgm:pt>
    <dgm:pt modelId="9856">
      <dgm:t>
        <a:p>
          <a:r>
            <a:t>n9856</a:t>
          </a:r>
        </a:p>
      </dgm:t>
    </dgm:pt>
    <dgm:pt modelId="9857">
      <dgm:t>
        <a:p>
          <a:r>
            <a:t>n9857</a:t>
          </a:r>
        </a:p>
      </dgm:t>
    </dgm:pt>
    <dgm:pt modelId="9858">
      <dgm:t>
        <a:p>
          <a:r>
            <a:t>n9858</a:t>
          </a:r>
        </a:p>
      </dgm:t>
    </dgm:pt>
    <dgm:pt modelId="9859">
      <dgm:t>
        <a:p>
          <a:r>
            <a:t>n9859</a:t>
          </a:r>
        </a:p>
      </dgm:t>
    </dgm:pt>
    <dgm:pt modelId="9860">
      <dgm:t>
        <a:p>
          <a:r>
            <a:t>n9860</a:t>
          </a:r>
        </a:p>
      </dgm:t>
    </dgm:pt>
    <dgm:pt modelId="9861">
      <dgm:t>
        <a:p>
          <a:r>
            <a:t>n9861</a:t>
          </a:r>
        </a:p>
      </dgm:t>
    </dgm:pt>
    <dgm:pt modelId="9862">
      <dgm:t>
        <a:p>
          <a:r>
            <a:t>n9862</a:t>
          </a:r>
        </a:p>
      </dgm:t>
    </dgm:pt>
    <dgm:pt modelId="9863">
      <dgm:t>
        <a:p>
          <a:r>
            <a:t>n9863</a:t>
          </a:r>
        </a:p>
      </dgm:t>
    </dgm:pt>
    <dgm:pt modelId="9864">
      <dgm:t>
        <a:p>
          <a:r>
            <a:t>n9864</a:t>
          </a:r>
        </a:p>
      </dgm:t>
    </dgm:pt>
    <dgm:pt modelId="9865">
      <dgm:t>
        <a:p>
          <a:r>
            <a:t>n9865</a:t>
          </a:r>
        </a:p>
      </dgm:t>
    </dgm:pt>
    <dgm:pt modelId="9866">
      <dgm:t>
        <a:p>
          <a:r>
            <a:t>n9866</a:t>
          </a:r>
        </a:p>
      </dgm:t>
    </dgm:pt>
    <dgm:pt modelId="9867">
      <dgm:t>
        <a:p>
          <a:r>
            <a:t>n9867</a:t>
          </a:r>
        </a:p>
      </dgm:t>
    </dgm:pt>
    <dgm:pt modelId="9868">
      <dgm:t>
        <a:p>
          <a:r>
            <a:t>n9868</a:t>
          </a:r>
        </a:p>
      </dgm:t>
    </dgm:pt>
    <dgm:pt modelId="9869">
      <dgm:t>
        <a:p>
          <a:r>
            <a:t>n9869</a:t>
          </a:r>
        </a:p>
      </dgm:t>
    </dgm:pt>
    <dgm:pt modelId="9870">
      <dgm:t>
        <a:p>
          <a:r>
            <a:t>n9870</a:t>
          </a:r>
        </a:p>
      </dgm:t>
    </dgm:pt>
    <dgm:pt modelId="9871">
      <dgm:t>
        <a:p>
          <a:r>
            <a:t>n9871</a:t>
          </a:r>
        </a:p>
      </dgm:t>
    </dgm:pt>
    <dgm:pt modelId="9872">
      <dgm:t>
        <a:p>
          <a:r>
            <a:t>n9872</a:t>
          </a:r>
        </a:p>
      </dgm:t>
    </dgm:pt>
    <dgm:pt modelId="9873">
      <dgm:t>
        <a:p>
          <a:r>
            <a:t>n9873</a:t>
          </a:r>
        </a:p>
      </dgm:t>
    </dgm:pt>
    <dgm:pt modelId="9874">
      <dgm:t>
        <a:p>
          <a:r>
            <a:t>n9874</a:t>
          </a:r>
        </a:p>
      </dgm:t>
    </dgm:pt>
    <dgm:pt modelId="9875">
      <dgm:t>
        <a:p>
          <a:r>
            <a:t>n9875</a:t>
          </a:r>
        </a:p>
      </dgm:t>
    </dgm:pt>
    <dgm:pt modelId="9876">
      <dgm:t>
        <a:p>
          <a:r>
            <a:t>n9876</a:t>
          </a:r>
        </a:p>
      </dgm:t>
    </dgm:pt>
    <dgm:pt modelId="9877">
      <dgm:t>
        <a:p>
          <a:r>
            <a:t>n9877</a:t>
          </a:r>
        </a:p>
      </dgm:t>
    </dgm:pt>
    <dgm:pt modelId="9878">
      <dgm:t>
        <a:p>
          <a:r>
            <a:t>n9878</a:t>
          </a:r>
        </a:p>
      </dgm:t>
    </dgm:pt>
    <dgm:pt modelId="9879">
      <dgm:t>
        <a:p>
          <a:r>
            <a:t>n9879</a:t>
          </a:r>
        </a:p>
      </dgm:t>
    </dgm:pt>
    <dgm:pt modelId="9880">
      <dgm:t>
        <a:p>
          <a:r>
            <a:t>n9880</a:t>
          </a:r>
        </a:p>
      </dgm:t>
    </dgm:pt>
    <dgm:pt modelId="9881">
      <dgm:t>
        <a:p>
          <a:r>
            <a:t>n9881</a:t>
          </a:r>
        </a:p>
      </dgm:t>
    </dgm:pt>
    <dgm:pt modelId="9882">
      <dgm:t>
        <a:p>
          <a:r>
            <a:t>n9882</a:t>
          </a:r>
        </a:p>
      </dgm:t>
    </dgm:pt>
    <dgm:pt modelId="9883">
      <dgm:t>
        <a:p>
          <a:r>
            <a:t>n9883</a:t>
          </a:r>
        </a:p>
      </dgm:t>
    </dgm:pt>
    <dgm:pt modelId="9884">
      <dgm:t>
        <a:p>
          <a:r>
            <a:t>n9884</a:t>
          </a:r>
        </a:p>
      </dgm:t>
    </dgm:pt>
    <dgm:pt modelId="9885">
      <dgm:t>
        <a:p>
          <a:r>
            <a:t>n9885</a:t>
          </a:r>
        </a:p>
      </dgm:t>
    </dgm:pt>
    <dgm:pt modelId="9886">
      <dgm:t>
        <a:p>
          <a:r>
            <a:t>n9886</a:t>
          </a:r>
        </a:p>
      </dgm:t>
    </dgm:pt>
    <dgm:pt modelId="9887">
      <dgm:t>
        <a:p>
          <a:r>
            <a:t>n9887</a:t>
          </a:r>
        </a:p>
      </dgm:t>
    </dgm:pt>
    <dgm:pt modelId="9888">
      <dgm:t>
        <a:p>
          <a:r>
            <a:t>n9888</a:t>
          </a:r>
        </a:p>
      </dgm:t>
    </dgm:pt>
    <dgm:pt modelId="9889">
      <dgm:t>
        <a:p>
          <a:r>
            <a:t>n9889</a:t>
          </a:r>
        </a:p>
      </dgm:t>
    </dgm:pt>
    <dgm:pt modelId="9890">
      <dgm:t>
        <a:p>
          <a:r>
            <a:t>n9890</a:t>
          </a:r>
        </a:p>
      </dgm:t>
    </dgm:pt>
    <dgm:pt modelId="9891">
      <dgm:t>
        <a:p>
          <a:r>
            <a:t>n9891</a:t>
          </a:r>
        </a:p>
      </dgm:t>
    </dgm:pt>
    <dgm:pt modelId="9892">
      <dgm:t>
        <a:p>
          <a:r>
            <a:t>n9892</a:t>
          </a:r>
        </a:p>
      </dgm:t>
    </dgm:pt>
    <dgm:pt modelId="9893">
      <dgm:t>
        <a:p>
          <a:r>
            <a:t>n9893</a:t>
          </a:r>
        </a:p>
      </dgm:t>
    </dgm:pt>
    <dgm:pt modelId="9894">
      <dgm:t>
        <a:p>
          <a:r>
            <a:t>n9894</a:t>
          </a:r>
        </a:p>
      </dgm:t>
    </dgm:pt>
    <dgm:pt modelId="9895">
      <dgm:t>
        <a:p>
          <a:r>
            <a:t>n9895</a:t>
          </a:r>
        </a:p>
      </dgm:t>
    </dgm:pt>
    <dgm:pt modelId="9896">
      <dgm:t>
        <a:p>
          <a:r>
            <a:t>n9896</a:t>
          </a:r>
        </a:p>
      </dgm:t>
    </dgm:pt>
    <dgm:pt modelId="9897">
      <dgm:t>
        <a:p>
          <a:r>
            <a:t>n9897</a:t>
          </a:r>
        </a:p>
      </dgm:t>
    </dgm:pt>
    <dgm:pt modelId="9898">
      <dgm:t>
        <a:p>
          <a:r>
            <a:t>n9898</a:t>
          </a:r>
        </a:p>
      </dgm:t>
    </dgm:pt>
    <dgm:pt modelId="9899">
      <dgm:t>
        <a:p>
          <a:r>
            <a:t>n9899</a:t>
          </a:r>
        </a:p>
      </dgm:t>
    </dgm:pt>
    <dgm:pt modelId="9900">
      <dgm:t>
        <a:p>
          <a:r>
            <a:t>n9900</a:t>
          </a:r>
        </a:p>
      </dgm:t>
    </dgm:pt>
    <dgm:pt modelId="9901">
      <dgm:t>
        <a:p>
          <a:r>
            <a:t>n9901</a:t>
          </a:r>
        </a:p>
      </dgm:t>
    </dgm:pt>
    <dgm:pt modelId="9902">
      <dgm:t>
        <a:p>
          <a:r>
            <a:t>n9902</a:t>
          </a:r>
        </a:p>
      </dgm:t>
    </dgm:pt>
    <dgm:pt modelId="9903">
      <dgm:t>
        <a:p>
          <a:r>
            <a:t>n9903</a:t>
          </a:r>
        </a:p>
      </dgm:t>
    </dgm:pt>
    <dgm:pt modelId="9904">
      <dgm:t>
        <a:p>
          <a:r>
            <a:t>n9904</a:t>
          </a:r>
        </a:p>
      </dgm:t>
    </dgm:pt>
    <dgm:pt modelId="9905">
      <dgm:t>
        <a:p>
          <a:r>
            <a:t>n9905</a:t>
          </a:r>
        </a:p>
      </dgm:t>
    </dgm:pt>
    <dgm:pt modelId="9906">
      <dgm:t>
        <a:p>
          <a:r>
            <a:t>n9906</a:t>
          </a:r>
        </a:p>
      </dgm:t>
    </dgm:pt>
    <dgm:pt modelId="9907">
      <dgm:t>
        <a:p>
          <a:r>
            <a:t>n9907</a:t>
          </a:r>
        </a:p>
      </dgm:t>
    </dgm:pt>
    <dgm:pt modelId="9908">
      <dgm:t>
        <a:p>
          <a:r>
            <a:t>n9908</a:t>
          </a:r>
        </a:p>
      </dgm:t>
    </dgm:pt>
    <dgm:pt modelId="9909">
      <dgm:t>
        <a:p>
          <a:r>
            <a:t>n9909</a:t>
          </a:r>
        </a:p>
      </dgm:t>
    </dgm:pt>
    <dgm:pt modelId="9910">
      <dgm:t>
        <a:p>
          <a:r>
            <a:t>n9910</a:t>
          </a:r>
        </a:p>
      </dgm:t>
    </dgm:pt>
    <dgm:pt modelId="9911">
      <dgm:t>
        <a:p>
          <a:r>
            <a:t>n9911</a:t>
          </a:r>
        </a:p>
      </dgm:t>
    </dgm:pt>
    <dgm:pt modelId="9912">
      <dgm:t>
        <a:p>
          <a:r>
            <a:t>n9912</a:t>
          </a:r>
        </a:p>
      </dgm:t>
    </dgm:pt>
    <dgm:pt modelId="9913">
      <dgm:t>
        <a:p>
          <a:r>
            <a:t>n9913</a:t>
          </a:r>
        </a:p>
      </dgm:t>
    </dgm:pt>
    <dgm:pt modelId="9914">
      <dgm:t>
        <a:p>
          <a:r>
            <a:t>n9914</a:t>
          </a:r>
        </a:p>
      </dgm:t>
    </dgm:pt>
    <dgm:pt modelId="9915">
      <dgm:t>
        <a:p>
          <a:r>
            <a:t>n9915</a:t>
          </a:r>
        </a:p>
      </dgm:t>
    </dgm:pt>
    <dgm:pt modelId="9916">
      <dgm:t>
        <a:p>
          <a:r>
            <a:t>n9916</a:t>
          </a:r>
        </a:p>
      </dgm:t>
    </dgm:pt>
    <dgm:pt modelId="9917">
      <dgm:t>
        <a:p>
          <a:r>
            <a:t>n9917</a:t>
          </a:r>
        </a:p>
      </dgm:t>
    </dgm:pt>
    <dgm:pt modelId="9918">
      <dgm:t>
        <a:p>
          <a:r>
            <a:t>n9918</a:t>
          </a:r>
        </a:p>
      </dgm:t>
    </dgm:pt>
    <dgm:pt modelId="9919">
      <dgm:t>
        <a:p>
          <a:r>
            <a:t>n9919</a:t>
          </a:r>
        </a:p>
      </dgm:t>
    </dgm:pt>
    <dgm:pt modelId="9920">
      <dgm:t>
        <a:p>
          <a:r>
            <a:t>n9920</a:t>
          </a:r>
        </a:p>
      </dgm:t>
    </dgm:pt>
    <dgm:pt modelId="9921">
      <dgm:t>
        <a:p>
          <a:r>
            <a:t>n9921</a:t>
          </a:r>
        </a:p>
      </dgm:t>
    </dgm:pt>
    <dgm:pt modelId="9922">
      <dgm:t>
        <a:p>
          <a:r>
            <a:t>n9922</a:t>
          </a:r>
        </a:p>
      </dgm:t>
    </dgm:pt>
    <dgm:pt modelId="9923">
      <dgm:t>
        <a:p>
          <a:r>
            <a:t>n9923</a:t>
          </a:r>
        </a:p>
      </dgm:t>
    </dgm:pt>
    <dgm:pt modelId="9924">
      <dgm:t>
        <a:p>
          <a:r>
            <a:t>n9924</a:t>
          </a:r>
        </a:p>
      </dgm:t>
    </dgm:pt>
    <dgm:pt modelId="9925">
      <dgm:t>
        <a:p>
          <a:r>
            <a:t>n9925</a:t>
          </a:r>
        </a:p>
      </dgm:t>
    </dgm:pt>
    <dgm:pt modelId="9926">
      <dgm:t>
        <a:p>
          <a:r>
            <a:t>n9926</a:t>
          </a:r>
        </a:p>
      </dgm:t>
    </dgm:pt>
    <dgm:pt modelId="9927">
      <dgm:t>
        <a:p>
          <a:r>
            <a:t>n9927</a:t>
          </a:r>
        </a:p>
      </dgm:t>
    </dgm:pt>
    <dgm:pt modelId="9928">
      <dgm:t>
        <a:p>
          <a:r>
            <a:t>n9928</a:t>
          </a:r>
        </a:p>
      </dgm:t>
    </dgm:pt>
    <dgm:pt modelId="9929">
      <dgm:t>
        <a:p>
          <a:r>
            <a:t>n9929</a:t>
          </a:r>
        </a:p>
      </dgm:t>
    </dgm:pt>
    <dgm:pt modelId="9930">
      <dgm:t>
        <a:p>
          <a:r>
            <a:t>n9930</a:t>
          </a:r>
        </a:p>
      </dgm:t>
    </dgm:pt>
    <dgm:pt modelId="9931">
      <dgm:t>
        <a:p>
          <a:r>
            <a:t>n9931</a:t>
          </a:r>
        </a:p>
      </dgm:t>
    </dgm:pt>
    <dgm:pt modelId="9932">
      <dgm:t>
        <a:p>
          <a:r>
            <a:t>n9932</a:t>
          </a:r>
        </a:p>
      </dgm:t>
    </dgm:pt>
    <dgm:pt modelId="9933">
      <dgm:t>
        <a:p>
          <a:r>
            <a:t>n9933</a:t>
          </a:r>
        </a:p>
      </dgm:t>
    </dgm:pt>
    <dgm:pt modelId="9934">
      <dgm:t>
        <a:p>
          <a:r>
            <a:t>n9934</a:t>
          </a:r>
        </a:p>
      </dgm:t>
    </dgm:pt>
    <dgm:pt modelId="9935">
      <dgm:t>
        <a:p>
          <a:r>
            <a:t>n9935</a:t>
          </a:r>
        </a:p>
      </dgm:t>
    </dgm:pt>
    <dgm:pt modelId="9936">
      <dgm:t>
        <a:p>
          <a:r>
            <a:t>n9936</a:t>
          </a:r>
        </a:p>
      </dgm:t>
    </dgm:pt>
    <dgm:pt modelId="9937">
      <dgm:t>
        <a:p>
          <a:r>
            <a:t>n9937</a:t>
          </a:r>
        </a:p>
      </dgm:t>
    </dgm:pt>
    <dgm:pt modelId="9938">
      <dgm:t>
        <a:p>
          <a:r>
            <a:t>n9938</a:t>
          </a:r>
        </a:p>
      </dgm:t>
    </dgm:pt>
    <dgm:pt modelId="9939">
      <dgm:t>
        <a:p>
          <a:r>
            <a:t>n9939</a:t>
          </a:r>
        </a:p>
      </dgm:t>
    </dgm:pt>
    <dgm:pt modelId="9940">
      <dgm:t>
        <a:p>
          <a:r>
            <a:t>n9940</a:t>
          </a:r>
        </a:p>
      </dgm:t>
    </dgm:pt>
    <dgm:pt modelId="9941">
      <dgm:t>
        <a:p>
          <a:r>
            <a:t>n9941</a:t>
          </a:r>
        </a:p>
      </dgm:t>
    </dgm:pt>
    <dgm:pt modelId="9942">
      <dgm:t>
        <a:p>
          <a:r>
            <a:t>n9942</a:t>
          </a:r>
        </a:p>
      </dgm:t>
    </dgm:pt>
    <dgm:pt modelId="9943">
      <dgm:t>
        <a:p>
          <a:r>
            <a:t>n9943</a:t>
          </a:r>
        </a:p>
      </dgm:t>
    </dgm:pt>
    <dgm:pt modelId="9944">
      <dgm:t>
        <a:p>
          <a:r>
            <a:t>n9944</a:t>
          </a:r>
        </a:p>
      </dgm:t>
    </dgm:pt>
    <dgm:pt modelId="9945">
      <dgm:t>
        <a:p>
          <a:r>
            <a:t>n9945</a:t>
          </a:r>
        </a:p>
      </dgm:t>
    </dgm:pt>
    <dgm:pt modelId="9946">
      <dgm:t>
        <a:p>
          <a:r>
            <a:t>n9946</a:t>
          </a:r>
        </a:p>
      </dgm:t>
    </dgm:pt>
    <dgm:pt modelId="9947">
      <dgm:t>
        <a:p>
          <a:r>
            <a:t>n9947</a:t>
          </a:r>
        </a:p>
      </dgm:t>
    </dgm:pt>
    <dgm:pt modelId="9948">
      <dgm:t>
        <a:p>
          <a:r>
            <a:t>n9948</a:t>
          </a:r>
        </a:p>
      </dgm:t>
    </dgm:pt>
    <dgm:pt modelId="9949">
      <dgm:t>
        <a:p>
          <a:r>
            <a:t>n9949</a:t>
          </a:r>
        </a:p>
      </dgm:t>
    </dgm:pt>
    <dgm:pt modelId="9950">
      <dgm:t>
        <a:p>
          <a:r>
            <a:t>n9950</a:t>
          </a:r>
        </a:p>
      </dgm:t>
    </dgm:pt>
    <dgm:pt modelId="9951">
      <dgm:t>
        <a:p>
          <a:r>
            <a:t>n9951</a:t>
          </a:r>
        </a:p>
      </dgm:t>
    </dgm:pt>
    <dgm:pt modelId="9952">
      <dgm:t>
        <a:p>
          <a:r>
            <a:t>n9952</a:t>
          </a:r>
        </a:p>
      </dgm:t>
    </dgm:pt>
    <dgm:pt modelId="9953">
      <dgm:t>
        <a:p>
          <a:r>
            <a:t>n9953</a:t>
          </a:r>
        </a:p>
      </dgm:t>
    </dgm:pt>
    <dgm:pt modelId="9954">
      <dgm:t>
        <a:p>
          <a:r>
            <a:t>n9954</a:t>
          </a:r>
        </a:p>
      </dgm:t>
    </dgm:pt>
    <dgm:pt modelId="9955">
      <dgm:t>
        <a:p>
          <a:r>
            <a:t>n9955</a:t>
          </a:r>
        </a:p>
      </dgm:t>
    </dgm:pt>
    <dgm:pt modelId="9956">
      <dgm:t>
        <a:p>
          <a:r>
            <a:t>n9956</a:t>
          </a:r>
        </a:p>
      </dgm:t>
    </dgm:pt>
    <dgm:pt modelId="9957">
      <dgm:t>
        <a:p>
          <a:r>
            <a:t>n9957</a:t>
          </a:r>
        </a:p>
      </dgm:t>
    </dgm:pt>
    <dgm:pt modelId="9958">
      <dgm:t>
        <a:p>
          <a:r>
            <a:t>n9958</a:t>
          </a:r>
        </a:p>
      </dgm:t>
    </dgm:pt>
    <dgm:pt modelId="9959">
      <dgm:t>
        <a:p>
          <a:r>
            <a:t>n9959</a:t>
          </a:r>
        </a:p>
      </dgm:t>
    </dgm:pt>
    <dgm:pt modelId="9960">
      <dgm:t>
        <a:p>
          <a:r>
            <a:t>n9960</a:t>
          </a:r>
        </a:p>
      </dgm:t>
    </dgm:pt>
    <dgm:pt modelId="9961">
      <dgm:t>
        <a:p>
          <a:r>
            <a:t>n9961</a:t>
          </a:r>
        </a:p>
      </dgm:t>
    </dgm:pt>
    <dgm:pt modelId="9962">
      <dgm:t>
        <a:p>
          <a:r>
            <a:t>n9962</a:t>
          </a:r>
        </a:p>
      </dgm:t>
    </dgm:pt>
    <dgm:pt modelId="9963">
      <dgm:t>
        <a:p>
          <a:r>
            <a:t>n9963</a:t>
          </a:r>
        </a:p>
      </dgm:t>
    </dgm:pt>
    <dgm:pt modelId="9964">
      <dgm:t>
        <a:p>
          <a:r>
            <a:t>n9964</a:t>
          </a:r>
        </a:p>
      </dgm:t>
    </dgm:pt>
    <dgm:pt modelId="9965">
      <dgm:t>
        <a:p>
          <a:r>
            <a:t>n9965</a:t>
          </a:r>
        </a:p>
      </dgm:t>
    </dgm:pt>
    <dgm:pt modelId="9966">
      <dgm:t>
        <a:p>
          <a:r>
            <a:t>n9966</a:t>
          </a:r>
        </a:p>
      </dgm:t>
    </dgm:pt>
    <dgm:pt modelId="9967">
      <dgm:t>
        <a:p>
          <a:r>
            <a:t>n9967</a:t>
          </a:r>
        </a:p>
      </dgm:t>
    </dgm:pt>
    <dgm:pt modelId="9968">
      <dgm:t>
        <a:p>
          <a:r>
            <a:t>n9968</a:t>
          </a:r>
        </a:p>
      </dgm:t>
    </dgm:pt>
    <dgm:pt modelId="9969">
      <dgm:t>
        <a:p>
          <a:r>
            <a:t>n9969</a:t>
          </a:r>
        </a:p>
      </dgm:t>
    </dgm:pt>
    <dgm:pt modelId="9970">
      <dgm:t>
        <a:p>
          <a:r>
            <a:t>n9970</a:t>
          </a:r>
        </a:p>
      </dgm:t>
    </dgm:pt>
    <dgm:pt modelId="9971">
      <dgm:t>
        <a:p>
          <a:r>
            <a:t>n9971</a:t>
          </a:r>
        </a:p>
      </dgm:t>
    </dgm:pt>
    <dgm:pt modelId="9972">
      <dgm:t>
        <a:p>
          <a:r>
            <a:t>n9972</a:t>
          </a:r>
        </a:p>
      </dgm:t>
    </dgm:pt>
    <dgm:pt modelId="9973">
      <dgm:t>
        <a:p>
          <a:r>
            <a:t>n9973</a:t>
          </a:r>
        </a:p>
      </dgm:t>
    </dgm:pt>
    <dgm:pt modelId="9974">
      <dgm:t>
        <a:p>
          <a:r>
            <a:t>n9974</a:t>
          </a:r>
        </a:p>
      </dgm:t>
    </dgm:pt>
    <dgm:pt modelId="9975">
      <dgm:t>
        <a:p>
          <a:r>
            <a:t>n9975</a:t>
          </a:r>
        </a:p>
      </dgm:t>
    </dgm:pt>
    <dgm:pt modelId="9976">
      <dgm:t>
        <a:p>
          <a:r>
            <a:t>n9976</a:t>
          </a:r>
        </a:p>
      </dgm:t>
    </dgm:pt>
    <dgm:pt modelId="9977">
      <dgm:t>
        <a:p>
          <a:r>
            <a:t>n9977</a:t>
          </a:r>
        </a:p>
      </dgm:t>
    </dgm:pt>
    <dgm:pt modelId="9978">
      <dgm:t>
        <a:p>
          <a:r>
            <a:t>n9978</a:t>
          </a:r>
        </a:p>
      </dgm:t>
    </dgm:pt>
    <dgm:pt modelId="9979">
      <dgm:t>
        <a:p>
          <a:r>
            <a:t>n9979</a:t>
          </a:r>
        </a:p>
      </dgm:t>
    </dgm:pt>
    <dgm:pt modelId="9980">
      <dgm:t>
        <a:p>
          <a:r>
            <a:t>n9980</a:t>
          </a:r>
        </a:p>
      </dgm:t>
    </dgm:pt>
    <dgm:pt modelId="9981">
      <dgm:t>
        <a:p>
          <a:r>
            <a:t>n9981</a:t>
          </a:r>
        </a:p>
      </dgm:t>
    </dgm:pt>
    <dgm:pt modelId="9982">
      <dgm:t>
        <a:p>
          <a:r>
            <a:t>n9982</a:t>
          </a:r>
        </a:p>
      </dgm:t>
    </dgm:pt>
    <dgm:pt modelId="9983">
      <dgm:t>
        <a:p>
          <a:r>
            <a:t>n9983</a:t>
          </a:r>
        </a:p>
      </dgm:t>
    </dgm:pt>
    <dgm:pt modelId="9984">
      <dgm:t>
        <a:p>
          <a:r>
            <a:t>n9984</a:t>
          </a:r>
        </a:p>
      </dgm:t>
    </dgm:pt>
    <dgm:pt modelId="9985">
      <dgm:t>
        <a:p>
          <a:r>
            <a:t>n9985</a:t>
          </a:r>
        </a:p>
      </dgm:t>
    </dgm:pt>
    <dgm:pt modelId="9986">
      <dgm:t>
        <a:p>
          <a:r>
            <a:t>n9986</a:t>
          </a:r>
        </a:p>
      </dgm:t>
    </dgm:pt>
    <dgm:pt modelId="9987">
      <dgm:t>
        <a:p>
          <a:r>
            <a:t>n9987</a:t>
          </a:r>
        </a:p>
      </dgm:t>
    </dgm:pt>
    <dgm:pt modelId="9988">
      <dgm:t>
        <a:p>
          <a:r>
            <a:t>n9988</a:t>
          </a:r>
        </a:p>
      </dgm:t>
    </dgm:pt>
    <dgm:pt modelId="9989">
      <dgm:t>
        <a:p>
          <a:r>
            <a:t>n9989</a:t>
          </a:r>
        </a:p>
      </dgm:t>
    </dgm:pt>
    <dgm:pt modelId="9990">
      <dgm:t>
        <a:p>
          <a:r>
            <a:t>n9990</a:t>
          </a:r>
        </a:p>
      </dgm:t>
    </dgm:pt>
    <dgm:pt modelId="9991">
      <dgm:t>
        <a:p>
          <a:r>
            <a:t>n9991</a:t>
          </a:r>
        </a:p>
      </dgm:t>
    </dgm:pt>
    <dgm:pt modelId="9992">
      <dgm:t>
        <a:p>
          <a:r>
            <a:t>n9992</a:t>
          </a:r>
        </a:p>
      </dgm:t>
    </dgm:pt>
    <dgm:pt modelId="9993">
      <dgm:t>
        <a:p>
          <a:r>
            <a:t>n9993</a:t>
          </a:r>
        </a:p>
      </dgm:t>
    </dgm:pt>
    <dgm:pt modelId="9994">
      <dgm:t>
        <a:p>
          <a:r>
            <a:t>n9994</a:t>
          </a:r>
        </a:p>
      </dgm:t>
    </dgm:pt>
    <dgm:pt modelId="9995">
      <dgm:t>
        <a:p>
          <a:r>
            <a:t>n9995</a:t>
          </a:r>
        </a:p>
      </dgm:t>
    </dgm:pt>
    <dgm:pt modelId="9996">
      <dgm:t>
        <a:p>
          <a:r>
            <a:t>n9996</a:t>
          </a:r>
        </a:p>
      </dgm:t>
    </dgm:pt>
    <dgm:pt modelId="9997">
      <dgm:t>
        <a:p>
          <a:r>
            <a:t>n9997</a:t>
          </a:r>
        </a:p>
      </dgm:t>
    </dgm:pt>
    <dgm:pt modelId="9998">
      <dgm:t>
        <a:p>
          <a:r>
            <a:t>n9998</a:t>
          </a:r>
        </a:p>
      </dgm:t>
    </dgm:pt>
    <dgm:pt modelId="9999">
      <dgm:t>
        <a:p>
          <a:r>
            <a:t>n9999</a:t>
          </a:r>
        </a:p>
      </dgm:t>
    </dgm:pt>
  </dgm:ptLst>
  <dgm:cxnLst>
    <dgm:cxn modelId="c0" srcId="1" destId="0"/>
    <dgm:cxn modelId="c1" srcId="2" destId="1"/>
    <dgm:cxn modelId="c2" srcId="3" destId="2"/>
    <dgm:cxn modelId="c3" srcId="4" destId="3"/>
    <dgm:cxn modelId="c4" srcId="5" destId="4"/>
    <dgm:cxn modelId="c5" srcId="6" destId="5"/>
    <dgm:cxn modelId="c6" srcId="7" destId="6"/>
    <dgm:cxn modelId="c7" srcId="8" destId="7"/>
    <dgm:cxn modelId="c8" srcId="9" destId="8"/>
    <dgm:cxn modelId="c9" srcId="10" destId="9"/>
    <dgm:cxn modelId="c10" srcId="11" destId="10"/>
    <dgm:cxn modelId="c11" srcId="12" destId="11"/>
    <dgm:cxn modelId="c12" srcId="13" destId="12"/>
    <dgm:cxn modelId="c13" srcId="14" destId="13"/>
    <dgm:cxn modelId="c14" srcId="15" destId="14"/>
    <dgm:cxn modelId="c15" srcId="16" destId="15"/>
    <dgm:cxn modelId="c16" srcId="17" destId="16"/>
    <dgm:cxn modelId="c17" srcId="18" destId="17"/>
    <dgm:cxn modelId="c18" srcId="19" destId="18"/>
    <dgm:cxn modelId="c19" srcId="20" destId="19"/>
    <dgm:cxn modelId="c20" srcId="21" destId="20"/>
    <dgm:cxn modelId="c21" srcId="22" destId="21"/>
    <dgm:cxn modelId="c22" srcId="23" destId="22"/>
    <dgm:cxn modelId="c23" srcId="24" destId="23"/>
    <dgm:cxn modelId="c24" srcId="25" destId="24"/>
    <dgm:cxn modelId="c25" srcId="26" destId="25"/>
    <dgm:cxn modelId="c26" srcId="27" destId="26"/>
    <dgm:cxn modelId="c27" srcId="28" destId="27"/>
    <dgm:cxn modelId="c28" srcId="29" destId="28"/>
    <dgm:cxn modelId="c29" srcId="30" destId="29"/>
    <dgm:cxn modelId="c30" srcId="31" destId="30"/>
    <dgm:cxn modelId="c31" srcId="32" destId="31"/>
    <dgm:cxn modelId="c32" srcId="33" destId="32"/>
    <dgm:cxn modelId="c33" srcId="34" destId="33"/>
    <dgm:cxn modelId="c34" srcId="35" destId="34"/>
    <dgm:cxn modelId="c35" srcId="36" destId="35"/>
    <dgm:cxn modelId="c36" srcId="37" destId="36"/>
    <dgm:cxn modelId="c37" srcId="38" destId="37"/>
    <dgm:cxn modelId="c38" srcId="39" destId="38"/>
    <dgm:cxn modelId="c39" srcId="40" destId="39"/>
    <dgm:cxn modelId="c40" srcId="41" destId="40"/>
    <dgm:cxn modelId="c41" srcId="42" destId="41"/>
    <dgm:cxn modelId="c42" srcId="43" destId="42"/>
    <dgm:cxn modelId="c43" srcId="44" destId="43"/>
    <dgm:cxn modelId="c44" srcId="45" destId="44"/>
    <dgm:cxn modelId="c45" srcId="46" destId="45"/>
    <dgm:cxn modelId="c46" srcId="47" destId="46"/>
    <dgm:cxn modelId="c47" srcId="48" destId="47"/>
    <dgm:cxn modelId="c48" srcId="49" destId="48"/>
    <dgm:cxn modelId="c49" srcId="50" destId="49"/>
    <dgm:cxn modelId="c50" srcId="51" destId="50"/>
    <dgm:cxn modelId="c51" srcId="52" destId="51"/>
    <dgm:cxn modelId="c52" srcId="53" destId="52"/>
    <dgm:cxn modelId="c53" srcId="54" destId="53"/>
    <dgm:cxn modelId="c54" srcId="55" destId="54"/>
    <dgm:cxn modelId="c55" srcId="56" destId="55"/>
    <dgm:cxn modelId="c56" srcId="57" destId="56"/>
    <dgm:cxn modelId="c57" srcId="58" destId="57"/>
    <dgm:cxn modelId="c58" srcId="59" destId="58"/>
    <dgm:cxn modelId="c59" srcId="60" destId="59"/>
    <dgm:cxn modelId="c60" srcId="61" destId="60"/>
    <dgm:cxn modelId="c61" srcId="62" destId="61"/>
    <dgm:cxn modelId="c62" srcId="63" destId="62"/>
    <dgm:cxn modelId="c63" srcId="64" destId="63"/>
    <dgm:cxn modelId="c64" srcId="65" destId="64"/>
    <dgm:cxn modelId="c65" srcId="66" destId="65"/>
    <dgm:cxn modelId="c66" srcId="67" destId="66"/>
    <dgm:cxn modelId="c67" srcId="68" destId="67"/>
    <dgm:cxn modelId="c68" srcId="69" destId="68"/>
    <dgm:cxn modelId="c69" srcId="70" destId="69"/>
    <dgm:cxn modelId="c70" srcId="71" destId="70"/>
    <dgm:cxn modelId="c71" srcId="72" destId="71"/>
    <dgm:cxn modelId="c72" srcId="73" destId="72"/>
    <dgm:cxn modelId="c73" srcId="74" destId="73"/>
    <dgm:cxn modelId="c74" srcId="75" destId="74"/>
    <dgm:cxn modelId="c75" srcId="76" destId="75"/>
    <dgm:cxn modelId="c76" srcId="77" destId="76"/>
    <dgm:cxn modelId="c77" srcId="78" destId="77"/>
    <dgm:cxn modelId="c78" srcId="79" destId="78"/>
    <dgm:cxn modelId="c79" srcId="80" destId="79"/>
    <dgm:cxn modelId="c80" srcId="81" destId="80"/>
    <dgm:cxn modelId="c81" srcId="82" destId="81"/>
    <dgm:cxn modelId="c82" srcId="83" destId="82"/>
    <dgm:cxn modelId="c83" srcId="84" destId="83"/>
    <dgm:cxn modelId="c84" srcId="85" destId="84"/>
    <dgm:cxn modelId="c85" srcId="86" destId="85"/>
    <dgm:cxn modelId="c86" srcId="87" destId="86"/>
    <dgm:cxn modelId="c87" srcId="88" destId="87"/>
    <dgm:cxn modelId="c88" srcId="89" destId="88"/>
    <dgm:cxn modelId="c89" srcId="90" destId="89"/>
    <dgm:cxn modelId="c90" srcId="91" destId="90"/>
    <dgm:cxn modelId="c91" srcId="92" destId="91"/>
    <dgm:cxn modelId="c92" srcId="93" destId="92"/>
    <dgm:cxn modelId="c93" srcId="94" destId="93"/>
    <dgm:cxn modelId="c94" srcId="95" destId="94"/>
    <dgm:cxn modelId="c95" srcId="96" destId="95"/>
    <dgm:cxn modelId="c96" srcId="97" destId="96"/>
    <dgm:cxn modelId="c97" srcId="98" destId="97"/>
    <dgm:cxn modelId="c98" srcId="99" destId="98"/>
    <dgm:cxn modelId="c99" srcId="100" destId="99"/>
    <dgm:cxn modelId="c100" srcId="101" destId="100"/>
    <dgm:cxn modelId="c101" srcId="102" destId="101"/>
    <dgm:cxn modelId="c102" srcId="103" destId="102"/>
    <dgm:cxn modelId="c103" srcId="104" destId="103"/>
    <dgm:cxn modelId="c104" srcId="105" destId="104"/>
    <dgm:cxn modelId="c105" srcId="106" destId="105"/>
    <dgm:cxn modelId="c106" srcId="107" destId="106"/>
    <dgm:cxn modelId="c107" srcId="108" destId="107"/>
    <dgm:cxn modelId="c108" srcId="109" destId="108"/>
    <dgm:cxn modelId="c109" srcId="110" destId="109"/>
    <dgm:cxn modelId="c110" srcId="111" destId="110"/>
    <dgm:cxn modelId="c111" srcId="112" destId="111"/>
    <dgm:cxn modelId="c112" srcId="113" destId="112"/>
    <dgm:cxn modelId="c113" srcId="114" destId="113"/>
    <dgm:cxn modelId="c114" srcId="115" destId="114"/>
    <dgm:cxn modelId="c115" srcId="116" destId="115"/>
    <dgm:cxn modelId="c116" srcId="117" destId="116"/>
    <dgm:cxn modelId="c117" srcId="118" destId="117"/>
    <dgm:cxn modelId="c118" srcId="119" destId="118"/>
    <dgm:cxn modelId="c119" srcId="120" destId="119"/>
    <dgm:cxn modelId="c120" srcId="121" destId="120"/>
    <dgm:cxn modelId="c121" srcId="122" destId="121"/>
    <dgm:cxn modelId="c122" srcId="123" destId="122"/>
    <dgm:cxn modelId="c123" srcId="124" destId="123"/>
    <dgm:cxn modelId="c124" srcId="125" destId="124"/>
    <dgm:cxn modelId="c125" srcId="126" destId="125"/>
    <dgm:cxn modelId="c126" srcId="127" destId="126"/>
    <dgm:cxn modelId="c127" srcId="128" destId="127"/>
    <dgm:cxn modelId="c128" srcId="129" destId="128"/>
    <dgm:cxn modelId="c129" srcId="130" destId="129"/>
    <dgm:cxn modelId="c130" srcId="131" destId="130"/>
    <dgm:cxn modelId="c131" srcId="132" destId="131"/>
    <dgm:cxn modelId="c132" srcId="133" destId="132"/>
    <dgm:cxn modelId="c133" srcId="134" destId="133"/>
    <dgm:cxn modelId="c134" srcId="135" destId="134"/>
    <dgm:cxn modelId="c135" srcId="136" destId="135"/>
    <dgm:cxn modelId="c136" srcId="137" destId="136"/>
    <dgm:cxn modelId="c137" srcId="138" destId="137"/>
    <dgm:cxn modelId="c138" srcId="139" destId="138"/>
    <dgm:cxn modelId="c139" srcId="140" destId="139"/>
    <dgm:cxn modelId="c140" srcId="141" destId="140"/>
    <dgm:cxn modelId="c141" srcId="142" destId="141"/>
    <dgm:cxn modelId="c142" srcId="143" destId="142"/>
    <dgm:cxn modelId="c143" srcId="144" destId="143"/>
    <dgm:cxn modelId="c144" srcId="145" destId="144"/>
    <dgm:cxn modelId="c145" srcId="146" destId="145"/>
    <dgm:cxn modelId="c146" srcId="147" destId="146"/>
    <dgm:cxn modelId="c147" srcId="148" destId="147"/>
    <dgm:cxn modelId="c148" srcId="149" destId="148"/>
    <dgm:cxn modelId="c149" srcId="150" destId="149"/>
    <dgm:cxn modelId="c150" srcId="151" destId="150"/>
    <dgm:cxn modelId="c151" srcId="152" destId="151"/>
    <dgm:cxn modelId="c152" srcId="153" destId="152"/>
    <dgm:cxn modelId="c153" srcId="154" destId="153"/>
    <dgm:cxn modelId="c154" srcId="155" destId="154"/>
    <dgm:cxn modelId="c155" srcId="156" destId="155"/>
    <dgm:cxn modelId="c156" srcId="157" destId="156"/>
    <dgm:cxn modelId="c157" srcId="158" destId="157"/>
    <dgm:cxn modelId="c158" srcId="159" destId="158"/>
    <dgm:cxn modelId="c159" srcId="160" destId="159"/>
    <dgm:cxn modelId="c160" srcId="161" destId="160"/>
    <dgm:cxn modelId="c161" srcId="162" destId="161"/>
    <dgm:cxn modelId="c162" srcId="163" destId="162"/>
    <dgm:cxn modelId="c163" srcId="164" destId="163"/>
    <dgm:cxn modelId="c164" srcId="165" destId="164"/>
    <dgm:cxn modelId="c165" srcId="166" destId="165"/>
    <dgm:cxn modelId="c166" srcId="167" destId="166"/>
    <dgm:cxn modelId="c167" srcId="168" destId="167"/>
    <dgm:cxn modelId="c168" srcId="169" destId="168"/>
    <dgm:cxn modelId="c169" srcId="170" destId="169"/>
    <dgm:cxn modelId="c170" srcId="171" destId="170"/>
    <dgm:cxn modelId="c171" srcId="172" destId="171"/>
    <dgm:cxn modelId="c172" srcId="173" destId="172"/>
    <dgm:cxn modelId="c173" srcId="174" destId="173"/>
    <dgm:cxn modelId="c174" srcId="175" destId="174"/>
    <dgm:cxn modelId="c175" srcId="176" destId="175"/>
    <dgm:cxn modelId="c176" srcId="177" destId="176"/>
    <dgm:cxn modelId="c177" srcId="178" destId="177"/>
    <dgm:cxn modelId="c178" srcId="179" destId="178"/>
    <dgm:cxn modelId="c179" srcId="180" destId="179"/>
    <dgm:cxn modelId="c180" srcId="181" destId="180"/>
    <dgm:cxn modelId="c181" srcId="182" destId="181"/>
    <dgm:cxn modelId="c182" srcId="183" destId="182"/>
    <dgm:cxn modelId="c183" srcId="184" destId="183"/>
    <dgm:cxn modelId="c184" srcId="185" destId="184"/>
    <dgm:cxn modelId="c185" srcId="186" destId="185"/>
    <dgm:cxn modelId="c186" srcId="187" destId="186"/>
    <dgm:cxn modelId="c187" srcId="188" destId="187"/>
    <dgm:cxn modelId="c188" srcId="189" destId="188"/>
    <dgm:cxn modelId="c189" srcId="190" destId="189"/>
    <dgm:cxn modelId="c190" srcId="191" destId="190"/>
    <dgm:cxn modelId="c191" srcId="192" destId="191"/>
    <dgm:cxn modelId="c192" srcId="193" destId="192"/>
    <dgm:cxn modelId="c193" srcId="194" destId="193"/>
    <dgm:cxn modelId="c194" srcId="195" destId="194"/>
    <dgm:cxn modelId="c195" srcId="196" destId="195"/>
    <dgm:cxn modelId="c196" srcId="197" destId="196"/>
    <dgm:cxn modelId="c197" srcId="198" destId="197"/>
    <dgm:cxn modelId="c198" srcId="199" destId="198"/>
    <dgm:cxn modelId="c199" srcId="200" destId="199"/>
    <dgm:cxn modelId="c200" srcId="201" destId="200"/>
    <dgm:cxn modelId="c201" srcId="202" destId="201"/>
    <dgm:cxn modelId="c202" srcId="203" destId="202"/>
    <dgm:cxn modelId="c203" srcId="204" destId="203"/>
    <dgm:cxn modelId="c204" srcId="205" destId="204"/>
    <dgm:cxn modelId="c205" srcId="206" destId="205"/>
    <dgm:cxn modelId="c206" srcId="207" destId="206"/>
    <dgm:cxn modelId="c207" srcId="208" destId="207"/>
    <dgm:cxn modelId="c208" srcId="209" destId="208"/>
    <dgm:cxn modelId="c209" srcId="210" destId="209"/>
    <dgm:cxn modelId="c210" srcId="211" destId="210"/>
    <dgm:cxn modelId="c211" srcId="212" destId="211"/>
    <dgm:cxn modelId="c212" srcId="213" destId="212"/>
    <dgm:cxn modelId="c213" srcId="214" destId="213"/>
    <dgm:cxn modelId="c214" srcId="215" destId="214"/>
    <dgm:cxn modelId="c215" srcId="216" destId="215"/>
    <dgm:cxn modelId="c216" srcId="217" destId="216"/>
    <dgm:cxn modelId="c217" srcId="218" destId="217"/>
    <dgm:cxn modelId="c218" srcId="219" destId="218"/>
    <dgm:cxn modelId="c219" srcId="220" destId="219"/>
    <dgm:cxn modelId="c220" srcId="221" destId="220"/>
    <dgm:cxn modelId="c221" srcId="222" destId="221"/>
    <dgm:cxn modelId="c222" srcId="223" destId="222"/>
    <dgm:cxn modelId="c223" srcId="224" destId="223"/>
    <dgm:cxn modelId="c224" srcId="225" destId="224"/>
    <dgm:cxn modelId="c225" srcId="226" destId="225"/>
    <dgm:cxn modelId="c226" srcId="227" destId="226"/>
    <dgm:cxn modelId="c227" srcId="228" destId="227"/>
    <dgm:cxn modelId="c228" srcId="229" destId="228"/>
    <dgm:cxn modelId="c229" srcId="230" destId="229"/>
    <dgm:cxn modelId="c230" srcId="231" destId="230"/>
    <dgm:cxn modelId="c231" srcId="232" destId="231"/>
    <dgm:cxn modelId="c232" srcId="233" destId="232"/>
    <dgm:cxn modelId="c233" srcId="234" destId="233"/>
    <dgm:cxn modelId="c234" srcId="235" destId="234"/>
    <dgm:cxn modelId="c235" srcId="236" destId="235"/>
    <dgm:cxn modelId="c236" srcId="237" destId="236"/>
    <dgm:cxn modelId="c237" srcId="238" destId="237"/>
    <dgm:cxn modelId="c238" srcId="239" destId="238"/>
    <dgm:cxn modelId="c239" srcId="240" destId="239"/>
    <dgm:cxn modelId="c240" srcId="241" destId="240"/>
    <dgm:cxn modelId="c241" srcId="242" destId="241"/>
    <dgm:cxn modelId="c242" srcId="243" destId="242"/>
    <dgm:cxn modelId="c243" srcId="244" destId="243"/>
    <dgm:cxn modelId="c244" srcId="245" destId="244"/>
    <dgm:cxn modelId="c245" srcId="246" destId="245"/>
    <dgm:cxn modelId="c246" srcId="247" destId="246"/>
    <dgm:cxn modelId="c247" srcId="248" destId="247"/>
    <dgm:cxn modelId="c248" srcId="249" destId="248"/>
    <dgm:cxn modelId="c249" srcId="250" destId="249"/>
    <dgm:cxn modelId="c250" srcId="251" destId="250"/>
    <dgm:cxn modelId="c251" srcId="252" destId="251"/>
    <dgm:cxn modelId="c252" srcId="253" destId="252"/>
    <dgm:cxn modelId="c253" srcId="254" destId="253"/>
    <dgm:cxn modelId="c254" srcId="255" destId="254"/>
    <dgm:cxn modelId="c255" srcId="256" destId="255"/>
    <dgm:cxn modelId="c256" srcId="257" destId="256"/>
    <dgm:cxn modelId="c257" srcId="258" destId="257"/>
    <dgm:cxn modelId="c258" srcId="259" destId="258"/>
    <dgm:cxn modelId="c259" srcId="260" destId="259"/>
    <dgm:cxn modelId="c260" srcId="261" destId="260"/>
    <dgm:cxn modelId="c261" srcId="262" destId="261"/>
    <dgm:cxn modelId="c262" srcId="263" destId="262"/>
    <dgm:cxn modelId="c263" srcId="264" destId="263"/>
    <dgm:cxn modelId="c264" srcId="265" destId="264"/>
    <dgm:cxn modelId="c265" srcId="266" destId="265"/>
    <dgm:cxn modelId="c266" srcId="267" destId="266"/>
    <dgm:cxn modelId="c267" srcId="268" destId="267"/>
    <dgm:cxn modelId="c268" srcId="269" destId="268"/>
    <dgm:cxn modelId="c269" srcId="270" destId="269"/>
    <dgm:cxn modelId="c270" srcId="271" destId="270"/>
    <dgm:cxn modelId="c271" srcId="272" destId="271"/>
    <dgm:cxn modelId="c272" srcId="273" destId="272"/>
    <dgm:cxn modelId="c273" srcId="274" destId="273"/>
    <dgm:cxn modelId="c274" srcId="275" destId="274"/>
    <dgm:cxn modelId="c275" srcId="276" destId="275"/>
    <dgm:cxn modelId="c276" srcId="277" destId="276"/>
    <dgm:cxn modelId="c277" srcId="278" destId="277"/>
    <dgm:cxn modelId="c278" srcId="279" destId="278"/>
    <dgm:cxn modelId="c279" srcId="280" destId="279"/>
    <dgm:cxn modelId="c280" srcId="281" destId="280"/>
    <dgm:cxn modelId="c281" srcId="282" destId="281"/>
    <dgm:cxn modelId="c282" srcId="283" destId="282"/>
    <dgm:cxn modelId="c283" srcId="284" destId="283"/>
    <dgm:cxn modelId="c284" srcId="285" destId="284"/>
    <dgm:cxn modelId="c285" srcId="286" destId="285"/>
    <dgm:cxn modelId="c286" srcId="287" destId="286"/>
    <dgm:cxn modelId="c287" srcId="288" destId="287"/>
    <dgm:cxn modelId="c288" srcId="289" destId="288"/>
    <dgm:cxn modelId="c289" srcId="290" destId="289"/>
    <dgm:cxn modelId="c290" srcId="291" destId="290"/>
    <dgm:cxn modelId="c291" srcId="292" destId="291"/>
    <dgm:cxn modelId="c292" srcId="293" destId="292"/>
    <dgm:cxn modelId="c293" srcId="294" destId="293"/>
    <dgm:cxn modelId="c294" srcId="295" destId="294"/>
    <dgm:cxn modelId="c295" srcId="296" destId="295"/>
    <dgm:cxn modelId="c296" srcId="297" destId="296"/>
    <dgm:cxn modelId="c297" srcId="298" destId="297"/>
    <dgm:cxn modelId="c298" srcId="299" destId="298"/>
    <dgm:cxn modelId="c299" srcId="300" destId="299"/>
    <dgm:cxn modelId="c300" srcId="301" destId="300"/>
    <dgm:cxn modelId="c301" srcId="302" destId="301"/>
    <dgm:cxn modelId="c302" srcId="303" destId="302"/>
    <dgm:cxn modelId="c303" srcId="304" destId="303"/>
    <dgm:cxn modelId="c304" srcId="305" destId="304"/>
    <dgm:cxn modelId="c305" srcId="306" destId="305"/>
    <dgm:cxn modelId="c306" srcId="307" destId="306"/>
    <dgm:cxn modelId="c307" srcId="308" destId="307"/>
    <dgm:cxn modelId="c308" srcId="309" destId="308"/>
    <dgm:cxn modelId="c309" srcId="310" destId="309"/>
    <dgm:cxn modelId="c310" srcId="311" destId="310"/>
    <dgm:cxn modelId="c311" srcId="312" destId="311"/>
    <dgm:cxn modelId="c312" srcId="313" destId="312"/>
    <dgm:cxn modelId="c313" srcId="314" destId="313"/>
    <dgm:cxn modelId="c314" srcId="315" destId="314"/>
    <dgm:cxn modelId="c315" srcId="316" destId="315"/>
    <dgm:cxn modelId="c316" srcId="317" destId="316"/>
    <dgm:cxn modelId="c317" srcId="318" destId="317"/>
    <dgm:cxn modelId="c318" srcId="319" destId="318"/>
    <dgm:cxn modelId="c319" srcId="320" destId="319"/>
    <dgm:cxn modelId="c320" srcId="321" destId="320"/>
    <dgm:cxn modelId="c321" srcId="322" destId="321"/>
    <dgm:cxn modelId="c322" srcId="323" destId="322"/>
    <dgm:cxn modelId="c323" srcId="324" destId="323"/>
    <dgm:cxn modelId="c324" srcId="325" destId="324"/>
    <dgm:cxn modelId="c325" srcId="326" destId="325"/>
    <dgm:cxn modelId="c326" srcId="327" destId="326"/>
    <dgm:cxn modelId="c327" srcId="328" destId="327"/>
    <dgm:cxn modelId="c328" srcId="329" destId="328"/>
    <dgm:cxn modelId="c329" srcId="330" destId="329"/>
    <dgm:cxn modelId="c330" srcId="331" destId="330"/>
    <dgm:cxn modelId="c331" srcId="332" destId="331"/>
    <dgm:cxn modelId="c332" srcId="333" destId="332"/>
    <dgm:cxn modelId="c333" srcId="334" destId="333"/>
    <dgm:cxn modelId="c334" srcId="335" destId="334"/>
    <dgm:cxn modelId="c335" srcId="336" destId="335"/>
    <dgm:cxn modelId="c336" srcId="337" destId="336"/>
    <dgm:cxn modelId="c337" srcId="338" destId="337"/>
    <dgm:cxn modelId="c338" srcId="339" destId="338"/>
    <dgm:cxn modelId="c339" srcId="340" destId="339"/>
    <dgm:cxn modelId="c340" srcId="341" destId="340"/>
    <dgm:cxn modelId="c341" srcId="342" destId="341"/>
    <dgm:cxn modelId="c342" srcId="343" destId="342"/>
    <dgm:cxn modelId="c343" srcId="344" destId="343"/>
    <dgm:cxn modelId="c344" srcId="345" destId="344"/>
    <dgm:cxn modelId="c345" srcId="346" destId="345"/>
    <dgm:cxn modelId="c346" srcId="347" destId="346"/>
    <dgm:cxn modelId="c347" srcId="348" destId="347"/>
    <dgm:cxn modelId="c348" srcId="349" destId="348"/>
    <dgm:cxn modelId="c349" srcId="350" destId="349"/>
    <dgm:cxn modelId="c350" srcId="351" destId="350"/>
    <dgm:cxn modelId="c351" srcId="352" destId="351"/>
    <dgm:cxn modelId="c352" srcId="353" destId="352"/>
    <dgm:cxn modelId="c353" srcId="354" destId="353"/>
    <dgm:cxn modelId="c354" srcId="355" destId="354"/>
    <dgm:cxn modelId="c355" srcId="356" destId="355"/>
    <dgm:cxn modelId="c356" srcId="357" destId="356"/>
    <dgm:cxn modelId="c357" srcId="358" destId="357"/>
    <dgm:cxn modelId="c358" srcId="359" destId="358"/>
    <dgm:cxn modelId="c359" srcId="360" destId="359"/>
    <dgm:cxn modelId="c360" srcId="361" destId="360"/>
    <dgm:cxn modelId="c361" srcId="362" destId="361"/>
    <dgm:cxn modelId="c362" srcId="363" destId="362"/>
    <dgm:cxn modelId="c363" srcId="364" destId="363"/>
    <dgm:cxn modelId="c364" srcId="365" destId="364"/>
    <dgm:cxn modelId="c365" srcId="366" destId="365"/>
    <dgm:cxn modelId="c366" srcId="367" destId="366"/>
    <dgm:cxn modelId="c367" srcId="368" destId="367"/>
    <dgm:cxn modelId="c368" srcId="369" destId="368"/>
    <dgm:cxn modelId="c369" srcId="370" destId="369"/>
    <dgm:cxn modelId="c370" srcId="371" destId="370"/>
    <dgm:cxn modelId="c371" srcId="372" destId="371"/>
    <dgm:cxn modelId="c372" srcId="373" destId="372"/>
    <dgm:cxn modelId="c373" srcId="374" destId="373"/>
    <dgm:cxn modelId="c374" srcId="375" destId="374"/>
    <dgm:cxn modelId="c375" srcId="376" destId="375"/>
    <dgm:cxn modelId="c376" srcId="377" destId="376"/>
    <dgm:cxn modelId="c377" srcId="378" destId="377"/>
    <dgm:cxn modelId="c378" srcId="379" destId="378"/>
    <dgm:cxn modelId="c379" srcId="380" destId="379"/>
    <dgm:cxn modelId="c380" srcId="381" destId="380"/>
    <dgm:cxn modelId="c381" srcId="382" destId="381"/>
    <dgm:cxn modelId="c382" srcId="383" destId="382"/>
    <dgm:cxn modelId="c383" srcId="384" destId="383"/>
    <dgm:cxn modelId="c384" srcId="385" destId="384"/>
    <dgm:cxn modelId="c385" srcId="386" destId="385"/>
    <dgm:cxn modelId="c386" srcId="387" destId="386"/>
    <dgm:cxn modelId="c387" srcId="388" destId="387"/>
    <dgm:cxn modelId="c388" srcId="389" destId="388"/>
    <dgm:cxn modelId="c389" srcId="390" destId="389"/>
    <dgm:cxn modelId="c390" srcId="391" destId="390"/>
    <dgm:cxn modelId="c391" srcId="392" destId="391"/>
    <dgm:cxn modelId="c392" srcId="393" destId="392"/>
    <dgm:cxn modelId="c393" srcId="394" destId="393"/>
    <dgm:cxn modelId="c394" srcId="395" destId="394"/>
    <dgm:cxn modelId="c395" srcId="396" destId="395"/>
    <dgm:cxn modelId="c396" srcId="397" destId="396"/>
    <dgm:cxn modelId="c397" srcId="398" destId="397"/>
    <dgm:cxn modelId="c398" srcId="399" destId="398"/>
    <dgm:cxn modelId="c399" srcId="400" destId="399"/>
    <dgm:cxn modelId="c400" srcId="401" destId="400"/>
    <dgm:cxn modelId="c401" srcId="402" destId="401"/>
    <dgm:cxn modelId="c402" srcId="403" destId="402"/>
    <dgm:cxn modelId="c403" srcId="404" destId="403"/>
    <dgm:cxn modelId="c404" srcId="405" destId="404"/>
    <dgm:cxn modelId="c405" srcId="406" destId="405"/>
    <dgm:cxn modelId="c406" srcId="407" destId="406"/>
    <dgm:cxn modelId="c407" srcId="408" destId="407"/>
    <dgm:cxn modelId="c408" srcId="409" destId="408"/>
    <dgm:cxn modelId="c409" srcId="410" destId="409"/>
    <dgm:cxn modelId="c410" srcId="411" destId="410"/>
    <dgm:cxn modelId="c411" srcId="412" destId="411"/>
    <dgm:cxn modelId="c412" srcId="413" destId="412"/>
    <dgm:cxn modelId="c413" srcId="414" destId="413"/>
    <dgm:cxn modelId="c414" srcId="415" destId="414"/>
    <dgm:cxn modelId="c415" srcId="416" destId="415"/>
    <dgm:cxn modelId="c416" srcId="417" destId="416"/>
    <dgm:cxn modelId="c417" srcId="418" destId="417"/>
    <dgm:cxn modelId="c418" srcId="419" destId="418"/>
    <dgm:cxn modelId="c419" srcId="420" destId="419"/>
    <dgm:cxn modelId="c420" srcId="421" destId="420"/>
    <dgm:cxn modelId="c421" srcId="422" destId="421"/>
    <dgm:cxn modelId="c422" srcId="423" destId="422"/>
    <dgm:cxn modelId="c423" srcId="424" destId="423"/>
    <dgm:cxn modelId="c424" srcId="425" destId="424"/>
    <dgm:cxn modelId="c425" srcId="426" destId="425"/>
    <dgm:cxn modelId="c426" srcId="427" destId="426"/>
    <dgm:cxn modelId="c427" srcId="428" destId="427"/>
    <dgm:cxn modelId="c428" srcId="429" destId="428"/>
    <dgm:cxn modelId="c429" srcId="430" destId="429"/>
    <dgm:cxn modelId="c430" srcId="431" destId="430"/>
    <dgm:cxn modelId="c431" srcId="432" destId="431"/>
    <dgm:cxn modelId="c432" srcId="433" destId="432"/>
    <dgm:cxn modelId="c433" srcId="434" destId="433"/>
    <dgm:cxn modelId="c434" srcId="435" destId="434"/>
    <dgm:cxn modelId="c435" srcId="436" destId="435"/>
    <dgm:cxn modelId="c436" srcId="437" destId="436"/>
    <dgm:cxn modelId="c437" srcId="438" destId="437"/>
    <dgm:cxn modelId="c438" srcId="439" destId="438"/>
    <dgm:cxn modelId="c439" srcId="440" destId="439"/>
    <dgm:cxn modelId="c440" srcId="441" destId="440"/>
    <dgm:cxn modelId="c441" srcId="442" destId="441"/>
    <dgm:cxn modelId="c442" srcId="443" destId="442"/>
    <dgm:cxn modelId="c443" srcId="444" destId="443"/>
    <dgm:cxn modelId="c444" srcId="445" destId="444"/>
    <dgm:cxn modelId="c445" srcId="446" destId="445"/>
    <dgm:cxn modelId="c446" srcId="447" destId="446"/>
    <dgm:cxn modelId="c447" srcId="448" destId="447"/>
    <dgm:cxn modelId="c448" srcId="449" destId="448"/>
    <dgm:cxn modelId="c449" srcId="450" destId="449"/>
    <dgm:cxn modelId="c450" srcId="451" destId="450"/>
    <dgm:cxn modelId="c451" srcId="452" destId="451"/>
    <dgm:cxn modelId="c452" srcId="453" destId="452"/>
    <dgm:cxn modelId="c453" srcId="454" destId="453"/>
    <dgm:cxn modelId="c454" srcId="455" destId="454"/>
    <dgm:cxn modelId="c455" srcId="456" destId="455"/>
    <dgm:cxn modelId="c456" srcId="457" destId="456"/>
    <dgm:cxn modelId="c457" srcId="458" destId="457"/>
    <dgm:cxn modelId="c458" srcId="459" destId="458"/>
    <dgm:cxn modelId="c459" srcId="460" destId="459"/>
    <dgm:cxn modelId="c460" srcId="461" destId="460"/>
    <dgm:cxn modelId="c461" srcId="462" destId="461"/>
    <dgm:cxn modelId="c462" srcId="463" destId="462"/>
    <dgm:cxn modelId="c463" srcId="464" destId="463"/>
    <dgm:cxn modelId="c464" srcId="465" destId="464"/>
    <dgm:cxn modelId="c465" srcId="466" destId="465"/>
    <dgm:cxn modelId="c466" srcId="467" destId="466"/>
    <dgm:cxn modelId="c467" srcId="468" destId="467"/>
    <dgm:cxn modelId="c468" srcId="469" destId="468"/>
    <dgm:cxn modelId="c469" srcId="470" destId="469"/>
    <dgm:cxn modelId="c470" srcId="471" destId="470"/>
    <dgm:cxn modelId="c471" srcId="472" destId="471"/>
    <dgm:cxn modelId="c472" srcId="473" destId="472"/>
    <dgm:cxn modelId="c473" srcId="474" destId="473"/>
    <dgm:cxn modelId="c474" srcId="475" destId="474"/>
    <dgm:cxn modelId="c475" srcId="476" destId="475"/>
    <dgm:cxn modelId="c476" srcId="477" destId="476"/>
    <dgm:cxn modelId="c477" srcId="478" destId="477"/>
    <dgm:cxn modelId="c478" srcId="479" destId="478"/>
    <dgm:cxn modelId="c479" srcId="480" destId="479"/>
    <dgm:cxn modelId="c480" srcId="481" destId="480"/>
    <dgm:cxn modelId="c481" srcId="482" destId="481"/>
    <dgm:cxn modelId="c482" srcId="483" destId="482"/>
    <dgm:cxn modelId="c483" srcId="484" destId="483"/>
    <dgm:cxn modelId="c484" srcId="485" destId="484"/>
    <dgm:cxn modelId="c485" srcId="486" destId="485"/>
    <dgm:cxn modelId="c486" srcId="487" destId="486"/>
    <dgm:cxn modelId="c487" srcId="488" destId="487"/>
    <dgm:cxn modelId="c488" srcId="489" destId="488"/>
    <dgm:cxn modelId="c489" srcId="490" destId="489"/>
    <dgm:cxn modelId="c490" srcId="491" destId="490"/>
    <dgm:cxn modelId="c491" srcId="492" destId="491"/>
    <dgm:cxn modelId="c492" srcId="493" destId="492"/>
    <dgm:cxn modelId="c493" srcId="494" destId="493"/>
    <dgm:cxn modelId="c494" srcId="495" destId="494"/>
    <dgm:cxn modelId="c495" srcId="496" destId="495"/>
    <dgm:cxn modelId="c496" srcId="497" destId="496"/>
    <dgm:cxn modelId="c497" srcId="498" destId="497"/>
    <dgm:cxn modelId="c498" srcId="499" destId="498"/>
    <dgm:cxn modelId="c499" srcId="500" destId="499"/>
    <dgm:cxn modelId="c500" srcId="501" destId="500"/>
    <dgm:cxn modelId="c501" srcId="502" destId="501"/>
    <dgm:cxn modelId="c502" srcId="503" destId="502"/>
    <dgm:cxn modelId="c503" srcId="504" destId="503"/>
    <dgm:cxn modelId="c504" srcId="505" destId="504"/>
    <dgm:cxn modelId="c505" srcId="506" destId="505"/>
    <dgm:cxn modelId="c506" srcId="507" destId="506"/>
    <dgm:cxn modelId="c507" srcId="508" destId="507"/>
    <dgm:cxn modelId="c508" srcId="509" destId="508"/>
    <dgm:cxn modelId="c509" srcId="510" destId="509"/>
    <dgm:cxn modelId="c510" srcId="511" destId="510"/>
    <dgm:cxn modelId="c511" srcId="512" destId="511"/>
    <dgm:cxn modelId="c512" srcId="513" destId="512"/>
    <dgm:cxn modelId="c513" srcId="514" destId="513"/>
    <dgm:cxn modelId="c514" srcId="515" destId="514"/>
    <dgm:cxn modelId="c515" srcId="516" destId="515"/>
    <dgm:cxn modelId="c516" srcId="517" destId="516"/>
    <dgm:cxn modelId="c517" srcId="518" destId="517"/>
    <dgm:cxn modelId="c518" srcId="519" destId="518"/>
    <dgm:cxn modelId="c519" srcId="520" destId="519"/>
    <dgm:cxn modelId="c520" srcId="521" destId="520"/>
    <dgm:cxn modelId="c521" srcId="522" destId="521"/>
    <dgm:cxn modelId="c522" srcId="523" destId="522"/>
    <dgm:cxn modelId="c523" srcId="524" destId="523"/>
    <dgm:cxn modelId="c524" srcId="525" destId="524"/>
    <dgm:cxn modelId="c525" srcId="526" destId="525"/>
    <dgm:cxn modelId="c526" srcId="527" destId="526"/>
    <dgm:cxn modelId="c527" srcId="528" destId="527"/>
    <dgm:cxn modelId="c528" srcId="529" destId="528"/>
    <dgm:cxn modelId="c529" srcId="530" destId="529"/>
    <dgm:cxn modelId="c530" srcId="531" destId="530"/>
    <dgm:cxn modelId="c531" srcId="532" destId="531"/>
    <dgm:cxn modelId="c532" srcId="533" destId="532"/>
    <dgm:cxn modelId="c533" srcId="534" destId="533"/>
    <dgm:cxn modelId="c534" srcId="535" destId="534"/>
    <dgm:cxn modelId="c535" srcId="536" destId="535"/>
    <dgm:cxn modelId="c536" srcId="537" destId="536"/>
    <dgm:cxn modelId="c537" srcId="538" destId="537"/>
    <dgm:cxn modelId="c538" srcId="539" destId="538"/>
    <dgm:cxn modelId="c539" srcId="540" destId="539"/>
    <dgm:cxn modelId="c540" srcId="541" destId="540"/>
    <dgm:cxn modelId="c541" srcId="542" destId="541"/>
    <dgm:cxn modelId="c542" srcId="543" destId="542"/>
    <dgm:cxn modelId="c543" srcId="544" destId="543"/>
    <dgm:cxn modelId="c544" srcId="545" destId="544"/>
    <dgm:cxn modelId="c545" srcId="546" destId="545"/>
    <dgm:cxn modelId="c546" srcId="547" destId="546"/>
    <dgm:cxn modelId="c547" srcId="548" destId="547"/>
    <dgm:cxn modelId="c548" srcId="549" destId="548"/>
    <dgm:cxn modelId="c549" srcId="550" destId="549"/>
    <dgm:cxn modelId="c550" srcId="551" destId="550"/>
    <dgm:cxn modelId="c551" srcId="552" destId="551"/>
    <dgm:cxn modelId="c552" srcId="553" destId="552"/>
    <dgm:cxn modelId="c553" srcId="554" destId="553"/>
    <dgm:cxn modelId="c554" srcId="555" destId="554"/>
    <dgm:cxn modelId="c555" srcId="556" destId="555"/>
    <dgm:cxn modelId="c556" srcId="557" destId="556"/>
    <dgm:cxn modelId="c557" srcId="558" destId="557"/>
    <dgm:cxn modelId="c558" srcId="559" destId="558"/>
    <dgm:cxn modelId="c559" srcId="560" destId="559"/>
    <dgm:cxn modelId="c560" srcId="561" destId="560"/>
    <dgm:cxn modelId="c561" srcId="562" destId="561"/>
    <dgm:cxn modelId="c562" srcId="563" destId="562"/>
    <dgm:cxn modelId="c563" srcId="564" destId="563"/>
    <dgm:cxn modelId="c564" srcId="565" destId="564"/>
    <dgm:cxn modelId="c565" srcId="566" destId="565"/>
    <dgm:cxn modelId="c566" srcId="567" destId="566"/>
    <dgm:cxn modelId="c567" srcId="568" destId="567"/>
    <dgm:cxn modelId="c568" srcId="569" destId="568"/>
    <dgm:cxn modelId="c569" srcId="570" destId="569"/>
    <dgm:cxn modelId="c570" srcId="571" destId="570"/>
    <dgm:cxn modelId="c571" srcId="572" destId="571"/>
    <dgm:cxn modelId="c572" srcId="573" destId="572"/>
    <dgm:cxn modelId="c573" srcId="574" destId="573"/>
    <dgm:cxn modelId="c574" srcId="575" destId="574"/>
    <dgm:cxn modelId="c575" srcId="576" destId="575"/>
    <dgm:cxn modelId="c576" srcId="577" destId="576"/>
    <dgm:cxn modelId="c577" srcId="578" destId="577"/>
    <dgm:cxn modelId="c578" srcId="579" destId="578"/>
    <dgm:cxn modelId="c579" srcId="580" destId="579"/>
    <dgm:cxn modelId="c580" srcId="581" destId="580"/>
    <dgm:cxn modelId="c581" srcId="582" destId="581"/>
    <dgm:cxn modelId="c582" srcId="583" destId="582"/>
    <dgm:cxn modelId="c583" srcId="584" destId="583"/>
    <dgm:cxn modelId="c584" srcId="585" destId="584"/>
    <dgm:cxn modelId="c585" srcId="586" destId="585"/>
    <dgm:cxn modelId="c586" srcId="587" destId="586"/>
    <dgm:cxn modelId="c587" srcId="588" destId="587"/>
    <dgm:cxn modelId="c588" srcId="589" destId="588"/>
    <dgm:cxn modelId="c589" srcId="590" destId="589"/>
    <dgm:cxn modelId="c590" srcId="591" destId="590"/>
    <dgm:cxn modelId="c591" srcId="592" destId="591"/>
    <dgm:cxn modelId="c592" srcId="593" destId="592"/>
    <dgm:cxn modelId="c593" srcId="594" destId="593"/>
    <dgm:cxn modelId="c594" srcId="595" destId="594"/>
    <dgm:cxn modelId="c595" srcId="596" destId="595"/>
    <dgm:cxn modelId="c596" srcId="597" destId="596"/>
    <dgm:cxn modelId="c597" srcId="598" destId="597"/>
    <dgm:cxn modelId="c598" srcId="599" destId="598"/>
    <dgm:cxn modelId="c599" srcId="600" destId="599"/>
    <dgm:cxn modelId="c600" srcId="601" destId="600"/>
    <dgm:cxn modelId="c601" srcId="602" destId="601"/>
    <dgm:cxn modelId="c602" srcId="603" destId="602"/>
    <dgm:cxn modelId="c603" srcId="604" destId="603"/>
    <dgm:cxn modelId="c604" srcId="605" destId="604"/>
    <dgm:cxn modelId="c605" srcId="606" destId="605"/>
    <dgm:cxn modelId="c606" srcId="607" destId="606"/>
    <dgm:cxn modelId="c607" srcId="608" destId="607"/>
    <dgm:cxn modelId="c608" srcId="609" destId="608"/>
    <dgm:cxn modelId="c609" srcId="610" destId="609"/>
    <dgm:cxn modelId="c610" srcId="611" destId="610"/>
    <dgm:cxn modelId="c611" srcId="612" destId="611"/>
    <dgm:cxn modelId="c612" srcId="613" destId="612"/>
    <dgm:cxn modelId="c613" srcId="614" destId="613"/>
    <dgm:cxn modelId="c614" srcId="615" destId="614"/>
    <dgm:cxn modelId="c615" srcId="616" destId="615"/>
    <dgm:cxn modelId="c616" srcId="617" destId="616"/>
    <dgm:cxn modelId="c617" srcId="618" destId="617"/>
    <dgm:cxn modelId="c618" srcId="619" destId="618"/>
    <dgm:cxn modelId="c619" srcId="620" destId="619"/>
    <dgm:cxn modelId="c620" srcId="621" destId="620"/>
    <dgm:cxn modelId="c621" srcId="622" destId="621"/>
    <dgm:cxn modelId="c622" srcId="623" destId="622"/>
    <dgm:cxn modelId="c623" srcId="624" destId="623"/>
    <dgm:cxn modelId="c624" srcId="625" destId="624"/>
    <dgm:cxn modelId="c625" srcId="626" destId="625"/>
    <dgm:cxn modelId="c626" srcId="627" destId="626"/>
    <dgm:cxn modelId="c627" srcId="628" destId="627"/>
    <dgm:cxn modelId="c628" srcId="629" destId="628"/>
    <dgm:cxn modelId="c629" srcId="630" destId="629"/>
    <dgm:cxn modelId="c630" srcId="631" destId="630"/>
    <dgm:cxn modelId="c631" srcId="632" destId="631"/>
    <dgm:cxn modelId="c632" srcId="633" destId="632"/>
    <dgm:cxn modelId="c633" srcId="634" destId="633"/>
    <dgm:cxn modelId="c634" srcId="635" destId="634"/>
    <dgm:cxn modelId="c635" srcId="636" destId="635"/>
    <dgm:cxn modelId="c636" srcId="637" destId="636"/>
    <dgm:cxn modelId="c637" srcId="638" destId="637"/>
    <dgm:cxn modelId="c638" srcId="639" destId="638"/>
    <dgm:cxn modelId="c639" srcId="640" destId="639"/>
    <dgm:cxn modelId="c640" srcId="641" destId="640"/>
    <dgm:cxn modelId="c641" srcId="642" destId="641"/>
    <dgm:cxn modelId="c642" srcId="643" destId="642"/>
    <dgm:cxn modelId="c643" srcId="644" destId="643"/>
    <dgm:cxn modelId="c644" srcId="645" destId="644"/>
    <dgm:cxn modelId="c645" srcId="646" destId="645"/>
    <dgm:cxn modelId="c646" srcId="647" destId="646"/>
    <dgm:cxn modelId="c647" srcId="648" destId="647"/>
    <dgm:cxn modelId="c648" srcId="649" destId="648"/>
    <dgm:cxn modelId="c649" srcId="650" destId="649"/>
    <dgm:cxn modelId="c650" srcId="651" destId="650"/>
    <dgm:cxn modelId="c651" srcId="652" destId="651"/>
    <dgm:cxn modelId="c652" srcId="653" destId="652"/>
    <dgm:cxn modelId="c653" srcId="654" destId="653"/>
    <dgm:cxn modelId="c654" srcId="655" destId="654"/>
    <dgm:cxn modelId="c655" srcId="656" destId="655"/>
    <dgm:cxn modelId="c656" srcId="657" destId="656"/>
    <dgm:cxn modelId="c657" srcId="658" destId="657"/>
    <dgm:cxn modelId="c658" srcId="659" destId="658"/>
    <dgm:cxn modelId="c659" srcId="660" destId="659"/>
    <dgm:cxn modelId="c660" srcId="661" destId="660"/>
    <dgm:cxn modelId="c661" srcId="662" destId="661"/>
    <dgm:cxn modelId="c662" srcId="663" destId="662"/>
    <dgm:cxn modelId="c663" srcId="664" destId="663"/>
    <dgm:cxn modelId="c664" srcId="665" destId="664"/>
    <dgm:cxn modelId="c665" srcId="666" destId="665"/>
    <dgm:cxn modelId="c666" srcId="667" destId="666"/>
    <dgm:cxn modelId="c667" srcId="668" destId="667"/>
    <dgm:cxn modelId="c668" srcId="669" destId="668"/>
    <dgm:cxn modelId="c669" srcId="670" destId="669"/>
    <dgm:cxn modelId="c670" srcId="671" destId="670"/>
    <dgm:cxn modelId="c671" srcId="672" destId="671"/>
    <dgm:cxn modelId="c672" srcId="673" destId="672"/>
    <dgm:cxn modelId="c673" srcId="674" destId="673"/>
    <dgm:cxn modelId="c674" srcId="675" destId="674"/>
    <dgm:cxn modelId="c675" srcId="676" destId="675"/>
    <dgm:cxn modelId="c676" srcId="677" destId="676"/>
    <dgm:cxn modelId="c677" srcId="678" destId="677"/>
    <dgm:cxn modelId="c678" srcId="679" destId="678"/>
    <dgm:cxn modelId="c679" srcId="680" destId="679"/>
    <dgm:cxn modelId="c680" srcId="681" destId="680"/>
    <dgm:cxn modelId="c681" srcId="682" destId="681"/>
    <dgm:cxn modelId="c682" srcId="683" destId="682"/>
    <dgm:cxn modelId="c683" srcId="684" destId="683"/>
    <dgm:cxn modelId="c684" srcId="685" destId="684"/>
    <dgm:cxn modelId="c685" srcId="686" destId="685"/>
    <dgm:cxn modelId="c686" srcId="687" destId="686"/>
    <dgm:cxn modelId="c687" srcId="688" destId="687"/>
    <dgm:cxn modelId="c688" srcId="689" destId="688"/>
    <dgm:cxn modelId="c689" srcId="690" destId="689"/>
    <dgm:cxn modelId="c690" srcId="691" destId="690"/>
    <dgm:cxn modelId="c691" srcId="692" destId="691"/>
    <dgm:cxn modelId="c692" srcId="693" destId="692"/>
    <dgm:cxn modelId="c693" srcId="694" destId="693"/>
    <dgm:cxn modelId="c694" srcId="695" destId="694"/>
    <dgm:cxn modelId="c695" srcId="696" destId="695"/>
    <dgm:cxn modelId="c696" srcId="697" destId="696"/>
    <dgm:cxn modelId="c697" srcId="698" destId="697"/>
    <dgm:cxn modelId="c698" srcId="699" destId="698"/>
    <dgm:cxn modelId="c699" srcId="700" destId="699"/>
    <dgm:cxn modelId="c700" srcId="701" destId="700"/>
    <dgm:cxn modelId="c701" srcId="702" destId="701"/>
    <dgm:cxn modelId="c702" srcId="703" destId="702"/>
    <dgm:cxn modelId="c703" srcId="704" destId="703"/>
    <dgm:cxn modelId="c704" srcId="705" destId="704"/>
    <dgm:cxn modelId="c705" srcId="706" destId="705"/>
    <dgm:cxn modelId="c706" srcId="707" destId="706"/>
    <dgm:cxn modelId="c707" srcId="708" destId="707"/>
    <dgm:cxn modelId="c708" srcId="709" destId="708"/>
    <dgm:cxn modelId="c709" srcId="710" destId="709"/>
    <dgm:cxn modelId="c710" srcId="711" destId="710"/>
    <dgm:cxn modelId="c711" srcId="712" destId="711"/>
    <dgm:cxn modelId="c712" srcId="713" destId="712"/>
    <dgm:cxn modelId="c713" srcId="714" destId="713"/>
    <dgm:cxn modelId="c714" srcId="715" destId="714"/>
    <dgm:cxn modelId="c715" srcId="716" destId="715"/>
    <dgm:cxn modelId="c716" srcId="717" destId="716"/>
    <dgm:cxn modelId="c717" srcId="718" destId="717"/>
    <dgm:cxn modelId="c718" srcId="719" destId="718"/>
    <dgm:cxn modelId="c719" srcId="720" destId="719"/>
    <dgm:cxn modelId="c720" srcId="721" destId="720"/>
    <dgm:cxn modelId="c721" srcId="722" destId="721"/>
    <dgm:cxn modelId="c722" srcId="723" destId="722"/>
    <dgm:cxn modelId="c723" srcId="724" destId="723"/>
    <dgm:cxn modelId="c724" srcId="725" destId="724"/>
    <dgm:cxn modelId="c725" srcId="726" destId="725"/>
    <dgm:cxn modelId="c726" srcId="727" destId="726"/>
    <dgm:cxn modelId="c727" srcId="728" destId="727"/>
    <dgm:cxn modelId="c728" srcId="729" destId="728"/>
    <dgm:cxn modelId="c729" srcId="730" destId="729"/>
    <dgm:cxn modelId="c730" srcId="731" destId="730"/>
    <dgm:cxn modelId="c731" srcId="732" destId="731"/>
    <dgm:cxn modelId="c732" srcId="733" destId="732"/>
    <dgm:cxn modelId="c733" srcId="734" destId="733"/>
    <dgm:cxn modelId="c734" srcId="735" destId="734"/>
    <dgm:cxn modelId="c735" srcId="736" destId="735"/>
    <dgm:cxn modelId="c736" srcId="737" destId="736"/>
    <dgm:cxn modelId="c737" srcId="738" destId="737"/>
    <dgm:cxn modelId="c738" srcId="739" destId="738"/>
    <dgm:cxn modelId="c739" srcId="740" destId="739"/>
    <dgm:cxn modelId="c740" srcId="741" destId="740"/>
    <dgm:cxn modelId="c741" srcId="742" destId="741"/>
    <dgm:cxn modelId="c742" srcId="743" destId="742"/>
    <dgm:cxn modelId="c743" srcId="744" destId="743"/>
    <dgm:cxn modelId="c744" srcId="745" destId="744"/>
    <dgm:cxn modelId="c745" srcId="746" destId="745"/>
    <dgm:cxn modelId="c746" srcId="747" destId="746"/>
    <dgm:cxn modelId="c747" srcId="748" destId="747"/>
    <dgm:cxn modelId="c748" srcId="749" destId="748"/>
    <dgm:cxn modelId="c749" srcId="750" destId="749"/>
    <dgm:cxn modelId="c750" srcId="751" destId="750"/>
    <dgm:cxn modelId="c751" srcId="752" destId="751"/>
    <dgm:cxn modelId="c752" srcId="753" destId="752"/>
    <dgm:cxn modelId="c753" srcId="754" destId="753"/>
    <dgm:cxn modelId="c754" srcId="755" destId="754"/>
    <dgm:cxn modelId="c755" srcId="756" destId="755"/>
    <dgm:cxn modelId="c756" srcId="757" destId="756"/>
    <dgm:cxn modelId="c757" srcId="758" destId="757"/>
    <dgm:cxn modelId="c758" srcId="759" destId="758"/>
    <dgm:cxn modelId="c759" srcId="760" destId="759"/>
    <dgm:cxn modelId="c760" srcId="761" destId="760"/>
    <dgm:cxn modelId="c761" srcId="762" destId="761"/>
    <dgm:cxn modelId="c762" srcId="763" destId="762"/>
    <dgm:cxn modelId="c763" srcId="764" destId="763"/>
    <dgm:cxn modelId="c764" srcId="765" destId="764"/>
    <dgm:cxn modelId="c765" srcId="766" destId="765"/>
    <dgm:cxn modelId="c766" srcId="767" destId="766"/>
    <dgm:cxn modelId="c767" srcId="768" destId="767"/>
    <dgm:cxn modelId="c768" srcId="769" destId="768"/>
    <dgm:cxn modelId="c769" srcId="770" destId="769"/>
    <dgm:cxn modelId="c770" srcId="771" destId="770"/>
    <dgm:cxn modelId="c771" srcId="772" destId="771"/>
    <dgm:cxn modelId="c772" srcId="773" destId="772"/>
    <dgm:cxn modelId="c773" srcId="774" destId="773"/>
    <dgm:cxn modelId="c774" srcId="775" destId="774"/>
    <dgm:cxn modelId="c775" srcId="776" destId="775"/>
    <dgm:cxn modelId="c776" srcId="777" destId="776"/>
    <dgm:cxn modelId="c777" srcId="778" destId="777"/>
    <dgm:cxn modelId="c778" srcId="779" destId="778"/>
    <dgm:cxn modelId="c779" srcId="780" destId="779"/>
    <dgm:cxn modelId="c780" srcId="781" destId="780"/>
    <dgm:cxn modelId="c781" srcId="782" destId="781"/>
    <dgm:cxn modelId="c782" srcId="783" destId="782"/>
    <dgm:cxn modelId="c783" srcId="784" destId="783"/>
    <dgm:cxn modelId="c784" srcId="785" destId="784"/>
    <dgm:cxn modelId="c785" srcId="786" destId="785"/>
    <dgm:cxn modelId="c786" srcId="787" destId="786"/>
    <dgm:cxn modelId="c787" srcId="788" destId="787"/>
    <dgm:cxn modelId="c788" srcId="789" destId="788"/>
    <dgm:cxn modelId="c789" srcId="790" destId="789"/>
    <dgm:cxn modelId="c790" srcId="791" destId="790"/>
    <dgm:cxn modelId="c791" srcId="792" destId="791"/>
    <dgm:cxn modelId="c792" srcId="793" destId="792"/>
    <dgm:cxn modelId="c793" srcId="794" destId="793"/>
    <dgm:cxn modelId="c794" srcId="795" destId="794"/>
    <dgm:cxn modelId="c795" srcId="796" destId="795"/>
    <dgm:cxn modelId="c796" srcId="797" destId="796"/>
    <dgm:cxn modelId="c797" srcId="798" destId="797"/>
    <dgm:cxn modelId="c798" srcId="799" destId="798"/>
    <dgm:cxn modelId="c799" srcId="800" destId="799"/>
    <dgm:cxn modelId="c800" srcId="801" destId="800"/>
    <dgm:cxn modelId="c801" srcId="802" destId="801"/>
    <dgm:cxn modelId="c802" srcId="803" destId="802"/>
    <dgm:cxn modelId="c803" srcId="804" destId="803"/>
    <dgm:cxn modelId="c804" srcId="805" destId="804"/>
    <dgm:cxn modelId="c805" srcId="806" destId="805"/>
    <dgm:cxn modelId="c806" srcId="807" destId="806"/>
    <dgm:cxn modelId="c807" srcId="808" destId="807"/>
    <dgm:cxn modelId="c808" srcId="809" destId="808"/>
    <dgm:cxn modelId="c809" srcId="810" destId="809"/>
    <dgm:cxn modelId="c810" srcId="811" destId="810"/>
    <dgm:cxn modelId="c811" srcId="812" destId="811"/>
    <dgm:cxn modelId="c812" srcId="813" destId="812"/>
    <dgm:cxn modelId="c813" srcId="814" destId="813"/>
    <dgm:cxn modelId="c814" srcId="815" destId="814"/>
    <dgm:cxn modelId="c815" srcId="816" destId="815"/>
    <dgm:cxn modelId="c816" srcId="817" destId="816"/>
    <dgm:cxn modelId="c817" srcId="818" destId="817"/>
    <dgm:cxn modelId="c818" srcId="819" destId="818"/>
    <dgm:cxn modelId="c819" srcId="820" destId="819"/>
    <dgm:cxn modelId="c820" srcId="821" destId="820"/>
    <dgm:cxn modelId="c821" srcId="822" destId="821"/>
    <dgm:cxn modelId="c822" srcId="823" destId="822"/>
    <dgm:cxn modelId="c823" srcId="824" destId="823"/>
    <dgm:cxn modelId="c824" srcId="825" destId="824"/>
    <dgm:cxn modelId="c825" srcId="826" destId="825"/>
    <dgm:cxn modelId="c826" srcId="827" destId="826"/>
    <dgm:cxn modelId="c827" srcId="828" destId="827"/>
    <dgm:cxn modelId="c828" srcId="829" destId="828"/>
    <dgm:cxn modelId="c829" srcId="830" destId="829"/>
    <dgm:cxn modelId="c830" srcId="831" destId="830"/>
    <dgm:cxn modelId="c831" srcId="832" destId="831"/>
    <dgm:cxn modelId="c832" srcId="833" destId="832"/>
    <dgm:cxn modelId="c833" srcId="834" destId="833"/>
    <dgm:cxn modelId="c834" srcId="835" destId="834"/>
    <dgm:cxn modelId="c835" srcId="836" destId="835"/>
    <dgm:cxn modelId="c836" srcId="837" destId="836"/>
    <dgm:cxn modelId="c837" srcId="838" destId="837"/>
    <dgm:cxn modelId="c838" srcId="839" destId="838"/>
    <dgm:cxn modelId="c839" srcId="840" destId="839"/>
    <dgm:cxn modelId="c840" srcId="841" destId="840"/>
    <dgm:cxn modelId="c841" srcId="842" destId="841"/>
    <dgm:cxn modelId="c842" srcId="843" destId="842"/>
    <dgm:cxn modelId="c843" srcId="844" destId="843"/>
    <dgm:cxn modelId="c844" srcId="845" destId="844"/>
    <dgm:cxn modelId="c845" srcId="846" destId="845"/>
    <dgm:cxn modelId="c846" srcId="847" destId="846"/>
    <dgm:cxn modelId="c847" srcId="848" destId="847"/>
    <dgm:cxn modelId="c848" srcId="849" destId="848"/>
    <dgm:cxn modelId="c849" srcId="850" destId="849"/>
    <dgm:cxn modelId="c850" srcId="851" destId="850"/>
    <dgm:cxn modelId="c851" srcId="852" destId="851"/>
    <dgm:cxn modelId="c852" srcId="853" destId="852"/>
    <dgm:cxn modelId="c853" srcId="854" destId="853"/>
    <dgm:cxn modelId="c854" srcId="855" destId="854"/>
    <dgm:cxn modelId="c855" srcId="856" destId="855"/>
    <dgm:cxn modelId="c856" srcId="857" destId="856"/>
    <dgm:cxn modelId="c857" srcId="858" destId="857"/>
    <dgm:cxn modelId="c858" srcId="859" destId="858"/>
    <dgm:cxn modelId="c859" srcId="860" destId="859"/>
    <dgm:cxn modelId="c860" srcId="861" destId="860"/>
    <dgm:cxn modelId="c861" srcId="862" destId="861"/>
    <dgm:cxn modelId="c862" srcId="863" destId="862"/>
    <dgm:cxn modelId="c863" srcId="864" destId="863"/>
    <dgm:cxn modelId="c864" srcId="865" destId="864"/>
    <dgm:cxn modelId="c865" srcId="866" destId="865"/>
    <dgm:cxn modelId="c866" srcId="867" destId="866"/>
    <dgm:cxn modelId="c867" srcId="868" destId="867"/>
    <dgm:cxn modelId="c868" srcId="869" destId="868"/>
    <dgm:cxn modelId="c869" srcId="870" destId="869"/>
    <dgm:cxn modelId="c870" srcId="871" destId="870"/>
    <dgm:cxn modelId="c871" srcId="872" destId="871"/>
    <dgm:cxn modelId="c872" srcId="873" destId="872"/>
    <dgm:cxn modelId="c873" srcId="874" destId="873"/>
    <dgm:cxn modelId="c874" srcId="875" destId="874"/>
    <dgm:cxn modelId="c875" srcId="876" destId="875"/>
    <dgm:cxn modelId="c876" srcId="877" destId="876"/>
    <dgm:cxn modelId="c877" srcId="878" destId="877"/>
    <dgm:cxn modelId="c878" srcId="879" destId="878"/>
    <dgm:cxn modelId="c879" srcId="880" destId="879"/>
    <dgm:cxn modelId="c880" srcId="881" destId="880"/>
    <dgm:cxn modelId="c881" srcId="882" destId="881"/>
    <dgm:cxn modelId="c882" srcId="883" destId="882"/>
    <dgm:cxn modelId="c883" srcId="884" destId="883"/>
    <dgm:cxn modelId="c884" srcId="885" destId="884"/>
    <dgm:cxn modelId="c885" srcId="886" destId="885"/>
    <dgm:cxn modelId="c886" srcId="887" destId="886"/>
    <dgm:cxn modelId="c887" srcId="888" destId="887"/>
    <dgm:cxn modelId="c888" srcId="889" destId="888"/>
    <dgm:cxn modelId="c889" srcId="890" destId="889"/>
    <dgm:cxn modelId="c890" srcId="891" destId="890"/>
    <dgm:cxn modelId="c891" srcId="892" destId="891"/>
    <dgm:cxn modelId="c892" srcId="893" destId="892"/>
    <dgm:cxn modelId="c893" srcId="894" destId="893"/>
    <dgm:cxn modelId="c894" srcId="895" destId="894"/>
    <dgm:cxn modelId="c895" srcId="896" destId="895"/>
    <dgm:cxn modelId="c896" srcId="897" destId="896"/>
    <dgm:cxn modelId="c897" srcId="898" destId="897"/>
    <dgm:cxn modelId="c898" srcId="899" destId="898"/>
    <dgm:cxn modelId="c899" srcId="900" destId="899"/>
    <dgm:cxn modelId="c900" srcId="901" destId="900"/>
    <dgm:cxn modelId="c901" srcId="902" destId="901"/>
    <dgm:cxn modelId="c902" srcId="903" destId="902"/>
    <dgm:cxn modelId="c903" srcId="904" destId="903"/>
    <dgm:cxn modelId="c904" srcId="905" destId="904"/>
    <dgm:cxn modelId="c905" srcId="906" destId="905"/>
    <dgm:cxn modelId="c906" srcId="907" destId="906"/>
    <dgm:cxn modelId="c907" srcId="908" destId="907"/>
    <dgm:cxn modelId="c908" srcId="909" destId="908"/>
    <dgm:cxn modelId="c909" srcId="910" destId="909"/>
    <dgm:cxn modelId="c910" srcId="911" destId="910"/>
    <dgm:cxn modelId="c911" srcId="912" destId="911"/>
    <dgm:cxn modelId="c912" srcId="913" destId="912"/>
    <dgm:cxn modelId="c913" srcId="914" destId="913"/>
    <dgm:cxn modelId="c914" srcId="915" destId="914"/>
    <dgm:cxn modelId="c915" srcId="916" destId="915"/>
    <dgm:cxn modelId="c916" srcId="917" destId="916"/>
    <dgm:cxn modelId="c917" srcId="918" destId="917"/>
    <dgm:cxn modelId="c918" srcId="919" destId="918"/>
    <dgm:cxn modelId="c919" srcId="920" destId="919"/>
    <dgm:cxn modelId="c920" srcId="921" destId="920"/>
    <dgm:cxn modelId="c921" srcId="922" destId="921"/>
    <dgm:cxn modelId="c922" srcId="923" destId="922"/>
    <dgm:cxn modelId="c923" srcId="924" destId="923"/>
    <dgm:cxn modelId="c924" srcId="925" destId="924"/>
    <dgm:cxn modelId="c925" srcId="926" destId="925"/>
    <dgm:cxn modelId="c926" srcId="927" destId="926"/>
    <dgm:cxn modelId="c927" srcId="928" destId="927"/>
    <dgm:cxn modelId="c928" srcId="929" destId="928"/>
    <dgm:cxn modelId="c929" srcId="930" destId="929"/>
    <dgm:cxn modelId="c930" srcId="931" destId="930"/>
    <dgm:cxn modelId="c931" srcId="932" destId="931"/>
    <dgm:cxn modelId="c932" srcId="933" destId="932"/>
    <dgm:cxn modelId="c933" srcId="934" destId="933"/>
    <dgm:cxn modelId="c934" srcId="935" destId="934"/>
    <dgm:cxn modelId="c935" srcId="936" destId="935"/>
    <dgm:cxn modelId="c936" srcId="937" destId="936"/>
    <dgm:cxn modelId="c937" srcId="938" destId="937"/>
    <dgm:cxn modelId="c938" srcId="939" destId="938"/>
    <dgm:cxn modelId="c939" srcId="940" destId="939"/>
    <dgm:cxn modelId="c940" srcId="941" destId="940"/>
    <dgm:cxn modelId="c941" srcId="942" destId="941"/>
    <dgm:cxn modelId="c942" srcId="943" destId="942"/>
    <dgm:cxn modelId="c943" srcId="944" destId="943"/>
    <dgm:cxn modelId="c944" srcId="945" destId="944"/>
    <dgm:cxn modelId="c945" srcId="946" destId="945"/>
    <dgm:cxn modelId="c946" srcId="947" destId="946"/>
    <dgm:cxn modelId="c947" srcId="948" destId="947"/>
    <dgm:cxn modelId="c948" srcId="949" destId="948"/>
    <dgm:cxn modelId="c949" srcId="950" destId="949"/>
    <dgm:cxn modelId="c950" srcId="951" destId="950"/>
    <dgm:cxn modelId="c951" srcId="952" destId="951"/>
    <dgm:cxn modelId="c952" srcId="953" destId="952"/>
    <dgm:cxn modelId="c953" srcId="954" destId="953"/>
    <dgm:cxn modelId="c954" srcId="955" destId="954"/>
    <dgm:cxn modelId="c955" srcId="956" destId="955"/>
    <dgm:cxn modelId="c956" srcId="957" destId="956"/>
    <dgm:cxn modelId="c957" srcId="958" destId="957"/>
    <dgm:cxn modelId="c958" srcId="959" destId="958"/>
    <dgm:cxn modelId="c959" srcId="960" destId="959"/>
    <dgm:cxn modelId="c960" srcId="961" destId="960"/>
    <dgm:cxn modelId="c961" srcId="962" destId="961"/>
    <dgm:cxn modelId="c962" srcId="963" destId="962"/>
    <dgm:cxn modelId="c963" srcId="964" destId="963"/>
    <dgm:cxn modelId="c964" srcId="965" destId="964"/>
    <dgm:cxn modelId="c965" srcId="966" destId="965"/>
    <dgm:cxn modelId="c966" srcId="967" destId="966"/>
    <dgm:cxn modelId="c967" srcId="968" destId="967"/>
    <dgm:cxn modelId="c968" srcId="969" destId="968"/>
    <dgm:cxn modelId="c969" srcId="970" destId="969"/>
    <dgm:cxn modelId="c970" srcId="971" destId="970"/>
    <dgm:cxn modelId="c971" srcId="972" destId="971"/>
    <dgm:cxn modelId="c972" srcId="973" destId="972"/>
    <dgm:cxn modelId="c973" srcId="974" destId="973"/>
    <dgm:cxn modelId="c974" srcId="975" destId="974"/>
    <dgm:cxn modelId="c975" srcId="976" destId="975"/>
    <dgm:cxn modelId="c976" srcId="977" destId="976"/>
    <dgm:cxn modelId="c977" srcId="978" destId="977"/>
    <dgm:cxn modelId="c978" srcId="979" destId="978"/>
    <dgm:cxn modelId="c979" srcId="980" destId="979"/>
    <dgm:cxn modelId="c980" srcId="981" destId="980"/>
    <dgm:cxn modelId="c981" srcId="982" destId="981"/>
    <dgm:cxn modelId="c982" srcId="983" destId="982"/>
    <dgm:cxn modelId="c983" srcId="984" destId="983"/>
    <dgm:cxn modelId="c984" srcId="985" destId="984"/>
    <dgm:cxn modelId="c985" srcId="986" destId="985"/>
    <dgm:cxn modelId="c986" srcId="987" destId="986"/>
    <dgm:cxn modelId="c987" srcId="988" destId="987"/>
    <dgm:cxn modelId="c988" srcId="989" destId="988"/>
    <dgm:cxn modelId="c989" srcId="990" destId="989"/>
    <dgm:cxn modelId="c990" srcId="991" destId="990"/>
    <dgm:cxn modelId="c991" srcId="992" destId="991"/>
    <dgm:cxn modelId="c992" srcId="993" destId="992"/>
    <dgm:cxn modelId="c993" srcId="994" destId="993"/>
    <dgm:cxn modelId="c994" srcId="995" destId="994"/>
    <dgm:cxn modelId="c995" srcId="996" destId="995"/>
    <dgm:cxn modelId="c996" srcId="997" destId="996"/>
    <dgm:cxn modelId="c997" srcId="998" destId="997"/>
    <dgm:cxn modelId="c998" srcId="999" destId="998"/>
    <dgm:cxn modelId="c999" srcId="1000" destId="999"/>
    <dgm:cxn modelId="c1000" srcId="1001" destId="1000"/>
    <dgm:cxn modelId="c1001" srcId="1002" destId="1001"/>
    <dgm:cxn modelId="c1002" srcId="1003" destId="1002"/>
    <dgm:cxn modelId="c1003" srcId="1004" destId="1003"/>
    <dgm:cxn modelId="c1004" srcId="1005" destId="1004"/>
    <dgm:cxn modelId="c1005" srcId="1006" destId="1005"/>
    <dgm:cxn modelId="c1006" srcId="1007" destId="1006"/>
    <dgm:cxn modelId="c1007" srcId="1008" destId="1007"/>
    <dgm:cxn modelId="c1008" srcId="1009" destId="1008"/>
    <dgm:cxn modelId="c1009" srcId="1010" destId="1009"/>
    <dgm:cxn modelId="c1010" srcId="1011" destId="1010"/>
    <dgm:cxn modelId="c1011" srcId="1012" destId="1011"/>
    <dgm:cxn modelId="c1012" srcId="1013" destId="1012"/>
    <dgm:cxn modelId="c1013" srcId="1014" destId="1013"/>
    <dgm:cxn modelId="c1014" srcId="1015" destId="1014"/>
    <dgm:cxn modelId="c1015" srcId="1016" destId="1015"/>
    <dgm:cxn modelId="c1016" srcId="1017" destId="1016"/>
    <dgm:cxn modelId="c1017" srcId="1018" destId="1017"/>
    <dgm:cxn modelId="c1018" srcId="1019" destId="1018"/>
    <dgm:cxn modelId="c1019" srcId="1020" destId="1019"/>
    <dgm:cxn modelId="c1020" srcId="1021" destId="1020"/>
    <dgm:cxn modelId="c1021" srcId="1022" destId="1021"/>
    <dgm:cxn modelId="c1022" srcId="1023" destId="1022"/>
    <dgm:cxn modelId="c1023" srcId="1024" destId="1023"/>
    <dgm:cxn modelId="c1024" srcId="1025" destId="1024"/>
    <dgm:cxn modelId="c1025" srcId="1026" destId="1025"/>
    <dgm:cxn modelId="c1026" srcId="1027" destId="1026"/>
    <dgm:cxn modelId="c1027" srcId="1028" destId="1027"/>
    <dgm:cxn modelId="c1028" srcId="1029" destId="1028"/>
    <dgm:cxn modelId="c1029" srcId="1030" destId="1029"/>
    <dgm:cxn modelId="c1030" srcId="1031" destId="1030"/>
    <dgm:cxn modelId="c1031" srcId="1032" destId="1031"/>
    <dgm:cxn modelId="c1032" srcId="1033" destId="1032"/>
    <dgm:cxn modelId="c1033" srcId="1034" destId="1033"/>
    <dgm:cxn modelId="c1034" srcId="1035" destId="1034"/>
    <dgm:cxn modelId="c1035" srcId="1036" destId="1035"/>
    <dgm:cxn modelId="c1036" srcId="1037" destId="1036"/>
    <dgm:cxn modelId="c1037" srcId="1038" destId="1037"/>
    <dgm:cxn modelId="c1038" srcId="1039" destId="1038"/>
    <dgm:cxn modelId="c1039" srcId="1040" destId="1039"/>
    <dgm:cxn modelId="c1040" srcId="1041" destId="1040"/>
    <dgm:cxn modelId="c1041" srcId="1042" destId="1041"/>
    <dgm:cxn modelId="c1042" srcId="1043" destId="1042"/>
    <dgm:cxn modelId="c1043" srcId="1044" destId="1043"/>
    <dgm:cxn modelId="c1044" srcId="1045" destId="1044"/>
    <dgm:cxn modelId="c1045" srcId="1046" destId="1045"/>
    <dgm:cxn modelId="c1046" srcId="1047" destId="1046"/>
    <dgm:cxn modelId="c1047" srcId="1048" destId="1047"/>
    <dgm:cxn modelId="c1048" srcId="1049" destId="1048"/>
    <dgm:cxn modelId="c1049" srcId="1050" destId="1049"/>
    <dgm:cxn modelId="c1050" srcId="1051" destId="1050"/>
    <dgm:cxn modelId="c1051" srcId="1052" destId="1051"/>
    <dgm:cxn modelId="c1052" srcId="1053" destId="1052"/>
    <dgm:cxn modelId="c1053" srcId="1054" destId="1053"/>
    <dgm:cxn modelId="c1054" srcId="1055" destId="1054"/>
    <dgm:cxn modelId="c1055" srcId="1056" destId="1055"/>
    <dgm:cxn modelId="c1056" srcId="1057" destId="1056"/>
    <dgm:cxn modelId="c1057" srcId="1058" destId="1057"/>
    <dgm:cxn modelId="c1058" srcId="1059" destId="1058"/>
    <dgm:cxn modelId="c1059" srcId="1060" destId="1059"/>
    <dgm:cxn modelId="c1060" srcId="1061" destId="1060"/>
    <dgm:cxn modelId="c1061" srcId="1062" destId="1061"/>
    <dgm:cxn modelId="c1062" srcId="1063" destId="1062"/>
    <dgm:cxn modelId="c1063" srcId="1064" destId="1063"/>
    <dgm:cxn modelId="c1064" srcId="1065" destId="1064"/>
    <dgm:cxn modelId="c1065" srcId="1066" destId="1065"/>
    <dgm:cxn modelId="c1066" srcId="1067" destId="1066"/>
    <dgm:cxn modelId="c1067" srcId="1068" destId="1067"/>
    <dgm:cxn modelId="c1068" srcId="1069" destId="1068"/>
    <dgm:cxn modelId="c1069" srcId="1070" destId="1069"/>
    <dgm:cxn modelId="c1070" srcId="1071" destId="1070"/>
    <dgm:cxn modelId="c1071" srcId="1072" destId="1071"/>
    <dgm:cxn modelId="c1072" srcId="1073" destId="1072"/>
    <dgm:cxn modelId="c1073" srcId="1074" destId="1073"/>
    <dgm:cxn modelId="c1074" srcId="1075" destId="1074"/>
    <dgm:cxn modelId="c1075" srcId="1076" destId="1075"/>
    <dgm:cxn modelId="c1076" srcId="1077" destId="1076"/>
    <dgm:cxn modelId="c1077" srcId="1078" destId="1077"/>
    <dgm:cxn modelId="c1078" srcId="1079" destId="1078"/>
    <dgm:cxn modelId="c1079" srcId="1080" destId="1079"/>
    <dgm:cxn modelId="c1080" srcId="1081" destId="1080"/>
    <dgm:cxn modelId="c1081" srcId="1082" destId="1081"/>
    <dgm:cxn modelId="c1082" srcId="1083" destId="1082"/>
    <dgm:cxn modelId="c1083" srcId="1084" destId="1083"/>
    <dgm:cxn modelId="c1084" srcId="1085" destId="1084"/>
    <dgm:cxn modelId="c1085" srcId="1086" destId="1085"/>
    <dgm:cxn modelId="c1086" srcId="1087" destId="1086"/>
    <dgm:cxn modelId="c1087" srcId="1088" destId="1087"/>
    <dgm:cxn modelId="c1088" srcId="1089" destId="1088"/>
    <dgm:cxn modelId="c1089" srcId="1090" destId="1089"/>
    <dgm:cxn modelId="c1090" srcId="1091" destId="1090"/>
    <dgm:cxn modelId="c1091" srcId="1092" destId="1091"/>
    <dgm:cxn modelId="c1092" srcId="1093" destId="1092"/>
    <dgm:cxn modelId="c1093" srcId="1094" destId="1093"/>
    <dgm:cxn modelId="c1094" srcId="1095" destId="1094"/>
    <dgm:cxn modelId="c1095" srcId="1096" destId="1095"/>
    <dgm:cxn modelId="c1096" srcId="1097" destId="1096"/>
    <dgm:cxn modelId="c1097" srcId="1098" destId="1097"/>
    <dgm:cxn modelId="c1098" srcId="1099" destId="1098"/>
    <dgm:cxn modelId="c1099" srcId="1100" destId="1099"/>
    <dgm:cxn modelId="c1100" srcId="1101" destId="1100"/>
    <dgm:cxn modelId="c1101" srcId="1102" destId="1101"/>
    <dgm:cxn modelId="c1102" srcId="1103" destId="1102"/>
    <dgm:cxn modelId="c1103" srcId="1104" destId="1103"/>
    <dgm:cxn modelId="c1104" srcId="1105" destId="1104"/>
    <dgm:cxn modelId="c1105" srcId="1106" destId="1105"/>
    <dgm:cxn modelId="c1106" srcId="1107" destId="1106"/>
    <dgm:cxn modelId="c1107" srcId="1108" destId="1107"/>
    <dgm:cxn modelId="c1108" srcId="1109" destId="1108"/>
    <dgm:cxn modelId="c1109" srcId="1110" destId="1109"/>
    <dgm:cxn modelId="c1110" srcId="1111" destId="1110"/>
    <dgm:cxn modelId="c1111" srcId="1112" destId="1111"/>
    <dgm:cxn modelId="c1112" srcId="1113" destId="1112"/>
    <dgm:cxn modelId="c1113" srcId="1114" destId="1113"/>
    <dgm:cxn modelId="c1114" srcId="1115" destId="1114"/>
    <dgm:cxn modelId="c1115" srcId="1116" destId="1115"/>
    <dgm:cxn modelId="c1116" srcId="1117" destId="1116"/>
    <dgm:cxn modelId="c1117" srcId="1118" destId="1117"/>
    <dgm:cxn modelId="c1118" srcId="1119" destId="1118"/>
    <dgm:cxn modelId="c1119" srcId="1120" destId="1119"/>
    <dgm:cxn modelId="c1120" srcId="1121" destId="1120"/>
    <dgm:cxn modelId="c1121" srcId="1122" destId="1121"/>
    <dgm:cxn modelId="c1122" srcId="1123" destId="1122"/>
    <dgm:cxn modelId="c1123" srcId="1124" destId="1123"/>
    <dgm:cxn modelId="c1124" srcId="1125" destId="1124"/>
    <dgm:cxn modelId="c1125" srcId="1126" destId="1125"/>
    <dgm:cxn modelId="c1126" srcId="1127" destId="1126"/>
    <dgm:cxn modelId="c1127" srcId="1128" destId="1127"/>
    <dgm:cxn modelId="c1128" srcId="1129" destId="1128"/>
    <dgm:cxn modelId="c1129" srcId="1130" destId="1129"/>
    <dgm:cxn modelId="c1130" srcId="1131" destId="1130"/>
    <dgm:cxn modelId="c1131" srcId="1132" destId="1131"/>
    <dgm:cxn modelId="c1132" srcId="1133" destId="1132"/>
    <dgm:cxn modelId="c1133" srcId="1134" destId="1133"/>
    <dgm:cxn modelId="c1134" srcId="1135" destId="1134"/>
    <dgm:cxn modelId="c1135" srcId="1136" destId="1135"/>
    <dgm:cxn modelId="c1136" srcId="1137" destId="1136"/>
    <dgm:cxn modelId="c1137" srcId="1138" destId="1137"/>
    <dgm:cxn modelId="c1138" srcId="1139" destId="1138"/>
    <dgm:cxn modelId="c1139" srcId="1140" destId="1139"/>
    <dgm:cxn modelId="c1140" srcId="1141" destId="1140"/>
    <dgm:cxn modelId="c1141" srcId="1142" destId="1141"/>
    <dgm:cxn modelId="c1142" srcId="1143" destId="1142"/>
    <dgm:cxn modelId="c1143" srcId="1144" destId="1143"/>
    <dgm:cxn modelId="c1144" srcId="1145" destId="1144"/>
    <dgm:cxn modelId="c1145" srcId="1146" destId="1145"/>
    <dgm:cxn modelId="c1146" srcId="1147" destId="1146"/>
    <dgm:cxn modelId="c1147" srcId="1148" destId="1147"/>
    <dgm:cxn modelId="c1148" srcId="1149" destId="1148"/>
    <dgm:cxn modelId="c1149" srcId="1150" destId="1149"/>
    <dgm:cxn modelId="c1150" srcId="1151" destId="1150"/>
    <dgm:cxn modelId="c1151" srcId="1152" destId="1151"/>
    <dgm:cxn modelId="c1152" srcId="1153" destId="1152"/>
    <dgm:cxn modelId="c1153" srcId="1154" destId="1153"/>
    <dgm:cxn modelId="c1154" srcId="1155" destId="1154"/>
    <dgm:cxn modelId="c1155" srcId="1156" destId="1155"/>
    <dgm:cxn modelId="c1156" srcId="1157" destId="1156"/>
    <dgm:cxn modelId="c1157" srcId="1158" destId="1157"/>
    <dgm:cxn modelId="c1158" srcId="1159" destId="1158"/>
    <dgm:cxn modelId="c1159" srcId="1160" destId="1159"/>
    <dgm:cxn modelId="c1160" srcId="1161" destId="1160"/>
    <dgm:cxn modelId="c1161" srcId="1162" destId="1161"/>
    <dgm:cxn modelId="c1162" srcId="1163" destId="1162"/>
    <dgm:cxn modelId="c1163" srcId="1164" destId="1163"/>
    <dgm:cxn modelId="c1164" srcId="1165" destId="1164"/>
    <dgm:cxn modelId="c1165" srcId="1166" destId="1165"/>
    <dgm:cxn modelId="c1166" srcId="1167" destId="1166"/>
    <dgm:cxn modelId="c1167" srcId="1168" destId="1167"/>
    <dgm:cxn modelId="c1168" srcId="1169" destId="1168"/>
    <dgm:cxn modelId="c1169" srcId="1170" destId="1169"/>
    <dgm:cxn modelId="c1170" srcId="1171" destId="1170"/>
    <dgm:cxn modelId="c1171" srcId="1172" destId="1171"/>
    <dgm:cxn modelId="c1172" srcId="1173" destId="1172"/>
    <dgm:cxn modelId="c1173" srcId="1174" destId="1173"/>
    <dgm:cxn modelId="c1174" srcId="1175" destId="1174"/>
    <dgm:cxn modelId="c1175" srcId="1176" destId="1175"/>
    <dgm:cxn modelId="c1176" srcId="1177" destId="1176"/>
    <dgm:cxn modelId="c1177" srcId="1178" destId="1177"/>
    <dgm:cxn modelId="c1178" srcId="1179" destId="1178"/>
    <dgm:cxn modelId="c1179" srcId="1180" destId="1179"/>
    <dgm:cxn modelId="c1180" srcId="1181" destId="1180"/>
    <dgm:cxn modelId="c1181" srcId="1182" destId="1181"/>
    <dgm:cxn modelId="c1182" srcId="1183" destId="1182"/>
    <dgm:cxn modelId="c1183" srcId="1184" destId="1183"/>
    <dgm:cxn modelId="c1184" srcId="1185" destId="1184"/>
    <dgm:cxn modelId="c1185" srcId="1186" destId="1185"/>
    <dgm:cxn modelId="c1186" srcId="1187" destId="1186"/>
    <dgm:cxn modelId="c1187" srcId="1188" destId="1187"/>
    <dgm:cxn modelId="c1188" srcId="1189" destId="1188"/>
    <dgm:cxn modelId="c1189" srcId="1190" destId="1189"/>
    <dgm:cxn modelId="c1190" srcId="1191" destId="1190"/>
    <dgm:cxn modelId="c1191" srcId="1192" destId="1191"/>
    <dgm:cxn modelId="c1192" srcId="1193" destId="1192"/>
    <dgm:cxn modelId="c1193" srcId="1194" destId="1193"/>
    <dgm:cxn modelId="c1194" srcId="1195" destId="1194"/>
    <dgm:cxn modelId="c1195" srcId="1196" destId="1195"/>
    <dgm:cxn modelId="c1196" srcId="1197" destId="1196"/>
    <dgm:cxn modelId="c1197" srcId="1198" destId="1197"/>
    <dgm:cxn modelId="c1198" srcId="1199" destId="1198"/>
    <dgm:cxn modelId="c1199" srcId="1200" destId="1199"/>
    <dgm:cxn modelId="c1200" srcId="1201" destId="1200"/>
    <dgm:cxn modelId="c1201" srcId="1202" destId="1201"/>
    <dgm:cxn modelId="c1202" srcId="1203" destId="1202"/>
    <dgm:cxn modelId="c1203" srcId="1204" destId="1203"/>
    <dgm:cxn modelId="c1204" srcId="1205" destId="1204"/>
    <dgm:cxn modelId="c1205" srcId="1206" destId="1205"/>
    <dgm:cxn modelId="c1206" srcId="1207" destId="1206"/>
    <dgm:cxn modelId="c1207" srcId="1208" destId="1207"/>
    <dgm:cxn modelId="c1208" srcId="1209" destId="1208"/>
    <dgm:cxn modelId="c1209" srcId="1210" destId="1209"/>
    <dgm:cxn modelId="c1210" srcId="1211" destId="1210"/>
    <dgm:cxn modelId="c1211" srcId="1212" destId="1211"/>
    <dgm:cxn modelId="c1212" srcId="1213" destId="1212"/>
    <dgm:cxn modelId="c1213" srcId="1214" destId="1213"/>
    <dgm:cxn modelId="c1214" srcId="1215" destId="1214"/>
    <dgm:cxn modelId="c1215" srcId="1216" destId="1215"/>
    <dgm:cxn modelId="c1216" srcId="1217" destId="1216"/>
    <dgm:cxn modelId="c1217" srcId="1218" destId="1217"/>
    <dgm:cxn modelId="c1218" srcId="1219" destId="1218"/>
    <dgm:cxn modelId="c1219" srcId="1220" destId="1219"/>
    <dgm:cxn modelId="c1220" srcId="1221" destId="1220"/>
    <dgm:cxn modelId="c1221" srcId="1222" destId="1221"/>
    <dgm:cxn modelId="c1222" srcId="1223" destId="1222"/>
    <dgm:cxn modelId="c1223" srcId="1224" destId="1223"/>
    <dgm:cxn modelId="c1224" srcId="1225" destId="1224"/>
    <dgm:cxn modelId="c1225" srcId="1226" destId="1225"/>
    <dgm:cxn modelId="c1226" srcId="1227" destId="1226"/>
    <dgm:cxn modelId="c1227" srcId="1228" destId="1227"/>
    <dgm:cxn modelId="c1228" srcId="1229" destId="1228"/>
    <dgm:cxn modelId="c1229" srcId="1230" destId="1229"/>
    <dgm:cxn modelId="c1230" srcId="1231" destId="1230"/>
    <dgm:cxn modelId="c1231" srcId="1232" destId="1231"/>
    <dgm:cxn modelId="c1232" srcId="1233" destId="1232"/>
    <dgm:cxn modelId="c1233" srcId="1234" destId="1233"/>
    <dgm:cxn modelId="c1234" srcId="1235" destId="1234"/>
    <dgm:cxn modelId="c1235" srcId="1236" destId="1235"/>
    <dgm:cxn modelId="c1236" srcId="1237" destId="1236"/>
    <dgm:cxn modelId="c1237" srcId="1238" destId="1237"/>
    <dgm:cxn modelId="c1238" srcId="1239" destId="1238"/>
    <dgm:cxn modelId="c1239" srcId="1240" destId="1239"/>
    <dgm:cxn modelId="c1240" srcId="1241" destId="1240"/>
    <dgm:cxn modelId="c1241" srcId="1242" destId="1241"/>
    <dgm:cxn modelId="c1242" srcId="1243" destId="1242"/>
    <dgm:cxn modelId="c1243" srcId="1244" destId="1243"/>
    <dgm:cxn modelId="c1244" srcId="1245" destId="1244"/>
    <dgm:cxn modelId="c1245" srcId="1246" destId="1245"/>
    <dgm:cxn modelId="c1246" srcId="1247" destId="1246"/>
    <dgm:cxn modelId="c1247" srcId="1248" destId="1247"/>
    <dgm:cxn modelId="c1248" srcId="1249" destId="1248"/>
    <dgm:cxn modelId="c1249" srcId="1250" destId="1249"/>
    <dgm:cxn modelId="c1250" srcId="1251" destId="1250"/>
    <dgm:cxn modelId="c1251" srcId="1252" destId="1251"/>
    <dgm:cxn modelId="c1252" srcId="1253" destId="1252"/>
    <dgm:cxn modelId="c1253" srcId="1254" destId="1253"/>
    <dgm:cxn modelId="c1254" srcId="1255" destId="1254"/>
    <dgm:cxn modelId="c1255" srcId="1256" destId="1255"/>
    <dgm:cxn modelId="c1256" srcId="1257" destId="1256"/>
    <dgm:cxn modelId="c1257" srcId="1258" destId="1257"/>
    <dgm:cxn modelId="c1258" srcId="1259" destId="1258"/>
    <dgm:cxn modelId="c1259" srcId="1260" destId="1259"/>
    <dgm:cxn modelId="c1260" srcId="1261" destId="1260"/>
    <dgm:cxn modelId="c1261" srcId="1262" destId="1261"/>
    <dgm:cxn modelId="c1262" srcId="1263" destId="1262"/>
    <dgm:cxn modelId="c1263" srcId="1264" destId="1263"/>
    <dgm:cxn modelId="c1264" srcId="1265" destId="1264"/>
    <dgm:cxn modelId="c1265" srcId="1266" destId="1265"/>
    <dgm:cxn modelId="c1266" srcId="1267" destId="1266"/>
    <dgm:cxn modelId="c1267" srcId="1268" destId="1267"/>
    <dgm:cxn modelId="c1268" srcId="1269" destId="1268"/>
    <dgm:cxn modelId="c1269" srcId="1270" destId="1269"/>
    <dgm:cxn modelId="c1270" srcId="1271" destId="1270"/>
    <dgm:cxn modelId="c1271" srcId="1272" destId="1271"/>
    <dgm:cxn modelId="c1272" srcId="1273" destId="1272"/>
    <dgm:cxn modelId="c1273" srcId="1274" destId="1273"/>
    <dgm:cxn modelId="c1274" srcId="1275" destId="1274"/>
    <dgm:cxn modelId="c1275" srcId="1276" destId="1275"/>
    <dgm:cxn modelId="c1276" srcId="1277" destId="1276"/>
    <dgm:cxn modelId="c1277" srcId="1278" destId="1277"/>
    <dgm:cxn modelId="c1278" srcId="1279" destId="1278"/>
    <dgm:cxn modelId="c1279" srcId="1280" destId="1279"/>
    <dgm:cxn modelId="c1280" srcId="1281" destId="1280"/>
    <dgm:cxn modelId="c1281" srcId="1282" destId="1281"/>
    <dgm:cxn modelId="c1282" srcId="1283" destId="1282"/>
    <dgm:cxn modelId="c1283" srcId="1284" destId="1283"/>
    <dgm:cxn modelId="c1284" srcId="1285" destId="1284"/>
    <dgm:cxn modelId="c1285" srcId="1286" destId="1285"/>
    <dgm:cxn modelId="c1286" srcId="1287" destId="1286"/>
    <dgm:cxn modelId="c1287" srcId="1288" destId="1287"/>
    <dgm:cxn modelId="c1288" srcId="1289" destId="1288"/>
    <dgm:cxn modelId="c1289" srcId="1290" destId="1289"/>
    <dgm:cxn modelId="c1290" srcId="1291" destId="1290"/>
    <dgm:cxn modelId="c1291" srcId="1292" destId="1291"/>
    <dgm:cxn modelId="c1292" srcId="1293" destId="1292"/>
    <dgm:cxn modelId="c1293" srcId="1294" destId="1293"/>
    <dgm:cxn modelId="c1294" srcId="1295" destId="1294"/>
    <dgm:cxn modelId="c1295" srcId="1296" destId="1295"/>
    <dgm:cxn modelId="c1296" srcId="1297" destId="1296"/>
    <dgm:cxn modelId="c1297" srcId="1298" destId="1297"/>
    <dgm:cxn modelId="c1298" srcId="1299" destId="1298"/>
    <dgm:cxn modelId="c1299" srcId="1300" destId="1299"/>
    <dgm:cxn modelId="c1300" srcId="1301" destId="1300"/>
    <dgm:cxn modelId="c1301" srcId="1302" destId="1301"/>
    <dgm:cxn modelId="c1302" srcId="1303" destId="1302"/>
    <dgm:cxn modelId="c1303" srcId="1304" destId="1303"/>
    <dgm:cxn modelId="c1304" srcId="1305" destId="1304"/>
    <dgm:cxn modelId="c1305" srcId="1306" destId="1305"/>
    <dgm:cxn modelId="c1306" srcId="1307" destId="1306"/>
    <dgm:cxn modelId="c1307" srcId="1308" destId="1307"/>
    <dgm:cxn modelId="c1308" srcId="1309" destId="1308"/>
    <dgm:cxn modelId="c1309" srcId="1310" destId="1309"/>
    <dgm:cxn modelId="c1310" srcId="1311" destId="1310"/>
    <dgm:cxn modelId="c1311" srcId="1312" destId="1311"/>
    <dgm:cxn modelId="c1312" srcId="1313" destId="1312"/>
    <dgm:cxn modelId="c1313" srcId="1314" destId="1313"/>
    <dgm:cxn modelId="c1314" srcId="1315" destId="1314"/>
    <dgm:cxn modelId="c1315" srcId="1316" destId="1315"/>
    <dgm:cxn modelId="c1316" srcId="1317" destId="1316"/>
    <dgm:cxn modelId="c1317" srcId="1318" destId="1317"/>
    <dgm:cxn modelId="c1318" srcId="1319" destId="1318"/>
    <dgm:cxn modelId="c1319" srcId="1320" destId="1319"/>
    <dgm:cxn modelId="c1320" srcId="1321" destId="1320"/>
    <dgm:cxn modelId="c1321" srcId="1322" destId="1321"/>
    <dgm:cxn modelId="c1322" srcId="1323" destId="1322"/>
    <dgm:cxn modelId="c1323" srcId="1324" destId="1323"/>
    <dgm:cxn modelId="c1324" srcId="1325" destId="1324"/>
    <dgm:cxn modelId="c1325" srcId="1326" destId="1325"/>
    <dgm:cxn modelId="c1326" srcId="1327" destId="1326"/>
    <dgm:cxn modelId="c1327" srcId="1328" destId="1327"/>
    <dgm:cxn modelId="c1328" srcId="1329" destId="1328"/>
    <dgm:cxn modelId="c1329" srcId="1330" destId="1329"/>
    <dgm:cxn modelId="c1330" srcId="1331" destId="1330"/>
    <dgm:cxn modelId="c1331" srcId="1332" destId="1331"/>
    <dgm:cxn modelId="c1332" srcId="1333" destId="1332"/>
    <dgm:cxn modelId="c1333" srcId="1334" destId="1333"/>
    <dgm:cxn modelId="c1334" srcId="1335" destId="1334"/>
    <dgm:cxn modelId="c1335" srcId="1336" destId="1335"/>
    <dgm:cxn modelId="c1336" srcId="1337" destId="1336"/>
    <dgm:cxn modelId="c1337" srcId="1338" destId="1337"/>
    <dgm:cxn modelId="c1338" srcId="1339" destId="1338"/>
    <dgm:cxn modelId="c1339" srcId="1340" destId="1339"/>
    <dgm:cxn modelId="c1340" srcId="1341" destId="1340"/>
    <dgm:cxn modelId="c1341" srcId="1342" destId="1341"/>
    <dgm:cxn modelId="c1342" srcId="1343" destId="1342"/>
    <dgm:cxn modelId="c1343" srcId="1344" destId="1343"/>
    <dgm:cxn modelId="c1344" srcId="1345" destId="1344"/>
    <dgm:cxn modelId="c1345" srcId="1346" destId="1345"/>
    <dgm:cxn modelId="c1346" srcId="1347" destId="1346"/>
    <dgm:cxn modelId="c1347" srcId="1348" destId="1347"/>
    <dgm:cxn modelId="c1348" srcId="1349" destId="1348"/>
    <dgm:cxn modelId="c1349" srcId="1350" destId="1349"/>
    <dgm:cxn modelId="c1350" srcId="1351" destId="1350"/>
    <dgm:cxn modelId="c1351" srcId="1352" destId="1351"/>
    <dgm:cxn modelId="c1352" srcId="1353" destId="1352"/>
    <dgm:cxn modelId="c1353" srcId="1354" destId="1353"/>
    <dgm:cxn modelId="c1354" srcId="1355" destId="1354"/>
    <dgm:cxn modelId="c1355" srcId="1356" destId="1355"/>
    <dgm:cxn modelId="c1356" srcId="1357" destId="1356"/>
    <dgm:cxn modelId="c1357" srcId="1358" destId="1357"/>
    <dgm:cxn modelId="c1358" srcId="1359" destId="1358"/>
    <dgm:cxn modelId="c1359" srcId="1360" destId="1359"/>
    <dgm:cxn modelId="c1360" srcId="1361" destId="1360"/>
    <dgm:cxn modelId="c1361" srcId="1362" destId="1361"/>
    <dgm:cxn modelId="c1362" srcId="1363" destId="1362"/>
    <dgm:cxn modelId="c1363" srcId="1364" destId="1363"/>
    <dgm:cxn modelId="c1364" srcId="1365" destId="1364"/>
    <dgm:cxn modelId="c1365" srcId="1366" destId="1365"/>
    <dgm:cxn modelId="c1366" srcId="1367" destId="1366"/>
    <dgm:cxn modelId="c1367" srcId="1368" destId="1367"/>
    <dgm:cxn modelId="c1368" srcId="1369" destId="1368"/>
    <dgm:cxn modelId="c1369" srcId="1370" destId="1369"/>
    <dgm:cxn modelId="c1370" srcId="1371" destId="1370"/>
    <dgm:cxn modelId="c1371" srcId="1372" destId="1371"/>
    <dgm:cxn modelId="c1372" srcId="1373" destId="1372"/>
    <dgm:cxn modelId="c1373" srcId="1374" destId="1373"/>
    <dgm:cxn modelId="c1374" srcId="1375" destId="1374"/>
    <dgm:cxn modelId="c1375" srcId="1376" destId="1375"/>
    <dgm:cxn modelId="c1376" srcId="1377" destId="1376"/>
    <dgm:cxn modelId="c1377" srcId="1378" destId="1377"/>
    <dgm:cxn modelId="c1378" srcId="1379" destId="1378"/>
    <dgm:cxn modelId="c1379" srcId="1380" destId="1379"/>
    <dgm:cxn modelId="c1380" srcId="1381" destId="1380"/>
    <dgm:cxn modelId="c1381" srcId="1382" destId="1381"/>
    <dgm:cxn modelId="c1382" srcId="1383" destId="1382"/>
    <dgm:cxn modelId="c1383" srcId="1384" destId="1383"/>
    <dgm:cxn modelId="c1384" srcId="1385" destId="1384"/>
    <dgm:cxn modelId="c1385" srcId="1386" destId="1385"/>
    <dgm:cxn modelId="c1386" srcId="1387" destId="1386"/>
    <dgm:cxn modelId="c1387" srcId="1388" destId="1387"/>
    <dgm:cxn modelId="c1388" srcId="1389" destId="1388"/>
    <dgm:cxn modelId="c1389" srcId="1390" destId="1389"/>
    <dgm:cxn modelId="c1390" srcId="1391" destId="1390"/>
    <dgm:cxn modelId="c1391" srcId="1392" destId="1391"/>
    <dgm:cxn modelId="c1392" srcId="1393" destId="1392"/>
    <dgm:cxn modelId="c1393" srcId="1394" destId="1393"/>
    <dgm:cxn modelId="c1394" srcId="1395" destId="1394"/>
    <dgm:cxn modelId="c1395" srcId="1396" destId="1395"/>
    <dgm:cxn modelId="c1396" srcId="1397" destId="1396"/>
    <dgm:cxn modelId="c1397" srcId="1398" destId="1397"/>
    <dgm:cxn modelId="c1398" srcId="1399" destId="1398"/>
    <dgm:cxn modelId="c1399" srcId="1400" destId="1399"/>
    <dgm:cxn modelId="c1400" srcId="1401" destId="1400"/>
    <dgm:cxn modelId="c1401" srcId="1402" destId="1401"/>
    <dgm:cxn modelId="c1402" srcId="1403" destId="1402"/>
    <dgm:cxn modelId="c1403" srcId="1404" destId="1403"/>
    <dgm:cxn modelId="c1404" srcId="1405" destId="1404"/>
    <dgm:cxn modelId="c1405" srcId="1406" destId="1405"/>
    <dgm:cxn modelId="c1406" srcId="1407" destId="1406"/>
    <dgm:cxn modelId="c1407" srcId="1408" destId="1407"/>
    <dgm:cxn modelId="c1408" srcId="1409" destId="1408"/>
    <dgm:cxn modelId="c1409" srcId="1410" destId="1409"/>
    <dgm:cxn modelId="c1410" srcId="1411" destId="1410"/>
    <dgm:cxn modelId="c1411" srcId="1412" destId="1411"/>
    <dgm:cxn modelId="c1412" srcId="1413" destId="1412"/>
    <dgm:cxn modelId="c1413" srcId="1414" destId="1413"/>
    <dgm:cxn modelId="c1414" srcId="1415" destId="1414"/>
    <dgm:cxn modelId="c1415" srcId="1416" destId="1415"/>
    <dgm:cxn modelId="c1416" srcId="1417" destId="1416"/>
    <dgm:cxn modelId="c1417" srcId="1418" destId="1417"/>
    <dgm:cxn modelId="c1418" srcId="1419" destId="1418"/>
    <dgm:cxn modelId="c1419" srcId="1420" destId="1419"/>
    <dgm:cxn modelId="c1420" srcId="1421" destId="1420"/>
    <dgm:cxn modelId="c1421" srcId="1422" destId="1421"/>
    <dgm:cxn modelId="c1422" srcId="1423" destId="1422"/>
    <dgm:cxn modelId="c1423" srcId="1424" destId="1423"/>
    <dgm:cxn modelId="c1424" srcId="1425" destId="1424"/>
    <dgm:cxn modelId="c1425" srcId="1426" destId="1425"/>
    <dgm:cxn modelId="c1426" srcId="1427" destId="1426"/>
    <dgm:cxn modelId="c1427" srcId="1428" destId="1427"/>
    <dgm:cxn modelId="c1428" srcId="1429" destId="1428"/>
    <dgm:cxn modelId="c1429" srcId="1430" destId="1429"/>
    <dgm:cxn modelId="c1430" srcId="1431" destId="1430"/>
    <dgm:cxn modelId="c1431" srcId="1432" destId="1431"/>
    <dgm:cxn modelId="c1432" srcId="1433" destId="1432"/>
    <dgm:cxn modelId="c1433" srcId="1434" destId="1433"/>
    <dgm:cxn modelId="c1434" srcId="1435" destId="1434"/>
    <dgm:cxn modelId="c1435" srcId="1436" destId="1435"/>
    <dgm:cxn modelId="c1436" srcId="1437" destId="1436"/>
    <dgm:cxn modelId="c1437" srcId="1438" destId="1437"/>
    <dgm:cxn modelId="c1438" srcId="1439" destId="1438"/>
    <dgm:cxn modelId="c1439" srcId="1440" destId="1439"/>
    <dgm:cxn modelId="c1440" srcId="1441" destId="1440"/>
    <dgm:cxn modelId="c1441" srcId="1442" destId="1441"/>
    <dgm:cxn modelId="c1442" srcId="1443" destId="1442"/>
    <dgm:cxn modelId="c1443" srcId="1444" destId="1443"/>
    <dgm:cxn modelId="c1444" srcId="1445" destId="1444"/>
    <dgm:cxn modelId="c1445" srcId="1446" destId="1445"/>
    <dgm:cxn modelId="c1446" srcId="1447" destId="1446"/>
    <dgm:cxn modelId="c1447" srcId="1448" destId="1447"/>
    <dgm:cxn modelId="c1448" srcId="1449" destId="1448"/>
    <dgm:cxn modelId="c1449" srcId="1450" destId="1449"/>
    <dgm:cxn modelId="c1450" srcId="1451" destId="1450"/>
    <dgm:cxn modelId="c1451" srcId="1452" destId="1451"/>
    <dgm:cxn modelId="c1452" srcId="1453" destId="1452"/>
    <dgm:cxn modelId="c1453" srcId="1454" destId="1453"/>
    <dgm:cxn modelId="c1454" srcId="1455" destId="1454"/>
    <dgm:cxn modelId="c1455" srcId="1456" destId="1455"/>
    <dgm:cxn modelId="c1456" srcId="1457" destId="1456"/>
    <dgm:cxn modelId="c1457" srcId="1458" destId="1457"/>
    <dgm:cxn modelId="c1458" srcId="1459" destId="1458"/>
    <dgm:cxn modelId="c1459" srcId="1460" destId="1459"/>
    <dgm:cxn modelId="c1460" srcId="1461" destId="1460"/>
    <dgm:cxn modelId="c1461" srcId="1462" destId="1461"/>
    <dgm:cxn modelId="c1462" srcId="1463" destId="1462"/>
    <dgm:cxn modelId="c1463" srcId="1464" destId="1463"/>
    <dgm:cxn modelId="c1464" srcId="1465" destId="1464"/>
    <dgm:cxn modelId="c1465" srcId="1466" destId="1465"/>
    <dgm:cxn modelId="c1466" srcId="1467" destId="1466"/>
    <dgm:cxn modelId="c1467" srcId="1468" destId="1467"/>
    <dgm:cxn modelId="c1468" srcId="1469" destId="1468"/>
    <dgm:cxn modelId="c1469" srcId="1470" destId="1469"/>
    <dgm:cxn modelId="c1470" srcId="1471" destId="1470"/>
    <dgm:cxn modelId="c1471" srcId="1472" destId="1471"/>
    <dgm:cxn modelId="c1472" srcId="1473" destId="1472"/>
    <dgm:cxn modelId="c1473" srcId="1474" destId="1473"/>
    <dgm:cxn modelId="c1474" srcId="1475" destId="1474"/>
    <dgm:cxn modelId="c1475" srcId="1476" destId="1475"/>
    <dgm:cxn modelId="c1476" srcId="1477" destId="1476"/>
    <dgm:cxn modelId="c1477" srcId="1478" destId="1477"/>
    <dgm:cxn modelId="c1478" srcId="1479" destId="1478"/>
    <dgm:cxn modelId="c1479" srcId="1480" destId="1479"/>
    <dgm:cxn modelId="c1480" srcId="1481" destId="1480"/>
    <dgm:cxn modelId="c1481" srcId="1482" destId="1481"/>
    <dgm:cxn modelId="c1482" srcId="1483" destId="1482"/>
    <dgm:cxn modelId="c1483" srcId="1484" destId="1483"/>
    <dgm:cxn modelId="c1484" srcId="1485" destId="1484"/>
    <dgm:cxn modelId="c1485" srcId="1486" destId="1485"/>
    <dgm:cxn modelId="c1486" srcId="1487" destId="1486"/>
    <dgm:cxn modelId="c1487" srcId="1488" destId="1487"/>
    <dgm:cxn modelId="c1488" srcId="1489" destId="1488"/>
    <dgm:cxn modelId="c1489" srcId="1490" destId="1489"/>
    <dgm:cxn modelId="c1490" srcId="1491" destId="1490"/>
    <dgm:cxn modelId="c1491" srcId="1492" destId="1491"/>
    <dgm:cxn modelId="c1492" srcId="1493" destId="1492"/>
    <dgm:cxn modelId="c1493" srcId="1494" destId="1493"/>
    <dgm:cxn modelId="c1494" srcId="1495" destId="1494"/>
    <dgm:cxn modelId="c1495" srcId="1496" destId="1495"/>
    <dgm:cxn modelId="c1496" srcId="1497" destId="1496"/>
    <dgm:cxn modelId="c1497" srcId="1498" destId="1497"/>
    <dgm:cxn modelId="c1498" srcId="1499" destId="1498"/>
    <dgm:cxn modelId="c1499" srcId="1500" destId="1499"/>
    <dgm:cxn modelId="c1500" srcId="1501" destId="1500"/>
    <dgm:cxn modelId="c1501" srcId="1502" destId="1501"/>
    <dgm:cxn modelId="c1502" srcId="1503" destId="1502"/>
    <dgm:cxn modelId="c1503" srcId="1504" destId="1503"/>
    <dgm:cxn modelId="c1504" srcId="1505" destId="1504"/>
    <dgm:cxn modelId="c1505" srcId="1506" destId="1505"/>
    <dgm:cxn modelId="c1506" srcId="1507" destId="1506"/>
    <dgm:cxn modelId="c1507" srcId="1508" destId="1507"/>
    <dgm:cxn modelId="c1508" srcId="1509" destId="1508"/>
    <dgm:cxn modelId="c1509" srcId="1510" destId="1509"/>
    <dgm:cxn modelId="c1510" srcId="1511" destId="1510"/>
    <dgm:cxn modelId="c1511" srcId="1512" destId="1511"/>
    <dgm:cxn modelId="c1512" srcId="1513" destId="1512"/>
    <dgm:cxn modelId="c1513" srcId="1514" destId="1513"/>
    <dgm:cxn modelId="c1514" srcId="1515" destId="1514"/>
    <dgm:cxn modelId="c1515" srcId="1516" destId="1515"/>
    <dgm:cxn modelId="c1516" srcId="1517" destId="1516"/>
    <dgm:cxn modelId="c1517" srcId="1518" destId="1517"/>
    <dgm:cxn modelId="c1518" srcId="1519" destId="1518"/>
    <dgm:cxn modelId="c1519" srcId="1520" destId="1519"/>
    <dgm:cxn modelId="c1520" srcId="1521" destId="1520"/>
    <dgm:cxn modelId="c1521" srcId="1522" destId="1521"/>
    <dgm:cxn modelId="c1522" srcId="1523" destId="1522"/>
    <dgm:cxn modelId="c1523" srcId="1524" destId="1523"/>
    <dgm:cxn modelId="c1524" srcId="1525" destId="1524"/>
    <dgm:cxn modelId="c1525" srcId="1526" destId="1525"/>
    <dgm:cxn modelId="c1526" srcId="1527" destId="1526"/>
    <dgm:cxn modelId="c1527" srcId="1528" destId="1527"/>
    <dgm:cxn modelId="c1528" srcId="1529" destId="1528"/>
    <dgm:cxn modelId="c1529" srcId="1530" destId="1529"/>
    <dgm:cxn modelId="c1530" srcId="1531" destId="1530"/>
    <dgm:cxn modelId="c1531" srcId="1532" destId="1531"/>
    <dgm:cxn modelId="c1532" srcId="1533" destId="1532"/>
    <dgm:cxn modelId="c1533" srcId="1534" destId="1533"/>
    <dgm:cxn modelId="c1534" srcId="1535" destId="1534"/>
    <dgm:cxn modelId="c1535" srcId="1536" destId="1535"/>
    <dgm:cxn modelId="c1536" srcId="1537" destId="1536"/>
    <dgm:cxn modelId="c1537" srcId="1538" destId="1537"/>
    <dgm:cxn modelId="c1538" srcId="1539" destId="1538"/>
    <dgm:cxn modelId="c1539" srcId="1540" destId="1539"/>
    <dgm:cxn modelId="c1540" srcId="1541" destId="1540"/>
    <dgm:cxn modelId="c1541" srcId="1542" destId="1541"/>
    <dgm:cxn modelId="c1542" srcId="1543" destId="1542"/>
    <dgm:cxn modelId="c1543" srcId="1544" destId="1543"/>
    <dgm:cxn modelId="c1544" srcId="1545" destId="1544"/>
    <dgm:cxn modelId="c1545" srcId="1546" destId="1545"/>
    <dgm:cxn modelId="c1546" srcId="1547" destId="1546"/>
    <dgm:cxn modelId="c1547" srcId="1548" destId="1547"/>
    <dgm:cxn modelId="c1548" srcId="1549" destId="1548"/>
    <dgm:cxn modelId="c1549" srcId="1550" destId="1549"/>
    <dgm:cxn modelId="c1550" srcId="1551" destId="1550"/>
    <dgm:cxn modelId="c1551" srcId="1552" destId="1551"/>
    <dgm:cxn modelId="c1552" srcId="1553" destId="1552"/>
    <dgm:cxn modelId="c1553" srcId="1554" destId="1553"/>
    <dgm:cxn modelId="c1554" srcId="1555" destId="1554"/>
    <dgm:cxn modelId="c1555" srcId="1556" destId="1555"/>
    <dgm:cxn modelId="c1556" srcId="1557" destId="1556"/>
    <dgm:cxn modelId="c1557" srcId="1558" destId="1557"/>
    <dgm:cxn modelId="c1558" srcId="1559" destId="1558"/>
    <dgm:cxn modelId="c1559" srcId="1560" destId="1559"/>
    <dgm:cxn modelId="c1560" srcId="1561" destId="1560"/>
    <dgm:cxn modelId="c1561" srcId="1562" destId="1561"/>
    <dgm:cxn modelId="c1562" srcId="1563" destId="1562"/>
    <dgm:cxn modelId="c1563" srcId="1564" destId="1563"/>
    <dgm:cxn modelId="c1564" srcId="1565" destId="1564"/>
    <dgm:cxn modelId="c1565" srcId="1566" destId="1565"/>
    <dgm:cxn modelId="c1566" srcId="1567" destId="1566"/>
    <dgm:cxn modelId="c1567" srcId="1568" destId="1567"/>
    <dgm:cxn modelId="c1568" srcId="1569" destId="1568"/>
    <dgm:cxn modelId="c1569" srcId="1570" destId="1569"/>
    <dgm:cxn modelId="c1570" srcId="1571" destId="1570"/>
    <dgm:cxn modelId="c1571" srcId="1572" destId="1571"/>
    <dgm:cxn modelId="c1572" srcId="1573" destId="1572"/>
    <dgm:cxn modelId="c1573" srcId="1574" destId="1573"/>
    <dgm:cxn modelId="c1574" srcId="1575" destId="1574"/>
    <dgm:cxn modelId="c1575" srcId="1576" destId="1575"/>
    <dgm:cxn modelId="c1576" srcId="1577" destId="1576"/>
    <dgm:cxn modelId="c1577" srcId="1578" destId="1577"/>
    <dgm:cxn modelId="c1578" srcId="1579" destId="1578"/>
    <dgm:cxn modelId="c1579" srcId="1580" destId="1579"/>
    <dgm:cxn modelId="c1580" srcId="1581" destId="1580"/>
    <dgm:cxn modelId="c1581" srcId="1582" destId="1581"/>
    <dgm:cxn modelId="c1582" srcId="1583" destId="1582"/>
    <dgm:cxn modelId="c1583" srcId="1584" destId="1583"/>
    <dgm:cxn modelId="c1584" srcId="1585" destId="1584"/>
    <dgm:cxn modelId="c1585" srcId="1586" destId="1585"/>
    <dgm:cxn modelId="c1586" srcId="1587" destId="1586"/>
    <dgm:cxn modelId="c1587" srcId="1588" destId="1587"/>
    <dgm:cxn modelId="c1588" srcId="1589" destId="1588"/>
    <dgm:cxn modelId="c1589" srcId="1590" destId="1589"/>
    <dgm:cxn modelId="c1590" srcId="1591" destId="1590"/>
    <dgm:cxn modelId="c1591" srcId="1592" destId="1591"/>
    <dgm:cxn modelId="c1592" srcId="1593" destId="1592"/>
    <dgm:cxn modelId="c1593" srcId="1594" destId="1593"/>
    <dgm:cxn modelId="c1594" srcId="1595" destId="1594"/>
    <dgm:cxn modelId="c1595" srcId="1596" destId="1595"/>
    <dgm:cxn modelId="c1596" srcId="1597" destId="1596"/>
    <dgm:cxn modelId="c1597" srcId="1598" destId="1597"/>
    <dgm:cxn modelId="c1598" srcId="1599" destId="1598"/>
    <dgm:cxn modelId="c1599" srcId="1600" destId="1599"/>
    <dgm:cxn modelId="c1600" srcId="1601" destId="1600"/>
    <dgm:cxn modelId="c1601" srcId="1602" destId="1601"/>
    <dgm:cxn modelId="c1602" srcId="1603" destId="1602"/>
    <dgm:cxn modelId="c1603" srcId="1604" destId="1603"/>
    <dgm:cxn modelId="c1604" srcId="1605" destId="1604"/>
    <dgm:cxn modelId="c1605" srcId="1606" destId="1605"/>
    <dgm:cxn modelId="c1606" srcId="1607" destId="1606"/>
    <dgm:cxn modelId="c1607" srcId="1608" destId="1607"/>
    <dgm:cxn modelId="c1608" srcId="1609" destId="1608"/>
    <dgm:cxn modelId="c1609" srcId="1610" destId="1609"/>
    <dgm:cxn modelId="c1610" srcId="1611" destId="1610"/>
    <dgm:cxn modelId="c1611" srcId="1612" destId="1611"/>
    <dgm:cxn modelId="c1612" srcId="1613" destId="1612"/>
    <dgm:cxn modelId="c1613" srcId="1614" destId="1613"/>
    <dgm:cxn modelId="c1614" srcId="1615" destId="1614"/>
    <dgm:cxn modelId="c1615" srcId="1616" destId="1615"/>
    <dgm:cxn modelId="c1616" srcId="1617" destId="1616"/>
    <dgm:cxn modelId="c1617" srcId="1618" destId="1617"/>
    <dgm:cxn modelId="c1618" srcId="1619" destId="1618"/>
    <dgm:cxn modelId="c1619" srcId="1620" destId="1619"/>
    <dgm:cxn modelId="c1620" srcId="1621" destId="1620"/>
    <dgm:cxn modelId="c1621" srcId="1622" destId="1621"/>
    <dgm:cxn modelId="c1622" srcId="1623" destId="1622"/>
    <dgm:cxn modelId="c1623" srcId="1624" destId="1623"/>
    <dgm:cxn modelId="c1624" srcId="1625" destId="1624"/>
    <dgm:cxn modelId="c1625" srcId="1626" destId="1625"/>
    <dgm:cxn modelId="c1626" srcId="1627" destId="1626"/>
    <dgm:cxn modelId="c1627" srcId="1628" destId="1627"/>
    <dgm:cxn modelId="c1628" srcId="1629" destId="1628"/>
    <dgm:cxn modelId="c1629" srcId="1630" destId="1629"/>
    <dgm:cxn modelId="c1630" srcId="1631" destId="1630"/>
    <dgm:cxn modelId="c1631" srcId="1632" destId="1631"/>
    <dgm:cxn modelId="c1632" srcId="1633" destId="1632"/>
    <dgm:cxn modelId="c1633" srcId="1634" destId="1633"/>
    <dgm:cxn modelId="c1634" srcId="1635" destId="1634"/>
    <dgm:cxn modelId="c1635" srcId="1636" destId="1635"/>
    <dgm:cxn modelId="c1636" srcId="1637" destId="1636"/>
    <dgm:cxn modelId="c1637" srcId="1638" destId="1637"/>
    <dgm:cxn modelId="c1638" srcId="1639" destId="1638"/>
    <dgm:cxn modelId="c1639" srcId="1640" destId="1639"/>
    <dgm:cxn modelId="c1640" srcId="1641" destId="1640"/>
    <dgm:cxn modelId="c1641" srcId="1642" destId="1641"/>
    <dgm:cxn modelId="c1642" srcId="1643" destId="1642"/>
    <dgm:cxn modelId="c1643" srcId="1644" destId="1643"/>
    <dgm:cxn modelId="c1644" srcId="1645" destId="1644"/>
    <dgm:cxn modelId="c1645" srcId="1646" destId="1645"/>
    <dgm:cxn modelId="c1646" srcId="1647" destId="1646"/>
    <dgm:cxn modelId="c1647" srcId="1648" destId="1647"/>
    <dgm:cxn modelId="c1648" srcId="1649" destId="1648"/>
    <dgm:cxn modelId="c1649" srcId="1650" destId="1649"/>
    <dgm:cxn modelId="c1650" srcId="1651" destId="1650"/>
    <dgm:cxn modelId="c1651" srcId="1652" destId="1651"/>
    <dgm:cxn modelId="c1652" srcId="1653" destId="1652"/>
    <dgm:cxn modelId="c1653" srcId="1654" destId="1653"/>
    <dgm:cxn modelId="c1654" srcId="1655" destId="1654"/>
    <dgm:cxn modelId="c1655" srcId="1656" destId="1655"/>
    <dgm:cxn modelId="c1656" srcId="1657" destId="1656"/>
    <dgm:cxn modelId="c1657" srcId="1658" destId="1657"/>
    <dgm:cxn modelId="c1658" srcId="1659" destId="1658"/>
    <dgm:cxn modelId="c1659" srcId="1660" destId="1659"/>
    <dgm:cxn modelId="c1660" srcId="1661" destId="1660"/>
    <dgm:cxn modelId="c1661" srcId="1662" destId="1661"/>
    <dgm:cxn modelId="c1662" srcId="1663" destId="1662"/>
    <dgm:cxn modelId="c1663" srcId="1664" destId="1663"/>
    <dgm:cxn modelId="c1664" srcId="1665" destId="1664"/>
    <dgm:cxn modelId="c1665" srcId="1666" destId="1665"/>
    <dgm:cxn modelId="c1666" srcId="1667" destId="1666"/>
    <dgm:cxn modelId="c1667" srcId="1668" destId="1667"/>
    <dgm:cxn modelId="c1668" srcId="1669" destId="1668"/>
    <dgm:cxn modelId="c1669" srcId="1670" destId="1669"/>
    <dgm:cxn modelId="c1670" srcId="1671" destId="1670"/>
    <dgm:cxn modelId="c1671" srcId="1672" destId="1671"/>
    <dgm:cxn modelId="c1672" srcId="1673" destId="1672"/>
    <dgm:cxn modelId="c1673" srcId="1674" destId="1673"/>
    <dgm:cxn modelId="c1674" srcId="1675" destId="1674"/>
    <dgm:cxn modelId="c1675" srcId="1676" destId="1675"/>
    <dgm:cxn modelId="c1676" srcId="1677" destId="1676"/>
    <dgm:cxn modelId="c1677" srcId="1678" destId="1677"/>
    <dgm:cxn modelId="c1678" srcId="1679" destId="1678"/>
    <dgm:cxn modelId="c1679" srcId="1680" destId="1679"/>
    <dgm:cxn modelId="c1680" srcId="1681" destId="1680"/>
    <dgm:cxn modelId="c1681" srcId="1682" destId="1681"/>
    <dgm:cxn modelId="c1682" srcId="1683" destId="1682"/>
    <dgm:cxn modelId="c1683" srcId="1684" destId="1683"/>
    <dgm:cxn modelId="c1684" srcId="1685" destId="1684"/>
    <dgm:cxn modelId="c1685" srcId="1686" destId="1685"/>
    <dgm:cxn modelId="c1686" srcId="1687" destId="1686"/>
    <dgm:cxn modelId="c1687" srcId="1688" destId="1687"/>
    <dgm:cxn modelId="c1688" srcId="1689" destId="1688"/>
    <dgm:cxn modelId="c1689" srcId="1690" destId="1689"/>
    <dgm:cxn modelId="c1690" srcId="1691" destId="1690"/>
    <dgm:cxn modelId="c1691" srcId="1692" destId="1691"/>
    <dgm:cxn modelId="c1692" srcId="1693" destId="1692"/>
    <dgm:cxn modelId="c1693" srcId="1694" destId="1693"/>
    <dgm:cxn modelId="c1694" srcId="1695" destId="1694"/>
    <dgm:cxn modelId="c1695" srcId="1696" destId="1695"/>
    <dgm:cxn modelId="c1696" srcId="1697" destId="1696"/>
    <dgm:cxn modelId="c1697" srcId="1698" destId="1697"/>
    <dgm:cxn modelId="c1698" srcId="1699" destId="1698"/>
    <dgm:cxn modelId="c1699" srcId="1700" destId="1699"/>
    <dgm:cxn modelId="c1700" srcId="1701" destId="1700"/>
    <dgm:cxn modelId="c1701" srcId="1702" destId="1701"/>
    <dgm:cxn modelId="c1702" srcId="1703" destId="1702"/>
    <dgm:cxn modelId="c1703" srcId="1704" destId="1703"/>
    <dgm:cxn modelId="c1704" srcId="1705" destId="1704"/>
    <dgm:cxn modelId="c1705" srcId="1706" destId="1705"/>
    <dgm:cxn modelId="c1706" srcId="1707" destId="1706"/>
    <dgm:cxn modelId="c1707" srcId="1708" destId="1707"/>
    <dgm:cxn modelId="c1708" srcId="1709" destId="1708"/>
    <dgm:cxn modelId="c1709" srcId="1710" destId="1709"/>
    <dgm:cxn modelId="c1710" srcId="1711" destId="1710"/>
    <dgm:cxn modelId="c1711" srcId="1712" destId="1711"/>
    <dgm:cxn modelId="c1712" srcId="1713" destId="1712"/>
    <dgm:cxn modelId="c1713" srcId="1714" destId="1713"/>
    <dgm:cxn modelId="c1714" srcId="1715" destId="1714"/>
    <dgm:cxn modelId="c1715" srcId="1716" destId="1715"/>
    <dgm:cxn modelId="c1716" srcId="1717" destId="1716"/>
    <dgm:cxn modelId="c1717" srcId="1718" destId="1717"/>
    <dgm:cxn modelId="c1718" srcId="1719" destId="1718"/>
    <dgm:cxn modelId="c1719" srcId="1720" destId="1719"/>
    <dgm:cxn modelId="c1720" srcId="1721" destId="1720"/>
    <dgm:cxn modelId="c1721" srcId="1722" destId="1721"/>
    <dgm:cxn modelId="c1722" srcId="1723" destId="1722"/>
    <dgm:cxn modelId="c1723" srcId="1724" destId="1723"/>
    <dgm:cxn modelId="c1724" srcId="1725" destId="1724"/>
    <dgm:cxn modelId="c1725" srcId="1726" destId="1725"/>
    <dgm:cxn modelId="c1726" srcId="1727" destId="1726"/>
    <dgm:cxn modelId="c1727" srcId="1728" destId="1727"/>
    <dgm:cxn modelId="c1728" srcId="1729" destId="1728"/>
    <dgm:cxn modelId="c1729" srcId="1730" destId="1729"/>
    <dgm:cxn modelId="c1730" srcId="1731" destId="1730"/>
    <dgm:cxn modelId="c1731" srcId="1732" destId="1731"/>
    <dgm:cxn modelId="c1732" srcId="1733" destId="1732"/>
    <dgm:cxn modelId="c1733" srcId="1734" destId="1733"/>
    <dgm:cxn modelId="c1734" srcId="1735" destId="1734"/>
    <dgm:cxn modelId="c1735" srcId="1736" destId="1735"/>
    <dgm:cxn modelId="c1736" srcId="1737" destId="1736"/>
    <dgm:cxn modelId="c1737" srcId="1738" destId="1737"/>
    <dgm:cxn modelId="c1738" srcId="1739" destId="1738"/>
    <dgm:cxn modelId="c1739" srcId="1740" destId="1739"/>
    <dgm:cxn modelId="c1740" srcId="1741" destId="1740"/>
    <dgm:cxn modelId="c1741" srcId="1742" destId="1741"/>
    <dgm:cxn modelId="c1742" srcId="1743" destId="1742"/>
    <dgm:cxn modelId="c1743" srcId="1744" destId="1743"/>
    <dgm:cxn modelId="c1744" srcId="1745" destId="1744"/>
    <dgm:cxn modelId="c1745" srcId="1746" destId="1745"/>
    <dgm:cxn modelId="c1746" srcId="1747" destId="1746"/>
    <dgm:cxn modelId="c1747" srcId="1748" destId="1747"/>
    <dgm:cxn modelId="c1748" srcId="1749" destId="1748"/>
    <dgm:cxn modelId="c1749" srcId="1750" destId="1749"/>
    <dgm:cxn modelId="c1750" srcId="1751" destId="1750"/>
    <dgm:cxn modelId="c1751" srcId="1752" destId="1751"/>
    <dgm:cxn modelId="c1752" srcId="1753" destId="1752"/>
    <dgm:cxn modelId="c1753" srcId="1754" destId="1753"/>
    <dgm:cxn modelId="c1754" srcId="1755" destId="1754"/>
    <dgm:cxn modelId="c1755" srcId="1756" destId="1755"/>
    <dgm:cxn modelId="c1756" srcId="1757" destId="1756"/>
    <dgm:cxn modelId="c1757" srcId="1758" destId="1757"/>
    <dgm:cxn modelId="c1758" srcId="1759" destId="1758"/>
    <dgm:cxn modelId="c1759" srcId="1760" destId="1759"/>
    <dgm:cxn modelId="c1760" srcId="1761" destId="1760"/>
    <dgm:cxn modelId="c1761" srcId="1762" destId="1761"/>
    <dgm:cxn modelId="c1762" srcId="1763" destId="1762"/>
    <dgm:cxn modelId="c1763" srcId="1764" destId="1763"/>
    <dgm:cxn modelId="c1764" srcId="1765" destId="1764"/>
    <dgm:cxn modelId="c1765" srcId="1766" destId="1765"/>
    <dgm:cxn modelId="c1766" srcId="1767" destId="1766"/>
    <dgm:cxn modelId="c1767" srcId="1768" destId="1767"/>
    <dgm:cxn modelId="c1768" srcId="1769" destId="1768"/>
    <dgm:cxn modelId="c1769" srcId="1770" destId="1769"/>
    <dgm:cxn modelId="c1770" srcId="1771" destId="1770"/>
    <dgm:cxn modelId="c1771" srcId="1772" destId="1771"/>
    <dgm:cxn modelId="c1772" srcId="1773" destId="1772"/>
    <dgm:cxn modelId="c1773" srcId="1774" destId="1773"/>
    <dgm:cxn modelId="c1774" srcId="1775" destId="1774"/>
    <dgm:cxn modelId="c1775" srcId="1776" destId="1775"/>
    <dgm:cxn modelId="c1776" srcId="1777" destId="1776"/>
    <dgm:cxn modelId="c1777" srcId="1778" destId="1777"/>
    <dgm:cxn modelId="c1778" srcId="1779" destId="1778"/>
    <dgm:cxn modelId="c1779" srcId="1780" destId="1779"/>
    <dgm:cxn modelId="c1780" srcId="1781" destId="1780"/>
    <dgm:cxn modelId="c1781" srcId="1782" destId="1781"/>
    <dgm:cxn modelId="c1782" srcId="1783" destId="1782"/>
    <dgm:cxn modelId="c1783" srcId="1784" destId="1783"/>
    <dgm:cxn modelId="c1784" srcId="1785" destId="1784"/>
    <dgm:cxn modelId="c1785" srcId="1786" destId="1785"/>
    <dgm:cxn modelId="c1786" srcId="1787" destId="1786"/>
    <dgm:cxn modelId="c1787" srcId="1788" destId="1787"/>
    <dgm:cxn modelId="c1788" srcId="1789" destId="1788"/>
    <dgm:cxn modelId="c1789" srcId="1790" destId="1789"/>
    <dgm:cxn modelId="c1790" srcId="1791" destId="1790"/>
    <dgm:cxn modelId="c1791" srcId="1792" destId="1791"/>
    <dgm:cxn modelId="c1792" srcId="1793" destId="1792"/>
    <dgm:cxn modelId="c1793" srcId="1794" destId="1793"/>
    <dgm:cxn modelId="c1794" srcId="1795" destId="1794"/>
    <dgm:cxn modelId="c1795" srcId="1796" destId="1795"/>
    <dgm:cxn modelId="c1796" srcId="1797" destId="1796"/>
    <dgm:cxn modelId="c1797" srcId="1798" destId="1797"/>
    <dgm:cxn modelId="c1798" srcId="1799" destId="1798"/>
    <dgm:cxn modelId="c1799" srcId="1800" destId="1799"/>
    <dgm:cxn modelId="c1800" srcId="1801" destId="1800"/>
    <dgm:cxn modelId="c1801" srcId="1802" destId="1801"/>
    <dgm:cxn modelId="c1802" srcId="1803" destId="1802"/>
    <dgm:cxn modelId="c1803" srcId="1804" destId="1803"/>
    <dgm:cxn modelId="c1804" srcId="1805" destId="1804"/>
    <dgm:cxn modelId="c1805" srcId="1806" destId="1805"/>
    <dgm:cxn modelId="c1806" srcId="1807" destId="1806"/>
    <dgm:cxn modelId="c1807" srcId="1808" destId="1807"/>
    <dgm:cxn modelId="c1808" srcId="1809" destId="1808"/>
    <dgm:cxn modelId="c1809" srcId="1810" destId="1809"/>
    <dgm:cxn modelId="c1810" srcId="1811" destId="1810"/>
    <dgm:cxn modelId="c1811" srcId="1812" destId="1811"/>
    <dgm:cxn modelId="c1812" srcId="1813" destId="1812"/>
    <dgm:cxn modelId="c1813" srcId="1814" destId="1813"/>
    <dgm:cxn modelId="c1814" srcId="1815" destId="1814"/>
    <dgm:cxn modelId="c1815" srcId="1816" destId="1815"/>
    <dgm:cxn modelId="c1816" srcId="1817" destId="1816"/>
    <dgm:cxn modelId="c1817" srcId="1818" destId="1817"/>
    <dgm:cxn modelId="c1818" srcId="1819" destId="1818"/>
    <dgm:cxn modelId="c1819" srcId="1820" destId="1819"/>
    <dgm:cxn modelId="c1820" srcId="1821" destId="1820"/>
    <dgm:cxn modelId="c1821" srcId="1822" destId="1821"/>
    <dgm:cxn modelId="c1822" srcId="1823" destId="1822"/>
    <dgm:cxn modelId="c1823" srcId="1824" destId="1823"/>
    <dgm:cxn modelId="c1824" srcId="1825" destId="1824"/>
    <dgm:cxn modelId="c1825" srcId="1826" destId="1825"/>
    <dgm:cxn modelId="c1826" srcId="1827" destId="1826"/>
    <dgm:cxn modelId="c1827" srcId="1828" destId="1827"/>
    <dgm:cxn modelId="c1828" srcId="1829" destId="1828"/>
    <dgm:cxn modelId="c1829" srcId="1830" destId="1829"/>
    <dgm:cxn modelId="c1830" srcId="1831" destId="1830"/>
    <dgm:cxn modelId="c1831" srcId="1832" destId="1831"/>
    <dgm:cxn modelId="c1832" srcId="1833" destId="1832"/>
    <dgm:cxn modelId="c1833" srcId="1834" destId="1833"/>
    <dgm:cxn modelId="c1834" srcId="1835" destId="1834"/>
    <dgm:cxn modelId="c1835" srcId="1836" destId="1835"/>
    <dgm:cxn modelId="c1836" srcId="1837" destId="1836"/>
    <dgm:cxn modelId="c1837" srcId="1838" destId="1837"/>
    <dgm:cxn modelId="c1838" srcId="1839" destId="1838"/>
    <dgm:cxn modelId="c1839" srcId="1840" destId="1839"/>
    <dgm:cxn modelId="c1840" srcId="1841" destId="1840"/>
    <dgm:cxn modelId="c1841" srcId="1842" destId="1841"/>
    <dgm:cxn modelId="c1842" srcId="1843" destId="1842"/>
    <dgm:cxn modelId="c1843" srcId="1844" destId="1843"/>
    <dgm:cxn modelId="c1844" srcId="1845" destId="1844"/>
    <dgm:cxn modelId="c1845" srcId="1846" destId="1845"/>
    <dgm:cxn modelId="c1846" srcId="1847" destId="1846"/>
    <dgm:cxn modelId="c1847" srcId="1848" destId="1847"/>
    <dgm:cxn modelId="c1848" srcId="1849" destId="1848"/>
    <dgm:cxn modelId="c1849" srcId="1850" destId="1849"/>
    <dgm:cxn modelId="c1850" srcId="1851" destId="1850"/>
    <dgm:cxn modelId="c1851" srcId="1852" destId="1851"/>
    <dgm:cxn modelId="c1852" srcId="1853" destId="1852"/>
    <dgm:cxn modelId="c1853" srcId="1854" destId="1853"/>
    <dgm:cxn modelId="c1854" srcId="1855" destId="1854"/>
    <dgm:cxn modelId="c1855" srcId="1856" destId="1855"/>
    <dgm:cxn modelId="c1856" srcId="1857" destId="1856"/>
    <dgm:cxn modelId="c1857" srcId="1858" destId="1857"/>
    <dgm:cxn modelId="c1858" srcId="1859" destId="1858"/>
    <dgm:cxn modelId="c1859" srcId="1860" destId="1859"/>
    <dgm:cxn modelId="c1860" srcId="1861" destId="1860"/>
    <dgm:cxn modelId="c1861" srcId="1862" destId="1861"/>
    <dgm:cxn modelId="c1862" srcId="1863" destId="1862"/>
    <dgm:cxn modelId="c1863" srcId="1864" destId="1863"/>
    <dgm:cxn modelId="c1864" srcId="1865" destId="1864"/>
    <dgm:cxn modelId="c1865" srcId="1866" destId="1865"/>
    <dgm:cxn modelId="c1866" srcId="1867" destId="1866"/>
    <dgm:cxn modelId="c1867" srcId="1868" destId="1867"/>
    <dgm:cxn modelId="c1868" srcId="1869" destId="1868"/>
    <dgm:cxn modelId="c1869" srcId="1870" destId="1869"/>
    <dgm:cxn modelId="c1870" srcId="1871" destId="1870"/>
    <dgm:cxn modelId="c1871" srcId="1872" destId="1871"/>
    <dgm:cxn modelId="c1872" srcId="1873" destId="1872"/>
    <dgm:cxn modelId="c1873" srcId="1874" destId="1873"/>
    <dgm:cxn modelId="c1874" srcId="1875" destId="1874"/>
    <dgm:cxn modelId="c1875" srcId="1876" destId="1875"/>
    <dgm:cxn modelId="c1876" srcId="1877" destId="1876"/>
    <dgm:cxn modelId="c1877" srcId="1878" destId="1877"/>
    <dgm:cxn modelId="c1878" srcId="1879" destId="1878"/>
    <dgm:cxn modelId="c1879" srcId="1880" destId="1879"/>
    <dgm:cxn modelId="c1880" srcId="1881" destId="1880"/>
    <dgm:cxn modelId="c1881" srcId="1882" destId="1881"/>
    <dgm:cxn modelId="c1882" srcId="1883" destId="1882"/>
    <dgm:cxn modelId="c1883" srcId="1884" destId="1883"/>
    <dgm:cxn modelId="c1884" srcId="1885" destId="1884"/>
    <dgm:cxn modelId="c1885" srcId="1886" destId="1885"/>
    <dgm:cxn modelId="c1886" srcId="1887" destId="1886"/>
    <dgm:cxn modelId="c1887" srcId="1888" destId="1887"/>
    <dgm:cxn modelId="c1888" srcId="1889" destId="1888"/>
    <dgm:cxn modelId="c1889" srcId="1890" destId="1889"/>
    <dgm:cxn modelId="c1890" srcId="1891" destId="1890"/>
    <dgm:cxn modelId="c1891" srcId="1892" destId="1891"/>
    <dgm:cxn modelId="c1892" srcId="1893" destId="1892"/>
    <dgm:cxn modelId="c1893" srcId="1894" destId="1893"/>
    <dgm:cxn modelId="c1894" srcId="1895" destId="1894"/>
    <dgm:cxn modelId="c1895" srcId="1896" destId="1895"/>
    <dgm:cxn modelId="c1896" srcId="1897" destId="1896"/>
    <dgm:cxn modelId="c1897" srcId="1898" destId="1897"/>
    <dgm:cxn modelId="c1898" srcId="1899" destId="1898"/>
    <dgm:cxn modelId="c1899" srcId="1900" destId="1899"/>
    <dgm:cxn modelId="c1900" srcId="1901" destId="1900"/>
    <dgm:cxn modelId="c1901" srcId="1902" destId="1901"/>
    <dgm:cxn modelId="c1902" srcId="1903" destId="1902"/>
    <dgm:cxn modelId="c1903" srcId="1904" destId="1903"/>
    <dgm:cxn modelId="c1904" srcId="1905" destId="1904"/>
    <dgm:cxn modelId="c1905" srcId="1906" destId="1905"/>
    <dgm:cxn modelId="c1906" srcId="1907" destId="1906"/>
    <dgm:cxn modelId="c1907" srcId="1908" destId="1907"/>
    <dgm:cxn modelId="c1908" srcId="1909" destId="1908"/>
    <dgm:cxn modelId="c1909" srcId="1910" destId="1909"/>
    <dgm:cxn modelId="c1910" srcId="1911" destId="1910"/>
    <dgm:cxn modelId="c1911" srcId="1912" destId="1911"/>
    <dgm:cxn modelId="c1912" srcId="1913" destId="1912"/>
    <dgm:cxn modelId="c1913" srcId="1914" destId="1913"/>
    <dgm:cxn modelId="c1914" srcId="1915" destId="1914"/>
    <dgm:cxn modelId="c1915" srcId="1916" destId="1915"/>
    <dgm:cxn modelId="c1916" srcId="1917" destId="1916"/>
    <dgm:cxn modelId="c1917" srcId="1918" destId="1917"/>
    <dgm:cxn modelId="c1918" srcId="1919" destId="1918"/>
    <dgm:cxn modelId="c1919" srcId="1920" destId="1919"/>
    <dgm:cxn modelId="c1920" srcId="1921" destId="1920"/>
    <dgm:cxn modelId="c1921" srcId="1922" destId="1921"/>
    <dgm:cxn modelId="c1922" srcId="1923" destId="1922"/>
    <dgm:cxn modelId="c1923" srcId="1924" destId="1923"/>
    <dgm:cxn modelId="c1924" srcId="1925" destId="1924"/>
    <dgm:cxn modelId="c1925" srcId="1926" destId="1925"/>
    <dgm:cxn modelId="c1926" srcId="1927" destId="1926"/>
    <dgm:cxn modelId="c1927" srcId="1928" destId="1927"/>
    <dgm:cxn modelId="c1928" srcId="1929" destId="1928"/>
    <dgm:cxn modelId="c1929" srcId="1930" destId="1929"/>
    <dgm:cxn modelId="c1930" srcId="1931" destId="1930"/>
    <dgm:cxn modelId="c1931" srcId="1932" destId="1931"/>
    <dgm:cxn modelId="c1932" srcId="1933" destId="1932"/>
    <dgm:cxn modelId="c1933" srcId="1934" destId="1933"/>
    <dgm:cxn modelId="c1934" srcId="1935" destId="1934"/>
    <dgm:cxn modelId="c1935" srcId="1936" destId="1935"/>
    <dgm:cxn modelId="c1936" srcId="1937" destId="1936"/>
    <dgm:cxn modelId="c1937" srcId="1938" destId="1937"/>
    <dgm:cxn modelId="c1938" srcId="1939" destId="1938"/>
    <dgm:cxn modelId="c1939" srcId="1940" destId="1939"/>
    <dgm:cxn modelId="c1940" srcId="1941" destId="1940"/>
    <dgm:cxn modelId="c1941" srcId="1942" destId="1941"/>
    <dgm:cxn modelId="c1942" srcId="1943" destId="1942"/>
    <dgm:cxn modelId="c1943" srcId="1944" destId="1943"/>
    <dgm:cxn modelId="c1944" srcId="1945" destId="1944"/>
    <dgm:cxn modelId="c1945" srcId="1946" destId="1945"/>
    <dgm:cxn modelId="c1946" srcId="1947" destId="1946"/>
    <dgm:cxn modelId="c1947" srcId="1948" destId="1947"/>
    <dgm:cxn modelId="c1948" srcId="1949" destId="1948"/>
    <dgm:cxn modelId="c1949" srcId="1950" destId="1949"/>
    <dgm:cxn modelId="c1950" srcId="1951" destId="1950"/>
    <dgm:cxn modelId="c1951" srcId="1952" destId="1951"/>
    <dgm:cxn modelId="c1952" srcId="1953" destId="1952"/>
    <dgm:cxn modelId="c1953" srcId="1954" destId="1953"/>
    <dgm:cxn modelId="c1954" srcId="1955" destId="1954"/>
    <dgm:cxn modelId="c1955" srcId="1956" destId="1955"/>
    <dgm:cxn modelId="c1956" srcId="1957" destId="1956"/>
    <dgm:cxn modelId="c1957" srcId="1958" destId="1957"/>
    <dgm:cxn modelId="c1958" srcId="1959" destId="1958"/>
    <dgm:cxn modelId="c1959" srcId="1960" destId="1959"/>
    <dgm:cxn modelId="c1960" srcId="1961" destId="1960"/>
    <dgm:cxn modelId="c1961" srcId="1962" destId="1961"/>
    <dgm:cxn modelId="c1962" srcId="1963" destId="1962"/>
    <dgm:cxn modelId="c1963" srcId="1964" destId="1963"/>
    <dgm:cxn modelId="c1964" srcId="1965" destId="1964"/>
    <dgm:cxn modelId="c1965" srcId="1966" destId="1965"/>
    <dgm:cxn modelId="c1966" srcId="1967" destId="1966"/>
    <dgm:cxn modelId="c1967" srcId="1968" destId="1967"/>
    <dgm:cxn modelId="c1968" srcId="1969" destId="1968"/>
    <dgm:cxn modelId="c1969" srcId="1970" destId="1969"/>
    <dgm:cxn modelId="c1970" srcId="1971" destId="1970"/>
    <dgm:cxn modelId="c1971" srcId="1972" destId="1971"/>
    <dgm:cxn modelId="c1972" srcId="1973" destId="1972"/>
    <dgm:cxn modelId="c1973" srcId="1974" destId="1973"/>
    <dgm:cxn modelId="c1974" srcId="1975" destId="1974"/>
    <dgm:cxn modelId="c1975" srcId="1976" destId="1975"/>
    <dgm:cxn modelId="c1976" srcId="1977" destId="1976"/>
    <dgm:cxn modelId="c1977" srcId="1978" destId="1977"/>
    <dgm:cxn modelId="c1978" srcId="1979" destId="1978"/>
    <dgm:cxn modelId="c1979" srcId="1980" destId="1979"/>
    <dgm:cxn modelId="c1980" srcId="1981" destId="1980"/>
    <dgm:cxn modelId="c1981" srcId="1982" destId="1981"/>
    <dgm:cxn modelId="c1982" srcId="1983" destId="1982"/>
    <dgm:cxn modelId="c1983" srcId="1984" destId="1983"/>
    <dgm:cxn modelId="c1984" srcId="1985" destId="1984"/>
    <dgm:cxn modelId="c1985" srcId="1986" destId="1985"/>
    <dgm:cxn modelId="c1986" srcId="1987" destId="1986"/>
    <dgm:cxn modelId="c1987" srcId="1988" destId="1987"/>
    <dgm:cxn modelId="c1988" srcId="1989" destId="1988"/>
    <dgm:cxn modelId="c1989" srcId="1990" destId="1989"/>
    <dgm:cxn modelId="c1990" srcId="1991" destId="1990"/>
    <dgm:cxn modelId="c1991" srcId="1992" destId="1991"/>
    <dgm:cxn modelId="c1992" srcId="1993" destId="1992"/>
    <dgm:cxn modelId="c1993" srcId="1994" destId="1993"/>
    <dgm:cxn modelId="c1994" srcId="1995" destId="1994"/>
    <dgm:cxn modelId="c1995" srcId="1996" destId="1995"/>
    <dgm:cxn modelId="c1996" srcId="1997" destId="1996"/>
    <dgm:cxn modelId="c1997" srcId="1998" destId="1997"/>
    <dgm:cxn modelId="c1998" srcId="1999" destId="1998"/>
    <dgm:cxn modelId="c1999" srcId="2000" destId="1999"/>
    <dgm:cxn modelId="c2000" srcId="2001" destId="2000"/>
    <dgm:cxn modelId="c2001" srcId="2002" destId="2001"/>
    <dgm:cxn modelId="c2002" srcId="2003" destId="2002"/>
    <dgm:cxn modelId="c2003" srcId="2004" destId="2003"/>
    <dgm:cxn modelId="c2004" srcId="2005" destId="2004"/>
    <dgm:cxn modelId="c2005" srcId="2006" destId="2005"/>
    <dgm:cxn modelId="c2006" srcId="2007" destId="2006"/>
    <dgm:cxn modelId="c2007" srcId="2008" destId="2007"/>
    <dgm:cxn modelId="c2008" srcId="2009" destId="2008"/>
    <dgm:cxn modelId="c2009" srcId="2010" destId="2009"/>
    <dgm:cxn modelId="c2010" srcId="2011" destId="2010"/>
    <dgm:cxn modelId="c2011" srcId="2012" destId="2011"/>
    <dgm:cxn modelId="c2012" srcId="2013" destId="2012"/>
    <dgm:cxn modelId="c2013" srcId="2014" destId="2013"/>
    <dgm:cxn modelId="c2014" srcId="2015" destId="2014"/>
    <dgm:cxn modelId="c2015" srcId="2016" destId="2015"/>
    <dgm:cxn modelId="c2016" srcId="2017" destId="2016"/>
    <dgm:cxn modelId="c2017" srcId="2018" destId="2017"/>
    <dgm:cxn modelId="c2018" srcId="2019" destId="2018"/>
    <dgm:cxn modelId="c2019" srcId="2020" destId="2019"/>
    <dgm:cxn modelId="c2020" srcId="2021" destId="2020"/>
    <dgm:cxn modelId="c2021" srcId="2022" destId="2021"/>
    <dgm:cxn modelId="c2022" srcId="2023" destId="2022"/>
    <dgm:cxn modelId="c2023" srcId="2024" destId="2023"/>
    <dgm:cxn modelId="c2024" srcId="2025" destId="2024"/>
    <dgm:cxn modelId="c2025" srcId="2026" destId="2025"/>
    <dgm:cxn modelId="c2026" srcId="2027" destId="2026"/>
    <dgm:cxn modelId="c2027" srcId="2028" destId="2027"/>
    <dgm:cxn modelId="c2028" srcId="2029" destId="2028"/>
    <dgm:cxn modelId="c2029" srcId="2030" destId="2029"/>
    <dgm:cxn modelId="c2030" srcId="2031" destId="2030"/>
    <dgm:cxn modelId="c2031" srcId="2032" destId="2031"/>
    <dgm:cxn modelId="c2032" srcId="2033" destId="2032"/>
    <dgm:cxn modelId="c2033" srcId="2034" destId="2033"/>
    <dgm:cxn modelId="c2034" srcId="2035" destId="2034"/>
    <dgm:cxn modelId="c2035" srcId="2036" destId="2035"/>
    <dgm:cxn modelId="c2036" srcId="2037" destId="2036"/>
    <dgm:cxn modelId="c2037" srcId="2038" destId="2037"/>
    <dgm:cxn modelId="c2038" srcId="2039" destId="2038"/>
    <dgm:cxn modelId="c2039" srcId="2040" destId="2039"/>
    <dgm:cxn modelId="c2040" srcId="2041" destId="2040"/>
    <dgm:cxn modelId="c2041" srcId="2042" destId="2041"/>
    <dgm:cxn modelId="c2042" srcId="2043" destId="2042"/>
    <dgm:cxn modelId="c2043" srcId="2044" destId="2043"/>
    <dgm:cxn modelId="c2044" srcId="2045" destId="2044"/>
    <dgm:cxn modelId="c2045" srcId="2046" destId="2045"/>
    <dgm:cxn modelId="c2046" srcId="2047" destId="2046"/>
    <dgm:cxn modelId="c2047" srcId="2048" destId="2047"/>
    <dgm:cxn modelId="c2048" srcId="2049" destId="2048"/>
    <dgm:cxn modelId="c2049" srcId="2050" destId="2049"/>
    <dgm:cxn modelId="c2050" srcId="2051" destId="2050"/>
    <dgm:cxn modelId="c2051" srcId="2052" destId="2051"/>
    <dgm:cxn modelId="c2052" srcId="2053" destId="2052"/>
    <dgm:cxn modelId="c2053" srcId="2054" destId="2053"/>
    <dgm:cxn modelId="c2054" srcId="2055" destId="2054"/>
    <dgm:cxn modelId="c2055" srcId="2056" destId="2055"/>
    <dgm:cxn modelId="c2056" srcId="2057" destId="2056"/>
    <dgm:cxn modelId="c2057" srcId="2058" destId="2057"/>
    <dgm:cxn modelId="c2058" srcId="2059" destId="2058"/>
    <dgm:cxn modelId="c2059" srcId="2060" destId="2059"/>
    <dgm:cxn modelId="c2060" srcId="2061" destId="2060"/>
    <dgm:cxn modelId="c2061" srcId="2062" destId="2061"/>
    <dgm:cxn modelId="c2062" srcId="2063" destId="2062"/>
    <dgm:cxn modelId="c2063" srcId="2064" destId="2063"/>
    <dgm:cxn modelId="c2064" srcId="2065" destId="2064"/>
    <dgm:cxn modelId="c2065" srcId="2066" destId="2065"/>
    <dgm:cxn modelId="c2066" srcId="2067" destId="2066"/>
    <dgm:cxn modelId="c2067" srcId="2068" destId="2067"/>
    <dgm:cxn modelId="c2068" srcId="2069" destId="2068"/>
    <dgm:cxn modelId="c2069" srcId="2070" destId="2069"/>
    <dgm:cxn modelId="c2070" srcId="2071" destId="2070"/>
    <dgm:cxn modelId="c2071" srcId="2072" destId="2071"/>
    <dgm:cxn modelId="c2072" srcId="2073" destId="2072"/>
    <dgm:cxn modelId="c2073" srcId="2074" destId="2073"/>
    <dgm:cxn modelId="c2074" srcId="2075" destId="2074"/>
    <dgm:cxn modelId="c2075" srcId="2076" destId="2075"/>
    <dgm:cxn modelId="c2076" srcId="2077" destId="2076"/>
    <dgm:cxn modelId="c2077" srcId="2078" destId="2077"/>
    <dgm:cxn modelId="c2078" srcId="2079" destId="2078"/>
    <dgm:cxn modelId="c2079" srcId="2080" destId="2079"/>
    <dgm:cxn modelId="c2080" srcId="2081" destId="2080"/>
    <dgm:cxn modelId="c2081" srcId="2082" destId="2081"/>
    <dgm:cxn modelId="c2082" srcId="2083" destId="2082"/>
    <dgm:cxn modelId="c2083" srcId="2084" destId="2083"/>
    <dgm:cxn modelId="c2084" srcId="2085" destId="2084"/>
    <dgm:cxn modelId="c2085" srcId="2086" destId="2085"/>
    <dgm:cxn modelId="c2086" srcId="2087" destId="2086"/>
    <dgm:cxn modelId="c2087" srcId="2088" destId="2087"/>
    <dgm:cxn modelId="c2088" srcId="2089" destId="2088"/>
    <dgm:cxn modelId="c2089" srcId="2090" destId="2089"/>
    <dgm:cxn modelId="c2090" srcId="2091" destId="2090"/>
    <dgm:cxn modelId="c2091" srcId="2092" destId="2091"/>
    <dgm:cxn modelId="c2092" srcId="2093" destId="2092"/>
    <dgm:cxn modelId="c2093" srcId="2094" destId="2093"/>
    <dgm:cxn modelId="c2094" srcId="2095" destId="2094"/>
    <dgm:cxn modelId="c2095" srcId="2096" destId="2095"/>
    <dgm:cxn modelId="c2096" srcId="2097" destId="2096"/>
    <dgm:cxn modelId="c2097" srcId="2098" destId="2097"/>
    <dgm:cxn modelId="c2098" srcId="2099" destId="2098"/>
    <dgm:cxn modelId="c2099" srcId="2100" destId="2099"/>
    <dgm:cxn modelId="c2100" srcId="2101" destId="2100"/>
    <dgm:cxn modelId="c2101" srcId="2102" destId="2101"/>
    <dgm:cxn modelId="c2102" srcId="2103" destId="2102"/>
    <dgm:cxn modelId="c2103" srcId="2104" destId="2103"/>
    <dgm:cxn modelId="c2104" srcId="2105" destId="2104"/>
    <dgm:cxn modelId="c2105" srcId="2106" destId="2105"/>
    <dgm:cxn modelId="c2106" srcId="2107" destId="2106"/>
    <dgm:cxn modelId="c2107" srcId="2108" destId="2107"/>
    <dgm:cxn modelId="c2108" srcId="2109" destId="2108"/>
    <dgm:cxn modelId="c2109" srcId="2110" destId="2109"/>
    <dgm:cxn modelId="c2110" srcId="2111" destId="2110"/>
    <dgm:cxn modelId="c2111" srcId="2112" destId="2111"/>
    <dgm:cxn modelId="c2112" srcId="2113" destId="2112"/>
    <dgm:cxn modelId="c2113" srcId="2114" destId="2113"/>
    <dgm:cxn modelId="c2114" srcId="2115" destId="2114"/>
    <dgm:cxn modelId="c2115" srcId="2116" destId="2115"/>
    <dgm:cxn modelId="c2116" srcId="2117" destId="2116"/>
    <dgm:cxn modelId="c2117" srcId="2118" destId="2117"/>
    <dgm:cxn modelId="c2118" srcId="2119" destId="2118"/>
    <dgm:cxn modelId="c2119" srcId="2120" destId="2119"/>
    <dgm:cxn modelId="c2120" srcId="2121" destId="2120"/>
    <dgm:cxn modelId="c2121" srcId="2122" destId="2121"/>
    <dgm:cxn modelId="c2122" srcId="2123" destId="2122"/>
    <dgm:cxn modelId="c2123" srcId="2124" destId="2123"/>
    <dgm:cxn modelId="c2124" srcId="2125" destId="2124"/>
    <dgm:cxn modelId="c2125" srcId="2126" destId="2125"/>
    <dgm:cxn modelId="c2126" srcId="2127" destId="2126"/>
    <dgm:cxn modelId="c2127" srcId="2128" destId="2127"/>
    <dgm:cxn modelId="c2128" srcId="2129" destId="2128"/>
    <dgm:cxn modelId="c2129" srcId="2130" destId="2129"/>
    <dgm:cxn modelId="c2130" srcId="2131" destId="2130"/>
    <dgm:cxn modelId="c2131" srcId="2132" destId="2131"/>
    <dgm:cxn modelId="c2132" srcId="2133" destId="2132"/>
    <dgm:cxn modelId="c2133" srcId="2134" destId="2133"/>
    <dgm:cxn modelId="c2134" srcId="2135" destId="2134"/>
    <dgm:cxn modelId="c2135" srcId="2136" destId="2135"/>
    <dgm:cxn modelId="c2136" srcId="2137" destId="2136"/>
    <dgm:cxn modelId="c2137" srcId="2138" destId="2137"/>
    <dgm:cxn modelId="c2138" srcId="2139" destId="2138"/>
    <dgm:cxn modelId="c2139" srcId="2140" destId="2139"/>
    <dgm:cxn modelId="c2140" srcId="2141" destId="2140"/>
    <dgm:cxn modelId="c2141" srcId="2142" destId="2141"/>
    <dgm:cxn modelId="c2142" srcId="2143" destId="2142"/>
    <dgm:cxn modelId="c2143" srcId="2144" destId="2143"/>
    <dgm:cxn modelId="c2144" srcId="2145" destId="2144"/>
    <dgm:cxn modelId="c2145" srcId="2146" destId="2145"/>
    <dgm:cxn modelId="c2146" srcId="2147" destId="2146"/>
    <dgm:cxn modelId="c2147" srcId="2148" destId="2147"/>
    <dgm:cxn modelId="c2148" srcId="2149" destId="2148"/>
    <dgm:cxn modelId="c2149" srcId="2150" destId="2149"/>
    <dgm:cxn modelId="c2150" srcId="2151" destId="2150"/>
    <dgm:cxn modelId="c2151" srcId="2152" destId="2151"/>
    <dgm:cxn modelId="c2152" srcId="2153" destId="2152"/>
    <dgm:cxn modelId="c2153" srcId="2154" destId="2153"/>
    <dgm:cxn modelId="c2154" srcId="2155" destId="2154"/>
    <dgm:cxn modelId="c2155" srcId="2156" destId="2155"/>
    <dgm:cxn modelId="c2156" srcId="2157" destId="2156"/>
    <dgm:cxn modelId="c2157" srcId="2158" destId="2157"/>
    <dgm:cxn modelId="c2158" srcId="2159" destId="2158"/>
    <dgm:cxn modelId="c2159" srcId="2160" destId="2159"/>
    <dgm:cxn modelId="c2160" srcId="2161" destId="2160"/>
    <dgm:cxn modelId="c2161" srcId="2162" destId="2161"/>
    <dgm:cxn modelId="c2162" srcId="2163" destId="2162"/>
    <dgm:cxn modelId="c2163" srcId="2164" destId="2163"/>
    <dgm:cxn modelId="c2164" srcId="2165" destId="2164"/>
    <dgm:cxn modelId="c2165" srcId="2166" destId="2165"/>
    <dgm:cxn modelId="c2166" srcId="2167" destId="2166"/>
    <dgm:cxn modelId="c2167" srcId="2168" destId="2167"/>
    <dgm:cxn modelId="c2168" srcId="2169" destId="2168"/>
    <dgm:cxn modelId="c2169" srcId="2170" destId="2169"/>
    <dgm:cxn modelId="c2170" srcId="2171" destId="2170"/>
    <dgm:cxn modelId="c2171" srcId="2172" destId="2171"/>
    <dgm:cxn modelId="c2172" srcId="2173" destId="2172"/>
    <dgm:cxn modelId="c2173" srcId="2174" destId="2173"/>
    <dgm:cxn modelId="c2174" srcId="2175" destId="2174"/>
    <dgm:cxn modelId="c2175" srcId="2176" destId="2175"/>
    <dgm:cxn modelId="c2176" srcId="2177" destId="2176"/>
    <dgm:cxn modelId="c2177" srcId="2178" destId="2177"/>
    <dgm:cxn modelId="c2178" srcId="2179" destId="2178"/>
    <dgm:cxn modelId="c2179" srcId="2180" destId="2179"/>
    <dgm:cxn modelId="c2180" srcId="2181" destId="2180"/>
    <dgm:cxn modelId="c2181" srcId="2182" destId="2181"/>
    <dgm:cxn modelId="c2182" srcId="2183" destId="2182"/>
    <dgm:cxn modelId="c2183" srcId="2184" destId="2183"/>
    <dgm:cxn modelId="c2184" srcId="2185" destId="2184"/>
    <dgm:cxn modelId="c2185" srcId="2186" destId="2185"/>
    <dgm:cxn modelId="c2186" srcId="2187" destId="2186"/>
    <dgm:cxn modelId="c2187" srcId="2188" destId="2187"/>
    <dgm:cxn modelId="c2188" srcId="2189" destId="2188"/>
    <dgm:cxn modelId="c2189" srcId="2190" destId="2189"/>
    <dgm:cxn modelId="c2190" srcId="2191" destId="2190"/>
    <dgm:cxn modelId="c2191" srcId="2192" destId="2191"/>
    <dgm:cxn modelId="c2192" srcId="2193" destId="2192"/>
    <dgm:cxn modelId="c2193" srcId="2194" destId="2193"/>
    <dgm:cxn modelId="c2194" srcId="2195" destId="2194"/>
    <dgm:cxn modelId="c2195" srcId="2196" destId="2195"/>
    <dgm:cxn modelId="c2196" srcId="2197" destId="2196"/>
    <dgm:cxn modelId="c2197" srcId="2198" destId="2197"/>
    <dgm:cxn modelId="c2198" srcId="2199" destId="2198"/>
    <dgm:cxn modelId="c2199" srcId="2200" destId="2199"/>
    <dgm:cxn modelId="c2200" srcId="2201" destId="2200"/>
    <dgm:cxn modelId="c2201" srcId="2202" destId="2201"/>
    <dgm:cxn modelId="c2202" srcId="2203" destId="2202"/>
    <dgm:cxn modelId="c2203" srcId="2204" destId="2203"/>
    <dgm:cxn modelId="c2204" srcId="2205" destId="2204"/>
    <dgm:cxn modelId="c2205" srcId="2206" destId="2205"/>
    <dgm:cxn modelId="c2206" srcId="2207" destId="2206"/>
    <dgm:cxn modelId="c2207" srcId="2208" destId="2207"/>
    <dgm:cxn modelId="c2208" srcId="2209" destId="2208"/>
    <dgm:cxn modelId="c2209" srcId="2210" destId="2209"/>
    <dgm:cxn modelId="c2210" srcId="2211" destId="2210"/>
    <dgm:cxn modelId="c2211" srcId="2212" destId="2211"/>
    <dgm:cxn modelId="c2212" srcId="2213" destId="2212"/>
    <dgm:cxn modelId="c2213" srcId="2214" destId="2213"/>
    <dgm:cxn modelId="c2214" srcId="2215" destId="2214"/>
    <dgm:cxn modelId="c2215" srcId="2216" destId="2215"/>
    <dgm:cxn modelId="c2216" srcId="2217" destId="2216"/>
    <dgm:cxn modelId="c2217" srcId="2218" destId="2217"/>
    <dgm:cxn modelId="c2218" srcId="2219" destId="2218"/>
    <dgm:cxn modelId="c2219" srcId="2220" destId="2219"/>
    <dgm:cxn modelId="c2220" srcId="2221" destId="2220"/>
    <dgm:cxn modelId="c2221" srcId="2222" destId="2221"/>
    <dgm:cxn modelId="c2222" srcId="2223" destId="2222"/>
    <dgm:cxn modelId="c2223" srcId="2224" destId="2223"/>
    <dgm:cxn modelId="c2224" srcId="2225" destId="2224"/>
    <dgm:cxn modelId="c2225" srcId="2226" destId="2225"/>
    <dgm:cxn modelId="c2226" srcId="2227" destId="2226"/>
    <dgm:cxn modelId="c2227" srcId="2228" destId="2227"/>
    <dgm:cxn modelId="c2228" srcId="2229" destId="2228"/>
    <dgm:cxn modelId="c2229" srcId="2230" destId="2229"/>
    <dgm:cxn modelId="c2230" srcId="2231" destId="2230"/>
    <dgm:cxn modelId="c2231" srcId="2232" destId="2231"/>
    <dgm:cxn modelId="c2232" srcId="2233" destId="2232"/>
    <dgm:cxn modelId="c2233" srcId="2234" destId="2233"/>
    <dgm:cxn modelId="c2234" srcId="2235" destId="2234"/>
    <dgm:cxn modelId="c2235" srcId="2236" destId="2235"/>
    <dgm:cxn modelId="c2236" srcId="2237" destId="2236"/>
    <dgm:cxn modelId="c2237" srcId="2238" destId="2237"/>
    <dgm:cxn modelId="c2238" srcId="2239" destId="2238"/>
    <dgm:cxn modelId="c2239" srcId="2240" destId="2239"/>
    <dgm:cxn modelId="c2240" srcId="2241" destId="2240"/>
    <dgm:cxn modelId="c2241" srcId="2242" destId="2241"/>
    <dgm:cxn modelId="c2242" srcId="2243" destId="2242"/>
    <dgm:cxn modelId="c2243" srcId="2244" destId="2243"/>
    <dgm:cxn modelId="c2244" srcId="2245" destId="2244"/>
    <dgm:cxn modelId="c2245" srcId="2246" destId="2245"/>
    <dgm:cxn modelId="c2246" srcId="2247" destId="2246"/>
    <dgm:cxn modelId="c2247" srcId="2248" destId="2247"/>
    <dgm:cxn modelId="c2248" srcId="2249" destId="2248"/>
    <dgm:cxn modelId="c2249" srcId="2250" destId="2249"/>
    <dgm:cxn modelId="c2250" srcId="2251" destId="2250"/>
    <dgm:cxn modelId="c2251" srcId="2252" destId="2251"/>
    <dgm:cxn modelId="c2252" srcId="2253" destId="2252"/>
    <dgm:cxn modelId="c2253" srcId="2254" destId="2253"/>
    <dgm:cxn modelId="c2254" srcId="2255" destId="2254"/>
    <dgm:cxn modelId="c2255" srcId="2256" destId="2255"/>
    <dgm:cxn modelId="c2256" srcId="2257" destId="2256"/>
    <dgm:cxn modelId="c2257" srcId="2258" destId="2257"/>
    <dgm:cxn modelId="c2258" srcId="2259" destId="2258"/>
    <dgm:cxn modelId="c2259" srcId="2260" destId="2259"/>
    <dgm:cxn modelId="c2260" srcId="2261" destId="2260"/>
    <dgm:cxn modelId="c2261" srcId="2262" destId="2261"/>
    <dgm:cxn modelId="c2262" srcId="2263" destId="2262"/>
    <dgm:cxn modelId="c2263" srcId="2264" destId="2263"/>
    <dgm:cxn modelId="c2264" srcId="2265" destId="2264"/>
    <dgm:cxn modelId="c2265" srcId="2266" destId="2265"/>
    <dgm:cxn modelId="c2266" srcId="2267" destId="2266"/>
    <dgm:cxn modelId="c2267" srcId="2268" destId="2267"/>
    <dgm:cxn modelId="c2268" srcId="2269" destId="2268"/>
    <dgm:cxn modelId="c2269" srcId="2270" destId="2269"/>
    <dgm:cxn modelId="c2270" srcId="2271" destId="2270"/>
    <dgm:cxn modelId="c2271" srcId="2272" destId="2271"/>
    <dgm:cxn modelId="c2272" srcId="2273" destId="2272"/>
    <dgm:cxn modelId="c2273" srcId="2274" destId="2273"/>
    <dgm:cxn modelId="c2274" srcId="2275" destId="2274"/>
    <dgm:cxn modelId="c2275" srcId="2276" destId="2275"/>
    <dgm:cxn modelId="c2276" srcId="2277" destId="2276"/>
    <dgm:cxn modelId="c2277" srcId="2278" destId="2277"/>
    <dgm:cxn modelId="c2278" srcId="2279" destId="2278"/>
    <dgm:cxn modelId="c2279" srcId="2280" destId="2279"/>
    <dgm:cxn modelId="c2280" srcId="2281" destId="2280"/>
    <dgm:cxn modelId="c2281" srcId="2282" destId="2281"/>
    <dgm:cxn modelId="c2282" srcId="2283" destId="2282"/>
    <dgm:cxn modelId="c2283" srcId="2284" destId="2283"/>
    <dgm:cxn modelId="c2284" srcId="2285" destId="2284"/>
    <dgm:cxn modelId="c2285" srcId="2286" destId="2285"/>
    <dgm:cxn modelId="c2286" srcId="2287" destId="2286"/>
    <dgm:cxn modelId="c2287" srcId="2288" destId="2287"/>
    <dgm:cxn modelId="c2288" srcId="2289" destId="2288"/>
    <dgm:cxn modelId="c2289" srcId="2290" destId="2289"/>
    <dgm:cxn modelId="c2290" srcId="2291" destId="2290"/>
    <dgm:cxn modelId="c2291" srcId="2292" destId="2291"/>
    <dgm:cxn modelId="c2292" srcId="2293" destId="2292"/>
    <dgm:cxn modelId="c2293" srcId="2294" destId="2293"/>
    <dgm:cxn modelId="c2294" srcId="2295" destId="2294"/>
    <dgm:cxn modelId="c2295" srcId="2296" destId="2295"/>
    <dgm:cxn modelId="c2296" srcId="2297" destId="2296"/>
    <dgm:cxn modelId="c2297" srcId="2298" destId="2297"/>
    <dgm:cxn modelId="c2298" srcId="2299" destId="2298"/>
    <dgm:cxn modelId="c2299" srcId="2300" destId="2299"/>
    <dgm:cxn modelId="c2300" srcId="2301" destId="2300"/>
    <dgm:cxn modelId="c2301" srcId="2302" destId="2301"/>
    <dgm:cxn modelId="c2302" srcId="2303" destId="2302"/>
    <dgm:cxn modelId="c2303" srcId="2304" destId="2303"/>
    <dgm:cxn modelId="c2304" srcId="2305" destId="2304"/>
    <dgm:cxn modelId="c2305" srcId="2306" destId="2305"/>
    <dgm:cxn modelId="c2306" srcId="2307" destId="2306"/>
    <dgm:cxn modelId="c2307" srcId="2308" destId="2307"/>
    <dgm:cxn modelId="c2308" srcId="2309" destId="2308"/>
    <dgm:cxn modelId="c2309" srcId="2310" destId="2309"/>
    <dgm:cxn modelId="c2310" srcId="2311" destId="2310"/>
    <dgm:cxn modelId="c2311" srcId="2312" destId="2311"/>
    <dgm:cxn modelId="c2312" srcId="2313" destId="2312"/>
    <dgm:cxn modelId="c2313" srcId="2314" destId="2313"/>
    <dgm:cxn modelId="c2314" srcId="2315" destId="2314"/>
    <dgm:cxn modelId="c2315" srcId="2316" destId="2315"/>
    <dgm:cxn modelId="c2316" srcId="2317" destId="2316"/>
    <dgm:cxn modelId="c2317" srcId="2318" destId="2317"/>
    <dgm:cxn modelId="c2318" srcId="2319" destId="2318"/>
    <dgm:cxn modelId="c2319" srcId="2320" destId="2319"/>
    <dgm:cxn modelId="c2320" srcId="2321" destId="2320"/>
    <dgm:cxn modelId="c2321" srcId="2322" destId="2321"/>
    <dgm:cxn modelId="c2322" srcId="2323" destId="2322"/>
    <dgm:cxn modelId="c2323" srcId="2324" destId="2323"/>
    <dgm:cxn modelId="c2324" srcId="2325" destId="2324"/>
    <dgm:cxn modelId="c2325" srcId="2326" destId="2325"/>
    <dgm:cxn modelId="c2326" srcId="2327" destId="2326"/>
    <dgm:cxn modelId="c2327" srcId="2328" destId="2327"/>
    <dgm:cxn modelId="c2328" srcId="2329" destId="2328"/>
    <dgm:cxn modelId="c2329" srcId="2330" destId="2329"/>
    <dgm:cxn modelId="c2330" srcId="2331" destId="2330"/>
    <dgm:cxn modelId="c2331" srcId="2332" destId="2331"/>
    <dgm:cxn modelId="c2332" srcId="2333" destId="2332"/>
    <dgm:cxn modelId="c2333" srcId="2334" destId="2333"/>
    <dgm:cxn modelId="c2334" srcId="2335" destId="2334"/>
    <dgm:cxn modelId="c2335" srcId="2336" destId="2335"/>
    <dgm:cxn modelId="c2336" srcId="2337" destId="2336"/>
    <dgm:cxn modelId="c2337" srcId="2338" destId="2337"/>
    <dgm:cxn modelId="c2338" srcId="2339" destId="2338"/>
    <dgm:cxn modelId="c2339" srcId="2340" destId="2339"/>
    <dgm:cxn modelId="c2340" srcId="2341" destId="2340"/>
    <dgm:cxn modelId="c2341" srcId="2342" destId="2341"/>
    <dgm:cxn modelId="c2342" srcId="2343" destId="2342"/>
    <dgm:cxn modelId="c2343" srcId="2344" destId="2343"/>
    <dgm:cxn modelId="c2344" srcId="2345" destId="2344"/>
    <dgm:cxn modelId="c2345" srcId="2346" destId="2345"/>
    <dgm:cxn modelId="c2346" srcId="2347" destId="2346"/>
    <dgm:cxn modelId="c2347" srcId="2348" destId="2347"/>
    <dgm:cxn modelId="c2348" srcId="2349" destId="2348"/>
    <dgm:cxn modelId="c2349" srcId="2350" destId="2349"/>
    <dgm:cxn modelId="c2350" srcId="2351" destId="2350"/>
    <dgm:cxn modelId="c2351" srcId="2352" destId="2351"/>
    <dgm:cxn modelId="c2352" srcId="2353" destId="2352"/>
    <dgm:cxn modelId="c2353" srcId="2354" destId="2353"/>
    <dgm:cxn modelId="c2354" srcId="2355" destId="2354"/>
    <dgm:cxn modelId="c2355" srcId="2356" destId="2355"/>
    <dgm:cxn modelId="c2356" srcId="2357" destId="2356"/>
    <dgm:cxn modelId="c2357" srcId="2358" destId="2357"/>
    <dgm:cxn modelId="c2358" srcId="2359" destId="2358"/>
    <dgm:cxn modelId="c2359" srcId="2360" destId="2359"/>
    <dgm:cxn modelId="c2360" srcId="2361" destId="2360"/>
    <dgm:cxn modelId="c2361" srcId="2362" destId="2361"/>
    <dgm:cxn modelId="c2362" srcId="2363" destId="2362"/>
    <dgm:cxn modelId="c2363" srcId="2364" destId="2363"/>
    <dgm:cxn modelId="c2364" srcId="2365" destId="2364"/>
    <dgm:cxn modelId="c2365" srcId="2366" destId="2365"/>
    <dgm:cxn modelId="c2366" srcId="2367" destId="2366"/>
    <dgm:cxn modelId="c2367" srcId="2368" destId="2367"/>
    <dgm:cxn modelId="c2368" srcId="2369" destId="2368"/>
    <dgm:cxn modelId="c2369" srcId="2370" destId="2369"/>
    <dgm:cxn modelId="c2370" srcId="2371" destId="2370"/>
    <dgm:cxn modelId="c2371" srcId="2372" destId="2371"/>
    <dgm:cxn modelId="c2372" srcId="2373" destId="2372"/>
    <dgm:cxn modelId="c2373" srcId="2374" destId="2373"/>
    <dgm:cxn modelId="c2374" srcId="2375" destId="2374"/>
    <dgm:cxn modelId="c2375" srcId="2376" destId="2375"/>
    <dgm:cxn modelId="c2376" srcId="2377" destId="2376"/>
    <dgm:cxn modelId="c2377" srcId="2378" destId="2377"/>
    <dgm:cxn modelId="c2378" srcId="2379" destId="2378"/>
    <dgm:cxn modelId="c2379" srcId="2380" destId="2379"/>
    <dgm:cxn modelId="c2380" srcId="2381" destId="2380"/>
    <dgm:cxn modelId="c2381" srcId="2382" destId="2381"/>
    <dgm:cxn modelId="c2382" srcId="2383" destId="2382"/>
    <dgm:cxn modelId="c2383" srcId="2384" destId="2383"/>
    <dgm:cxn modelId="c2384" srcId="2385" destId="2384"/>
    <dgm:cxn modelId="c2385" srcId="2386" destId="2385"/>
    <dgm:cxn modelId="c2386" srcId="2387" destId="2386"/>
    <dgm:cxn modelId="c2387" srcId="2388" destId="2387"/>
    <dgm:cxn modelId="c2388" srcId="2389" destId="2388"/>
    <dgm:cxn modelId="c2389" srcId="2390" destId="2389"/>
    <dgm:cxn modelId="c2390" srcId="2391" destId="2390"/>
    <dgm:cxn modelId="c2391" srcId="2392" destId="2391"/>
    <dgm:cxn modelId="c2392" srcId="2393" destId="2392"/>
    <dgm:cxn modelId="c2393" srcId="2394" destId="2393"/>
    <dgm:cxn modelId="c2394" srcId="2395" destId="2394"/>
    <dgm:cxn modelId="c2395" srcId="2396" destId="2395"/>
    <dgm:cxn modelId="c2396" srcId="2397" destId="2396"/>
    <dgm:cxn modelId="c2397" srcId="2398" destId="2397"/>
    <dgm:cxn modelId="c2398" srcId="2399" destId="2398"/>
    <dgm:cxn modelId="c2399" srcId="2400" destId="2399"/>
    <dgm:cxn modelId="c2400" srcId="2401" destId="2400"/>
    <dgm:cxn modelId="c2401" srcId="2402" destId="2401"/>
    <dgm:cxn modelId="c2402" srcId="2403" destId="2402"/>
    <dgm:cxn modelId="c2403" srcId="2404" destId="2403"/>
    <dgm:cxn modelId="c2404" srcId="2405" destId="2404"/>
    <dgm:cxn modelId="c2405" srcId="2406" destId="2405"/>
    <dgm:cxn modelId="c2406" srcId="2407" destId="2406"/>
    <dgm:cxn modelId="c2407" srcId="2408" destId="2407"/>
    <dgm:cxn modelId="c2408" srcId="2409" destId="2408"/>
    <dgm:cxn modelId="c2409" srcId="2410" destId="2409"/>
    <dgm:cxn modelId="c2410" srcId="2411" destId="2410"/>
    <dgm:cxn modelId="c2411" srcId="2412" destId="2411"/>
    <dgm:cxn modelId="c2412" srcId="2413" destId="2412"/>
    <dgm:cxn modelId="c2413" srcId="2414" destId="2413"/>
    <dgm:cxn modelId="c2414" srcId="2415" destId="2414"/>
    <dgm:cxn modelId="c2415" srcId="2416" destId="2415"/>
    <dgm:cxn modelId="c2416" srcId="2417" destId="2416"/>
    <dgm:cxn modelId="c2417" srcId="2418" destId="2417"/>
    <dgm:cxn modelId="c2418" srcId="2419" destId="2418"/>
    <dgm:cxn modelId="c2419" srcId="2420" destId="2419"/>
    <dgm:cxn modelId="c2420" srcId="2421" destId="2420"/>
    <dgm:cxn modelId="c2421" srcId="2422" destId="2421"/>
    <dgm:cxn modelId="c2422" srcId="2423" destId="2422"/>
    <dgm:cxn modelId="c2423" srcId="2424" destId="2423"/>
    <dgm:cxn modelId="c2424" srcId="2425" destId="2424"/>
    <dgm:cxn modelId="c2425" srcId="2426" destId="2425"/>
    <dgm:cxn modelId="c2426" srcId="2427" destId="2426"/>
    <dgm:cxn modelId="c2427" srcId="2428" destId="2427"/>
    <dgm:cxn modelId="c2428" srcId="2429" destId="2428"/>
    <dgm:cxn modelId="c2429" srcId="2430" destId="2429"/>
    <dgm:cxn modelId="c2430" srcId="2431" destId="2430"/>
    <dgm:cxn modelId="c2431" srcId="2432" destId="2431"/>
    <dgm:cxn modelId="c2432" srcId="2433" destId="2432"/>
    <dgm:cxn modelId="c2433" srcId="2434" destId="2433"/>
    <dgm:cxn modelId="c2434" srcId="2435" destId="2434"/>
    <dgm:cxn modelId="c2435" srcId="2436" destId="2435"/>
    <dgm:cxn modelId="c2436" srcId="2437" destId="2436"/>
    <dgm:cxn modelId="c2437" srcId="2438" destId="2437"/>
    <dgm:cxn modelId="c2438" srcId="2439" destId="2438"/>
    <dgm:cxn modelId="c2439" srcId="2440" destId="2439"/>
    <dgm:cxn modelId="c2440" srcId="2441" destId="2440"/>
    <dgm:cxn modelId="c2441" srcId="2442" destId="2441"/>
    <dgm:cxn modelId="c2442" srcId="2443" destId="2442"/>
    <dgm:cxn modelId="c2443" srcId="2444" destId="2443"/>
    <dgm:cxn modelId="c2444" srcId="2445" destId="2444"/>
    <dgm:cxn modelId="c2445" srcId="2446" destId="2445"/>
    <dgm:cxn modelId="c2446" srcId="2447" destId="2446"/>
    <dgm:cxn modelId="c2447" srcId="2448" destId="2447"/>
    <dgm:cxn modelId="c2448" srcId="2449" destId="2448"/>
    <dgm:cxn modelId="c2449" srcId="2450" destId="2449"/>
    <dgm:cxn modelId="c2450" srcId="2451" destId="2450"/>
    <dgm:cxn modelId="c2451" srcId="2452" destId="2451"/>
    <dgm:cxn modelId="c2452" srcId="2453" destId="2452"/>
    <dgm:cxn modelId="c2453" srcId="2454" destId="2453"/>
    <dgm:cxn modelId="c2454" srcId="2455" destId="2454"/>
    <dgm:cxn modelId="c2455" srcId="2456" destId="2455"/>
    <dgm:cxn modelId="c2456" srcId="2457" destId="2456"/>
    <dgm:cxn modelId="c2457" srcId="2458" destId="2457"/>
    <dgm:cxn modelId="c2458" srcId="2459" destId="2458"/>
    <dgm:cxn modelId="c2459" srcId="2460" destId="2459"/>
    <dgm:cxn modelId="c2460" srcId="2461" destId="2460"/>
    <dgm:cxn modelId="c2461" srcId="2462" destId="2461"/>
    <dgm:cxn modelId="c2462" srcId="2463" destId="2462"/>
    <dgm:cxn modelId="c2463" srcId="2464" destId="2463"/>
    <dgm:cxn modelId="c2464" srcId="2465" destId="2464"/>
    <dgm:cxn modelId="c2465" srcId="2466" destId="2465"/>
    <dgm:cxn modelId="c2466" srcId="2467" destId="2466"/>
    <dgm:cxn modelId="c2467" srcId="2468" destId="2467"/>
    <dgm:cxn modelId="c2468" srcId="2469" destId="2468"/>
    <dgm:cxn modelId="c2469" srcId="2470" destId="2469"/>
    <dgm:cxn modelId="c2470" srcId="2471" destId="2470"/>
    <dgm:cxn modelId="c2471" srcId="2472" destId="2471"/>
    <dgm:cxn modelId="c2472" srcId="2473" destId="2472"/>
    <dgm:cxn modelId="c2473" srcId="2474" destId="2473"/>
    <dgm:cxn modelId="c2474" srcId="2475" destId="2474"/>
    <dgm:cxn modelId="c2475" srcId="2476" destId="2475"/>
    <dgm:cxn modelId="c2476" srcId="2477" destId="2476"/>
    <dgm:cxn modelId="c2477" srcId="2478" destId="2477"/>
    <dgm:cxn modelId="c2478" srcId="2479" destId="2478"/>
    <dgm:cxn modelId="c2479" srcId="2480" destId="2479"/>
    <dgm:cxn modelId="c2480" srcId="2481" destId="2480"/>
    <dgm:cxn modelId="c2481" srcId="2482" destId="2481"/>
    <dgm:cxn modelId="c2482" srcId="2483" destId="2482"/>
    <dgm:cxn modelId="c2483" srcId="2484" destId="2483"/>
    <dgm:cxn modelId="c2484" srcId="2485" destId="2484"/>
    <dgm:cxn modelId="c2485" srcId="2486" destId="2485"/>
    <dgm:cxn modelId="c2486" srcId="2487" destId="2486"/>
    <dgm:cxn modelId="c2487" srcId="2488" destId="2487"/>
    <dgm:cxn modelId="c2488" srcId="2489" destId="2488"/>
    <dgm:cxn modelId="c2489" srcId="2490" destId="2489"/>
    <dgm:cxn modelId="c2490" srcId="2491" destId="2490"/>
    <dgm:cxn modelId="c2491" srcId="2492" destId="2491"/>
    <dgm:cxn modelId="c2492" srcId="2493" destId="2492"/>
    <dgm:cxn modelId="c2493" srcId="2494" destId="2493"/>
    <dgm:cxn modelId="c2494" srcId="2495" destId="2494"/>
    <dgm:cxn modelId="c2495" srcId="2496" destId="2495"/>
    <dgm:cxn modelId="c2496" srcId="2497" destId="2496"/>
    <dgm:cxn modelId="c2497" srcId="2498" destId="2497"/>
    <dgm:cxn modelId="c2498" srcId="2499" destId="2498"/>
    <dgm:cxn modelId="c2499" srcId="2500" destId="2499"/>
    <dgm:cxn modelId="c2500" srcId="2501" destId="2500"/>
    <dgm:cxn modelId="c2501" srcId="2502" destId="2501"/>
    <dgm:cxn modelId="c2502" srcId="2503" destId="2502"/>
    <dgm:cxn modelId="c2503" srcId="2504" destId="2503"/>
    <dgm:cxn modelId="c2504" srcId="2505" destId="2504"/>
    <dgm:cxn modelId="c2505" srcId="2506" destId="2505"/>
    <dgm:cxn modelId="c2506" srcId="2507" destId="2506"/>
    <dgm:cxn modelId="c2507" srcId="2508" destId="2507"/>
    <dgm:cxn modelId="c2508" srcId="2509" destId="2508"/>
    <dgm:cxn modelId="c2509" srcId="2510" destId="2509"/>
    <dgm:cxn modelId="c2510" srcId="2511" destId="2510"/>
    <dgm:cxn modelId="c2511" srcId="2512" destId="2511"/>
    <dgm:cxn modelId="c2512" srcId="2513" destId="2512"/>
    <dgm:cxn modelId="c2513" srcId="2514" destId="2513"/>
    <dgm:cxn modelId="c2514" srcId="2515" destId="2514"/>
    <dgm:cxn modelId="c2515" srcId="2516" destId="2515"/>
    <dgm:cxn modelId="c2516" srcId="2517" destId="2516"/>
    <dgm:cxn modelId="c2517" srcId="2518" destId="2517"/>
    <dgm:cxn modelId="c2518" srcId="2519" destId="2518"/>
    <dgm:cxn modelId="c2519" srcId="2520" destId="2519"/>
    <dgm:cxn modelId="c2520" srcId="2521" destId="2520"/>
    <dgm:cxn modelId="c2521" srcId="2522" destId="2521"/>
    <dgm:cxn modelId="c2522" srcId="2523" destId="2522"/>
    <dgm:cxn modelId="c2523" srcId="2524" destId="2523"/>
    <dgm:cxn modelId="c2524" srcId="2525" destId="2524"/>
    <dgm:cxn modelId="c2525" srcId="2526" destId="2525"/>
    <dgm:cxn modelId="c2526" srcId="2527" destId="2526"/>
    <dgm:cxn modelId="c2527" srcId="2528" destId="2527"/>
    <dgm:cxn modelId="c2528" srcId="2529" destId="2528"/>
    <dgm:cxn modelId="c2529" srcId="2530" destId="2529"/>
    <dgm:cxn modelId="c2530" srcId="2531" destId="2530"/>
    <dgm:cxn modelId="c2531" srcId="2532" destId="2531"/>
    <dgm:cxn modelId="c2532" srcId="2533" destId="2532"/>
    <dgm:cxn modelId="c2533" srcId="2534" destId="2533"/>
    <dgm:cxn modelId="c2534" srcId="2535" destId="2534"/>
    <dgm:cxn modelId="c2535" srcId="2536" destId="2535"/>
    <dgm:cxn modelId="c2536" srcId="2537" destId="2536"/>
    <dgm:cxn modelId="c2537" srcId="2538" destId="2537"/>
    <dgm:cxn modelId="c2538" srcId="2539" destId="2538"/>
    <dgm:cxn modelId="c2539" srcId="2540" destId="2539"/>
    <dgm:cxn modelId="c2540" srcId="2541" destId="2540"/>
    <dgm:cxn modelId="c2541" srcId="2542" destId="2541"/>
    <dgm:cxn modelId="c2542" srcId="2543" destId="2542"/>
    <dgm:cxn modelId="c2543" srcId="2544" destId="2543"/>
    <dgm:cxn modelId="c2544" srcId="2545" destId="2544"/>
    <dgm:cxn modelId="c2545" srcId="2546" destId="2545"/>
    <dgm:cxn modelId="c2546" srcId="2547" destId="2546"/>
    <dgm:cxn modelId="c2547" srcId="2548" destId="2547"/>
    <dgm:cxn modelId="c2548" srcId="2549" destId="2548"/>
    <dgm:cxn modelId="c2549" srcId="2550" destId="2549"/>
    <dgm:cxn modelId="c2550" srcId="2551" destId="2550"/>
    <dgm:cxn modelId="c2551" srcId="2552" destId="2551"/>
    <dgm:cxn modelId="c2552" srcId="2553" destId="2552"/>
    <dgm:cxn modelId="c2553" srcId="2554" destId="2553"/>
    <dgm:cxn modelId="c2554" srcId="2555" destId="2554"/>
    <dgm:cxn modelId="c2555" srcId="2556" destId="2555"/>
    <dgm:cxn modelId="c2556" srcId="2557" destId="2556"/>
    <dgm:cxn modelId="c2557" srcId="2558" destId="2557"/>
    <dgm:cxn modelId="c2558" srcId="2559" destId="2558"/>
    <dgm:cxn modelId="c2559" srcId="2560" destId="2559"/>
    <dgm:cxn modelId="c2560" srcId="2561" destId="2560"/>
    <dgm:cxn modelId="c2561" srcId="2562" destId="2561"/>
    <dgm:cxn modelId="c2562" srcId="2563" destId="2562"/>
    <dgm:cxn modelId="c2563" srcId="2564" destId="2563"/>
    <dgm:cxn modelId="c2564" srcId="2565" destId="2564"/>
    <dgm:cxn modelId="c2565" srcId="2566" destId="2565"/>
    <dgm:cxn modelId="c2566" srcId="2567" destId="2566"/>
    <dgm:cxn modelId="c2567" srcId="2568" destId="2567"/>
    <dgm:cxn modelId="c2568" srcId="2569" destId="2568"/>
    <dgm:cxn modelId="c2569" srcId="2570" destId="2569"/>
    <dgm:cxn modelId="c2570" srcId="2571" destId="2570"/>
    <dgm:cxn modelId="c2571" srcId="2572" destId="2571"/>
    <dgm:cxn modelId="c2572" srcId="2573" destId="2572"/>
    <dgm:cxn modelId="c2573" srcId="2574" destId="2573"/>
    <dgm:cxn modelId="c2574" srcId="2575" destId="2574"/>
    <dgm:cxn modelId="c2575" srcId="2576" destId="2575"/>
    <dgm:cxn modelId="c2576" srcId="2577" destId="2576"/>
    <dgm:cxn modelId="c2577" srcId="2578" destId="2577"/>
    <dgm:cxn modelId="c2578" srcId="2579" destId="2578"/>
    <dgm:cxn modelId="c2579" srcId="2580" destId="2579"/>
    <dgm:cxn modelId="c2580" srcId="2581" destId="2580"/>
    <dgm:cxn modelId="c2581" srcId="2582" destId="2581"/>
    <dgm:cxn modelId="c2582" srcId="2583" destId="2582"/>
    <dgm:cxn modelId="c2583" srcId="2584" destId="2583"/>
    <dgm:cxn modelId="c2584" srcId="2585" destId="2584"/>
    <dgm:cxn modelId="c2585" srcId="2586" destId="2585"/>
    <dgm:cxn modelId="c2586" srcId="2587" destId="2586"/>
    <dgm:cxn modelId="c2587" srcId="2588" destId="2587"/>
    <dgm:cxn modelId="c2588" srcId="2589" destId="2588"/>
    <dgm:cxn modelId="c2589" srcId="2590" destId="2589"/>
    <dgm:cxn modelId="c2590" srcId="2591" destId="2590"/>
    <dgm:cxn modelId="c2591" srcId="2592" destId="2591"/>
    <dgm:cxn modelId="c2592" srcId="2593" destId="2592"/>
    <dgm:cxn modelId="c2593" srcId="2594" destId="2593"/>
    <dgm:cxn modelId="c2594" srcId="2595" destId="2594"/>
    <dgm:cxn modelId="c2595" srcId="2596" destId="2595"/>
    <dgm:cxn modelId="c2596" srcId="2597" destId="2596"/>
    <dgm:cxn modelId="c2597" srcId="2598" destId="2597"/>
    <dgm:cxn modelId="c2598" srcId="2599" destId="2598"/>
    <dgm:cxn modelId="c2599" srcId="2600" destId="2599"/>
    <dgm:cxn modelId="c2600" srcId="2601" destId="2600"/>
    <dgm:cxn modelId="c2601" srcId="2602" destId="2601"/>
    <dgm:cxn modelId="c2602" srcId="2603" destId="2602"/>
    <dgm:cxn modelId="c2603" srcId="2604" destId="2603"/>
    <dgm:cxn modelId="c2604" srcId="2605" destId="2604"/>
    <dgm:cxn modelId="c2605" srcId="2606" destId="2605"/>
    <dgm:cxn modelId="c2606" srcId="2607" destId="2606"/>
    <dgm:cxn modelId="c2607" srcId="2608" destId="2607"/>
    <dgm:cxn modelId="c2608" srcId="2609" destId="2608"/>
    <dgm:cxn modelId="c2609" srcId="2610" destId="2609"/>
    <dgm:cxn modelId="c2610" srcId="2611" destId="2610"/>
    <dgm:cxn modelId="c2611" srcId="2612" destId="2611"/>
    <dgm:cxn modelId="c2612" srcId="2613" destId="2612"/>
    <dgm:cxn modelId="c2613" srcId="2614" destId="2613"/>
    <dgm:cxn modelId="c2614" srcId="2615" destId="2614"/>
    <dgm:cxn modelId="c2615" srcId="2616" destId="2615"/>
    <dgm:cxn modelId="c2616" srcId="2617" destId="2616"/>
    <dgm:cxn modelId="c2617" srcId="2618" destId="2617"/>
    <dgm:cxn modelId="c2618" srcId="2619" destId="2618"/>
    <dgm:cxn modelId="c2619" srcId="2620" destId="2619"/>
    <dgm:cxn modelId="c2620" srcId="2621" destId="2620"/>
    <dgm:cxn modelId="c2621" srcId="2622" destId="2621"/>
    <dgm:cxn modelId="c2622" srcId="2623" destId="2622"/>
    <dgm:cxn modelId="c2623" srcId="2624" destId="2623"/>
    <dgm:cxn modelId="c2624" srcId="2625" destId="2624"/>
    <dgm:cxn modelId="c2625" srcId="2626" destId="2625"/>
    <dgm:cxn modelId="c2626" srcId="2627" destId="2626"/>
    <dgm:cxn modelId="c2627" srcId="2628" destId="2627"/>
    <dgm:cxn modelId="c2628" srcId="2629" destId="2628"/>
    <dgm:cxn modelId="c2629" srcId="2630" destId="2629"/>
    <dgm:cxn modelId="c2630" srcId="2631" destId="2630"/>
    <dgm:cxn modelId="c2631" srcId="2632" destId="2631"/>
    <dgm:cxn modelId="c2632" srcId="2633" destId="2632"/>
    <dgm:cxn modelId="c2633" srcId="2634" destId="2633"/>
    <dgm:cxn modelId="c2634" srcId="2635" destId="2634"/>
    <dgm:cxn modelId="c2635" srcId="2636" destId="2635"/>
    <dgm:cxn modelId="c2636" srcId="2637" destId="2636"/>
    <dgm:cxn modelId="c2637" srcId="2638" destId="2637"/>
    <dgm:cxn modelId="c2638" srcId="2639" destId="2638"/>
    <dgm:cxn modelId="c2639" srcId="2640" destId="2639"/>
    <dgm:cxn modelId="c2640" srcId="2641" destId="2640"/>
    <dgm:cxn modelId="c2641" srcId="2642" destId="2641"/>
    <dgm:cxn modelId="c2642" srcId="2643" destId="2642"/>
    <dgm:cxn modelId="c2643" srcId="2644" destId="2643"/>
    <dgm:cxn modelId="c2644" srcId="2645" destId="2644"/>
    <dgm:cxn modelId="c2645" srcId="2646" destId="2645"/>
    <dgm:cxn modelId="c2646" srcId="2647" destId="2646"/>
    <dgm:cxn modelId="c2647" srcId="2648" destId="2647"/>
    <dgm:cxn modelId="c2648" srcId="2649" destId="2648"/>
    <dgm:cxn modelId="c2649" srcId="2650" destId="2649"/>
    <dgm:cxn modelId="c2650" srcId="2651" destId="2650"/>
    <dgm:cxn modelId="c2651" srcId="2652" destId="2651"/>
    <dgm:cxn modelId="c2652" srcId="2653" destId="2652"/>
    <dgm:cxn modelId="c2653" srcId="2654" destId="2653"/>
    <dgm:cxn modelId="c2654" srcId="2655" destId="2654"/>
    <dgm:cxn modelId="c2655" srcId="2656" destId="2655"/>
    <dgm:cxn modelId="c2656" srcId="2657" destId="2656"/>
    <dgm:cxn modelId="c2657" srcId="2658" destId="2657"/>
    <dgm:cxn modelId="c2658" srcId="2659" destId="2658"/>
    <dgm:cxn modelId="c2659" srcId="2660" destId="2659"/>
    <dgm:cxn modelId="c2660" srcId="2661" destId="2660"/>
    <dgm:cxn modelId="c2661" srcId="2662" destId="2661"/>
    <dgm:cxn modelId="c2662" srcId="2663" destId="2662"/>
    <dgm:cxn modelId="c2663" srcId="2664" destId="2663"/>
    <dgm:cxn modelId="c2664" srcId="2665" destId="2664"/>
    <dgm:cxn modelId="c2665" srcId="2666" destId="2665"/>
    <dgm:cxn modelId="c2666" srcId="2667" destId="2666"/>
    <dgm:cxn modelId="c2667" srcId="2668" destId="2667"/>
    <dgm:cxn modelId="c2668" srcId="2669" destId="2668"/>
    <dgm:cxn modelId="c2669" srcId="2670" destId="2669"/>
    <dgm:cxn modelId="c2670" srcId="2671" destId="2670"/>
    <dgm:cxn modelId="c2671" srcId="2672" destId="2671"/>
    <dgm:cxn modelId="c2672" srcId="2673" destId="2672"/>
    <dgm:cxn modelId="c2673" srcId="2674" destId="2673"/>
    <dgm:cxn modelId="c2674" srcId="2675" destId="2674"/>
    <dgm:cxn modelId="c2675" srcId="2676" destId="2675"/>
    <dgm:cxn modelId="c2676" srcId="2677" destId="2676"/>
    <dgm:cxn modelId="c2677" srcId="2678" destId="2677"/>
    <dgm:cxn modelId="c2678" srcId="2679" destId="2678"/>
    <dgm:cxn modelId="c2679" srcId="2680" destId="2679"/>
    <dgm:cxn modelId="c2680" srcId="2681" destId="2680"/>
    <dgm:cxn modelId="c2681" srcId="2682" destId="2681"/>
    <dgm:cxn modelId="c2682" srcId="2683" destId="2682"/>
    <dgm:cxn modelId="c2683" srcId="2684" destId="2683"/>
    <dgm:cxn modelId="c2684" srcId="2685" destId="2684"/>
    <dgm:cxn modelId="c2685" srcId="2686" destId="2685"/>
    <dgm:cxn modelId="c2686" srcId="2687" destId="2686"/>
    <dgm:cxn modelId="c2687" srcId="2688" destId="2687"/>
    <dgm:cxn modelId="c2688" srcId="2689" destId="2688"/>
    <dgm:cxn modelId="c2689" srcId="2690" destId="2689"/>
    <dgm:cxn modelId="c2690" srcId="2691" destId="2690"/>
    <dgm:cxn modelId="c2691" srcId="2692" destId="2691"/>
    <dgm:cxn modelId="c2692" srcId="2693" destId="2692"/>
    <dgm:cxn modelId="c2693" srcId="2694" destId="2693"/>
    <dgm:cxn modelId="c2694" srcId="2695" destId="2694"/>
    <dgm:cxn modelId="c2695" srcId="2696" destId="2695"/>
    <dgm:cxn modelId="c2696" srcId="2697" destId="2696"/>
    <dgm:cxn modelId="c2697" srcId="2698" destId="2697"/>
    <dgm:cxn modelId="c2698" srcId="2699" destId="2698"/>
    <dgm:cxn modelId="c2699" srcId="2700" destId="2699"/>
    <dgm:cxn modelId="c2700" srcId="2701" destId="2700"/>
    <dgm:cxn modelId="c2701" srcId="2702" destId="2701"/>
    <dgm:cxn modelId="c2702" srcId="2703" destId="2702"/>
    <dgm:cxn modelId="c2703" srcId="2704" destId="2703"/>
    <dgm:cxn modelId="c2704" srcId="2705" destId="2704"/>
    <dgm:cxn modelId="c2705" srcId="2706" destId="2705"/>
    <dgm:cxn modelId="c2706" srcId="2707" destId="2706"/>
    <dgm:cxn modelId="c2707" srcId="2708" destId="2707"/>
    <dgm:cxn modelId="c2708" srcId="2709" destId="2708"/>
    <dgm:cxn modelId="c2709" srcId="2710" destId="2709"/>
    <dgm:cxn modelId="c2710" srcId="2711" destId="2710"/>
    <dgm:cxn modelId="c2711" srcId="2712" destId="2711"/>
    <dgm:cxn modelId="c2712" srcId="2713" destId="2712"/>
    <dgm:cxn modelId="c2713" srcId="2714" destId="2713"/>
    <dgm:cxn modelId="c2714" srcId="2715" destId="2714"/>
    <dgm:cxn modelId="c2715" srcId="2716" destId="2715"/>
    <dgm:cxn modelId="c2716" srcId="2717" destId="2716"/>
    <dgm:cxn modelId="c2717" srcId="2718" destId="2717"/>
    <dgm:cxn modelId="c2718" srcId="2719" destId="2718"/>
    <dgm:cxn modelId="c2719" srcId="2720" destId="2719"/>
    <dgm:cxn modelId="c2720" srcId="2721" destId="2720"/>
    <dgm:cxn modelId="c2721" srcId="2722" destId="2721"/>
    <dgm:cxn modelId="c2722" srcId="2723" destId="2722"/>
    <dgm:cxn modelId="c2723" srcId="2724" destId="2723"/>
    <dgm:cxn modelId="c2724" srcId="2725" destId="2724"/>
    <dgm:cxn modelId="c2725" srcId="2726" destId="2725"/>
    <dgm:cxn modelId="c2726" srcId="2727" destId="2726"/>
    <dgm:cxn modelId="c2727" srcId="2728" destId="2727"/>
    <dgm:cxn modelId="c2728" srcId="2729" destId="2728"/>
    <dgm:cxn modelId="c2729" srcId="2730" destId="2729"/>
    <dgm:cxn modelId="c2730" srcId="2731" destId="2730"/>
    <dgm:cxn modelId="c2731" srcId="2732" destId="2731"/>
    <dgm:cxn modelId="c2732" srcId="2733" destId="2732"/>
    <dgm:cxn modelId="c2733" srcId="2734" destId="2733"/>
    <dgm:cxn modelId="c2734" srcId="2735" destId="2734"/>
    <dgm:cxn modelId="c2735" srcId="2736" destId="2735"/>
    <dgm:cxn modelId="c2736" srcId="2737" destId="2736"/>
    <dgm:cxn modelId="c2737" srcId="2738" destId="2737"/>
    <dgm:cxn modelId="c2738" srcId="2739" destId="2738"/>
    <dgm:cxn modelId="c2739" srcId="2740" destId="2739"/>
    <dgm:cxn modelId="c2740" srcId="2741" destId="2740"/>
    <dgm:cxn modelId="c2741" srcId="2742" destId="2741"/>
    <dgm:cxn modelId="c2742" srcId="2743" destId="2742"/>
    <dgm:cxn modelId="c2743" srcId="2744" destId="2743"/>
    <dgm:cxn modelId="c2744" srcId="2745" destId="2744"/>
    <dgm:cxn modelId="c2745" srcId="2746" destId="2745"/>
    <dgm:cxn modelId="c2746" srcId="2747" destId="2746"/>
    <dgm:cxn modelId="c2747" srcId="2748" destId="2747"/>
    <dgm:cxn modelId="c2748" srcId="2749" destId="2748"/>
    <dgm:cxn modelId="c2749" srcId="2750" destId="2749"/>
    <dgm:cxn modelId="c2750" srcId="2751" destId="2750"/>
    <dgm:cxn modelId="c2751" srcId="2752" destId="2751"/>
    <dgm:cxn modelId="c2752" srcId="2753" destId="2752"/>
    <dgm:cxn modelId="c2753" srcId="2754" destId="2753"/>
    <dgm:cxn modelId="c2754" srcId="2755" destId="2754"/>
    <dgm:cxn modelId="c2755" srcId="2756" destId="2755"/>
    <dgm:cxn modelId="c2756" srcId="2757" destId="2756"/>
    <dgm:cxn modelId="c2757" srcId="2758" destId="2757"/>
    <dgm:cxn modelId="c2758" srcId="2759" destId="2758"/>
    <dgm:cxn modelId="c2759" srcId="2760" destId="2759"/>
    <dgm:cxn modelId="c2760" srcId="2761" destId="2760"/>
    <dgm:cxn modelId="c2761" srcId="2762" destId="2761"/>
    <dgm:cxn modelId="c2762" srcId="2763" destId="2762"/>
    <dgm:cxn modelId="c2763" srcId="2764" destId="2763"/>
    <dgm:cxn modelId="c2764" srcId="2765" destId="2764"/>
    <dgm:cxn modelId="c2765" srcId="2766" destId="2765"/>
    <dgm:cxn modelId="c2766" srcId="2767" destId="2766"/>
    <dgm:cxn modelId="c2767" srcId="2768" destId="2767"/>
    <dgm:cxn modelId="c2768" srcId="2769" destId="2768"/>
    <dgm:cxn modelId="c2769" srcId="2770" destId="2769"/>
    <dgm:cxn modelId="c2770" srcId="2771" destId="2770"/>
    <dgm:cxn modelId="c2771" srcId="2772" destId="2771"/>
    <dgm:cxn modelId="c2772" srcId="2773" destId="2772"/>
    <dgm:cxn modelId="c2773" srcId="2774" destId="2773"/>
    <dgm:cxn modelId="c2774" srcId="2775" destId="2774"/>
    <dgm:cxn modelId="c2775" srcId="2776" destId="2775"/>
    <dgm:cxn modelId="c2776" srcId="2777" destId="2776"/>
    <dgm:cxn modelId="c2777" srcId="2778" destId="2777"/>
    <dgm:cxn modelId="c2778" srcId="2779" destId="2778"/>
    <dgm:cxn modelId="c2779" srcId="2780" destId="2779"/>
    <dgm:cxn modelId="c2780" srcId="2781" destId="2780"/>
    <dgm:cxn modelId="c2781" srcId="2782" destId="2781"/>
    <dgm:cxn modelId="c2782" srcId="2783" destId="2782"/>
    <dgm:cxn modelId="c2783" srcId="2784" destId="2783"/>
    <dgm:cxn modelId="c2784" srcId="2785" destId="2784"/>
    <dgm:cxn modelId="c2785" srcId="2786" destId="2785"/>
    <dgm:cxn modelId="c2786" srcId="2787" destId="2786"/>
    <dgm:cxn modelId="c2787" srcId="2788" destId="2787"/>
    <dgm:cxn modelId="c2788" srcId="2789" destId="2788"/>
    <dgm:cxn modelId="c2789" srcId="2790" destId="2789"/>
    <dgm:cxn modelId="c2790" srcId="2791" destId="2790"/>
    <dgm:cxn modelId="c2791" srcId="2792" destId="2791"/>
    <dgm:cxn modelId="c2792" srcId="2793" destId="2792"/>
    <dgm:cxn modelId="c2793" srcId="2794" destId="2793"/>
    <dgm:cxn modelId="c2794" srcId="2795" destId="2794"/>
    <dgm:cxn modelId="c2795" srcId="2796" destId="2795"/>
    <dgm:cxn modelId="c2796" srcId="2797" destId="2796"/>
    <dgm:cxn modelId="c2797" srcId="2798" destId="2797"/>
    <dgm:cxn modelId="c2798" srcId="2799" destId="2798"/>
    <dgm:cxn modelId="c2799" srcId="2800" destId="2799"/>
    <dgm:cxn modelId="c2800" srcId="2801" destId="2800"/>
    <dgm:cxn modelId="c2801" srcId="2802" destId="2801"/>
    <dgm:cxn modelId="c2802" srcId="2803" destId="2802"/>
    <dgm:cxn modelId="c2803" srcId="2804" destId="2803"/>
    <dgm:cxn modelId="c2804" srcId="2805" destId="2804"/>
    <dgm:cxn modelId="c2805" srcId="2806" destId="2805"/>
    <dgm:cxn modelId="c2806" srcId="2807" destId="2806"/>
    <dgm:cxn modelId="c2807" srcId="2808" destId="2807"/>
    <dgm:cxn modelId="c2808" srcId="2809" destId="2808"/>
    <dgm:cxn modelId="c2809" srcId="2810" destId="2809"/>
    <dgm:cxn modelId="c2810" srcId="2811" destId="2810"/>
    <dgm:cxn modelId="c2811" srcId="2812" destId="2811"/>
    <dgm:cxn modelId="c2812" srcId="2813" destId="2812"/>
    <dgm:cxn modelId="c2813" srcId="2814" destId="2813"/>
    <dgm:cxn modelId="c2814" srcId="2815" destId="2814"/>
    <dgm:cxn modelId="c2815" srcId="2816" destId="2815"/>
    <dgm:cxn modelId="c2816" srcId="2817" destId="2816"/>
    <dgm:cxn modelId="c2817" srcId="2818" destId="2817"/>
    <dgm:cxn modelId="c2818" srcId="2819" destId="2818"/>
    <dgm:cxn modelId="c2819" srcId="2820" destId="2819"/>
    <dgm:cxn modelId="c2820" srcId="2821" destId="2820"/>
    <dgm:cxn modelId="c2821" srcId="2822" destId="2821"/>
    <dgm:cxn modelId="c2822" srcId="2823" destId="2822"/>
    <dgm:cxn modelId="c2823" srcId="2824" destId="2823"/>
    <dgm:cxn modelId="c2824" srcId="2825" destId="2824"/>
    <dgm:cxn modelId="c2825" srcId="2826" destId="2825"/>
    <dgm:cxn modelId="c2826" srcId="2827" destId="2826"/>
    <dgm:cxn modelId="c2827" srcId="2828" destId="2827"/>
    <dgm:cxn modelId="c2828" srcId="2829" destId="2828"/>
    <dgm:cxn modelId="c2829" srcId="2830" destId="2829"/>
    <dgm:cxn modelId="c2830" srcId="2831" destId="2830"/>
    <dgm:cxn modelId="c2831" srcId="2832" destId="2831"/>
    <dgm:cxn modelId="c2832" srcId="2833" destId="2832"/>
    <dgm:cxn modelId="c2833" srcId="2834" destId="2833"/>
    <dgm:cxn modelId="c2834" srcId="2835" destId="2834"/>
    <dgm:cxn modelId="c2835" srcId="2836" destId="2835"/>
    <dgm:cxn modelId="c2836" srcId="2837" destId="2836"/>
    <dgm:cxn modelId="c2837" srcId="2838" destId="2837"/>
    <dgm:cxn modelId="c2838" srcId="2839" destId="2838"/>
    <dgm:cxn modelId="c2839" srcId="2840" destId="2839"/>
    <dgm:cxn modelId="c2840" srcId="2841" destId="2840"/>
    <dgm:cxn modelId="c2841" srcId="2842" destId="2841"/>
    <dgm:cxn modelId="c2842" srcId="2843" destId="2842"/>
    <dgm:cxn modelId="c2843" srcId="2844" destId="2843"/>
    <dgm:cxn modelId="c2844" srcId="2845" destId="2844"/>
    <dgm:cxn modelId="c2845" srcId="2846" destId="2845"/>
    <dgm:cxn modelId="c2846" srcId="2847" destId="2846"/>
    <dgm:cxn modelId="c2847" srcId="2848" destId="2847"/>
    <dgm:cxn modelId="c2848" srcId="2849" destId="2848"/>
    <dgm:cxn modelId="c2849" srcId="2850" destId="2849"/>
    <dgm:cxn modelId="c2850" srcId="2851" destId="2850"/>
    <dgm:cxn modelId="c2851" srcId="2852" destId="2851"/>
    <dgm:cxn modelId="c2852" srcId="2853" destId="2852"/>
    <dgm:cxn modelId="c2853" srcId="2854" destId="2853"/>
    <dgm:cxn modelId="c2854" srcId="2855" destId="2854"/>
    <dgm:cxn modelId="c2855" srcId="2856" destId="2855"/>
    <dgm:cxn modelId="c2856" srcId="2857" destId="2856"/>
    <dgm:cxn modelId="c2857" srcId="2858" destId="2857"/>
    <dgm:cxn modelId="c2858" srcId="2859" destId="2858"/>
    <dgm:cxn modelId="c2859" srcId="2860" destId="2859"/>
    <dgm:cxn modelId="c2860" srcId="2861" destId="2860"/>
    <dgm:cxn modelId="c2861" srcId="2862" destId="2861"/>
    <dgm:cxn modelId="c2862" srcId="2863" destId="2862"/>
    <dgm:cxn modelId="c2863" srcId="2864" destId="2863"/>
    <dgm:cxn modelId="c2864" srcId="2865" destId="2864"/>
    <dgm:cxn modelId="c2865" srcId="2866" destId="2865"/>
    <dgm:cxn modelId="c2866" srcId="2867" destId="2866"/>
    <dgm:cxn modelId="c2867" srcId="2868" destId="2867"/>
    <dgm:cxn modelId="c2868" srcId="2869" destId="2868"/>
    <dgm:cxn modelId="c2869" srcId="2870" destId="2869"/>
    <dgm:cxn modelId="c2870" srcId="2871" destId="2870"/>
    <dgm:cxn modelId="c2871" srcId="2872" destId="2871"/>
    <dgm:cxn modelId="c2872" srcId="2873" destId="2872"/>
    <dgm:cxn modelId="c2873" srcId="2874" destId="2873"/>
    <dgm:cxn modelId="c2874" srcId="2875" destId="2874"/>
    <dgm:cxn modelId="c2875" srcId="2876" destId="2875"/>
    <dgm:cxn modelId="c2876" srcId="2877" destId="2876"/>
    <dgm:cxn modelId="c2877" srcId="2878" destId="2877"/>
    <dgm:cxn modelId="c2878" srcId="2879" destId="2878"/>
    <dgm:cxn modelId="c2879" srcId="2880" destId="2879"/>
    <dgm:cxn modelId="c2880" srcId="2881" destId="2880"/>
    <dgm:cxn modelId="c2881" srcId="2882" destId="2881"/>
    <dgm:cxn modelId="c2882" srcId="2883" destId="2882"/>
    <dgm:cxn modelId="c2883" srcId="2884" destId="2883"/>
    <dgm:cxn modelId="c2884" srcId="2885" destId="2884"/>
    <dgm:cxn modelId="c2885" srcId="2886" destId="2885"/>
    <dgm:cxn modelId="c2886" srcId="2887" destId="2886"/>
    <dgm:cxn modelId="c2887" srcId="2888" destId="2887"/>
    <dgm:cxn modelId="c2888" srcId="2889" destId="2888"/>
    <dgm:cxn modelId="c2889" srcId="2890" destId="2889"/>
    <dgm:cxn modelId="c2890" srcId="2891" destId="2890"/>
    <dgm:cxn modelId="c2891" srcId="2892" destId="2891"/>
    <dgm:cxn modelId="c2892" srcId="2893" destId="2892"/>
    <dgm:cxn modelId="c2893" srcId="2894" destId="2893"/>
    <dgm:cxn modelId="c2894" srcId="2895" destId="2894"/>
    <dgm:cxn modelId="c2895" srcId="2896" destId="2895"/>
    <dgm:cxn modelId="c2896" srcId="2897" destId="2896"/>
    <dgm:cxn modelId="c2897" srcId="2898" destId="2897"/>
    <dgm:cxn modelId="c2898" srcId="2899" destId="2898"/>
    <dgm:cxn modelId="c2899" srcId="2900" destId="2899"/>
    <dgm:cxn modelId="c2900" srcId="2901" destId="2900"/>
    <dgm:cxn modelId="c2901" srcId="2902" destId="2901"/>
    <dgm:cxn modelId="c2902" srcId="2903" destId="2902"/>
    <dgm:cxn modelId="c2903" srcId="2904" destId="2903"/>
    <dgm:cxn modelId="c2904" srcId="2905" destId="2904"/>
    <dgm:cxn modelId="c2905" srcId="2906" destId="2905"/>
    <dgm:cxn modelId="c2906" srcId="2907" destId="2906"/>
    <dgm:cxn modelId="c2907" srcId="2908" destId="2907"/>
    <dgm:cxn modelId="c2908" srcId="2909" destId="2908"/>
    <dgm:cxn modelId="c2909" srcId="2910" destId="2909"/>
    <dgm:cxn modelId="c2910" srcId="2911" destId="2910"/>
    <dgm:cxn modelId="c2911" srcId="2912" destId="2911"/>
    <dgm:cxn modelId="c2912" srcId="2913" destId="2912"/>
    <dgm:cxn modelId="c2913" srcId="2914" destId="2913"/>
    <dgm:cxn modelId="c2914" srcId="2915" destId="2914"/>
    <dgm:cxn modelId="c2915" srcId="2916" destId="2915"/>
    <dgm:cxn modelId="c2916" srcId="2917" destId="2916"/>
    <dgm:cxn modelId="c2917" srcId="2918" destId="2917"/>
    <dgm:cxn modelId="c2918" srcId="2919" destId="2918"/>
    <dgm:cxn modelId="c2919" srcId="2920" destId="2919"/>
    <dgm:cxn modelId="c2920" srcId="2921" destId="2920"/>
    <dgm:cxn modelId="c2921" srcId="2922" destId="2921"/>
    <dgm:cxn modelId="c2922" srcId="2923" destId="2922"/>
    <dgm:cxn modelId="c2923" srcId="2924" destId="2923"/>
    <dgm:cxn modelId="c2924" srcId="2925" destId="2924"/>
    <dgm:cxn modelId="c2925" srcId="2926" destId="2925"/>
    <dgm:cxn modelId="c2926" srcId="2927" destId="2926"/>
    <dgm:cxn modelId="c2927" srcId="2928" destId="2927"/>
    <dgm:cxn modelId="c2928" srcId="2929" destId="2928"/>
    <dgm:cxn modelId="c2929" srcId="2930" destId="2929"/>
    <dgm:cxn modelId="c2930" srcId="2931" destId="2930"/>
    <dgm:cxn modelId="c2931" srcId="2932" destId="2931"/>
    <dgm:cxn modelId="c2932" srcId="2933" destId="2932"/>
    <dgm:cxn modelId="c2933" srcId="2934" destId="2933"/>
    <dgm:cxn modelId="c2934" srcId="2935" destId="2934"/>
    <dgm:cxn modelId="c2935" srcId="2936" destId="2935"/>
    <dgm:cxn modelId="c2936" srcId="2937" destId="2936"/>
    <dgm:cxn modelId="c2937" srcId="2938" destId="2937"/>
    <dgm:cxn modelId="c2938" srcId="2939" destId="2938"/>
    <dgm:cxn modelId="c2939" srcId="2940" destId="2939"/>
    <dgm:cxn modelId="c2940" srcId="2941" destId="2940"/>
    <dgm:cxn modelId="c2941" srcId="2942" destId="2941"/>
    <dgm:cxn modelId="c2942" srcId="2943" destId="2942"/>
    <dgm:cxn modelId="c2943" srcId="2944" destId="2943"/>
    <dgm:cxn modelId="c2944" srcId="2945" destId="2944"/>
    <dgm:cxn modelId="c2945" srcId="2946" destId="2945"/>
    <dgm:cxn modelId="c2946" srcId="2947" destId="2946"/>
    <dgm:cxn modelId="c2947" srcId="2948" destId="2947"/>
    <dgm:cxn modelId="c2948" srcId="2949" destId="2948"/>
    <dgm:cxn modelId="c2949" srcId="2950" destId="2949"/>
    <dgm:cxn modelId="c2950" srcId="2951" destId="2950"/>
    <dgm:cxn modelId="c2951" srcId="2952" destId="2951"/>
    <dgm:cxn modelId="c2952" srcId="2953" destId="2952"/>
    <dgm:cxn modelId="c2953" srcId="2954" destId="2953"/>
    <dgm:cxn modelId="c2954" srcId="2955" destId="2954"/>
    <dgm:cxn modelId="c2955" srcId="2956" destId="2955"/>
    <dgm:cxn modelId="c2956" srcId="2957" destId="2956"/>
    <dgm:cxn modelId="c2957" srcId="2958" destId="2957"/>
    <dgm:cxn modelId="c2958" srcId="2959" destId="2958"/>
    <dgm:cxn modelId="c2959" srcId="2960" destId="2959"/>
    <dgm:cxn modelId="c2960" srcId="2961" destId="2960"/>
    <dgm:cxn modelId="c2961" srcId="2962" destId="2961"/>
    <dgm:cxn modelId="c2962" srcId="2963" destId="2962"/>
    <dgm:cxn modelId="c2963" srcId="2964" destId="2963"/>
    <dgm:cxn modelId="c2964" srcId="2965" destId="2964"/>
    <dgm:cxn modelId="c2965" srcId="2966" destId="2965"/>
    <dgm:cxn modelId="c2966" srcId="2967" destId="2966"/>
    <dgm:cxn modelId="c2967" srcId="2968" destId="2967"/>
    <dgm:cxn modelId="c2968" srcId="2969" destId="2968"/>
    <dgm:cxn modelId="c2969" srcId="2970" destId="2969"/>
    <dgm:cxn modelId="c2970" srcId="2971" destId="2970"/>
    <dgm:cxn modelId="c2971" srcId="2972" destId="2971"/>
    <dgm:cxn modelId="c2972" srcId="2973" destId="2972"/>
    <dgm:cxn modelId="c2973" srcId="2974" destId="2973"/>
    <dgm:cxn modelId="c2974" srcId="2975" destId="2974"/>
    <dgm:cxn modelId="c2975" srcId="2976" destId="2975"/>
    <dgm:cxn modelId="c2976" srcId="2977" destId="2976"/>
    <dgm:cxn modelId="c2977" srcId="2978" destId="2977"/>
    <dgm:cxn modelId="c2978" srcId="2979" destId="2978"/>
    <dgm:cxn modelId="c2979" srcId="2980" destId="2979"/>
    <dgm:cxn modelId="c2980" srcId="2981" destId="2980"/>
    <dgm:cxn modelId="c2981" srcId="2982" destId="2981"/>
    <dgm:cxn modelId="c2982" srcId="2983" destId="2982"/>
    <dgm:cxn modelId="c2983" srcId="2984" destId="2983"/>
    <dgm:cxn modelId="c2984" srcId="2985" destId="2984"/>
    <dgm:cxn modelId="c2985" srcId="2986" destId="2985"/>
    <dgm:cxn modelId="c2986" srcId="2987" destId="2986"/>
    <dgm:cxn modelId="c2987" srcId="2988" destId="2987"/>
    <dgm:cxn modelId="c2988" srcId="2989" destId="2988"/>
    <dgm:cxn modelId="c2989" srcId="2990" destId="2989"/>
    <dgm:cxn modelId="c2990" srcId="2991" destId="2990"/>
    <dgm:cxn modelId="c2991" srcId="2992" destId="2991"/>
    <dgm:cxn modelId="c2992" srcId="2993" destId="2992"/>
    <dgm:cxn modelId="c2993" srcId="2994" destId="2993"/>
    <dgm:cxn modelId="c2994" srcId="2995" destId="2994"/>
    <dgm:cxn modelId="c2995" srcId="2996" destId="2995"/>
    <dgm:cxn modelId="c2996" srcId="2997" destId="2996"/>
    <dgm:cxn modelId="c2997" srcId="2998" destId="2997"/>
    <dgm:cxn modelId="c2998" srcId="2999" destId="2998"/>
    <dgm:cxn modelId="c2999" srcId="3000" destId="2999"/>
    <dgm:cxn modelId="c3000" srcId="3001" destId="3000"/>
    <dgm:cxn modelId="c3001" srcId="3002" destId="3001"/>
    <dgm:cxn modelId="c3002" srcId="3003" destId="3002"/>
    <dgm:cxn modelId="c3003" srcId="3004" destId="3003"/>
    <dgm:cxn modelId="c3004" srcId="3005" destId="3004"/>
    <dgm:cxn modelId="c3005" srcId="3006" destId="3005"/>
    <dgm:cxn modelId="c3006" srcId="3007" destId="3006"/>
    <dgm:cxn modelId="c3007" srcId="3008" destId="3007"/>
    <dgm:cxn modelId="c3008" srcId="3009" destId="3008"/>
    <dgm:cxn modelId="c3009" srcId="3010" destId="3009"/>
    <dgm:cxn modelId="c3010" srcId="3011" destId="3010"/>
    <dgm:cxn modelId="c3011" srcId="3012" destId="3011"/>
    <dgm:cxn modelId="c3012" srcId="3013" destId="3012"/>
    <dgm:cxn modelId="c3013" srcId="3014" destId="3013"/>
    <dgm:cxn modelId="c3014" srcId="3015" destId="3014"/>
    <dgm:cxn modelId="c3015" srcId="3016" destId="3015"/>
    <dgm:cxn modelId="c3016" srcId="3017" destId="3016"/>
    <dgm:cxn modelId="c3017" srcId="3018" destId="3017"/>
    <dgm:cxn modelId="c3018" srcId="3019" destId="3018"/>
    <dgm:cxn modelId="c3019" srcId="3020" destId="3019"/>
    <dgm:cxn modelId="c3020" srcId="3021" destId="3020"/>
    <dgm:cxn modelId="c3021" srcId="3022" destId="3021"/>
    <dgm:cxn modelId="c3022" srcId="3023" destId="3022"/>
    <dgm:cxn modelId="c3023" srcId="3024" destId="3023"/>
    <dgm:cxn modelId="c3024" srcId="3025" destId="3024"/>
    <dgm:cxn modelId="c3025" srcId="3026" destId="3025"/>
    <dgm:cxn modelId="c3026" srcId="3027" destId="3026"/>
    <dgm:cxn modelId="c3027" srcId="3028" destId="3027"/>
    <dgm:cxn modelId="c3028" srcId="3029" destId="3028"/>
    <dgm:cxn modelId="c3029" srcId="3030" destId="3029"/>
    <dgm:cxn modelId="c3030" srcId="3031" destId="3030"/>
    <dgm:cxn modelId="c3031" srcId="3032" destId="3031"/>
    <dgm:cxn modelId="c3032" srcId="3033" destId="3032"/>
    <dgm:cxn modelId="c3033" srcId="3034" destId="3033"/>
    <dgm:cxn modelId="c3034" srcId="3035" destId="3034"/>
    <dgm:cxn modelId="c3035" srcId="3036" destId="3035"/>
    <dgm:cxn modelId="c3036" srcId="3037" destId="3036"/>
    <dgm:cxn modelId="c3037" srcId="3038" destId="3037"/>
    <dgm:cxn modelId="c3038" srcId="3039" destId="3038"/>
    <dgm:cxn modelId="c3039" srcId="3040" destId="3039"/>
    <dgm:cxn modelId="c3040" srcId="3041" destId="3040"/>
    <dgm:cxn modelId="c3041" srcId="3042" destId="3041"/>
    <dgm:cxn modelId="c3042" srcId="3043" destId="3042"/>
    <dgm:cxn modelId="c3043" srcId="3044" destId="3043"/>
    <dgm:cxn modelId="c3044" srcId="3045" destId="3044"/>
    <dgm:cxn modelId="c3045" srcId="3046" destId="3045"/>
    <dgm:cxn modelId="c3046" srcId="3047" destId="3046"/>
    <dgm:cxn modelId="c3047" srcId="3048" destId="3047"/>
    <dgm:cxn modelId="c3048" srcId="3049" destId="3048"/>
    <dgm:cxn modelId="c3049" srcId="3050" destId="3049"/>
    <dgm:cxn modelId="c3050" srcId="3051" destId="3050"/>
    <dgm:cxn modelId="c3051" srcId="3052" destId="3051"/>
    <dgm:cxn modelId="c3052" srcId="3053" destId="3052"/>
    <dgm:cxn modelId="c3053" srcId="3054" destId="3053"/>
    <dgm:cxn modelId="c3054" srcId="3055" destId="3054"/>
    <dgm:cxn modelId="c3055" srcId="3056" destId="3055"/>
    <dgm:cxn modelId="c3056" srcId="3057" destId="3056"/>
    <dgm:cxn modelId="c3057" srcId="3058" destId="3057"/>
    <dgm:cxn modelId="c3058" srcId="3059" destId="3058"/>
    <dgm:cxn modelId="c3059" srcId="3060" destId="3059"/>
    <dgm:cxn modelId="c3060" srcId="3061" destId="3060"/>
    <dgm:cxn modelId="c3061" srcId="3062" destId="3061"/>
    <dgm:cxn modelId="c3062" srcId="3063" destId="3062"/>
    <dgm:cxn modelId="c3063" srcId="3064" destId="3063"/>
    <dgm:cxn modelId="c3064" srcId="3065" destId="3064"/>
    <dgm:cxn modelId="c3065" srcId="3066" destId="3065"/>
    <dgm:cxn modelId="c3066" srcId="3067" destId="3066"/>
    <dgm:cxn modelId="c3067" srcId="3068" destId="3067"/>
    <dgm:cxn modelId="c3068" srcId="3069" destId="3068"/>
    <dgm:cxn modelId="c3069" srcId="3070" destId="3069"/>
    <dgm:cxn modelId="c3070" srcId="3071" destId="3070"/>
    <dgm:cxn modelId="c3071" srcId="3072" destId="3071"/>
    <dgm:cxn modelId="c3072" srcId="3073" destId="3072"/>
    <dgm:cxn modelId="c3073" srcId="3074" destId="3073"/>
    <dgm:cxn modelId="c3074" srcId="3075" destId="3074"/>
    <dgm:cxn modelId="c3075" srcId="3076" destId="3075"/>
    <dgm:cxn modelId="c3076" srcId="3077" destId="3076"/>
    <dgm:cxn modelId="c3077" srcId="3078" destId="3077"/>
    <dgm:cxn modelId="c3078" srcId="3079" destId="3078"/>
    <dgm:cxn modelId="c3079" srcId="3080" destId="3079"/>
    <dgm:cxn modelId="c3080" srcId="3081" destId="3080"/>
    <dgm:cxn modelId="c3081" srcId="3082" destId="3081"/>
    <dgm:cxn modelId="c3082" srcId="3083" destId="3082"/>
    <dgm:cxn modelId="c3083" srcId="3084" destId="3083"/>
    <dgm:cxn modelId="c3084" srcId="3085" destId="3084"/>
    <dgm:cxn modelId="c3085" srcId="3086" destId="3085"/>
    <dgm:cxn modelId="c3086" srcId="3087" destId="3086"/>
    <dgm:cxn modelId="c3087" srcId="3088" destId="3087"/>
    <dgm:cxn modelId="c3088" srcId="3089" destId="3088"/>
    <dgm:cxn modelId="c3089" srcId="3090" destId="3089"/>
    <dgm:cxn modelId="c3090" srcId="3091" destId="3090"/>
    <dgm:cxn modelId="c3091" srcId="3092" destId="3091"/>
    <dgm:cxn modelId="c3092" srcId="3093" destId="3092"/>
    <dgm:cxn modelId="c3093" srcId="3094" destId="3093"/>
    <dgm:cxn modelId="c3094" srcId="3095" destId="3094"/>
    <dgm:cxn modelId="c3095" srcId="3096" destId="3095"/>
    <dgm:cxn modelId="c3096" srcId="3097" destId="3096"/>
    <dgm:cxn modelId="c3097" srcId="3098" destId="3097"/>
    <dgm:cxn modelId="c3098" srcId="3099" destId="3098"/>
    <dgm:cxn modelId="c3099" srcId="3100" destId="3099"/>
    <dgm:cxn modelId="c3100" srcId="3101" destId="3100"/>
    <dgm:cxn modelId="c3101" srcId="3102" destId="3101"/>
    <dgm:cxn modelId="c3102" srcId="3103" destId="3102"/>
    <dgm:cxn modelId="c3103" srcId="3104" destId="3103"/>
    <dgm:cxn modelId="c3104" srcId="3105" destId="3104"/>
    <dgm:cxn modelId="c3105" srcId="3106" destId="3105"/>
    <dgm:cxn modelId="c3106" srcId="3107" destId="3106"/>
    <dgm:cxn modelId="c3107" srcId="3108" destId="3107"/>
    <dgm:cxn modelId="c3108" srcId="3109" destId="3108"/>
    <dgm:cxn modelId="c3109" srcId="3110" destId="3109"/>
    <dgm:cxn modelId="c3110" srcId="3111" destId="3110"/>
    <dgm:cxn modelId="c3111" srcId="3112" destId="3111"/>
    <dgm:cxn modelId="c3112" srcId="3113" destId="3112"/>
    <dgm:cxn modelId="c3113" srcId="3114" destId="3113"/>
    <dgm:cxn modelId="c3114" srcId="3115" destId="3114"/>
    <dgm:cxn modelId="c3115" srcId="3116" destId="3115"/>
    <dgm:cxn modelId="c3116" srcId="3117" destId="3116"/>
    <dgm:cxn modelId="c3117" srcId="3118" destId="3117"/>
    <dgm:cxn modelId="c3118" srcId="3119" destId="3118"/>
    <dgm:cxn modelId="c3119" srcId="3120" destId="3119"/>
    <dgm:cxn modelId="c3120" srcId="3121" destId="3120"/>
    <dgm:cxn modelId="c3121" srcId="3122" destId="3121"/>
    <dgm:cxn modelId="c3122" srcId="3123" destId="3122"/>
    <dgm:cxn modelId="c3123" srcId="3124" destId="3123"/>
    <dgm:cxn modelId="c3124" srcId="3125" destId="3124"/>
    <dgm:cxn modelId="c3125" srcId="3126" destId="3125"/>
    <dgm:cxn modelId="c3126" srcId="3127" destId="3126"/>
    <dgm:cxn modelId="c3127" srcId="3128" destId="3127"/>
    <dgm:cxn modelId="c3128" srcId="3129" destId="3128"/>
    <dgm:cxn modelId="c3129" srcId="3130" destId="3129"/>
    <dgm:cxn modelId="c3130" srcId="3131" destId="3130"/>
    <dgm:cxn modelId="c3131" srcId="3132" destId="3131"/>
    <dgm:cxn modelId="c3132" srcId="3133" destId="3132"/>
    <dgm:cxn modelId="c3133" srcId="3134" destId="3133"/>
    <dgm:cxn modelId="c3134" srcId="3135" destId="3134"/>
    <dgm:cxn modelId="c3135" srcId="3136" destId="3135"/>
    <dgm:cxn modelId="c3136" srcId="3137" destId="3136"/>
    <dgm:cxn modelId="c3137" srcId="3138" destId="3137"/>
    <dgm:cxn modelId="c3138" srcId="3139" destId="3138"/>
    <dgm:cxn modelId="c3139" srcId="3140" destId="3139"/>
    <dgm:cxn modelId="c3140" srcId="3141" destId="3140"/>
    <dgm:cxn modelId="c3141" srcId="3142" destId="3141"/>
    <dgm:cxn modelId="c3142" srcId="3143" destId="3142"/>
    <dgm:cxn modelId="c3143" srcId="3144" destId="3143"/>
    <dgm:cxn modelId="c3144" srcId="3145" destId="3144"/>
    <dgm:cxn modelId="c3145" srcId="3146" destId="3145"/>
    <dgm:cxn modelId="c3146" srcId="3147" destId="3146"/>
    <dgm:cxn modelId="c3147" srcId="3148" destId="3147"/>
    <dgm:cxn modelId="c3148" srcId="3149" destId="3148"/>
    <dgm:cxn modelId="c3149" srcId="3150" destId="3149"/>
    <dgm:cxn modelId="c3150" srcId="3151" destId="3150"/>
    <dgm:cxn modelId="c3151" srcId="3152" destId="3151"/>
    <dgm:cxn modelId="c3152" srcId="3153" destId="3152"/>
    <dgm:cxn modelId="c3153" srcId="3154" destId="3153"/>
    <dgm:cxn modelId="c3154" srcId="3155" destId="3154"/>
    <dgm:cxn modelId="c3155" srcId="3156" destId="3155"/>
    <dgm:cxn modelId="c3156" srcId="3157" destId="3156"/>
    <dgm:cxn modelId="c3157" srcId="3158" destId="3157"/>
    <dgm:cxn modelId="c3158" srcId="3159" destId="3158"/>
    <dgm:cxn modelId="c3159" srcId="3160" destId="3159"/>
    <dgm:cxn modelId="c3160" srcId="3161" destId="3160"/>
    <dgm:cxn modelId="c3161" srcId="3162" destId="3161"/>
    <dgm:cxn modelId="c3162" srcId="3163" destId="3162"/>
    <dgm:cxn modelId="c3163" srcId="3164" destId="3163"/>
    <dgm:cxn modelId="c3164" srcId="3165" destId="3164"/>
    <dgm:cxn modelId="c3165" srcId="3166" destId="3165"/>
    <dgm:cxn modelId="c3166" srcId="3167" destId="3166"/>
    <dgm:cxn modelId="c3167" srcId="3168" destId="3167"/>
    <dgm:cxn modelId="c3168" srcId="3169" destId="3168"/>
    <dgm:cxn modelId="c3169" srcId="3170" destId="3169"/>
    <dgm:cxn modelId="c3170" srcId="3171" destId="3170"/>
    <dgm:cxn modelId="c3171" srcId="3172" destId="3171"/>
    <dgm:cxn modelId="c3172" srcId="3173" destId="3172"/>
    <dgm:cxn modelId="c3173" srcId="3174" destId="3173"/>
    <dgm:cxn modelId="c3174" srcId="3175" destId="3174"/>
    <dgm:cxn modelId="c3175" srcId="3176" destId="3175"/>
    <dgm:cxn modelId="c3176" srcId="3177" destId="3176"/>
    <dgm:cxn modelId="c3177" srcId="3178" destId="3177"/>
    <dgm:cxn modelId="c3178" srcId="3179" destId="3178"/>
    <dgm:cxn modelId="c3179" srcId="3180" destId="3179"/>
    <dgm:cxn modelId="c3180" srcId="3181" destId="3180"/>
    <dgm:cxn modelId="c3181" srcId="3182" destId="3181"/>
    <dgm:cxn modelId="c3182" srcId="3183" destId="3182"/>
    <dgm:cxn modelId="c3183" srcId="3184" destId="3183"/>
    <dgm:cxn modelId="c3184" srcId="3185" destId="3184"/>
    <dgm:cxn modelId="c3185" srcId="3186" destId="3185"/>
    <dgm:cxn modelId="c3186" srcId="3187" destId="3186"/>
    <dgm:cxn modelId="c3187" srcId="3188" destId="3187"/>
    <dgm:cxn modelId="c3188" srcId="3189" destId="3188"/>
    <dgm:cxn modelId="c3189" srcId="3190" destId="3189"/>
    <dgm:cxn modelId="c3190" srcId="3191" destId="3190"/>
    <dgm:cxn modelId="c3191" srcId="3192" destId="3191"/>
    <dgm:cxn modelId="c3192" srcId="3193" destId="3192"/>
    <dgm:cxn modelId="c3193" srcId="3194" destId="3193"/>
    <dgm:cxn modelId="c3194" srcId="3195" destId="3194"/>
    <dgm:cxn modelId="c3195" srcId="3196" destId="3195"/>
    <dgm:cxn modelId="c3196" srcId="3197" destId="3196"/>
    <dgm:cxn modelId="c3197" srcId="3198" destId="3197"/>
    <dgm:cxn modelId="c3198" srcId="3199" destId="3198"/>
    <dgm:cxn modelId="c3199" srcId="3200" destId="3199"/>
    <dgm:cxn modelId="c3200" srcId="3201" destId="3200"/>
    <dgm:cxn modelId="c3201" srcId="3202" destId="3201"/>
    <dgm:cxn modelId="c3202" srcId="3203" destId="3202"/>
    <dgm:cxn modelId="c3203" srcId="3204" destId="3203"/>
    <dgm:cxn modelId="c3204" srcId="3205" destId="3204"/>
    <dgm:cxn modelId="c3205" srcId="3206" destId="3205"/>
    <dgm:cxn modelId="c3206" srcId="3207" destId="3206"/>
    <dgm:cxn modelId="c3207" srcId="3208" destId="3207"/>
    <dgm:cxn modelId="c3208" srcId="3209" destId="3208"/>
    <dgm:cxn modelId="c3209" srcId="3210" destId="3209"/>
    <dgm:cxn modelId="c3210" srcId="3211" destId="3210"/>
    <dgm:cxn modelId="c3211" srcId="3212" destId="3211"/>
    <dgm:cxn modelId="c3212" srcId="3213" destId="3212"/>
    <dgm:cxn modelId="c3213" srcId="3214" destId="3213"/>
    <dgm:cxn modelId="c3214" srcId="3215" destId="3214"/>
    <dgm:cxn modelId="c3215" srcId="3216" destId="3215"/>
    <dgm:cxn modelId="c3216" srcId="3217" destId="3216"/>
    <dgm:cxn modelId="c3217" srcId="3218" destId="3217"/>
    <dgm:cxn modelId="c3218" srcId="3219" destId="3218"/>
    <dgm:cxn modelId="c3219" srcId="3220" destId="3219"/>
    <dgm:cxn modelId="c3220" srcId="3221" destId="3220"/>
    <dgm:cxn modelId="c3221" srcId="3222" destId="3221"/>
    <dgm:cxn modelId="c3222" srcId="3223" destId="3222"/>
    <dgm:cxn modelId="c3223" srcId="3224" destId="3223"/>
    <dgm:cxn modelId="c3224" srcId="3225" destId="3224"/>
    <dgm:cxn modelId="c3225" srcId="3226" destId="3225"/>
    <dgm:cxn modelId="c3226" srcId="3227" destId="3226"/>
    <dgm:cxn modelId="c3227" srcId="3228" destId="3227"/>
    <dgm:cxn modelId="c3228" srcId="3229" destId="3228"/>
    <dgm:cxn modelId="c3229" srcId="3230" destId="3229"/>
    <dgm:cxn modelId="c3230" srcId="3231" destId="3230"/>
    <dgm:cxn modelId="c3231" srcId="3232" destId="3231"/>
    <dgm:cxn modelId="c3232" srcId="3233" destId="3232"/>
    <dgm:cxn modelId="c3233" srcId="3234" destId="3233"/>
    <dgm:cxn modelId="c3234" srcId="3235" destId="3234"/>
    <dgm:cxn modelId="c3235" srcId="3236" destId="3235"/>
    <dgm:cxn modelId="c3236" srcId="3237" destId="3236"/>
    <dgm:cxn modelId="c3237" srcId="3238" destId="3237"/>
    <dgm:cxn modelId="c3238" srcId="3239" destId="3238"/>
    <dgm:cxn modelId="c3239" srcId="3240" destId="3239"/>
    <dgm:cxn modelId="c3240" srcId="3241" destId="3240"/>
    <dgm:cxn modelId="c3241" srcId="3242" destId="3241"/>
    <dgm:cxn modelId="c3242" srcId="3243" destId="3242"/>
    <dgm:cxn modelId="c3243" srcId="3244" destId="3243"/>
    <dgm:cxn modelId="c3244" srcId="3245" destId="3244"/>
    <dgm:cxn modelId="c3245" srcId="3246" destId="3245"/>
    <dgm:cxn modelId="c3246" srcId="3247" destId="3246"/>
    <dgm:cxn modelId="c3247" srcId="3248" destId="3247"/>
    <dgm:cxn modelId="c3248" srcId="3249" destId="3248"/>
    <dgm:cxn modelId="c3249" srcId="3250" destId="3249"/>
    <dgm:cxn modelId="c3250" srcId="3251" destId="3250"/>
    <dgm:cxn modelId="c3251" srcId="3252" destId="3251"/>
    <dgm:cxn modelId="c3252" srcId="3253" destId="3252"/>
    <dgm:cxn modelId="c3253" srcId="3254" destId="3253"/>
    <dgm:cxn modelId="c3254" srcId="3255" destId="3254"/>
    <dgm:cxn modelId="c3255" srcId="3256" destId="3255"/>
    <dgm:cxn modelId="c3256" srcId="3257" destId="3256"/>
    <dgm:cxn modelId="c3257" srcId="3258" destId="3257"/>
    <dgm:cxn modelId="c3258" srcId="3259" destId="3258"/>
    <dgm:cxn modelId="c3259" srcId="3260" destId="3259"/>
    <dgm:cxn modelId="c3260" srcId="3261" destId="3260"/>
    <dgm:cxn modelId="c3261" srcId="3262" destId="3261"/>
    <dgm:cxn modelId="c3262" srcId="3263" destId="3262"/>
    <dgm:cxn modelId="c3263" srcId="3264" destId="3263"/>
    <dgm:cxn modelId="c3264" srcId="3265" destId="3264"/>
    <dgm:cxn modelId="c3265" srcId="3266" destId="3265"/>
    <dgm:cxn modelId="c3266" srcId="3267" destId="3266"/>
    <dgm:cxn modelId="c3267" srcId="3268" destId="3267"/>
    <dgm:cxn modelId="c3268" srcId="3269" destId="3268"/>
    <dgm:cxn modelId="c3269" srcId="3270" destId="3269"/>
    <dgm:cxn modelId="c3270" srcId="3271" destId="3270"/>
    <dgm:cxn modelId="c3271" srcId="3272" destId="3271"/>
    <dgm:cxn modelId="c3272" srcId="3273" destId="3272"/>
    <dgm:cxn modelId="c3273" srcId="3274" destId="3273"/>
    <dgm:cxn modelId="c3274" srcId="3275" destId="3274"/>
    <dgm:cxn modelId="c3275" srcId="3276" destId="3275"/>
    <dgm:cxn modelId="c3276" srcId="3277" destId="3276"/>
    <dgm:cxn modelId="c3277" srcId="3278" destId="3277"/>
    <dgm:cxn modelId="c3278" srcId="3279" destId="3278"/>
    <dgm:cxn modelId="c3279" srcId="3280" destId="3279"/>
    <dgm:cxn modelId="c3280" srcId="3281" destId="3280"/>
    <dgm:cxn modelId="c3281" srcId="3282" destId="3281"/>
    <dgm:cxn modelId="c3282" srcId="3283" destId="3282"/>
    <dgm:cxn modelId="c3283" srcId="3284" destId="3283"/>
    <dgm:cxn modelId="c3284" srcId="3285" destId="3284"/>
    <dgm:cxn modelId="c3285" srcId="3286" destId="3285"/>
    <dgm:cxn modelId="c3286" srcId="3287" destId="3286"/>
    <dgm:cxn modelId="c3287" srcId="3288" destId="3287"/>
    <dgm:cxn modelId="c3288" srcId="3289" destId="3288"/>
    <dgm:cxn modelId="c3289" srcId="3290" destId="3289"/>
    <dgm:cxn modelId="c3290" srcId="3291" destId="3290"/>
    <dgm:cxn modelId="c3291" srcId="3292" destId="3291"/>
    <dgm:cxn modelId="c3292" srcId="3293" destId="3292"/>
    <dgm:cxn modelId="c3293" srcId="3294" destId="3293"/>
    <dgm:cxn modelId="c3294" srcId="3295" destId="3294"/>
    <dgm:cxn modelId="c3295" srcId="3296" destId="3295"/>
    <dgm:cxn modelId="c3296" srcId="3297" destId="3296"/>
    <dgm:cxn modelId="c3297" srcId="3298" destId="3297"/>
    <dgm:cxn modelId="c3298" srcId="3299" destId="3298"/>
    <dgm:cxn modelId="c3299" srcId="3300" destId="3299"/>
    <dgm:cxn modelId="c3300" srcId="3301" destId="3300"/>
    <dgm:cxn modelId="c3301" srcId="3302" destId="3301"/>
    <dgm:cxn modelId="c3302" srcId="3303" destId="3302"/>
    <dgm:cxn modelId="c3303" srcId="3304" destId="3303"/>
    <dgm:cxn modelId="c3304" srcId="3305" destId="3304"/>
    <dgm:cxn modelId="c3305" srcId="3306" destId="3305"/>
    <dgm:cxn modelId="c3306" srcId="3307" destId="3306"/>
    <dgm:cxn modelId="c3307" srcId="3308" destId="3307"/>
    <dgm:cxn modelId="c3308" srcId="3309" destId="3308"/>
    <dgm:cxn modelId="c3309" srcId="3310" destId="3309"/>
    <dgm:cxn modelId="c3310" srcId="3311" destId="3310"/>
    <dgm:cxn modelId="c3311" srcId="3312" destId="3311"/>
    <dgm:cxn modelId="c3312" srcId="3313" destId="3312"/>
    <dgm:cxn modelId="c3313" srcId="3314" destId="3313"/>
    <dgm:cxn modelId="c3314" srcId="3315" destId="3314"/>
    <dgm:cxn modelId="c3315" srcId="3316" destId="3315"/>
    <dgm:cxn modelId="c3316" srcId="3317" destId="3316"/>
    <dgm:cxn modelId="c3317" srcId="3318" destId="3317"/>
    <dgm:cxn modelId="c3318" srcId="3319" destId="3318"/>
    <dgm:cxn modelId="c3319" srcId="3320" destId="3319"/>
    <dgm:cxn modelId="c3320" srcId="3321" destId="3320"/>
    <dgm:cxn modelId="c3321" srcId="3322" destId="3321"/>
    <dgm:cxn modelId="c3322" srcId="3323" destId="3322"/>
    <dgm:cxn modelId="c3323" srcId="3324" destId="3323"/>
    <dgm:cxn modelId="c3324" srcId="3325" destId="3324"/>
    <dgm:cxn modelId="c3325" srcId="3326" destId="3325"/>
    <dgm:cxn modelId="c3326" srcId="3327" destId="3326"/>
    <dgm:cxn modelId="c3327" srcId="3328" destId="3327"/>
    <dgm:cxn modelId="c3328" srcId="3329" destId="3328"/>
    <dgm:cxn modelId="c3329" srcId="3330" destId="3329"/>
    <dgm:cxn modelId="c3330" srcId="3331" destId="3330"/>
    <dgm:cxn modelId="c3331" srcId="3332" destId="3331"/>
    <dgm:cxn modelId="c3332" srcId="3333" destId="3332"/>
    <dgm:cxn modelId="c3333" srcId="3334" destId="3333"/>
    <dgm:cxn modelId="c3334" srcId="3335" destId="3334"/>
    <dgm:cxn modelId="c3335" srcId="3336" destId="3335"/>
    <dgm:cxn modelId="c3336" srcId="3337" destId="3336"/>
    <dgm:cxn modelId="c3337" srcId="3338" destId="3337"/>
    <dgm:cxn modelId="c3338" srcId="3339" destId="3338"/>
    <dgm:cxn modelId="c3339" srcId="3340" destId="3339"/>
    <dgm:cxn modelId="c3340" srcId="3341" destId="3340"/>
    <dgm:cxn modelId="c3341" srcId="3342" destId="3341"/>
    <dgm:cxn modelId="c3342" srcId="3343" destId="3342"/>
    <dgm:cxn modelId="c3343" srcId="3344" destId="3343"/>
    <dgm:cxn modelId="c3344" srcId="3345" destId="3344"/>
    <dgm:cxn modelId="c3345" srcId="3346" destId="3345"/>
    <dgm:cxn modelId="c3346" srcId="3347" destId="3346"/>
    <dgm:cxn modelId="c3347" srcId="3348" destId="3347"/>
    <dgm:cxn modelId="c3348" srcId="3349" destId="3348"/>
    <dgm:cxn modelId="c3349" srcId="3350" destId="3349"/>
    <dgm:cxn modelId="c3350" srcId="3351" destId="3350"/>
    <dgm:cxn modelId="c3351" srcId="3352" destId="3351"/>
    <dgm:cxn modelId="c3352" srcId="3353" destId="3352"/>
    <dgm:cxn modelId="c3353" srcId="3354" destId="3353"/>
    <dgm:cxn modelId="c3354" srcId="3355" destId="3354"/>
    <dgm:cxn modelId="c3355" srcId="3356" destId="3355"/>
    <dgm:cxn modelId="c3356" srcId="3357" destId="3356"/>
    <dgm:cxn modelId="c3357" srcId="3358" destId="3357"/>
    <dgm:cxn modelId="c3358" srcId="3359" destId="3358"/>
    <dgm:cxn modelId="c3359" srcId="3360" destId="3359"/>
    <dgm:cxn modelId="c3360" srcId="3361" destId="3360"/>
    <dgm:cxn modelId="c3361" srcId="3362" destId="3361"/>
    <dgm:cxn modelId="c3362" srcId="3363" destId="3362"/>
    <dgm:cxn modelId="c3363" srcId="3364" destId="3363"/>
    <dgm:cxn modelId="c3364" srcId="3365" destId="3364"/>
    <dgm:cxn modelId="c3365" srcId="3366" destId="3365"/>
    <dgm:cxn modelId="c3366" srcId="3367" destId="3366"/>
    <dgm:cxn modelId="c3367" srcId="3368" destId="3367"/>
    <dgm:cxn modelId="c3368" srcId="3369" destId="3368"/>
    <dgm:cxn modelId="c3369" srcId="3370" destId="3369"/>
    <dgm:cxn modelId="c3370" srcId="3371" destId="3370"/>
    <dgm:cxn modelId="c3371" srcId="3372" destId="3371"/>
    <dgm:cxn modelId="c3372" srcId="3373" destId="3372"/>
    <dgm:cxn modelId="c3373" srcId="3374" destId="3373"/>
    <dgm:cxn modelId="c3374" srcId="3375" destId="3374"/>
    <dgm:cxn modelId="c3375" srcId="3376" destId="3375"/>
    <dgm:cxn modelId="c3376" srcId="3377" destId="3376"/>
    <dgm:cxn modelId="c3377" srcId="3378" destId="3377"/>
    <dgm:cxn modelId="c3378" srcId="3379" destId="3378"/>
    <dgm:cxn modelId="c3379" srcId="3380" destId="3379"/>
    <dgm:cxn modelId="c3380" srcId="3381" destId="3380"/>
    <dgm:cxn modelId="c3381" srcId="3382" destId="3381"/>
    <dgm:cxn modelId="c3382" srcId="3383" destId="3382"/>
    <dgm:cxn modelId="c3383" srcId="3384" destId="3383"/>
    <dgm:cxn modelId="c3384" srcId="3385" destId="3384"/>
    <dgm:cxn modelId="c3385" srcId="3386" destId="3385"/>
    <dgm:cxn modelId="c3386" srcId="3387" destId="3386"/>
    <dgm:cxn modelId="c3387" srcId="3388" destId="3387"/>
    <dgm:cxn modelId="c3388" srcId="3389" destId="3388"/>
    <dgm:cxn modelId="c3389" srcId="3390" destId="3389"/>
    <dgm:cxn modelId="c3390" srcId="3391" destId="3390"/>
    <dgm:cxn modelId="c3391" srcId="3392" destId="3391"/>
    <dgm:cxn modelId="c3392" srcId="3393" destId="3392"/>
    <dgm:cxn modelId="c3393" srcId="3394" destId="3393"/>
    <dgm:cxn modelId="c3394" srcId="3395" destId="3394"/>
    <dgm:cxn modelId="c3395" srcId="3396" destId="3395"/>
    <dgm:cxn modelId="c3396" srcId="3397" destId="3396"/>
    <dgm:cxn modelId="c3397" srcId="3398" destId="3397"/>
    <dgm:cxn modelId="c3398" srcId="3399" destId="3398"/>
    <dgm:cxn modelId="c3399" srcId="3400" destId="3399"/>
    <dgm:cxn modelId="c3400" srcId="3401" destId="3400"/>
    <dgm:cxn modelId="c3401" srcId="3402" destId="3401"/>
    <dgm:cxn modelId="c3402" srcId="3403" destId="3402"/>
    <dgm:cxn modelId="c3403" srcId="3404" destId="3403"/>
    <dgm:cxn modelId="c3404" srcId="3405" destId="3404"/>
    <dgm:cxn modelId="c3405" srcId="3406" destId="3405"/>
    <dgm:cxn modelId="c3406" srcId="3407" destId="3406"/>
    <dgm:cxn modelId="c3407" srcId="3408" destId="3407"/>
    <dgm:cxn modelId="c3408" srcId="3409" destId="3408"/>
    <dgm:cxn modelId="c3409" srcId="3410" destId="3409"/>
    <dgm:cxn modelId="c3410" srcId="3411" destId="3410"/>
    <dgm:cxn modelId="c3411" srcId="3412" destId="3411"/>
    <dgm:cxn modelId="c3412" srcId="3413" destId="3412"/>
    <dgm:cxn modelId="c3413" srcId="3414" destId="3413"/>
    <dgm:cxn modelId="c3414" srcId="3415" destId="3414"/>
    <dgm:cxn modelId="c3415" srcId="3416" destId="3415"/>
    <dgm:cxn modelId="c3416" srcId="3417" destId="3416"/>
    <dgm:cxn modelId="c3417" srcId="3418" destId="3417"/>
    <dgm:cxn modelId="c3418" srcId="3419" destId="3418"/>
    <dgm:cxn modelId="c3419" srcId="3420" destId="3419"/>
    <dgm:cxn modelId="c3420" srcId="3421" destId="3420"/>
    <dgm:cxn modelId="c3421" srcId="3422" destId="3421"/>
    <dgm:cxn modelId="c3422" srcId="3423" destId="3422"/>
    <dgm:cxn modelId="c3423" srcId="3424" destId="3423"/>
    <dgm:cxn modelId="c3424" srcId="3425" destId="3424"/>
    <dgm:cxn modelId="c3425" srcId="3426" destId="3425"/>
    <dgm:cxn modelId="c3426" srcId="3427" destId="3426"/>
    <dgm:cxn modelId="c3427" srcId="3428" destId="3427"/>
    <dgm:cxn modelId="c3428" srcId="3429" destId="3428"/>
    <dgm:cxn modelId="c3429" srcId="3430" destId="3429"/>
    <dgm:cxn modelId="c3430" srcId="3431" destId="3430"/>
    <dgm:cxn modelId="c3431" srcId="3432" destId="3431"/>
    <dgm:cxn modelId="c3432" srcId="3433" destId="3432"/>
    <dgm:cxn modelId="c3433" srcId="3434" destId="3433"/>
    <dgm:cxn modelId="c3434" srcId="3435" destId="3434"/>
    <dgm:cxn modelId="c3435" srcId="3436" destId="3435"/>
    <dgm:cxn modelId="c3436" srcId="3437" destId="3436"/>
    <dgm:cxn modelId="c3437" srcId="3438" destId="3437"/>
    <dgm:cxn modelId="c3438" srcId="3439" destId="3438"/>
    <dgm:cxn modelId="c3439" srcId="3440" destId="3439"/>
    <dgm:cxn modelId="c3440" srcId="3441" destId="3440"/>
    <dgm:cxn modelId="c3441" srcId="3442" destId="3441"/>
    <dgm:cxn modelId="c3442" srcId="3443" destId="3442"/>
    <dgm:cxn modelId="c3443" srcId="3444" destId="3443"/>
    <dgm:cxn modelId="c3444" srcId="3445" destId="3444"/>
    <dgm:cxn modelId="c3445" srcId="3446" destId="3445"/>
    <dgm:cxn modelId="c3446" srcId="3447" destId="3446"/>
    <dgm:cxn modelId="c3447" srcId="3448" destId="3447"/>
    <dgm:cxn modelId="c3448" srcId="3449" destId="3448"/>
    <dgm:cxn modelId="c3449" srcId="3450" destId="3449"/>
    <dgm:cxn modelId="c3450" srcId="3451" destId="3450"/>
    <dgm:cxn modelId="c3451" srcId="3452" destId="3451"/>
    <dgm:cxn modelId="c3452" srcId="3453" destId="3452"/>
    <dgm:cxn modelId="c3453" srcId="3454" destId="3453"/>
    <dgm:cxn modelId="c3454" srcId="3455" destId="3454"/>
    <dgm:cxn modelId="c3455" srcId="3456" destId="3455"/>
    <dgm:cxn modelId="c3456" srcId="3457" destId="3456"/>
    <dgm:cxn modelId="c3457" srcId="3458" destId="3457"/>
    <dgm:cxn modelId="c3458" srcId="3459" destId="3458"/>
    <dgm:cxn modelId="c3459" srcId="3460" destId="3459"/>
    <dgm:cxn modelId="c3460" srcId="3461" destId="3460"/>
    <dgm:cxn modelId="c3461" srcId="3462" destId="3461"/>
    <dgm:cxn modelId="c3462" srcId="3463" destId="3462"/>
    <dgm:cxn modelId="c3463" srcId="3464" destId="3463"/>
    <dgm:cxn modelId="c3464" srcId="3465" destId="3464"/>
    <dgm:cxn modelId="c3465" srcId="3466" destId="3465"/>
    <dgm:cxn modelId="c3466" srcId="3467" destId="3466"/>
    <dgm:cxn modelId="c3467" srcId="3468" destId="3467"/>
    <dgm:cxn modelId="c3468" srcId="3469" destId="3468"/>
    <dgm:cxn modelId="c3469" srcId="3470" destId="3469"/>
    <dgm:cxn modelId="c3470" srcId="3471" destId="3470"/>
    <dgm:cxn modelId="c3471" srcId="3472" destId="3471"/>
    <dgm:cxn modelId="c3472" srcId="3473" destId="3472"/>
    <dgm:cxn modelId="c3473" srcId="3474" destId="3473"/>
    <dgm:cxn modelId="c3474" srcId="3475" destId="3474"/>
    <dgm:cxn modelId="c3475" srcId="3476" destId="3475"/>
    <dgm:cxn modelId="c3476" srcId="3477" destId="3476"/>
    <dgm:cxn modelId="c3477" srcId="3478" destId="3477"/>
    <dgm:cxn modelId="c3478" srcId="3479" destId="3478"/>
    <dgm:cxn modelId="c3479" srcId="3480" destId="3479"/>
    <dgm:cxn modelId="c3480" srcId="3481" destId="3480"/>
    <dgm:cxn modelId="c3481" srcId="3482" destId="3481"/>
    <dgm:cxn modelId="c3482" srcId="3483" destId="3482"/>
    <dgm:cxn modelId="c3483" srcId="3484" destId="3483"/>
    <dgm:cxn modelId="c3484" srcId="3485" destId="3484"/>
    <dgm:cxn modelId="c3485" srcId="3486" destId="3485"/>
    <dgm:cxn modelId="c3486" srcId="3487" destId="3486"/>
    <dgm:cxn modelId="c3487" srcId="3488" destId="3487"/>
    <dgm:cxn modelId="c3488" srcId="3489" destId="3488"/>
    <dgm:cxn modelId="c3489" srcId="3490" destId="3489"/>
    <dgm:cxn modelId="c3490" srcId="3491" destId="3490"/>
    <dgm:cxn modelId="c3491" srcId="3492" destId="3491"/>
    <dgm:cxn modelId="c3492" srcId="3493" destId="3492"/>
    <dgm:cxn modelId="c3493" srcId="3494" destId="3493"/>
    <dgm:cxn modelId="c3494" srcId="3495" destId="3494"/>
    <dgm:cxn modelId="c3495" srcId="3496" destId="3495"/>
    <dgm:cxn modelId="c3496" srcId="3497" destId="3496"/>
    <dgm:cxn modelId="c3497" srcId="3498" destId="3497"/>
    <dgm:cxn modelId="c3498" srcId="3499" destId="3498"/>
    <dgm:cxn modelId="c3499" srcId="3500" destId="3499"/>
    <dgm:cxn modelId="c3500" srcId="3501" destId="3500"/>
    <dgm:cxn modelId="c3501" srcId="3502" destId="3501"/>
    <dgm:cxn modelId="c3502" srcId="3503" destId="3502"/>
    <dgm:cxn modelId="c3503" srcId="3504" destId="3503"/>
    <dgm:cxn modelId="c3504" srcId="3505" destId="3504"/>
    <dgm:cxn modelId="c3505" srcId="3506" destId="3505"/>
    <dgm:cxn modelId="c3506" srcId="3507" destId="3506"/>
    <dgm:cxn modelId="c3507" srcId="3508" destId="3507"/>
    <dgm:cxn modelId="c3508" srcId="3509" destId="3508"/>
    <dgm:cxn modelId="c3509" srcId="3510" destId="3509"/>
    <dgm:cxn modelId="c3510" srcId="3511" destId="3510"/>
    <dgm:cxn modelId="c3511" srcId="3512" destId="3511"/>
    <dgm:cxn modelId="c3512" srcId="3513" destId="3512"/>
    <dgm:cxn modelId="c3513" srcId="3514" destId="3513"/>
    <dgm:cxn modelId="c3514" srcId="3515" destId="3514"/>
    <dgm:cxn modelId="c3515" srcId="3516" destId="3515"/>
    <dgm:cxn modelId="c3516" srcId="3517" destId="3516"/>
    <dgm:cxn modelId="c3517" srcId="3518" destId="3517"/>
    <dgm:cxn modelId="c3518" srcId="3519" destId="3518"/>
    <dgm:cxn modelId="c3519" srcId="3520" destId="3519"/>
    <dgm:cxn modelId="c3520" srcId="3521" destId="3520"/>
    <dgm:cxn modelId="c3521" srcId="3522" destId="3521"/>
    <dgm:cxn modelId="c3522" srcId="3523" destId="3522"/>
    <dgm:cxn modelId="c3523" srcId="3524" destId="3523"/>
    <dgm:cxn modelId="c3524" srcId="3525" destId="3524"/>
    <dgm:cxn modelId="c3525" srcId="3526" destId="3525"/>
    <dgm:cxn modelId="c3526" srcId="3527" destId="3526"/>
    <dgm:cxn modelId="c3527" srcId="3528" destId="3527"/>
    <dgm:cxn modelId="c3528" srcId="3529" destId="3528"/>
    <dgm:cxn modelId="c3529" srcId="3530" destId="3529"/>
    <dgm:cxn modelId="c3530" srcId="3531" destId="3530"/>
    <dgm:cxn modelId="c3531" srcId="3532" destId="3531"/>
    <dgm:cxn modelId="c3532" srcId="3533" destId="3532"/>
    <dgm:cxn modelId="c3533" srcId="3534" destId="3533"/>
    <dgm:cxn modelId="c3534" srcId="3535" destId="3534"/>
    <dgm:cxn modelId="c3535" srcId="3536" destId="3535"/>
    <dgm:cxn modelId="c3536" srcId="3537" destId="3536"/>
    <dgm:cxn modelId="c3537" srcId="3538" destId="3537"/>
    <dgm:cxn modelId="c3538" srcId="3539" destId="3538"/>
    <dgm:cxn modelId="c3539" srcId="3540" destId="3539"/>
    <dgm:cxn modelId="c3540" srcId="3541" destId="3540"/>
    <dgm:cxn modelId="c3541" srcId="3542" destId="3541"/>
    <dgm:cxn modelId="c3542" srcId="3543" destId="3542"/>
    <dgm:cxn modelId="c3543" srcId="3544" destId="3543"/>
    <dgm:cxn modelId="c3544" srcId="3545" destId="3544"/>
    <dgm:cxn modelId="c3545" srcId="3546" destId="3545"/>
    <dgm:cxn modelId="c3546" srcId="3547" destId="3546"/>
    <dgm:cxn modelId="c3547" srcId="3548" destId="3547"/>
    <dgm:cxn modelId="c3548" srcId="3549" destId="3548"/>
    <dgm:cxn modelId="c3549" srcId="3550" destId="3549"/>
    <dgm:cxn modelId="c3550" srcId="3551" destId="3550"/>
    <dgm:cxn modelId="c3551" srcId="3552" destId="3551"/>
    <dgm:cxn modelId="c3552" srcId="3553" destId="3552"/>
    <dgm:cxn modelId="c3553" srcId="3554" destId="3553"/>
    <dgm:cxn modelId="c3554" srcId="3555" destId="3554"/>
    <dgm:cxn modelId="c3555" srcId="3556" destId="3555"/>
    <dgm:cxn modelId="c3556" srcId="3557" destId="3556"/>
    <dgm:cxn modelId="c3557" srcId="3558" destId="3557"/>
    <dgm:cxn modelId="c3558" srcId="3559" destId="3558"/>
    <dgm:cxn modelId="c3559" srcId="3560" destId="3559"/>
    <dgm:cxn modelId="c3560" srcId="3561" destId="3560"/>
    <dgm:cxn modelId="c3561" srcId="3562" destId="3561"/>
    <dgm:cxn modelId="c3562" srcId="3563" destId="3562"/>
    <dgm:cxn modelId="c3563" srcId="3564" destId="3563"/>
    <dgm:cxn modelId="c3564" srcId="3565" destId="3564"/>
    <dgm:cxn modelId="c3565" srcId="3566" destId="3565"/>
    <dgm:cxn modelId="c3566" srcId="3567" destId="3566"/>
    <dgm:cxn modelId="c3567" srcId="3568" destId="3567"/>
    <dgm:cxn modelId="c3568" srcId="3569" destId="3568"/>
    <dgm:cxn modelId="c3569" srcId="3570" destId="3569"/>
    <dgm:cxn modelId="c3570" srcId="3571" destId="3570"/>
    <dgm:cxn modelId="c3571" srcId="3572" destId="3571"/>
    <dgm:cxn modelId="c3572" srcId="3573" destId="3572"/>
    <dgm:cxn modelId="c3573" srcId="3574" destId="3573"/>
    <dgm:cxn modelId="c3574" srcId="3575" destId="3574"/>
    <dgm:cxn modelId="c3575" srcId="3576" destId="3575"/>
    <dgm:cxn modelId="c3576" srcId="3577" destId="3576"/>
    <dgm:cxn modelId="c3577" srcId="3578" destId="3577"/>
    <dgm:cxn modelId="c3578" srcId="3579" destId="3578"/>
    <dgm:cxn modelId="c3579" srcId="3580" destId="3579"/>
    <dgm:cxn modelId="c3580" srcId="3581" destId="3580"/>
    <dgm:cxn modelId="c3581" srcId="3582" destId="3581"/>
    <dgm:cxn modelId="c3582" srcId="3583" destId="3582"/>
    <dgm:cxn modelId="c3583" srcId="3584" destId="3583"/>
    <dgm:cxn modelId="c3584" srcId="3585" destId="3584"/>
    <dgm:cxn modelId="c3585" srcId="3586" destId="3585"/>
    <dgm:cxn modelId="c3586" srcId="3587" destId="3586"/>
    <dgm:cxn modelId="c3587" srcId="3588" destId="3587"/>
    <dgm:cxn modelId="c3588" srcId="3589" destId="3588"/>
    <dgm:cxn modelId="c3589" srcId="3590" destId="3589"/>
    <dgm:cxn modelId="c3590" srcId="3591" destId="3590"/>
    <dgm:cxn modelId="c3591" srcId="3592" destId="3591"/>
    <dgm:cxn modelId="c3592" srcId="3593" destId="3592"/>
    <dgm:cxn modelId="c3593" srcId="3594" destId="3593"/>
    <dgm:cxn modelId="c3594" srcId="3595" destId="3594"/>
    <dgm:cxn modelId="c3595" srcId="3596" destId="3595"/>
    <dgm:cxn modelId="c3596" srcId="3597" destId="3596"/>
    <dgm:cxn modelId="c3597" srcId="3598" destId="3597"/>
    <dgm:cxn modelId="c3598" srcId="3599" destId="3598"/>
    <dgm:cxn modelId="c3599" srcId="3600" destId="3599"/>
    <dgm:cxn modelId="c3600" srcId="3601" destId="3600"/>
    <dgm:cxn modelId="c3601" srcId="3602" destId="3601"/>
    <dgm:cxn modelId="c3602" srcId="3603" destId="3602"/>
    <dgm:cxn modelId="c3603" srcId="3604" destId="3603"/>
    <dgm:cxn modelId="c3604" srcId="3605" destId="3604"/>
    <dgm:cxn modelId="c3605" srcId="3606" destId="3605"/>
    <dgm:cxn modelId="c3606" srcId="3607" destId="3606"/>
    <dgm:cxn modelId="c3607" srcId="3608" destId="3607"/>
    <dgm:cxn modelId="c3608" srcId="3609" destId="3608"/>
    <dgm:cxn modelId="c3609" srcId="3610" destId="3609"/>
    <dgm:cxn modelId="c3610" srcId="3611" destId="3610"/>
    <dgm:cxn modelId="c3611" srcId="3612" destId="3611"/>
    <dgm:cxn modelId="c3612" srcId="3613" destId="3612"/>
    <dgm:cxn modelId="c3613" srcId="3614" destId="3613"/>
    <dgm:cxn modelId="c3614" srcId="3615" destId="3614"/>
    <dgm:cxn modelId="c3615" srcId="3616" destId="3615"/>
    <dgm:cxn modelId="c3616" srcId="3617" destId="3616"/>
    <dgm:cxn modelId="c3617" srcId="3618" destId="3617"/>
    <dgm:cxn modelId="c3618" srcId="3619" destId="3618"/>
    <dgm:cxn modelId="c3619" srcId="3620" destId="3619"/>
    <dgm:cxn modelId="c3620" srcId="3621" destId="3620"/>
    <dgm:cxn modelId="c3621" srcId="3622" destId="3621"/>
    <dgm:cxn modelId="c3622" srcId="3623" destId="3622"/>
    <dgm:cxn modelId="c3623" srcId="3624" destId="3623"/>
    <dgm:cxn modelId="c3624" srcId="3625" destId="3624"/>
    <dgm:cxn modelId="c3625" srcId="3626" destId="3625"/>
    <dgm:cxn modelId="c3626" srcId="3627" destId="3626"/>
    <dgm:cxn modelId="c3627" srcId="3628" destId="3627"/>
    <dgm:cxn modelId="c3628" srcId="3629" destId="3628"/>
    <dgm:cxn modelId="c3629" srcId="3630" destId="3629"/>
    <dgm:cxn modelId="c3630" srcId="3631" destId="3630"/>
    <dgm:cxn modelId="c3631" srcId="3632" destId="3631"/>
    <dgm:cxn modelId="c3632" srcId="3633" destId="3632"/>
    <dgm:cxn modelId="c3633" srcId="3634" destId="3633"/>
    <dgm:cxn modelId="c3634" srcId="3635" destId="3634"/>
    <dgm:cxn modelId="c3635" srcId="3636" destId="3635"/>
    <dgm:cxn modelId="c3636" srcId="3637" destId="3636"/>
    <dgm:cxn modelId="c3637" srcId="3638" destId="3637"/>
    <dgm:cxn modelId="c3638" srcId="3639" destId="3638"/>
    <dgm:cxn modelId="c3639" srcId="3640" destId="3639"/>
    <dgm:cxn modelId="c3640" srcId="3641" destId="3640"/>
    <dgm:cxn modelId="c3641" srcId="3642" destId="3641"/>
    <dgm:cxn modelId="c3642" srcId="3643" destId="3642"/>
    <dgm:cxn modelId="c3643" srcId="3644" destId="3643"/>
    <dgm:cxn modelId="c3644" srcId="3645" destId="3644"/>
    <dgm:cxn modelId="c3645" srcId="3646" destId="3645"/>
    <dgm:cxn modelId="c3646" srcId="3647" destId="3646"/>
    <dgm:cxn modelId="c3647" srcId="3648" destId="3647"/>
    <dgm:cxn modelId="c3648" srcId="3649" destId="3648"/>
    <dgm:cxn modelId="c3649" srcId="3650" destId="3649"/>
    <dgm:cxn modelId="c3650" srcId="3651" destId="3650"/>
    <dgm:cxn modelId="c3651" srcId="3652" destId="3651"/>
    <dgm:cxn modelId="c3652" srcId="3653" destId="3652"/>
    <dgm:cxn modelId="c3653" srcId="3654" destId="3653"/>
    <dgm:cxn modelId="c3654" srcId="3655" destId="3654"/>
    <dgm:cxn modelId="c3655" srcId="3656" destId="3655"/>
    <dgm:cxn modelId="c3656" srcId="3657" destId="3656"/>
    <dgm:cxn modelId="c3657" srcId="3658" destId="3657"/>
    <dgm:cxn modelId="c3658" srcId="3659" destId="3658"/>
    <dgm:cxn modelId="c3659" srcId="3660" destId="3659"/>
    <dgm:cxn modelId="c3660" srcId="3661" destId="3660"/>
    <dgm:cxn modelId="c3661" srcId="3662" destId="3661"/>
    <dgm:cxn modelId="c3662" srcId="3663" destId="3662"/>
    <dgm:cxn modelId="c3663" srcId="3664" destId="3663"/>
    <dgm:cxn modelId="c3664" srcId="3665" destId="3664"/>
    <dgm:cxn modelId="c3665" srcId="3666" destId="3665"/>
    <dgm:cxn modelId="c3666" srcId="3667" destId="3666"/>
    <dgm:cxn modelId="c3667" srcId="3668" destId="3667"/>
    <dgm:cxn modelId="c3668" srcId="3669" destId="3668"/>
    <dgm:cxn modelId="c3669" srcId="3670" destId="3669"/>
    <dgm:cxn modelId="c3670" srcId="3671" destId="3670"/>
    <dgm:cxn modelId="c3671" srcId="3672" destId="3671"/>
    <dgm:cxn modelId="c3672" srcId="3673" destId="3672"/>
    <dgm:cxn modelId="c3673" srcId="3674" destId="3673"/>
    <dgm:cxn modelId="c3674" srcId="3675" destId="3674"/>
    <dgm:cxn modelId="c3675" srcId="3676" destId="3675"/>
    <dgm:cxn modelId="c3676" srcId="3677" destId="3676"/>
    <dgm:cxn modelId="c3677" srcId="3678" destId="3677"/>
    <dgm:cxn modelId="c3678" srcId="3679" destId="3678"/>
    <dgm:cxn modelId="c3679" srcId="3680" destId="3679"/>
    <dgm:cxn modelId="c3680" srcId="3681" destId="3680"/>
    <dgm:cxn modelId="c3681" srcId="3682" destId="3681"/>
    <dgm:cxn modelId="c3682" srcId="3683" destId="3682"/>
    <dgm:cxn modelId="c3683" srcId="3684" destId="3683"/>
    <dgm:cxn modelId="c3684" srcId="3685" destId="3684"/>
    <dgm:cxn modelId="c3685" srcId="3686" destId="3685"/>
    <dgm:cxn modelId="c3686" srcId="3687" destId="3686"/>
    <dgm:cxn modelId="c3687" srcId="3688" destId="3687"/>
    <dgm:cxn modelId="c3688" srcId="3689" destId="3688"/>
    <dgm:cxn modelId="c3689" srcId="3690" destId="3689"/>
    <dgm:cxn modelId="c3690" srcId="3691" destId="3690"/>
    <dgm:cxn modelId="c3691" srcId="3692" destId="3691"/>
    <dgm:cxn modelId="c3692" srcId="3693" destId="3692"/>
    <dgm:cxn modelId="c3693" srcId="3694" destId="3693"/>
    <dgm:cxn modelId="c3694" srcId="3695" destId="3694"/>
    <dgm:cxn modelId="c3695" srcId="3696" destId="3695"/>
    <dgm:cxn modelId="c3696" srcId="3697" destId="3696"/>
    <dgm:cxn modelId="c3697" srcId="3698" destId="3697"/>
    <dgm:cxn modelId="c3698" srcId="3699" destId="3698"/>
    <dgm:cxn modelId="c3699" srcId="3700" destId="3699"/>
    <dgm:cxn modelId="c3700" srcId="3701" destId="3700"/>
    <dgm:cxn modelId="c3701" srcId="3702" destId="3701"/>
    <dgm:cxn modelId="c3702" srcId="3703" destId="3702"/>
    <dgm:cxn modelId="c3703" srcId="3704" destId="3703"/>
    <dgm:cxn modelId="c3704" srcId="3705" destId="3704"/>
    <dgm:cxn modelId="c3705" srcId="3706" destId="3705"/>
    <dgm:cxn modelId="c3706" srcId="3707" destId="3706"/>
    <dgm:cxn modelId="c3707" srcId="3708" destId="3707"/>
    <dgm:cxn modelId="c3708" srcId="3709" destId="3708"/>
    <dgm:cxn modelId="c3709" srcId="3710" destId="3709"/>
    <dgm:cxn modelId="c3710" srcId="3711" destId="3710"/>
    <dgm:cxn modelId="c3711" srcId="3712" destId="3711"/>
    <dgm:cxn modelId="c3712" srcId="3713" destId="3712"/>
    <dgm:cxn modelId="c3713" srcId="3714" destId="3713"/>
    <dgm:cxn modelId="c3714" srcId="3715" destId="3714"/>
    <dgm:cxn modelId="c3715" srcId="3716" destId="3715"/>
    <dgm:cxn modelId="c3716" srcId="3717" destId="3716"/>
    <dgm:cxn modelId="c3717" srcId="3718" destId="3717"/>
    <dgm:cxn modelId="c3718" srcId="3719" destId="3718"/>
    <dgm:cxn modelId="c3719" srcId="3720" destId="3719"/>
    <dgm:cxn modelId="c3720" srcId="3721" destId="3720"/>
    <dgm:cxn modelId="c3721" srcId="3722" destId="3721"/>
    <dgm:cxn modelId="c3722" srcId="3723" destId="3722"/>
    <dgm:cxn modelId="c3723" srcId="3724" destId="3723"/>
    <dgm:cxn modelId="c3724" srcId="3725" destId="3724"/>
    <dgm:cxn modelId="c3725" srcId="3726" destId="3725"/>
    <dgm:cxn modelId="c3726" srcId="3727" destId="3726"/>
    <dgm:cxn modelId="c3727" srcId="3728" destId="3727"/>
    <dgm:cxn modelId="c3728" srcId="3729" destId="3728"/>
    <dgm:cxn modelId="c3729" srcId="3730" destId="3729"/>
    <dgm:cxn modelId="c3730" srcId="3731" destId="3730"/>
    <dgm:cxn modelId="c3731" srcId="3732" destId="3731"/>
    <dgm:cxn modelId="c3732" srcId="3733" destId="3732"/>
    <dgm:cxn modelId="c3733" srcId="3734" destId="3733"/>
    <dgm:cxn modelId="c3734" srcId="3735" destId="3734"/>
    <dgm:cxn modelId="c3735" srcId="3736" destId="3735"/>
    <dgm:cxn modelId="c3736" srcId="3737" destId="3736"/>
    <dgm:cxn modelId="c3737" srcId="3738" destId="3737"/>
    <dgm:cxn modelId="c3738" srcId="3739" destId="3738"/>
    <dgm:cxn modelId="c3739" srcId="3740" destId="3739"/>
    <dgm:cxn modelId="c3740" srcId="3741" destId="3740"/>
    <dgm:cxn modelId="c3741" srcId="3742" destId="3741"/>
    <dgm:cxn modelId="c3742" srcId="3743" destId="3742"/>
    <dgm:cxn modelId="c3743" srcId="3744" destId="3743"/>
    <dgm:cxn modelId="c3744" srcId="3745" destId="3744"/>
    <dgm:cxn modelId="c3745" srcId="3746" destId="3745"/>
    <dgm:cxn modelId="c3746" srcId="3747" destId="3746"/>
    <dgm:cxn modelId="c3747" srcId="3748" destId="3747"/>
    <dgm:cxn modelId="c3748" srcId="3749" destId="3748"/>
    <dgm:cxn modelId="c3749" srcId="3750" destId="3749"/>
    <dgm:cxn modelId="c3750" srcId="3751" destId="3750"/>
    <dgm:cxn modelId="c3751" srcId="3752" destId="3751"/>
    <dgm:cxn modelId="c3752" srcId="3753" destId="3752"/>
    <dgm:cxn modelId="c3753" srcId="3754" destId="3753"/>
    <dgm:cxn modelId="c3754" srcId="3755" destId="3754"/>
    <dgm:cxn modelId="c3755" srcId="3756" destId="3755"/>
    <dgm:cxn modelId="c3756" srcId="3757" destId="3756"/>
    <dgm:cxn modelId="c3757" srcId="3758" destId="3757"/>
    <dgm:cxn modelId="c3758" srcId="3759" destId="3758"/>
    <dgm:cxn modelId="c3759" srcId="3760" destId="3759"/>
    <dgm:cxn modelId="c3760" srcId="3761" destId="3760"/>
    <dgm:cxn modelId="c3761" srcId="3762" destId="3761"/>
    <dgm:cxn modelId="c3762" srcId="3763" destId="3762"/>
    <dgm:cxn modelId="c3763" srcId="3764" destId="3763"/>
    <dgm:cxn modelId="c3764" srcId="3765" destId="3764"/>
    <dgm:cxn modelId="c3765" srcId="3766" destId="3765"/>
    <dgm:cxn modelId="c3766" srcId="3767" destId="3766"/>
    <dgm:cxn modelId="c3767" srcId="3768" destId="3767"/>
    <dgm:cxn modelId="c3768" srcId="3769" destId="3768"/>
    <dgm:cxn modelId="c3769" srcId="3770" destId="3769"/>
    <dgm:cxn modelId="c3770" srcId="3771" destId="3770"/>
    <dgm:cxn modelId="c3771" srcId="3772" destId="3771"/>
    <dgm:cxn modelId="c3772" srcId="3773" destId="3772"/>
    <dgm:cxn modelId="c3773" srcId="3774" destId="3773"/>
    <dgm:cxn modelId="c3774" srcId="3775" destId="3774"/>
    <dgm:cxn modelId="c3775" srcId="3776" destId="3775"/>
    <dgm:cxn modelId="c3776" srcId="3777" destId="3776"/>
    <dgm:cxn modelId="c3777" srcId="3778" destId="3777"/>
    <dgm:cxn modelId="c3778" srcId="3779" destId="3778"/>
    <dgm:cxn modelId="c3779" srcId="3780" destId="3779"/>
    <dgm:cxn modelId="c3780" srcId="3781" destId="3780"/>
    <dgm:cxn modelId="c3781" srcId="3782" destId="3781"/>
    <dgm:cxn modelId="c3782" srcId="3783" destId="3782"/>
    <dgm:cxn modelId="c3783" srcId="3784" destId="3783"/>
    <dgm:cxn modelId="c3784" srcId="3785" destId="3784"/>
    <dgm:cxn modelId="c3785" srcId="3786" destId="3785"/>
    <dgm:cxn modelId="c3786" srcId="3787" destId="3786"/>
    <dgm:cxn modelId="c3787" srcId="3788" destId="3787"/>
    <dgm:cxn modelId="c3788" srcId="3789" destId="3788"/>
    <dgm:cxn modelId="c3789" srcId="3790" destId="3789"/>
    <dgm:cxn modelId="c3790" srcId="3791" destId="3790"/>
    <dgm:cxn modelId="c3791" srcId="3792" destId="3791"/>
    <dgm:cxn modelId="c3792" srcId="3793" destId="3792"/>
    <dgm:cxn modelId="c3793" srcId="3794" destId="3793"/>
    <dgm:cxn modelId="c3794" srcId="3795" destId="3794"/>
    <dgm:cxn modelId="c3795" srcId="3796" destId="3795"/>
    <dgm:cxn modelId="c3796" srcId="3797" destId="3796"/>
    <dgm:cxn modelId="c3797" srcId="3798" destId="3797"/>
    <dgm:cxn modelId="c3798" srcId="3799" destId="3798"/>
    <dgm:cxn modelId="c3799" srcId="3800" destId="3799"/>
    <dgm:cxn modelId="c3800" srcId="3801" destId="3800"/>
    <dgm:cxn modelId="c3801" srcId="3802" destId="3801"/>
    <dgm:cxn modelId="c3802" srcId="3803" destId="3802"/>
    <dgm:cxn modelId="c3803" srcId="3804" destId="3803"/>
    <dgm:cxn modelId="c3804" srcId="3805" destId="3804"/>
    <dgm:cxn modelId="c3805" srcId="3806" destId="3805"/>
    <dgm:cxn modelId="c3806" srcId="3807" destId="3806"/>
    <dgm:cxn modelId="c3807" srcId="3808" destId="3807"/>
    <dgm:cxn modelId="c3808" srcId="3809" destId="3808"/>
    <dgm:cxn modelId="c3809" srcId="3810" destId="3809"/>
    <dgm:cxn modelId="c3810" srcId="3811" destId="3810"/>
    <dgm:cxn modelId="c3811" srcId="3812" destId="3811"/>
    <dgm:cxn modelId="c3812" srcId="3813" destId="3812"/>
    <dgm:cxn modelId="c3813" srcId="3814" destId="3813"/>
    <dgm:cxn modelId="c3814" srcId="3815" destId="3814"/>
    <dgm:cxn modelId="c3815" srcId="3816" destId="3815"/>
    <dgm:cxn modelId="c3816" srcId="3817" destId="3816"/>
    <dgm:cxn modelId="c3817" srcId="3818" destId="3817"/>
    <dgm:cxn modelId="c3818" srcId="3819" destId="3818"/>
    <dgm:cxn modelId="c3819" srcId="3820" destId="3819"/>
    <dgm:cxn modelId="c3820" srcId="3821" destId="3820"/>
    <dgm:cxn modelId="c3821" srcId="3822" destId="3821"/>
    <dgm:cxn modelId="c3822" srcId="3823" destId="3822"/>
    <dgm:cxn modelId="c3823" srcId="3824" destId="3823"/>
    <dgm:cxn modelId="c3824" srcId="3825" destId="3824"/>
    <dgm:cxn modelId="c3825" srcId="3826" destId="3825"/>
    <dgm:cxn modelId="c3826" srcId="3827" destId="3826"/>
    <dgm:cxn modelId="c3827" srcId="3828" destId="3827"/>
    <dgm:cxn modelId="c3828" srcId="3829" destId="3828"/>
    <dgm:cxn modelId="c3829" srcId="3830" destId="3829"/>
    <dgm:cxn modelId="c3830" srcId="3831" destId="3830"/>
    <dgm:cxn modelId="c3831" srcId="3832" destId="3831"/>
    <dgm:cxn modelId="c3832" srcId="3833" destId="3832"/>
    <dgm:cxn modelId="c3833" srcId="3834" destId="3833"/>
    <dgm:cxn modelId="c3834" srcId="3835" destId="3834"/>
    <dgm:cxn modelId="c3835" srcId="3836" destId="3835"/>
    <dgm:cxn modelId="c3836" srcId="3837" destId="3836"/>
    <dgm:cxn modelId="c3837" srcId="3838" destId="3837"/>
    <dgm:cxn modelId="c3838" srcId="3839" destId="3838"/>
    <dgm:cxn modelId="c3839" srcId="3840" destId="3839"/>
    <dgm:cxn modelId="c3840" srcId="3841" destId="3840"/>
    <dgm:cxn modelId="c3841" srcId="3842" destId="3841"/>
    <dgm:cxn modelId="c3842" srcId="3843" destId="3842"/>
    <dgm:cxn modelId="c3843" srcId="3844" destId="3843"/>
    <dgm:cxn modelId="c3844" srcId="3845" destId="3844"/>
    <dgm:cxn modelId="c3845" srcId="3846" destId="3845"/>
    <dgm:cxn modelId="c3846" srcId="3847" destId="3846"/>
    <dgm:cxn modelId="c3847" srcId="3848" destId="3847"/>
    <dgm:cxn modelId="c3848" srcId="3849" destId="3848"/>
    <dgm:cxn modelId="c3849" srcId="3850" destId="3849"/>
    <dgm:cxn modelId="c3850" srcId="3851" destId="3850"/>
    <dgm:cxn modelId="c3851" srcId="3852" destId="3851"/>
    <dgm:cxn modelId="c3852" srcId="3853" destId="3852"/>
    <dgm:cxn modelId="c3853" srcId="3854" destId="3853"/>
    <dgm:cxn modelId="c3854" srcId="3855" destId="3854"/>
    <dgm:cxn modelId="c3855" srcId="3856" destId="3855"/>
    <dgm:cxn modelId="c3856" srcId="3857" destId="3856"/>
    <dgm:cxn modelId="c3857" srcId="3858" destId="3857"/>
    <dgm:cxn modelId="c3858" srcId="3859" destId="3858"/>
    <dgm:cxn modelId="c3859" srcId="3860" destId="3859"/>
    <dgm:cxn modelId="c3860" srcId="3861" destId="3860"/>
    <dgm:cxn modelId="c3861" srcId="3862" destId="3861"/>
    <dgm:cxn modelId="c3862" srcId="3863" destId="3862"/>
    <dgm:cxn modelId="c3863" srcId="3864" destId="3863"/>
    <dgm:cxn modelId="c3864" srcId="3865" destId="3864"/>
    <dgm:cxn modelId="c3865" srcId="3866" destId="3865"/>
    <dgm:cxn modelId="c3866" srcId="3867" destId="3866"/>
    <dgm:cxn modelId="c3867" srcId="3868" destId="3867"/>
    <dgm:cxn modelId="c3868" srcId="3869" destId="3868"/>
    <dgm:cxn modelId="c3869" srcId="3870" destId="3869"/>
    <dgm:cxn modelId="c3870" srcId="3871" destId="3870"/>
    <dgm:cxn modelId="c3871" srcId="3872" destId="3871"/>
    <dgm:cxn modelId="c3872" srcId="3873" destId="3872"/>
    <dgm:cxn modelId="c3873" srcId="3874" destId="3873"/>
    <dgm:cxn modelId="c3874" srcId="3875" destId="3874"/>
    <dgm:cxn modelId="c3875" srcId="3876" destId="3875"/>
    <dgm:cxn modelId="c3876" srcId="3877" destId="3876"/>
    <dgm:cxn modelId="c3877" srcId="3878" destId="3877"/>
    <dgm:cxn modelId="c3878" srcId="3879" destId="3878"/>
    <dgm:cxn modelId="c3879" srcId="3880" destId="3879"/>
    <dgm:cxn modelId="c3880" srcId="3881" destId="3880"/>
    <dgm:cxn modelId="c3881" srcId="3882" destId="3881"/>
    <dgm:cxn modelId="c3882" srcId="3883" destId="3882"/>
    <dgm:cxn modelId="c3883" srcId="3884" destId="3883"/>
    <dgm:cxn modelId="c3884" srcId="3885" destId="3884"/>
    <dgm:cxn modelId="c3885" srcId="3886" destId="3885"/>
    <dgm:cxn modelId="c3886" srcId="3887" destId="3886"/>
    <dgm:cxn modelId="c3887" srcId="3888" destId="3887"/>
    <dgm:cxn modelId="c3888" srcId="3889" destId="3888"/>
    <dgm:cxn modelId="c3889" srcId="3890" destId="3889"/>
    <dgm:cxn modelId="c3890" srcId="3891" destId="3890"/>
    <dgm:cxn modelId="c3891" srcId="3892" destId="3891"/>
    <dgm:cxn modelId="c3892" srcId="3893" destId="3892"/>
    <dgm:cxn modelId="c3893" srcId="3894" destId="3893"/>
    <dgm:cxn modelId="c3894" srcId="3895" destId="3894"/>
    <dgm:cxn modelId="c3895" srcId="3896" destId="3895"/>
    <dgm:cxn modelId="c3896" srcId="3897" destId="3896"/>
    <dgm:cxn modelId="c3897" srcId="3898" destId="3897"/>
    <dgm:cxn modelId="c3898" srcId="3899" destId="3898"/>
    <dgm:cxn modelId="c3899" srcId="3900" destId="3899"/>
    <dgm:cxn modelId="c3900" srcId="3901" destId="3900"/>
    <dgm:cxn modelId="c3901" srcId="3902" destId="3901"/>
    <dgm:cxn modelId="c3902" srcId="3903" destId="3902"/>
    <dgm:cxn modelId="c3903" srcId="3904" destId="3903"/>
    <dgm:cxn modelId="c3904" srcId="3905" destId="3904"/>
    <dgm:cxn modelId="c3905" srcId="3906" destId="3905"/>
    <dgm:cxn modelId="c3906" srcId="3907" destId="3906"/>
    <dgm:cxn modelId="c3907" srcId="3908" destId="3907"/>
    <dgm:cxn modelId="c3908" srcId="3909" destId="3908"/>
    <dgm:cxn modelId="c3909" srcId="3910" destId="3909"/>
    <dgm:cxn modelId="c3910" srcId="3911" destId="3910"/>
    <dgm:cxn modelId="c3911" srcId="3912" destId="3911"/>
    <dgm:cxn modelId="c3912" srcId="3913" destId="3912"/>
    <dgm:cxn modelId="c3913" srcId="3914" destId="3913"/>
    <dgm:cxn modelId="c3914" srcId="3915" destId="3914"/>
    <dgm:cxn modelId="c3915" srcId="3916" destId="3915"/>
    <dgm:cxn modelId="c3916" srcId="3917" destId="3916"/>
    <dgm:cxn modelId="c3917" srcId="3918" destId="3917"/>
    <dgm:cxn modelId="c3918" srcId="3919" destId="3918"/>
    <dgm:cxn modelId="c3919" srcId="3920" destId="3919"/>
    <dgm:cxn modelId="c3920" srcId="3921" destId="3920"/>
    <dgm:cxn modelId="c3921" srcId="3922" destId="3921"/>
    <dgm:cxn modelId="c3922" srcId="3923" destId="3922"/>
    <dgm:cxn modelId="c3923" srcId="3924" destId="3923"/>
    <dgm:cxn modelId="c3924" srcId="3925" destId="3924"/>
    <dgm:cxn modelId="c3925" srcId="3926" destId="3925"/>
    <dgm:cxn modelId="c3926" srcId="3927" destId="3926"/>
    <dgm:cxn modelId="c3927" srcId="3928" destId="3927"/>
    <dgm:cxn modelId="c3928" srcId="3929" destId="3928"/>
    <dgm:cxn modelId="c3929" srcId="3930" destId="3929"/>
    <dgm:cxn modelId="c3930" srcId="3931" destId="3930"/>
    <dgm:cxn modelId="c3931" srcId="3932" destId="3931"/>
    <dgm:cxn modelId="c3932" srcId="3933" destId="3932"/>
    <dgm:cxn modelId="c3933" srcId="3934" destId="3933"/>
    <dgm:cxn modelId="c3934" srcId="3935" destId="3934"/>
    <dgm:cxn modelId="c3935" srcId="3936" destId="3935"/>
    <dgm:cxn modelId="c3936" srcId="3937" destId="3936"/>
    <dgm:cxn modelId="c3937" srcId="3938" destId="3937"/>
    <dgm:cxn modelId="c3938" srcId="3939" destId="3938"/>
    <dgm:cxn modelId="c3939" srcId="3940" destId="3939"/>
    <dgm:cxn modelId="c3940" srcId="3941" destId="3940"/>
    <dgm:cxn modelId="c3941" srcId="3942" destId="3941"/>
    <dgm:cxn modelId="c3942" srcId="3943" destId="3942"/>
    <dgm:cxn modelId="c3943" srcId="3944" destId="3943"/>
    <dgm:cxn modelId="c3944" srcId="3945" destId="3944"/>
    <dgm:cxn modelId="c3945" srcId="3946" destId="3945"/>
    <dgm:cxn modelId="c3946" srcId="3947" destId="3946"/>
    <dgm:cxn modelId="c3947" srcId="3948" destId="3947"/>
    <dgm:cxn modelId="c3948" srcId="3949" destId="3948"/>
    <dgm:cxn modelId="c3949" srcId="3950" destId="3949"/>
    <dgm:cxn modelId="c3950" srcId="3951" destId="3950"/>
    <dgm:cxn modelId="c3951" srcId="3952" destId="3951"/>
    <dgm:cxn modelId="c3952" srcId="3953" destId="3952"/>
    <dgm:cxn modelId="c3953" srcId="3954" destId="3953"/>
    <dgm:cxn modelId="c3954" srcId="3955" destId="3954"/>
    <dgm:cxn modelId="c3955" srcId="3956" destId="3955"/>
    <dgm:cxn modelId="c3956" srcId="3957" destId="3956"/>
    <dgm:cxn modelId="c3957" srcId="3958" destId="3957"/>
    <dgm:cxn modelId="c3958" srcId="3959" destId="3958"/>
    <dgm:cxn modelId="c3959" srcId="3960" destId="3959"/>
    <dgm:cxn modelId="c3960" srcId="3961" destId="3960"/>
    <dgm:cxn modelId="c3961" srcId="3962" destId="3961"/>
    <dgm:cxn modelId="c3962" srcId="3963" destId="3962"/>
    <dgm:cxn modelId="c3963" srcId="3964" destId="3963"/>
    <dgm:cxn modelId="c3964" srcId="3965" destId="3964"/>
    <dgm:cxn modelId="c3965" srcId="3966" destId="3965"/>
    <dgm:cxn modelId="c3966" srcId="3967" destId="3966"/>
    <dgm:cxn modelId="c3967" srcId="3968" destId="3967"/>
    <dgm:cxn modelId="c3968" srcId="3969" destId="3968"/>
    <dgm:cxn modelId="c3969" srcId="3970" destId="3969"/>
    <dgm:cxn modelId="c3970" srcId="3971" destId="3970"/>
    <dgm:cxn modelId="c3971" srcId="3972" destId="3971"/>
    <dgm:cxn modelId="c3972" srcId="3973" destId="3972"/>
    <dgm:cxn modelId="c3973" srcId="3974" destId="3973"/>
    <dgm:cxn modelId="c3974" srcId="3975" destId="3974"/>
    <dgm:cxn modelId="c3975" srcId="3976" destId="3975"/>
    <dgm:cxn modelId="c3976" srcId="3977" destId="3976"/>
    <dgm:cxn modelId="c3977" srcId="3978" destId="3977"/>
    <dgm:cxn modelId="c3978" srcId="3979" destId="3978"/>
    <dgm:cxn modelId="c3979" srcId="3980" destId="3979"/>
    <dgm:cxn modelId="c3980" srcId="3981" destId="3980"/>
    <dgm:cxn modelId="c3981" srcId="3982" destId="3981"/>
    <dgm:cxn modelId="c3982" srcId="3983" destId="3982"/>
    <dgm:cxn modelId="c3983" srcId="3984" destId="3983"/>
    <dgm:cxn modelId="c3984" srcId="3985" destId="3984"/>
    <dgm:cxn modelId="c3985" srcId="3986" destId="3985"/>
    <dgm:cxn modelId="c3986" srcId="3987" destId="3986"/>
    <dgm:cxn modelId="c3987" srcId="3988" destId="3987"/>
    <dgm:cxn modelId="c3988" srcId="3989" destId="3988"/>
    <dgm:cxn modelId="c3989" srcId="3990" destId="3989"/>
    <dgm:cxn modelId="c3990" srcId="3991" destId="3990"/>
    <dgm:cxn modelId="c3991" srcId="3992" destId="3991"/>
    <dgm:cxn modelId="c3992" srcId="3993" destId="3992"/>
    <dgm:cxn modelId="c3993" srcId="3994" destId="3993"/>
    <dgm:cxn modelId="c3994" srcId="3995" destId="3994"/>
    <dgm:cxn modelId="c3995" srcId="3996" destId="3995"/>
    <dgm:cxn modelId="c3996" srcId="3997" destId="3996"/>
    <dgm:cxn modelId="c3997" srcId="3998" destId="3997"/>
    <dgm:cxn modelId="c3998" srcId="3999" destId="3998"/>
    <dgm:cxn modelId="c3999" srcId="4000" destId="3999"/>
    <dgm:cxn modelId="c4000" srcId="4001" destId="4000"/>
    <dgm:cxn modelId="c4001" srcId="4002" destId="4001"/>
    <dgm:cxn modelId="c4002" srcId="4003" destId="4002"/>
    <dgm:cxn modelId="c4003" srcId="4004" destId="4003"/>
    <dgm:cxn modelId="c4004" srcId="4005" destId="4004"/>
    <dgm:cxn modelId="c4005" srcId="4006" destId="4005"/>
    <dgm:cxn modelId="c4006" srcId="4007" destId="4006"/>
    <dgm:cxn modelId="c4007" srcId="4008" destId="4007"/>
    <dgm:cxn modelId="c4008" srcId="4009" destId="4008"/>
    <dgm:cxn modelId="c4009" srcId="4010" destId="4009"/>
    <dgm:cxn modelId="c4010" srcId="4011" destId="4010"/>
    <dgm:cxn modelId="c4011" srcId="4012" destId="4011"/>
    <dgm:cxn modelId="c4012" srcId="4013" destId="4012"/>
    <dgm:cxn modelId="c4013" srcId="4014" destId="4013"/>
    <dgm:cxn modelId="c4014" srcId="4015" destId="4014"/>
    <dgm:cxn modelId="c4015" srcId="4016" destId="4015"/>
    <dgm:cxn modelId="c4016" srcId="4017" destId="4016"/>
    <dgm:cxn modelId="c4017" srcId="4018" destId="4017"/>
    <dgm:cxn modelId="c4018" srcId="4019" destId="4018"/>
    <dgm:cxn modelId="c4019" srcId="4020" destId="4019"/>
    <dgm:cxn modelId="c4020" srcId="4021" destId="4020"/>
    <dgm:cxn modelId="c4021" srcId="4022" destId="4021"/>
    <dgm:cxn modelId="c4022" srcId="4023" destId="4022"/>
    <dgm:cxn modelId="c4023" srcId="4024" destId="4023"/>
    <dgm:cxn modelId="c4024" srcId="4025" destId="4024"/>
    <dgm:cxn modelId="c4025" srcId="4026" destId="4025"/>
    <dgm:cxn modelId="c4026" srcId="4027" destId="4026"/>
    <dgm:cxn modelId="c4027" srcId="4028" destId="4027"/>
    <dgm:cxn modelId="c4028" srcId="4029" destId="4028"/>
    <dgm:cxn modelId="c4029" srcId="4030" destId="4029"/>
    <dgm:cxn modelId="c4030" srcId="4031" destId="4030"/>
    <dgm:cxn modelId="c4031" srcId="4032" destId="4031"/>
    <dgm:cxn modelId="c4032" srcId="4033" destId="4032"/>
    <dgm:cxn modelId="c4033" srcId="4034" destId="4033"/>
    <dgm:cxn modelId="c4034" srcId="4035" destId="4034"/>
    <dgm:cxn modelId="c4035" srcId="4036" destId="4035"/>
    <dgm:cxn modelId="c4036" srcId="4037" destId="4036"/>
    <dgm:cxn modelId="c4037" srcId="4038" destId="4037"/>
    <dgm:cxn modelId="c4038" srcId="4039" destId="4038"/>
    <dgm:cxn modelId="c4039" srcId="4040" destId="4039"/>
    <dgm:cxn modelId="c4040" srcId="4041" destId="4040"/>
    <dgm:cxn modelId="c4041" srcId="4042" destId="4041"/>
    <dgm:cxn modelId="c4042" srcId="4043" destId="4042"/>
    <dgm:cxn modelId="c4043" srcId="4044" destId="4043"/>
    <dgm:cxn modelId="c4044" srcId="4045" destId="4044"/>
    <dgm:cxn modelId="c4045" srcId="4046" destId="4045"/>
    <dgm:cxn modelId="c4046" srcId="4047" destId="4046"/>
    <dgm:cxn modelId="c4047" srcId="4048" destId="4047"/>
    <dgm:cxn modelId="c4048" srcId="4049" destId="4048"/>
    <dgm:cxn modelId="c4049" srcId="4050" destId="4049"/>
    <dgm:cxn modelId="c4050" srcId="4051" destId="4050"/>
    <dgm:cxn modelId="c4051" srcId="4052" destId="4051"/>
    <dgm:cxn modelId="c4052" srcId="4053" destId="4052"/>
    <dgm:cxn modelId="c4053" srcId="4054" destId="4053"/>
    <dgm:cxn modelId="c4054" srcId="4055" destId="4054"/>
    <dgm:cxn modelId="c4055" srcId="4056" destId="4055"/>
    <dgm:cxn modelId="c4056" srcId="4057" destId="4056"/>
    <dgm:cxn modelId="c4057" srcId="4058" destId="4057"/>
    <dgm:cxn modelId="c4058" srcId="4059" destId="4058"/>
    <dgm:cxn modelId="c4059" srcId="4060" destId="4059"/>
    <dgm:cxn modelId="c4060" srcId="4061" destId="4060"/>
    <dgm:cxn modelId="c4061" srcId="4062" destId="4061"/>
    <dgm:cxn modelId="c4062" srcId="4063" destId="4062"/>
    <dgm:cxn modelId="c4063" srcId="4064" destId="4063"/>
    <dgm:cxn modelId="c4064" srcId="4065" destId="4064"/>
    <dgm:cxn modelId="c4065" srcId="4066" destId="4065"/>
    <dgm:cxn modelId="c4066" srcId="4067" destId="4066"/>
    <dgm:cxn modelId="c4067" srcId="4068" destId="4067"/>
    <dgm:cxn modelId="c4068" srcId="4069" destId="4068"/>
    <dgm:cxn modelId="c4069" srcId="4070" destId="4069"/>
    <dgm:cxn modelId="c4070" srcId="4071" destId="4070"/>
    <dgm:cxn modelId="c4071" srcId="4072" destId="4071"/>
    <dgm:cxn modelId="c4072" srcId="4073" destId="4072"/>
    <dgm:cxn modelId="c4073" srcId="4074" destId="4073"/>
    <dgm:cxn modelId="c4074" srcId="4075" destId="4074"/>
    <dgm:cxn modelId="c4075" srcId="4076" destId="4075"/>
    <dgm:cxn modelId="c4076" srcId="4077" destId="4076"/>
    <dgm:cxn modelId="c4077" srcId="4078" destId="4077"/>
    <dgm:cxn modelId="c4078" srcId="4079" destId="4078"/>
    <dgm:cxn modelId="c4079" srcId="4080" destId="4079"/>
    <dgm:cxn modelId="c4080" srcId="4081" destId="4080"/>
    <dgm:cxn modelId="c4081" srcId="4082" destId="4081"/>
    <dgm:cxn modelId="c4082" srcId="4083" destId="4082"/>
    <dgm:cxn modelId="c4083" srcId="4084" destId="4083"/>
    <dgm:cxn modelId="c4084" srcId="4085" destId="4084"/>
    <dgm:cxn modelId="c4085" srcId="4086" destId="4085"/>
    <dgm:cxn modelId="c4086" srcId="4087" destId="4086"/>
    <dgm:cxn modelId="c4087" srcId="4088" destId="4087"/>
    <dgm:cxn modelId="c4088" srcId="4089" destId="4088"/>
    <dgm:cxn modelId="c4089" srcId="4090" destId="4089"/>
    <dgm:cxn modelId="c4090" srcId="4091" destId="4090"/>
    <dgm:cxn modelId="c4091" srcId="4092" destId="4091"/>
    <dgm:cxn modelId="c4092" srcId="4093" destId="4092"/>
    <dgm:cxn modelId="c4093" srcId="4094" destId="4093"/>
    <dgm:cxn modelId="c4094" srcId="4095" destId="4094"/>
    <dgm:cxn modelId="c4095" srcId="4096" destId="4095"/>
    <dgm:cxn modelId="c4096" srcId="4097" destId="4096"/>
    <dgm:cxn modelId="c4097" srcId="4098" destId="4097"/>
    <dgm:cxn modelId="c4098" srcId="4099" destId="4098"/>
    <dgm:cxn modelId="c4099" srcId="4100" destId="4099"/>
    <dgm:cxn modelId="c4100" srcId="4101" destId="4100"/>
    <dgm:cxn modelId="c4101" srcId="4102" destId="4101"/>
    <dgm:cxn modelId="c4102" srcId="4103" destId="4102"/>
    <dgm:cxn modelId="c4103" srcId="4104" destId="4103"/>
    <dgm:cxn modelId="c4104" srcId="4105" destId="4104"/>
    <dgm:cxn modelId="c4105" srcId="4106" destId="4105"/>
    <dgm:cxn modelId="c4106" srcId="4107" destId="4106"/>
    <dgm:cxn modelId="c4107" srcId="4108" destId="4107"/>
    <dgm:cxn modelId="c4108" srcId="4109" destId="4108"/>
    <dgm:cxn modelId="c4109" srcId="4110" destId="4109"/>
    <dgm:cxn modelId="c4110" srcId="4111" destId="4110"/>
    <dgm:cxn modelId="c4111" srcId="4112" destId="4111"/>
    <dgm:cxn modelId="c4112" srcId="4113" destId="4112"/>
    <dgm:cxn modelId="c4113" srcId="4114" destId="4113"/>
    <dgm:cxn modelId="c4114" srcId="4115" destId="4114"/>
    <dgm:cxn modelId="c4115" srcId="4116" destId="4115"/>
    <dgm:cxn modelId="c4116" srcId="4117" destId="4116"/>
    <dgm:cxn modelId="c4117" srcId="4118" destId="4117"/>
    <dgm:cxn modelId="c4118" srcId="4119" destId="4118"/>
    <dgm:cxn modelId="c4119" srcId="4120" destId="4119"/>
    <dgm:cxn modelId="c4120" srcId="4121" destId="4120"/>
    <dgm:cxn modelId="c4121" srcId="4122" destId="4121"/>
    <dgm:cxn modelId="c4122" srcId="4123" destId="4122"/>
    <dgm:cxn modelId="c4123" srcId="4124" destId="4123"/>
    <dgm:cxn modelId="c4124" srcId="4125" destId="4124"/>
    <dgm:cxn modelId="c4125" srcId="4126" destId="4125"/>
    <dgm:cxn modelId="c4126" srcId="4127" destId="4126"/>
    <dgm:cxn modelId="c4127" srcId="4128" destId="4127"/>
    <dgm:cxn modelId="c4128" srcId="4129" destId="4128"/>
    <dgm:cxn modelId="c4129" srcId="4130" destId="4129"/>
    <dgm:cxn modelId="c4130" srcId="4131" destId="4130"/>
    <dgm:cxn modelId="c4131" srcId="4132" destId="4131"/>
    <dgm:cxn modelId="c4132" srcId="4133" destId="4132"/>
    <dgm:cxn modelId="c4133" srcId="4134" destId="4133"/>
    <dgm:cxn modelId="c4134" srcId="4135" destId="4134"/>
    <dgm:cxn modelId="c4135" srcId="4136" destId="4135"/>
    <dgm:cxn modelId="c4136" srcId="4137" destId="4136"/>
    <dgm:cxn modelId="c4137" srcId="4138" destId="4137"/>
    <dgm:cxn modelId="c4138" srcId="4139" destId="4138"/>
    <dgm:cxn modelId="c4139" srcId="4140" destId="4139"/>
    <dgm:cxn modelId="c4140" srcId="4141" destId="4140"/>
    <dgm:cxn modelId="c4141" srcId="4142" destId="4141"/>
    <dgm:cxn modelId="c4142" srcId="4143" destId="4142"/>
    <dgm:cxn modelId="c4143" srcId="4144" destId="4143"/>
    <dgm:cxn modelId="c4144" srcId="4145" destId="4144"/>
    <dgm:cxn modelId="c4145" srcId="4146" destId="4145"/>
    <dgm:cxn modelId="c4146" srcId="4147" destId="4146"/>
    <dgm:cxn modelId="c4147" srcId="4148" destId="4147"/>
    <dgm:cxn modelId="c4148" srcId="4149" destId="4148"/>
    <dgm:cxn modelId="c4149" srcId="4150" destId="4149"/>
    <dgm:cxn modelId="c4150" srcId="4151" destId="4150"/>
    <dgm:cxn modelId="c4151" srcId="4152" destId="4151"/>
    <dgm:cxn modelId="c4152" srcId="4153" destId="4152"/>
    <dgm:cxn modelId="c4153" srcId="4154" destId="4153"/>
    <dgm:cxn modelId="c4154" srcId="4155" destId="4154"/>
    <dgm:cxn modelId="c4155" srcId="4156" destId="4155"/>
    <dgm:cxn modelId="c4156" srcId="4157" destId="4156"/>
    <dgm:cxn modelId="c4157" srcId="4158" destId="4157"/>
    <dgm:cxn modelId="c4158" srcId="4159" destId="4158"/>
    <dgm:cxn modelId="c4159" srcId="4160" destId="4159"/>
    <dgm:cxn modelId="c4160" srcId="4161" destId="4160"/>
    <dgm:cxn modelId="c4161" srcId="4162" destId="4161"/>
    <dgm:cxn modelId="c4162" srcId="4163" destId="4162"/>
    <dgm:cxn modelId="c4163" srcId="4164" destId="4163"/>
    <dgm:cxn modelId="c4164" srcId="4165" destId="4164"/>
    <dgm:cxn modelId="c4165" srcId="4166" destId="4165"/>
    <dgm:cxn modelId="c4166" srcId="4167" destId="4166"/>
    <dgm:cxn modelId="c4167" srcId="4168" destId="4167"/>
    <dgm:cxn modelId="c4168" srcId="4169" destId="4168"/>
    <dgm:cxn modelId="c4169" srcId="4170" destId="4169"/>
    <dgm:cxn modelId="c4170" srcId="4171" destId="4170"/>
    <dgm:cxn modelId="c4171" srcId="4172" destId="4171"/>
    <dgm:cxn modelId="c4172" srcId="4173" destId="4172"/>
    <dgm:cxn modelId="c4173" srcId="4174" destId="4173"/>
    <dgm:cxn modelId="c4174" srcId="4175" destId="4174"/>
    <dgm:cxn modelId="c4175" srcId="4176" destId="4175"/>
    <dgm:cxn modelId="c4176" srcId="4177" destId="4176"/>
    <dgm:cxn modelId="c4177" srcId="4178" destId="4177"/>
    <dgm:cxn modelId="c4178" srcId="4179" destId="4178"/>
    <dgm:cxn modelId="c4179" srcId="4180" destId="4179"/>
    <dgm:cxn modelId="c4180" srcId="4181" destId="4180"/>
    <dgm:cxn modelId="c4181" srcId="4182" destId="4181"/>
    <dgm:cxn modelId="c4182" srcId="4183" destId="4182"/>
    <dgm:cxn modelId="c4183" srcId="4184" destId="4183"/>
    <dgm:cxn modelId="c4184" srcId="4185" destId="4184"/>
    <dgm:cxn modelId="c4185" srcId="4186" destId="4185"/>
    <dgm:cxn modelId="c4186" srcId="4187" destId="4186"/>
    <dgm:cxn modelId="c4187" srcId="4188" destId="4187"/>
    <dgm:cxn modelId="c4188" srcId="4189" destId="4188"/>
    <dgm:cxn modelId="c4189" srcId="4190" destId="4189"/>
    <dgm:cxn modelId="c4190" srcId="4191" destId="4190"/>
    <dgm:cxn modelId="c4191" srcId="4192" destId="4191"/>
    <dgm:cxn modelId="c4192" srcId="4193" destId="4192"/>
    <dgm:cxn modelId="c4193" srcId="4194" destId="4193"/>
    <dgm:cxn modelId="c4194" srcId="4195" destId="4194"/>
    <dgm:cxn modelId="c4195" srcId="4196" destId="4195"/>
    <dgm:cxn modelId="c4196" srcId="4197" destId="4196"/>
    <dgm:cxn modelId="c4197" srcId="4198" destId="4197"/>
    <dgm:cxn modelId="c4198" srcId="4199" destId="4198"/>
    <dgm:cxn modelId="c4199" srcId="4200" destId="4199"/>
    <dgm:cxn modelId="c4200" srcId="4201" destId="4200"/>
    <dgm:cxn modelId="c4201" srcId="4202" destId="4201"/>
    <dgm:cxn modelId="c4202" srcId="4203" destId="4202"/>
    <dgm:cxn modelId="c4203" srcId="4204" destId="4203"/>
    <dgm:cxn modelId="c4204" srcId="4205" destId="4204"/>
    <dgm:cxn modelId="c4205" srcId="4206" destId="4205"/>
    <dgm:cxn modelId="c4206" srcId="4207" destId="4206"/>
    <dgm:cxn modelId="c4207" srcId="4208" destId="4207"/>
    <dgm:cxn modelId="c4208" srcId="4209" destId="4208"/>
    <dgm:cxn modelId="c4209" srcId="4210" destId="4209"/>
    <dgm:cxn modelId="c4210" srcId="4211" destId="4210"/>
    <dgm:cxn modelId="c4211" srcId="4212" destId="4211"/>
    <dgm:cxn modelId="c4212" srcId="4213" destId="4212"/>
    <dgm:cxn modelId="c4213" srcId="4214" destId="4213"/>
    <dgm:cxn modelId="c4214" srcId="4215" destId="4214"/>
    <dgm:cxn modelId="c4215" srcId="4216" destId="4215"/>
    <dgm:cxn modelId="c4216" srcId="4217" destId="4216"/>
    <dgm:cxn modelId="c4217" srcId="4218" destId="4217"/>
    <dgm:cxn modelId="c4218" srcId="4219" destId="4218"/>
    <dgm:cxn modelId="c4219" srcId="4220" destId="4219"/>
    <dgm:cxn modelId="c4220" srcId="4221" destId="4220"/>
    <dgm:cxn modelId="c4221" srcId="4222" destId="4221"/>
    <dgm:cxn modelId="c4222" srcId="4223" destId="4222"/>
    <dgm:cxn modelId="c4223" srcId="4224" destId="4223"/>
    <dgm:cxn modelId="c4224" srcId="4225" destId="4224"/>
    <dgm:cxn modelId="c4225" srcId="4226" destId="4225"/>
    <dgm:cxn modelId="c4226" srcId="4227" destId="4226"/>
    <dgm:cxn modelId="c4227" srcId="4228" destId="4227"/>
    <dgm:cxn modelId="c4228" srcId="4229" destId="4228"/>
    <dgm:cxn modelId="c4229" srcId="4230" destId="4229"/>
    <dgm:cxn modelId="c4230" srcId="4231" destId="4230"/>
    <dgm:cxn modelId="c4231" srcId="4232" destId="4231"/>
    <dgm:cxn modelId="c4232" srcId="4233" destId="4232"/>
    <dgm:cxn modelId="c4233" srcId="4234" destId="4233"/>
    <dgm:cxn modelId="c4234" srcId="4235" destId="4234"/>
    <dgm:cxn modelId="c4235" srcId="4236" destId="4235"/>
    <dgm:cxn modelId="c4236" srcId="4237" destId="4236"/>
    <dgm:cxn modelId="c4237" srcId="4238" destId="4237"/>
    <dgm:cxn modelId="c4238" srcId="4239" destId="4238"/>
    <dgm:cxn modelId="c4239" srcId="4240" destId="4239"/>
    <dgm:cxn modelId="c4240" srcId="4241" destId="4240"/>
    <dgm:cxn modelId="c4241" srcId="4242" destId="4241"/>
    <dgm:cxn modelId="c4242" srcId="4243" destId="4242"/>
    <dgm:cxn modelId="c4243" srcId="4244" destId="4243"/>
    <dgm:cxn modelId="c4244" srcId="4245" destId="4244"/>
    <dgm:cxn modelId="c4245" srcId="4246" destId="4245"/>
    <dgm:cxn modelId="c4246" srcId="4247" destId="4246"/>
    <dgm:cxn modelId="c4247" srcId="4248" destId="4247"/>
    <dgm:cxn modelId="c4248" srcId="4249" destId="4248"/>
    <dgm:cxn modelId="c4249" srcId="4250" destId="4249"/>
    <dgm:cxn modelId="c4250" srcId="4251" destId="4250"/>
    <dgm:cxn modelId="c4251" srcId="4252" destId="4251"/>
    <dgm:cxn modelId="c4252" srcId="4253" destId="4252"/>
    <dgm:cxn modelId="c4253" srcId="4254" destId="4253"/>
    <dgm:cxn modelId="c4254" srcId="4255" destId="4254"/>
    <dgm:cxn modelId="c4255" srcId="4256" destId="4255"/>
    <dgm:cxn modelId="c4256" srcId="4257" destId="4256"/>
    <dgm:cxn modelId="c4257" srcId="4258" destId="4257"/>
    <dgm:cxn modelId="c4258" srcId="4259" destId="4258"/>
    <dgm:cxn modelId="c4259" srcId="4260" destId="4259"/>
    <dgm:cxn modelId="c4260" srcId="4261" destId="4260"/>
    <dgm:cxn modelId="c4261" srcId="4262" destId="4261"/>
    <dgm:cxn modelId="c4262" srcId="4263" destId="4262"/>
    <dgm:cxn modelId="c4263" srcId="4264" destId="4263"/>
    <dgm:cxn modelId="c4264" srcId="4265" destId="4264"/>
    <dgm:cxn modelId="c4265" srcId="4266" destId="4265"/>
    <dgm:cxn modelId="c4266" srcId="4267" destId="4266"/>
    <dgm:cxn modelId="c4267" srcId="4268" destId="4267"/>
    <dgm:cxn modelId="c4268" srcId="4269" destId="4268"/>
    <dgm:cxn modelId="c4269" srcId="4270" destId="4269"/>
    <dgm:cxn modelId="c4270" srcId="4271" destId="4270"/>
    <dgm:cxn modelId="c4271" srcId="4272" destId="4271"/>
    <dgm:cxn modelId="c4272" srcId="4273" destId="4272"/>
    <dgm:cxn modelId="c4273" srcId="4274" destId="4273"/>
    <dgm:cxn modelId="c4274" srcId="4275" destId="4274"/>
    <dgm:cxn modelId="c4275" srcId="4276" destId="4275"/>
    <dgm:cxn modelId="c4276" srcId="4277" destId="4276"/>
    <dgm:cxn modelId="c4277" srcId="4278" destId="4277"/>
    <dgm:cxn modelId="c4278" srcId="4279" destId="4278"/>
    <dgm:cxn modelId="c4279" srcId="4280" destId="4279"/>
    <dgm:cxn modelId="c4280" srcId="4281" destId="4280"/>
    <dgm:cxn modelId="c4281" srcId="4282" destId="4281"/>
    <dgm:cxn modelId="c4282" srcId="4283" destId="4282"/>
    <dgm:cxn modelId="c4283" srcId="4284" destId="4283"/>
    <dgm:cxn modelId="c4284" srcId="4285" destId="4284"/>
    <dgm:cxn modelId="c4285" srcId="4286" destId="4285"/>
    <dgm:cxn modelId="c4286" srcId="4287" destId="4286"/>
    <dgm:cxn modelId="c4287" srcId="4288" destId="4287"/>
    <dgm:cxn modelId="c4288" srcId="4289" destId="4288"/>
    <dgm:cxn modelId="c4289" srcId="4290" destId="4289"/>
    <dgm:cxn modelId="c4290" srcId="4291" destId="4290"/>
    <dgm:cxn modelId="c4291" srcId="4292" destId="4291"/>
    <dgm:cxn modelId="c4292" srcId="4293" destId="4292"/>
    <dgm:cxn modelId="c4293" srcId="4294" destId="4293"/>
    <dgm:cxn modelId="c4294" srcId="4295" destId="4294"/>
    <dgm:cxn modelId="c4295" srcId="4296" destId="4295"/>
    <dgm:cxn modelId="c4296" srcId="4297" destId="4296"/>
    <dgm:cxn modelId="c4297" srcId="4298" destId="4297"/>
    <dgm:cxn modelId="c4298" srcId="4299" destId="4298"/>
    <dgm:cxn modelId="c4299" srcId="4300" destId="4299"/>
    <dgm:cxn modelId="c4300" srcId="4301" destId="4300"/>
    <dgm:cxn modelId="c4301" srcId="4302" destId="4301"/>
    <dgm:cxn modelId="c4302" srcId="4303" destId="4302"/>
    <dgm:cxn modelId="c4303" srcId="4304" destId="4303"/>
    <dgm:cxn modelId="c4304" srcId="4305" destId="4304"/>
    <dgm:cxn modelId="c4305" srcId="4306" destId="4305"/>
    <dgm:cxn modelId="c4306" srcId="4307" destId="4306"/>
    <dgm:cxn modelId="c4307" srcId="4308" destId="4307"/>
    <dgm:cxn modelId="c4308" srcId="4309" destId="4308"/>
    <dgm:cxn modelId="c4309" srcId="4310" destId="4309"/>
    <dgm:cxn modelId="c4310" srcId="4311" destId="4310"/>
    <dgm:cxn modelId="c4311" srcId="4312" destId="4311"/>
    <dgm:cxn modelId="c4312" srcId="4313" destId="4312"/>
    <dgm:cxn modelId="c4313" srcId="4314" destId="4313"/>
    <dgm:cxn modelId="c4314" srcId="4315" destId="4314"/>
    <dgm:cxn modelId="c4315" srcId="4316" destId="4315"/>
    <dgm:cxn modelId="c4316" srcId="4317" destId="4316"/>
    <dgm:cxn modelId="c4317" srcId="4318" destId="4317"/>
    <dgm:cxn modelId="c4318" srcId="4319" destId="4318"/>
    <dgm:cxn modelId="c4319" srcId="4320" destId="4319"/>
    <dgm:cxn modelId="c4320" srcId="4321" destId="4320"/>
    <dgm:cxn modelId="c4321" srcId="4322" destId="4321"/>
    <dgm:cxn modelId="c4322" srcId="4323" destId="4322"/>
    <dgm:cxn modelId="c4323" srcId="4324" destId="4323"/>
    <dgm:cxn modelId="c4324" srcId="4325" destId="4324"/>
    <dgm:cxn modelId="c4325" srcId="4326" destId="4325"/>
    <dgm:cxn modelId="c4326" srcId="4327" destId="4326"/>
    <dgm:cxn modelId="c4327" srcId="4328" destId="4327"/>
    <dgm:cxn modelId="c4328" srcId="4329" destId="4328"/>
    <dgm:cxn modelId="c4329" srcId="4330" destId="4329"/>
    <dgm:cxn modelId="c4330" srcId="4331" destId="4330"/>
    <dgm:cxn modelId="c4331" srcId="4332" destId="4331"/>
    <dgm:cxn modelId="c4332" srcId="4333" destId="4332"/>
    <dgm:cxn modelId="c4333" srcId="4334" destId="4333"/>
    <dgm:cxn modelId="c4334" srcId="4335" destId="4334"/>
    <dgm:cxn modelId="c4335" srcId="4336" destId="4335"/>
    <dgm:cxn modelId="c4336" srcId="4337" destId="4336"/>
    <dgm:cxn modelId="c4337" srcId="4338" destId="4337"/>
    <dgm:cxn modelId="c4338" srcId="4339" destId="4338"/>
    <dgm:cxn modelId="c4339" srcId="4340" destId="4339"/>
    <dgm:cxn modelId="c4340" srcId="4341" destId="4340"/>
    <dgm:cxn modelId="c4341" srcId="4342" destId="4341"/>
    <dgm:cxn modelId="c4342" srcId="4343" destId="4342"/>
    <dgm:cxn modelId="c4343" srcId="4344" destId="4343"/>
    <dgm:cxn modelId="c4344" srcId="4345" destId="4344"/>
    <dgm:cxn modelId="c4345" srcId="4346" destId="4345"/>
    <dgm:cxn modelId="c4346" srcId="4347" destId="4346"/>
    <dgm:cxn modelId="c4347" srcId="4348" destId="4347"/>
    <dgm:cxn modelId="c4348" srcId="4349" destId="4348"/>
    <dgm:cxn modelId="c4349" srcId="4350" destId="4349"/>
    <dgm:cxn modelId="c4350" srcId="4351" destId="4350"/>
    <dgm:cxn modelId="c4351" srcId="4352" destId="4351"/>
    <dgm:cxn modelId="c4352" srcId="4353" destId="4352"/>
    <dgm:cxn modelId="c4353" srcId="4354" destId="4353"/>
    <dgm:cxn modelId="c4354" srcId="4355" destId="4354"/>
    <dgm:cxn modelId="c4355" srcId="4356" destId="4355"/>
    <dgm:cxn modelId="c4356" srcId="4357" destId="4356"/>
    <dgm:cxn modelId="c4357" srcId="4358" destId="4357"/>
    <dgm:cxn modelId="c4358" srcId="4359" destId="4358"/>
    <dgm:cxn modelId="c4359" srcId="4360" destId="4359"/>
    <dgm:cxn modelId="c4360" srcId="4361" destId="4360"/>
    <dgm:cxn modelId="c4361" srcId="4362" destId="4361"/>
    <dgm:cxn modelId="c4362" srcId="4363" destId="4362"/>
    <dgm:cxn modelId="c4363" srcId="4364" destId="4363"/>
    <dgm:cxn modelId="c4364" srcId="4365" destId="4364"/>
    <dgm:cxn modelId="c4365" srcId="4366" destId="4365"/>
    <dgm:cxn modelId="c4366" srcId="4367" destId="4366"/>
    <dgm:cxn modelId="c4367" srcId="4368" destId="4367"/>
    <dgm:cxn modelId="c4368" srcId="4369" destId="4368"/>
    <dgm:cxn modelId="c4369" srcId="4370" destId="4369"/>
    <dgm:cxn modelId="c4370" srcId="4371" destId="4370"/>
    <dgm:cxn modelId="c4371" srcId="4372" destId="4371"/>
    <dgm:cxn modelId="c4372" srcId="4373" destId="4372"/>
    <dgm:cxn modelId="c4373" srcId="4374" destId="4373"/>
    <dgm:cxn modelId="c4374" srcId="4375" destId="4374"/>
    <dgm:cxn modelId="c4375" srcId="4376" destId="4375"/>
    <dgm:cxn modelId="c4376" srcId="4377" destId="4376"/>
    <dgm:cxn modelId="c4377" srcId="4378" destId="4377"/>
    <dgm:cxn modelId="c4378" srcId="4379" destId="4378"/>
    <dgm:cxn modelId="c4379" srcId="4380" destId="4379"/>
    <dgm:cxn modelId="c4380" srcId="4381" destId="4380"/>
    <dgm:cxn modelId="c4381" srcId="4382" destId="4381"/>
    <dgm:cxn modelId="c4382" srcId="4383" destId="4382"/>
    <dgm:cxn modelId="c4383" srcId="4384" destId="4383"/>
    <dgm:cxn modelId="c4384" srcId="4385" destId="4384"/>
    <dgm:cxn modelId="c4385" srcId="4386" destId="4385"/>
    <dgm:cxn modelId="c4386" srcId="4387" destId="4386"/>
    <dgm:cxn modelId="c4387" srcId="4388" destId="4387"/>
    <dgm:cxn modelId="c4388" srcId="4389" destId="4388"/>
    <dgm:cxn modelId="c4389" srcId="4390" destId="4389"/>
    <dgm:cxn modelId="c4390" srcId="4391" destId="4390"/>
    <dgm:cxn modelId="c4391" srcId="4392" destId="4391"/>
    <dgm:cxn modelId="c4392" srcId="4393" destId="4392"/>
    <dgm:cxn modelId="c4393" srcId="4394" destId="4393"/>
    <dgm:cxn modelId="c4394" srcId="4395" destId="4394"/>
    <dgm:cxn modelId="c4395" srcId="4396" destId="4395"/>
    <dgm:cxn modelId="c4396" srcId="4397" destId="4396"/>
    <dgm:cxn modelId="c4397" srcId="4398" destId="4397"/>
    <dgm:cxn modelId="c4398" srcId="4399" destId="4398"/>
    <dgm:cxn modelId="c4399" srcId="4400" destId="4399"/>
    <dgm:cxn modelId="c4400" srcId="4401" destId="4400"/>
    <dgm:cxn modelId="c4401" srcId="4402" destId="4401"/>
    <dgm:cxn modelId="c4402" srcId="4403" destId="4402"/>
    <dgm:cxn modelId="c4403" srcId="4404" destId="4403"/>
    <dgm:cxn modelId="c4404" srcId="4405" destId="4404"/>
    <dgm:cxn modelId="c4405" srcId="4406" destId="4405"/>
    <dgm:cxn modelId="c4406" srcId="4407" destId="4406"/>
    <dgm:cxn modelId="c4407" srcId="4408" destId="4407"/>
    <dgm:cxn modelId="c4408" srcId="4409" destId="4408"/>
    <dgm:cxn modelId="c4409" srcId="4410" destId="4409"/>
    <dgm:cxn modelId="c4410" srcId="4411" destId="4410"/>
    <dgm:cxn modelId="c4411" srcId="4412" destId="4411"/>
    <dgm:cxn modelId="c4412" srcId="4413" destId="4412"/>
    <dgm:cxn modelId="c4413" srcId="4414" destId="4413"/>
    <dgm:cxn modelId="c4414" srcId="4415" destId="4414"/>
    <dgm:cxn modelId="c4415" srcId="4416" destId="4415"/>
    <dgm:cxn modelId="c4416" srcId="4417" destId="4416"/>
    <dgm:cxn modelId="c4417" srcId="4418" destId="4417"/>
    <dgm:cxn modelId="c4418" srcId="4419" destId="4418"/>
    <dgm:cxn modelId="c4419" srcId="4420" destId="4419"/>
    <dgm:cxn modelId="c4420" srcId="4421" destId="4420"/>
    <dgm:cxn modelId="c4421" srcId="4422" destId="4421"/>
    <dgm:cxn modelId="c4422" srcId="4423" destId="4422"/>
    <dgm:cxn modelId="c4423" srcId="4424" destId="4423"/>
    <dgm:cxn modelId="c4424" srcId="4425" destId="4424"/>
    <dgm:cxn modelId="c4425" srcId="4426" destId="4425"/>
    <dgm:cxn modelId="c4426" srcId="4427" destId="4426"/>
    <dgm:cxn modelId="c4427" srcId="4428" destId="4427"/>
    <dgm:cxn modelId="c4428" srcId="4429" destId="4428"/>
    <dgm:cxn modelId="c4429" srcId="4430" destId="4429"/>
    <dgm:cxn modelId="c4430" srcId="4431" destId="4430"/>
    <dgm:cxn modelId="c4431" srcId="4432" destId="4431"/>
    <dgm:cxn modelId="c4432" srcId="4433" destId="4432"/>
    <dgm:cxn modelId="c4433" srcId="4434" destId="4433"/>
    <dgm:cxn modelId="c4434" srcId="4435" destId="4434"/>
    <dgm:cxn modelId="c4435" srcId="4436" destId="4435"/>
    <dgm:cxn modelId="c4436" srcId="4437" destId="4436"/>
    <dgm:cxn modelId="c4437" srcId="4438" destId="4437"/>
    <dgm:cxn modelId="c4438" srcId="4439" destId="4438"/>
    <dgm:cxn modelId="c4439" srcId="4440" destId="4439"/>
    <dgm:cxn modelId="c4440" srcId="4441" destId="4440"/>
    <dgm:cxn modelId="c4441" srcId="4442" destId="4441"/>
    <dgm:cxn modelId="c4442" srcId="4443" destId="4442"/>
    <dgm:cxn modelId="c4443" srcId="4444" destId="4443"/>
    <dgm:cxn modelId="c4444" srcId="4445" destId="4444"/>
    <dgm:cxn modelId="c4445" srcId="4446" destId="4445"/>
    <dgm:cxn modelId="c4446" srcId="4447" destId="4446"/>
    <dgm:cxn modelId="c4447" srcId="4448" destId="4447"/>
    <dgm:cxn modelId="c4448" srcId="4449" destId="4448"/>
    <dgm:cxn modelId="c4449" srcId="4450" destId="4449"/>
    <dgm:cxn modelId="c4450" srcId="4451" destId="4450"/>
    <dgm:cxn modelId="c4451" srcId="4452" destId="4451"/>
    <dgm:cxn modelId="c4452" srcId="4453" destId="4452"/>
    <dgm:cxn modelId="c4453" srcId="4454" destId="4453"/>
    <dgm:cxn modelId="c4454" srcId="4455" destId="4454"/>
    <dgm:cxn modelId="c4455" srcId="4456" destId="4455"/>
    <dgm:cxn modelId="c4456" srcId="4457" destId="4456"/>
    <dgm:cxn modelId="c4457" srcId="4458" destId="4457"/>
    <dgm:cxn modelId="c4458" srcId="4459" destId="4458"/>
    <dgm:cxn modelId="c4459" srcId="4460" destId="4459"/>
    <dgm:cxn modelId="c4460" srcId="4461" destId="4460"/>
    <dgm:cxn modelId="c4461" srcId="4462" destId="4461"/>
    <dgm:cxn modelId="c4462" srcId="4463" destId="4462"/>
    <dgm:cxn modelId="c4463" srcId="4464" destId="4463"/>
    <dgm:cxn modelId="c4464" srcId="4465" destId="4464"/>
    <dgm:cxn modelId="c4465" srcId="4466" destId="4465"/>
    <dgm:cxn modelId="c4466" srcId="4467" destId="4466"/>
    <dgm:cxn modelId="c4467" srcId="4468" destId="4467"/>
    <dgm:cxn modelId="c4468" srcId="4469" destId="4468"/>
    <dgm:cxn modelId="c4469" srcId="4470" destId="4469"/>
    <dgm:cxn modelId="c4470" srcId="4471" destId="4470"/>
    <dgm:cxn modelId="c4471" srcId="4472" destId="4471"/>
    <dgm:cxn modelId="c4472" srcId="4473" destId="4472"/>
    <dgm:cxn modelId="c4473" srcId="4474" destId="4473"/>
    <dgm:cxn modelId="c4474" srcId="4475" destId="4474"/>
    <dgm:cxn modelId="c4475" srcId="4476" destId="4475"/>
    <dgm:cxn modelId="c4476" srcId="4477" destId="4476"/>
    <dgm:cxn modelId="c4477" srcId="4478" destId="4477"/>
    <dgm:cxn modelId="c4478" srcId="4479" destId="4478"/>
    <dgm:cxn modelId="c4479" srcId="4480" destId="4479"/>
    <dgm:cxn modelId="c4480" srcId="4481" destId="4480"/>
    <dgm:cxn modelId="c4481" srcId="4482" destId="4481"/>
    <dgm:cxn modelId="c4482" srcId="4483" destId="4482"/>
    <dgm:cxn modelId="c4483" srcId="4484" destId="4483"/>
    <dgm:cxn modelId="c4484" srcId="4485" destId="4484"/>
    <dgm:cxn modelId="c4485" srcId="4486" destId="4485"/>
    <dgm:cxn modelId="c4486" srcId="4487" destId="4486"/>
    <dgm:cxn modelId="c4487" srcId="4488" destId="4487"/>
    <dgm:cxn modelId="c4488" srcId="4489" destId="4488"/>
    <dgm:cxn modelId="c4489" srcId="4490" destId="4489"/>
    <dgm:cxn modelId="c4490" srcId="4491" destId="4490"/>
    <dgm:cxn modelId="c4491" srcId="4492" destId="4491"/>
    <dgm:cxn modelId="c4492" srcId="4493" destId="4492"/>
    <dgm:cxn modelId="c4493" srcId="4494" destId="4493"/>
    <dgm:cxn modelId="c4494" srcId="4495" destId="4494"/>
    <dgm:cxn modelId="c4495" srcId="4496" destId="4495"/>
    <dgm:cxn modelId="c4496" srcId="4497" destId="4496"/>
    <dgm:cxn modelId="c4497" srcId="4498" destId="4497"/>
    <dgm:cxn modelId="c4498" srcId="4499" destId="4498"/>
    <dgm:cxn modelId="c4499" srcId="4500" destId="4499"/>
    <dgm:cxn modelId="c4500" srcId="4501" destId="4500"/>
    <dgm:cxn modelId="c4501" srcId="4502" destId="4501"/>
    <dgm:cxn modelId="c4502" srcId="4503" destId="4502"/>
    <dgm:cxn modelId="c4503" srcId="4504" destId="4503"/>
    <dgm:cxn modelId="c4504" srcId="4505" destId="4504"/>
    <dgm:cxn modelId="c4505" srcId="4506" destId="4505"/>
    <dgm:cxn modelId="c4506" srcId="4507" destId="4506"/>
    <dgm:cxn modelId="c4507" srcId="4508" destId="4507"/>
    <dgm:cxn modelId="c4508" srcId="4509" destId="4508"/>
    <dgm:cxn modelId="c4509" srcId="4510" destId="4509"/>
    <dgm:cxn modelId="c4510" srcId="4511" destId="4510"/>
    <dgm:cxn modelId="c4511" srcId="4512" destId="4511"/>
    <dgm:cxn modelId="c4512" srcId="4513" destId="4512"/>
    <dgm:cxn modelId="c4513" srcId="4514" destId="4513"/>
    <dgm:cxn modelId="c4514" srcId="4515" destId="4514"/>
    <dgm:cxn modelId="c4515" srcId="4516" destId="4515"/>
    <dgm:cxn modelId="c4516" srcId="4517" destId="4516"/>
    <dgm:cxn modelId="c4517" srcId="4518" destId="4517"/>
    <dgm:cxn modelId="c4518" srcId="4519" destId="4518"/>
    <dgm:cxn modelId="c4519" srcId="4520" destId="4519"/>
    <dgm:cxn modelId="c4520" srcId="4521" destId="4520"/>
    <dgm:cxn modelId="c4521" srcId="4522" destId="4521"/>
    <dgm:cxn modelId="c4522" srcId="4523" destId="4522"/>
    <dgm:cxn modelId="c4523" srcId="4524" destId="4523"/>
    <dgm:cxn modelId="c4524" srcId="4525" destId="4524"/>
    <dgm:cxn modelId="c4525" srcId="4526" destId="4525"/>
    <dgm:cxn modelId="c4526" srcId="4527" destId="4526"/>
    <dgm:cxn modelId="c4527" srcId="4528" destId="4527"/>
    <dgm:cxn modelId="c4528" srcId="4529" destId="4528"/>
    <dgm:cxn modelId="c4529" srcId="4530" destId="4529"/>
    <dgm:cxn modelId="c4530" srcId="4531" destId="4530"/>
    <dgm:cxn modelId="c4531" srcId="4532" destId="4531"/>
    <dgm:cxn modelId="c4532" srcId="4533" destId="4532"/>
    <dgm:cxn modelId="c4533" srcId="4534" destId="4533"/>
    <dgm:cxn modelId="c4534" srcId="4535" destId="4534"/>
    <dgm:cxn modelId="c4535" srcId="4536" destId="4535"/>
    <dgm:cxn modelId="c4536" srcId="4537" destId="4536"/>
    <dgm:cxn modelId="c4537" srcId="4538" destId="4537"/>
    <dgm:cxn modelId="c4538" srcId="4539" destId="4538"/>
    <dgm:cxn modelId="c4539" srcId="4540" destId="4539"/>
    <dgm:cxn modelId="c4540" srcId="4541" destId="4540"/>
    <dgm:cxn modelId="c4541" srcId="4542" destId="4541"/>
    <dgm:cxn modelId="c4542" srcId="4543" destId="4542"/>
    <dgm:cxn modelId="c4543" srcId="4544" destId="4543"/>
    <dgm:cxn modelId="c4544" srcId="4545" destId="4544"/>
    <dgm:cxn modelId="c4545" srcId="4546" destId="4545"/>
    <dgm:cxn modelId="c4546" srcId="4547" destId="4546"/>
    <dgm:cxn modelId="c4547" srcId="4548" destId="4547"/>
    <dgm:cxn modelId="c4548" srcId="4549" destId="4548"/>
    <dgm:cxn modelId="c4549" srcId="4550" destId="4549"/>
    <dgm:cxn modelId="c4550" srcId="4551" destId="4550"/>
    <dgm:cxn modelId="c4551" srcId="4552" destId="4551"/>
    <dgm:cxn modelId="c4552" srcId="4553" destId="4552"/>
    <dgm:cxn modelId="c4553" srcId="4554" destId="4553"/>
    <dgm:cxn modelId="c4554" srcId="4555" destId="4554"/>
    <dgm:cxn modelId="c4555" srcId="4556" destId="4555"/>
    <dgm:cxn modelId="c4556" srcId="4557" destId="4556"/>
    <dgm:cxn modelId="c4557" srcId="4558" destId="4557"/>
    <dgm:cxn modelId="c4558" srcId="4559" destId="4558"/>
    <dgm:cxn modelId="c4559" srcId="4560" destId="4559"/>
    <dgm:cxn modelId="c4560" srcId="4561" destId="4560"/>
    <dgm:cxn modelId="c4561" srcId="4562" destId="4561"/>
    <dgm:cxn modelId="c4562" srcId="4563" destId="4562"/>
    <dgm:cxn modelId="c4563" srcId="4564" destId="4563"/>
    <dgm:cxn modelId="c4564" srcId="4565" destId="4564"/>
    <dgm:cxn modelId="c4565" srcId="4566" destId="4565"/>
    <dgm:cxn modelId="c4566" srcId="4567" destId="4566"/>
    <dgm:cxn modelId="c4567" srcId="4568" destId="4567"/>
    <dgm:cxn modelId="c4568" srcId="4569" destId="4568"/>
    <dgm:cxn modelId="c4569" srcId="4570" destId="4569"/>
    <dgm:cxn modelId="c4570" srcId="4571" destId="4570"/>
    <dgm:cxn modelId="c4571" srcId="4572" destId="4571"/>
    <dgm:cxn modelId="c4572" srcId="4573" destId="4572"/>
    <dgm:cxn modelId="c4573" srcId="4574" destId="4573"/>
    <dgm:cxn modelId="c4574" srcId="4575" destId="4574"/>
    <dgm:cxn modelId="c4575" srcId="4576" destId="4575"/>
    <dgm:cxn modelId="c4576" srcId="4577" destId="4576"/>
    <dgm:cxn modelId="c4577" srcId="4578" destId="4577"/>
    <dgm:cxn modelId="c4578" srcId="4579" destId="4578"/>
    <dgm:cxn modelId="c4579" srcId="4580" destId="4579"/>
    <dgm:cxn modelId="c4580" srcId="4581" destId="4580"/>
    <dgm:cxn modelId="c4581" srcId="4582" destId="4581"/>
    <dgm:cxn modelId="c4582" srcId="4583" destId="4582"/>
    <dgm:cxn modelId="c4583" srcId="4584" destId="4583"/>
    <dgm:cxn modelId="c4584" srcId="4585" destId="4584"/>
    <dgm:cxn modelId="c4585" srcId="4586" destId="4585"/>
    <dgm:cxn modelId="c4586" srcId="4587" destId="4586"/>
    <dgm:cxn modelId="c4587" srcId="4588" destId="4587"/>
    <dgm:cxn modelId="c4588" srcId="4589" destId="4588"/>
    <dgm:cxn modelId="c4589" srcId="4590" destId="4589"/>
    <dgm:cxn modelId="c4590" srcId="4591" destId="4590"/>
    <dgm:cxn modelId="c4591" srcId="4592" destId="4591"/>
    <dgm:cxn modelId="c4592" srcId="4593" destId="4592"/>
    <dgm:cxn modelId="c4593" srcId="4594" destId="4593"/>
    <dgm:cxn modelId="c4594" srcId="4595" destId="4594"/>
    <dgm:cxn modelId="c4595" srcId="4596" destId="4595"/>
    <dgm:cxn modelId="c4596" srcId="4597" destId="4596"/>
    <dgm:cxn modelId="c4597" srcId="4598" destId="4597"/>
    <dgm:cxn modelId="c4598" srcId="4599" destId="4598"/>
    <dgm:cxn modelId="c4599" srcId="4600" destId="4599"/>
    <dgm:cxn modelId="c4600" srcId="4601" destId="4600"/>
    <dgm:cxn modelId="c4601" srcId="4602" destId="4601"/>
    <dgm:cxn modelId="c4602" srcId="4603" destId="4602"/>
    <dgm:cxn modelId="c4603" srcId="4604" destId="4603"/>
    <dgm:cxn modelId="c4604" srcId="4605" destId="4604"/>
    <dgm:cxn modelId="c4605" srcId="4606" destId="4605"/>
    <dgm:cxn modelId="c4606" srcId="4607" destId="4606"/>
    <dgm:cxn modelId="c4607" srcId="4608" destId="4607"/>
    <dgm:cxn modelId="c4608" srcId="4609" destId="4608"/>
    <dgm:cxn modelId="c4609" srcId="4610" destId="4609"/>
    <dgm:cxn modelId="c4610" srcId="4611" destId="4610"/>
    <dgm:cxn modelId="c4611" srcId="4612" destId="4611"/>
    <dgm:cxn modelId="c4612" srcId="4613" destId="4612"/>
    <dgm:cxn modelId="c4613" srcId="4614" destId="4613"/>
    <dgm:cxn modelId="c4614" srcId="4615" destId="4614"/>
    <dgm:cxn modelId="c4615" srcId="4616" destId="4615"/>
    <dgm:cxn modelId="c4616" srcId="4617" destId="4616"/>
    <dgm:cxn modelId="c4617" srcId="4618" destId="4617"/>
    <dgm:cxn modelId="c4618" srcId="4619" destId="4618"/>
    <dgm:cxn modelId="c4619" srcId="4620" destId="4619"/>
    <dgm:cxn modelId="c4620" srcId="4621" destId="4620"/>
    <dgm:cxn modelId="c4621" srcId="4622" destId="4621"/>
    <dgm:cxn modelId="c4622" srcId="4623" destId="4622"/>
    <dgm:cxn modelId="c4623" srcId="4624" destId="4623"/>
    <dgm:cxn modelId="c4624" srcId="4625" destId="4624"/>
    <dgm:cxn modelId="c4625" srcId="4626" destId="4625"/>
    <dgm:cxn modelId="c4626" srcId="4627" destId="4626"/>
    <dgm:cxn modelId="c4627" srcId="4628" destId="4627"/>
    <dgm:cxn modelId="c4628" srcId="4629" destId="4628"/>
    <dgm:cxn modelId="c4629" srcId="4630" destId="4629"/>
    <dgm:cxn modelId="c4630" srcId="4631" destId="4630"/>
    <dgm:cxn modelId="c4631" srcId="4632" destId="4631"/>
    <dgm:cxn modelId="c4632" srcId="4633" destId="4632"/>
    <dgm:cxn modelId="c4633" srcId="4634" destId="4633"/>
    <dgm:cxn modelId="c4634" srcId="4635" destId="4634"/>
    <dgm:cxn modelId="c4635" srcId="4636" destId="4635"/>
    <dgm:cxn modelId="c4636" srcId="4637" destId="4636"/>
    <dgm:cxn modelId="c4637" srcId="4638" destId="4637"/>
    <dgm:cxn modelId="c4638" srcId="4639" destId="4638"/>
    <dgm:cxn modelId="c4639" srcId="4640" destId="4639"/>
    <dgm:cxn modelId="c4640" srcId="4641" destId="4640"/>
    <dgm:cxn modelId="c4641" srcId="4642" destId="4641"/>
    <dgm:cxn modelId="c4642" srcId="4643" destId="4642"/>
    <dgm:cxn modelId="c4643" srcId="4644" destId="4643"/>
    <dgm:cxn modelId="c4644" srcId="4645" destId="4644"/>
    <dgm:cxn modelId="c4645" srcId="4646" destId="4645"/>
    <dgm:cxn modelId="c4646" srcId="4647" destId="4646"/>
    <dgm:cxn modelId="c4647" srcId="4648" destId="4647"/>
    <dgm:cxn modelId="c4648" srcId="4649" destId="4648"/>
    <dgm:cxn modelId="c4649" srcId="4650" destId="4649"/>
    <dgm:cxn modelId="c4650" srcId="4651" destId="4650"/>
    <dgm:cxn modelId="c4651" srcId="4652" destId="4651"/>
    <dgm:cxn modelId="c4652" srcId="4653" destId="4652"/>
    <dgm:cxn modelId="c4653" srcId="4654" destId="4653"/>
    <dgm:cxn modelId="c4654" srcId="4655" destId="4654"/>
    <dgm:cxn modelId="c4655" srcId="4656" destId="4655"/>
    <dgm:cxn modelId="c4656" srcId="4657" destId="4656"/>
    <dgm:cxn modelId="c4657" srcId="4658" destId="4657"/>
    <dgm:cxn modelId="c4658" srcId="4659" destId="4658"/>
    <dgm:cxn modelId="c4659" srcId="4660" destId="4659"/>
    <dgm:cxn modelId="c4660" srcId="4661" destId="4660"/>
    <dgm:cxn modelId="c4661" srcId="4662" destId="4661"/>
    <dgm:cxn modelId="c4662" srcId="4663" destId="4662"/>
    <dgm:cxn modelId="c4663" srcId="4664" destId="4663"/>
    <dgm:cxn modelId="c4664" srcId="4665" destId="4664"/>
    <dgm:cxn modelId="c4665" srcId="4666" destId="4665"/>
    <dgm:cxn modelId="c4666" srcId="4667" destId="4666"/>
    <dgm:cxn modelId="c4667" srcId="4668" destId="4667"/>
    <dgm:cxn modelId="c4668" srcId="4669" destId="4668"/>
    <dgm:cxn modelId="c4669" srcId="4670" destId="4669"/>
    <dgm:cxn modelId="c4670" srcId="4671" destId="4670"/>
    <dgm:cxn modelId="c4671" srcId="4672" destId="4671"/>
    <dgm:cxn modelId="c4672" srcId="4673" destId="4672"/>
    <dgm:cxn modelId="c4673" srcId="4674" destId="4673"/>
    <dgm:cxn modelId="c4674" srcId="4675" destId="4674"/>
    <dgm:cxn modelId="c4675" srcId="4676" destId="4675"/>
    <dgm:cxn modelId="c4676" srcId="4677" destId="4676"/>
    <dgm:cxn modelId="c4677" srcId="4678" destId="4677"/>
    <dgm:cxn modelId="c4678" srcId="4679" destId="4678"/>
    <dgm:cxn modelId="c4679" srcId="4680" destId="4679"/>
    <dgm:cxn modelId="c4680" srcId="4681" destId="4680"/>
    <dgm:cxn modelId="c4681" srcId="4682" destId="4681"/>
    <dgm:cxn modelId="c4682" srcId="4683" destId="4682"/>
    <dgm:cxn modelId="c4683" srcId="4684" destId="4683"/>
    <dgm:cxn modelId="c4684" srcId="4685" destId="4684"/>
    <dgm:cxn modelId="c4685" srcId="4686" destId="4685"/>
    <dgm:cxn modelId="c4686" srcId="4687" destId="4686"/>
    <dgm:cxn modelId="c4687" srcId="4688" destId="4687"/>
    <dgm:cxn modelId="c4688" srcId="4689" destId="4688"/>
    <dgm:cxn modelId="c4689" srcId="4690" destId="4689"/>
    <dgm:cxn modelId="c4690" srcId="4691" destId="4690"/>
    <dgm:cxn modelId="c4691" srcId="4692" destId="4691"/>
    <dgm:cxn modelId="c4692" srcId="4693" destId="4692"/>
    <dgm:cxn modelId="c4693" srcId="4694" destId="4693"/>
    <dgm:cxn modelId="c4694" srcId="4695" destId="4694"/>
    <dgm:cxn modelId="c4695" srcId="4696" destId="4695"/>
    <dgm:cxn modelId="c4696" srcId="4697" destId="4696"/>
    <dgm:cxn modelId="c4697" srcId="4698" destId="4697"/>
    <dgm:cxn modelId="c4698" srcId="4699" destId="4698"/>
    <dgm:cxn modelId="c4699" srcId="4700" destId="4699"/>
    <dgm:cxn modelId="c4700" srcId="4701" destId="4700"/>
    <dgm:cxn modelId="c4701" srcId="4702" destId="4701"/>
    <dgm:cxn modelId="c4702" srcId="4703" destId="4702"/>
    <dgm:cxn modelId="c4703" srcId="4704" destId="4703"/>
    <dgm:cxn modelId="c4704" srcId="4705" destId="4704"/>
    <dgm:cxn modelId="c4705" srcId="4706" destId="4705"/>
    <dgm:cxn modelId="c4706" srcId="4707" destId="4706"/>
    <dgm:cxn modelId="c4707" srcId="4708" destId="4707"/>
    <dgm:cxn modelId="c4708" srcId="4709" destId="4708"/>
    <dgm:cxn modelId="c4709" srcId="4710" destId="4709"/>
    <dgm:cxn modelId="c4710" srcId="4711" destId="4710"/>
    <dgm:cxn modelId="c4711" srcId="4712" destId="4711"/>
    <dgm:cxn modelId="c4712" srcId="4713" destId="4712"/>
    <dgm:cxn modelId="c4713" srcId="4714" destId="4713"/>
    <dgm:cxn modelId="c4714" srcId="4715" destId="4714"/>
    <dgm:cxn modelId="c4715" srcId="4716" destId="4715"/>
    <dgm:cxn modelId="c4716" srcId="4717" destId="4716"/>
    <dgm:cxn modelId="c4717" srcId="4718" destId="4717"/>
    <dgm:cxn modelId="c4718" srcId="4719" destId="4718"/>
    <dgm:cxn modelId="c4719" srcId="4720" destId="4719"/>
    <dgm:cxn modelId="c4720" srcId="4721" destId="4720"/>
    <dgm:cxn modelId="c4721" srcId="4722" destId="4721"/>
    <dgm:cxn modelId="c4722" srcId="4723" destId="4722"/>
    <dgm:cxn modelId="c4723" srcId="4724" destId="4723"/>
    <dgm:cxn modelId="c4724" srcId="4725" destId="4724"/>
    <dgm:cxn modelId="c4725" srcId="4726" destId="4725"/>
    <dgm:cxn modelId="c4726" srcId="4727" destId="4726"/>
    <dgm:cxn modelId="c4727" srcId="4728" destId="4727"/>
    <dgm:cxn modelId="c4728" srcId="4729" destId="4728"/>
    <dgm:cxn modelId="c4729" srcId="4730" destId="4729"/>
    <dgm:cxn modelId="c4730" srcId="4731" destId="4730"/>
    <dgm:cxn modelId="c4731" srcId="4732" destId="4731"/>
    <dgm:cxn modelId="c4732" srcId="4733" destId="4732"/>
    <dgm:cxn modelId="c4733" srcId="4734" destId="4733"/>
    <dgm:cxn modelId="c4734" srcId="4735" destId="4734"/>
    <dgm:cxn modelId="c4735" srcId="4736" destId="4735"/>
    <dgm:cxn modelId="c4736" srcId="4737" destId="4736"/>
    <dgm:cxn modelId="c4737" srcId="4738" destId="4737"/>
    <dgm:cxn modelId="c4738" srcId="4739" destId="4738"/>
    <dgm:cxn modelId="c4739" srcId="4740" destId="4739"/>
    <dgm:cxn modelId="c4740" srcId="4741" destId="4740"/>
    <dgm:cxn modelId="c4741" srcId="4742" destId="4741"/>
    <dgm:cxn modelId="c4742" srcId="4743" destId="4742"/>
    <dgm:cxn modelId="c4743" srcId="4744" destId="4743"/>
    <dgm:cxn modelId="c4744" srcId="4745" destId="4744"/>
    <dgm:cxn modelId="c4745" srcId="4746" destId="4745"/>
    <dgm:cxn modelId="c4746" srcId="4747" destId="4746"/>
    <dgm:cxn modelId="c4747" srcId="4748" destId="4747"/>
    <dgm:cxn modelId="c4748" srcId="4749" destId="4748"/>
    <dgm:cxn modelId="c4749" srcId="4750" destId="4749"/>
    <dgm:cxn modelId="c4750" srcId="4751" destId="4750"/>
    <dgm:cxn modelId="c4751" srcId="4752" destId="4751"/>
    <dgm:cxn modelId="c4752" srcId="4753" destId="4752"/>
    <dgm:cxn modelId="c4753" srcId="4754" destId="4753"/>
    <dgm:cxn modelId="c4754" srcId="4755" destId="4754"/>
    <dgm:cxn modelId="c4755" srcId="4756" destId="4755"/>
    <dgm:cxn modelId="c4756" srcId="4757" destId="4756"/>
    <dgm:cxn modelId="c4757" srcId="4758" destId="4757"/>
    <dgm:cxn modelId="c4758" srcId="4759" destId="4758"/>
    <dgm:cxn modelId="c4759" srcId="4760" destId="4759"/>
    <dgm:cxn modelId="c4760" srcId="4761" destId="4760"/>
    <dgm:cxn modelId="c4761" srcId="4762" destId="4761"/>
    <dgm:cxn modelId="c4762" srcId="4763" destId="4762"/>
    <dgm:cxn modelId="c4763" srcId="4764" destId="4763"/>
    <dgm:cxn modelId="c4764" srcId="4765" destId="4764"/>
    <dgm:cxn modelId="c4765" srcId="4766" destId="4765"/>
    <dgm:cxn modelId="c4766" srcId="4767" destId="4766"/>
    <dgm:cxn modelId="c4767" srcId="4768" destId="4767"/>
    <dgm:cxn modelId="c4768" srcId="4769" destId="4768"/>
    <dgm:cxn modelId="c4769" srcId="4770" destId="4769"/>
    <dgm:cxn modelId="c4770" srcId="4771" destId="4770"/>
    <dgm:cxn modelId="c4771" srcId="4772" destId="4771"/>
    <dgm:cxn modelId="c4772" srcId="4773" destId="4772"/>
    <dgm:cxn modelId="c4773" srcId="4774" destId="4773"/>
    <dgm:cxn modelId="c4774" srcId="4775" destId="4774"/>
    <dgm:cxn modelId="c4775" srcId="4776" destId="4775"/>
    <dgm:cxn modelId="c4776" srcId="4777" destId="4776"/>
    <dgm:cxn modelId="c4777" srcId="4778" destId="4777"/>
    <dgm:cxn modelId="c4778" srcId="4779" destId="4778"/>
    <dgm:cxn modelId="c4779" srcId="4780" destId="4779"/>
    <dgm:cxn modelId="c4780" srcId="4781" destId="4780"/>
    <dgm:cxn modelId="c4781" srcId="4782" destId="4781"/>
    <dgm:cxn modelId="c4782" srcId="4783" destId="4782"/>
    <dgm:cxn modelId="c4783" srcId="4784" destId="4783"/>
    <dgm:cxn modelId="c4784" srcId="4785" destId="4784"/>
    <dgm:cxn modelId="c4785" srcId="4786" destId="4785"/>
    <dgm:cxn modelId="c4786" srcId="4787" destId="4786"/>
    <dgm:cxn modelId="c4787" srcId="4788" destId="4787"/>
    <dgm:cxn modelId="c4788" srcId="4789" destId="4788"/>
    <dgm:cxn modelId="c4789" srcId="4790" destId="4789"/>
    <dgm:cxn modelId="c4790" srcId="4791" destId="4790"/>
    <dgm:cxn modelId="c4791" srcId="4792" destId="4791"/>
    <dgm:cxn modelId="c4792" srcId="4793" destId="4792"/>
    <dgm:cxn modelId="c4793" srcId="4794" destId="4793"/>
    <dgm:cxn modelId="c4794" srcId="4795" destId="4794"/>
    <dgm:cxn modelId="c4795" srcId="4796" destId="4795"/>
    <dgm:cxn modelId="c4796" srcId="4797" destId="4796"/>
    <dgm:cxn modelId="c4797" srcId="4798" destId="4797"/>
    <dgm:cxn modelId="c4798" srcId="4799" destId="4798"/>
    <dgm:cxn modelId="c4799" srcId="4800" destId="4799"/>
    <dgm:cxn modelId="c4800" srcId="4801" destId="4800"/>
    <dgm:cxn modelId="c4801" srcId="4802" destId="4801"/>
    <dgm:cxn modelId="c4802" srcId="4803" destId="4802"/>
    <dgm:cxn modelId="c4803" srcId="4804" destId="4803"/>
    <dgm:cxn modelId="c4804" srcId="4805" destId="4804"/>
    <dgm:cxn modelId="c4805" srcId="4806" destId="4805"/>
    <dgm:cxn modelId="c4806" srcId="4807" destId="4806"/>
    <dgm:cxn modelId="c4807" srcId="4808" destId="4807"/>
    <dgm:cxn modelId="c4808" srcId="4809" destId="4808"/>
    <dgm:cxn modelId="c4809" srcId="4810" destId="4809"/>
    <dgm:cxn modelId="c4810" srcId="4811" destId="4810"/>
    <dgm:cxn modelId="c4811" srcId="4812" destId="4811"/>
    <dgm:cxn modelId="c4812" srcId="4813" destId="4812"/>
    <dgm:cxn modelId="c4813" srcId="4814" destId="4813"/>
    <dgm:cxn modelId="c4814" srcId="4815" destId="4814"/>
    <dgm:cxn modelId="c4815" srcId="4816" destId="4815"/>
    <dgm:cxn modelId="c4816" srcId="4817" destId="4816"/>
    <dgm:cxn modelId="c4817" srcId="4818" destId="4817"/>
    <dgm:cxn modelId="c4818" srcId="4819" destId="4818"/>
    <dgm:cxn modelId="c4819" srcId="4820" destId="4819"/>
    <dgm:cxn modelId="c4820" srcId="4821" destId="4820"/>
    <dgm:cxn modelId="c4821" srcId="4822" destId="4821"/>
    <dgm:cxn modelId="c4822" srcId="4823" destId="4822"/>
    <dgm:cxn modelId="c4823" srcId="4824" destId="4823"/>
    <dgm:cxn modelId="c4824" srcId="4825" destId="4824"/>
    <dgm:cxn modelId="c4825" srcId="4826" destId="4825"/>
    <dgm:cxn modelId="c4826" srcId="4827" destId="4826"/>
    <dgm:cxn modelId="c4827" srcId="4828" destId="4827"/>
    <dgm:cxn modelId="c4828" srcId="4829" destId="4828"/>
    <dgm:cxn modelId="c4829" srcId="4830" destId="4829"/>
    <dgm:cxn modelId="c4830" srcId="4831" destId="4830"/>
    <dgm:cxn modelId="c4831" srcId="4832" destId="4831"/>
    <dgm:cxn modelId="c4832" srcId="4833" destId="4832"/>
    <dgm:cxn modelId="c4833" srcId="4834" destId="4833"/>
    <dgm:cxn modelId="c4834" srcId="4835" destId="4834"/>
    <dgm:cxn modelId="c4835" srcId="4836" destId="4835"/>
    <dgm:cxn modelId="c4836" srcId="4837" destId="4836"/>
    <dgm:cxn modelId="c4837" srcId="4838" destId="4837"/>
    <dgm:cxn modelId="c4838" srcId="4839" destId="4838"/>
    <dgm:cxn modelId="c4839" srcId="4840" destId="4839"/>
    <dgm:cxn modelId="c4840" srcId="4841" destId="4840"/>
    <dgm:cxn modelId="c4841" srcId="4842" destId="4841"/>
    <dgm:cxn modelId="c4842" srcId="4843" destId="4842"/>
    <dgm:cxn modelId="c4843" srcId="4844" destId="4843"/>
    <dgm:cxn modelId="c4844" srcId="4845" destId="4844"/>
    <dgm:cxn modelId="c4845" srcId="4846" destId="4845"/>
    <dgm:cxn modelId="c4846" srcId="4847" destId="4846"/>
    <dgm:cxn modelId="c4847" srcId="4848" destId="4847"/>
    <dgm:cxn modelId="c4848" srcId="4849" destId="4848"/>
    <dgm:cxn modelId="c4849" srcId="4850" destId="4849"/>
    <dgm:cxn modelId="c4850" srcId="4851" destId="4850"/>
    <dgm:cxn modelId="c4851" srcId="4852" destId="4851"/>
    <dgm:cxn modelId="c4852" srcId="4853" destId="4852"/>
    <dgm:cxn modelId="c4853" srcId="4854" destId="4853"/>
    <dgm:cxn modelId="c4854" srcId="4855" destId="4854"/>
    <dgm:cxn modelId="c4855" srcId="4856" destId="4855"/>
    <dgm:cxn modelId="c4856" srcId="4857" destId="4856"/>
    <dgm:cxn modelId="c4857" srcId="4858" destId="4857"/>
    <dgm:cxn modelId="c4858" srcId="4859" destId="4858"/>
    <dgm:cxn modelId="c4859" srcId="4860" destId="4859"/>
    <dgm:cxn modelId="c4860" srcId="4861" destId="4860"/>
    <dgm:cxn modelId="c4861" srcId="4862" destId="4861"/>
    <dgm:cxn modelId="c4862" srcId="4863" destId="4862"/>
    <dgm:cxn modelId="c4863" srcId="4864" destId="4863"/>
    <dgm:cxn modelId="c4864" srcId="4865" destId="4864"/>
    <dgm:cxn modelId="c4865" srcId="4866" destId="4865"/>
    <dgm:cxn modelId="c4866" srcId="4867" destId="4866"/>
    <dgm:cxn modelId="c4867" srcId="4868" destId="4867"/>
    <dgm:cxn modelId="c4868" srcId="4869" destId="4868"/>
    <dgm:cxn modelId="c4869" srcId="4870" destId="4869"/>
    <dgm:cxn modelId="c4870" srcId="4871" destId="4870"/>
    <dgm:cxn modelId="c4871" srcId="4872" destId="4871"/>
    <dgm:cxn modelId="c4872" srcId="4873" destId="4872"/>
    <dgm:cxn modelId="c4873" srcId="4874" destId="4873"/>
    <dgm:cxn modelId="c4874" srcId="4875" destId="4874"/>
    <dgm:cxn modelId="c4875" srcId="4876" destId="4875"/>
    <dgm:cxn modelId="c4876" srcId="4877" destId="4876"/>
    <dgm:cxn modelId="c4877" srcId="4878" destId="4877"/>
    <dgm:cxn modelId="c4878" srcId="4879" destId="4878"/>
    <dgm:cxn modelId="c4879" srcId="4880" destId="4879"/>
    <dgm:cxn modelId="c4880" srcId="4881" destId="4880"/>
    <dgm:cxn modelId="c4881" srcId="4882" destId="4881"/>
    <dgm:cxn modelId="c4882" srcId="4883" destId="4882"/>
    <dgm:cxn modelId="c4883" srcId="4884" destId="4883"/>
    <dgm:cxn modelId="c4884" srcId="4885" destId="4884"/>
    <dgm:cxn modelId="c4885" srcId="4886" destId="4885"/>
    <dgm:cxn modelId="c4886" srcId="4887" destId="4886"/>
    <dgm:cxn modelId="c4887" srcId="4888" destId="4887"/>
    <dgm:cxn modelId="c4888" srcId="4889" destId="4888"/>
    <dgm:cxn modelId="c4889" srcId="4890" destId="4889"/>
    <dgm:cxn modelId="c4890" srcId="4891" destId="4890"/>
    <dgm:cxn modelId="c4891" srcId="4892" destId="4891"/>
    <dgm:cxn modelId="c4892" srcId="4893" destId="4892"/>
    <dgm:cxn modelId="c4893" srcId="4894" destId="4893"/>
    <dgm:cxn modelId="c4894" srcId="4895" destId="4894"/>
    <dgm:cxn modelId="c4895" srcId="4896" destId="4895"/>
    <dgm:cxn modelId="c4896" srcId="4897" destId="4896"/>
    <dgm:cxn modelId="c4897" srcId="4898" destId="4897"/>
    <dgm:cxn modelId="c4898" srcId="4899" destId="4898"/>
    <dgm:cxn modelId="c4899" srcId="4900" destId="4899"/>
    <dgm:cxn modelId="c4900" srcId="4901" destId="4900"/>
    <dgm:cxn modelId="c4901" srcId="4902" destId="4901"/>
    <dgm:cxn modelId="c4902" srcId="4903" destId="4902"/>
    <dgm:cxn modelId="c4903" srcId="4904" destId="4903"/>
    <dgm:cxn modelId="c4904" srcId="4905" destId="4904"/>
    <dgm:cxn modelId="c4905" srcId="4906" destId="4905"/>
    <dgm:cxn modelId="c4906" srcId="4907" destId="4906"/>
    <dgm:cxn modelId="c4907" srcId="4908" destId="4907"/>
    <dgm:cxn modelId="c4908" srcId="4909" destId="4908"/>
    <dgm:cxn modelId="c4909" srcId="4910" destId="4909"/>
    <dgm:cxn modelId="c4910" srcId="4911" destId="4910"/>
    <dgm:cxn modelId="c4911" srcId="4912" destId="4911"/>
    <dgm:cxn modelId="c4912" srcId="4913" destId="4912"/>
    <dgm:cxn modelId="c4913" srcId="4914" destId="4913"/>
    <dgm:cxn modelId="c4914" srcId="4915" destId="4914"/>
    <dgm:cxn modelId="c4915" srcId="4916" destId="4915"/>
    <dgm:cxn modelId="c4916" srcId="4917" destId="4916"/>
    <dgm:cxn modelId="c4917" srcId="4918" destId="4917"/>
    <dgm:cxn modelId="c4918" srcId="4919" destId="4918"/>
    <dgm:cxn modelId="c4919" srcId="4920" destId="4919"/>
    <dgm:cxn modelId="c4920" srcId="4921" destId="4920"/>
    <dgm:cxn modelId="c4921" srcId="4922" destId="4921"/>
    <dgm:cxn modelId="c4922" srcId="4923" destId="4922"/>
    <dgm:cxn modelId="c4923" srcId="4924" destId="4923"/>
    <dgm:cxn modelId="c4924" srcId="4925" destId="4924"/>
    <dgm:cxn modelId="c4925" srcId="4926" destId="4925"/>
    <dgm:cxn modelId="c4926" srcId="4927" destId="4926"/>
    <dgm:cxn modelId="c4927" srcId="4928" destId="4927"/>
    <dgm:cxn modelId="c4928" srcId="4929" destId="4928"/>
    <dgm:cxn modelId="c4929" srcId="4930" destId="4929"/>
    <dgm:cxn modelId="c4930" srcId="4931" destId="4930"/>
    <dgm:cxn modelId="c4931" srcId="4932" destId="4931"/>
    <dgm:cxn modelId="c4932" srcId="4933" destId="4932"/>
    <dgm:cxn modelId="c4933" srcId="4934" destId="4933"/>
    <dgm:cxn modelId="c4934" srcId="4935" destId="4934"/>
    <dgm:cxn modelId="c4935" srcId="4936" destId="4935"/>
    <dgm:cxn modelId="c4936" srcId="4937" destId="4936"/>
    <dgm:cxn modelId="c4937" srcId="4938" destId="4937"/>
    <dgm:cxn modelId="c4938" srcId="4939" destId="4938"/>
    <dgm:cxn modelId="c4939" srcId="4940" destId="4939"/>
    <dgm:cxn modelId="c4940" srcId="4941" destId="4940"/>
    <dgm:cxn modelId="c4941" srcId="4942" destId="4941"/>
    <dgm:cxn modelId="c4942" srcId="4943" destId="4942"/>
    <dgm:cxn modelId="c4943" srcId="4944" destId="4943"/>
    <dgm:cxn modelId="c4944" srcId="4945" destId="4944"/>
    <dgm:cxn modelId="c4945" srcId="4946" destId="4945"/>
    <dgm:cxn modelId="c4946" srcId="4947" destId="4946"/>
    <dgm:cxn modelId="c4947" srcId="4948" destId="4947"/>
    <dgm:cxn modelId="c4948" srcId="4949" destId="4948"/>
    <dgm:cxn modelId="c4949" srcId="4950" destId="4949"/>
    <dgm:cxn modelId="c4950" srcId="4951" destId="4950"/>
    <dgm:cxn modelId="c4951" srcId="4952" destId="4951"/>
    <dgm:cxn modelId="c4952" srcId="4953" destId="4952"/>
    <dgm:cxn modelId="c4953" srcId="4954" destId="4953"/>
    <dgm:cxn modelId="c4954" srcId="4955" destId="4954"/>
    <dgm:cxn modelId="c4955" srcId="4956" destId="4955"/>
    <dgm:cxn modelId="c4956" srcId="4957" destId="4956"/>
    <dgm:cxn modelId="c4957" srcId="4958" destId="4957"/>
    <dgm:cxn modelId="c4958" srcId="4959" destId="4958"/>
    <dgm:cxn modelId="c4959" srcId="4960" destId="4959"/>
    <dgm:cxn modelId="c4960" srcId="4961" destId="4960"/>
    <dgm:cxn modelId="c4961" srcId="4962" destId="4961"/>
    <dgm:cxn modelId="c4962" srcId="4963" destId="4962"/>
    <dgm:cxn modelId="c4963" srcId="4964" destId="4963"/>
    <dgm:cxn modelId="c4964" srcId="4965" destId="4964"/>
    <dgm:cxn modelId="c4965" srcId="4966" destId="4965"/>
    <dgm:cxn modelId="c4966" srcId="4967" destId="4966"/>
    <dgm:cxn modelId="c4967" srcId="4968" destId="4967"/>
    <dgm:cxn modelId="c4968" srcId="4969" destId="4968"/>
    <dgm:cxn modelId="c4969" srcId="4970" destId="4969"/>
    <dgm:cxn modelId="c4970" srcId="4971" destId="4970"/>
    <dgm:cxn modelId="c4971" srcId="4972" destId="4971"/>
    <dgm:cxn modelId="c4972" srcId="4973" destId="4972"/>
    <dgm:cxn modelId="c4973" srcId="4974" destId="4973"/>
    <dgm:cxn modelId="c4974" srcId="4975" destId="4974"/>
    <dgm:cxn modelId="c4975" srcId="4976" destId="4975"/>
    <dgm:cxn modelId="c4976" srcId="4977" destId="4976"/>
    <dgm:cxn modelId="c4977" srcId="4978" destId="4977"/>
    <dgm:cxn modelId="c4978" srcId="4979" destId="4978"/>
    <dgm:cxn modelId="c4979" srcId="4980" destId="4979"/>
    <dgm:cxn modelId="c4980" srcId="4981" destId="4980"/>
    <dgm:cxn modelId="c4981" srcId="4982" destId="4981"/>
    <dgm:cxn modelId="c4982" srcId="4983" destId="4982"/>
    <dgm:cxn modelId="c4983" srcId="4984" destId="4983"/>
    <dgm:cxn modelId="c4984" srcId="4985" destId="4984"/>
    <dgm:cxn modelId="c4985" srcId="4986" destId="4985"/>
    <dgm:cxn modelId="c4986" srcId="4987" destId="4986"/>
    <dgm:cxn modelId="c4987" srcId="4988" destId="4987"/>
    <dgm:cxn modelId="c4988" srcId="4989" destId="4988"/>
    <dgm:cxn modelId="c4989" srcId="4990" destId="4989"/>
    <dgm:cxn modelId="c4990" srcId="4991" destId="4990"/>
    <dgm:cxn modelId="c4991" srcId="4992" destId="4991"/>
    <dgm:cxn modelId="c4992" srcId="4993" destId="4992"/>
    <dgm:cxn modelId="c4993" srcId="4994" destId="4993"/>
    <dgm:cxn modelId="c4994" srcId="4995" destId="4994"/>
    <dgm:cxn modelId="c4995" srcId="4996" destId="4995"/>
    <dgm:cxn modelId="c4996" srcId="4997" destId="4996"/>
    <dgm:cxn modelId="c4997" srcId="4998" destId="4997"/>
    <dgm:cxn modelId="c4998" srcId="4999" destId="4998"/>
    <dgm:cxn modelId="c4999" srcId="5000" destId="4999"/>
    <dgm:cxn modelId="c5000" srcId="5001" destId="5000"/>
    <dgm:cxn modelId="c5001" srcId="5002" destId="5001"/>
    <dgm:cxn modelId="c5002" srcId="5003" destId="5002"/>
    <dgm:cxn modelId="c5003" srcId="5004" destId="5003"/>
    <dgm:cxn modelId="c5004" srcId="5005" destId="5004"/>
    <dgm:cxn modelId="c5005" srcId="5006" destId="5005"/>
    <dgm:cxn modelId="c5006" srcId="5007" destId="5006"/>
    <dgm:cxn modelId="c5007" srcId="5008" destId="5007"/>
    <dgm:cxn modelId="c5008" srcId="5009" destId="5008"/>
    <dgm:cxn modelId="c5009" srcId="5010" destId="5009"/>
    <dgm:cxn modelId="c5010" srcId="5011" destId="5010"/>
    <dgm:cxn modelId="c5011" srcId="5012" destId="5011"/>
    <dgm:cxn modelId="c5012" srcId="5013" destId="5012"/>
    <dgm:cxn modelId="c5013" srcId="5014" destId="5013"/>
    <dgm:cxn modelId="c5014" srcId="5015" destId="5014"/>
    <dgm:cxn modelId="c5015" srcId="5016" destId="5015"/>
    <dgm:cxn modelId="c5016" srcId="5017" destId="5016"/>
    <dgm:cxn modelId="c5017" srcId="5018" destId="5017"/>
    <dgm:cxn modelId="c5018" srcId="5019" destId="5018"/>
    <dgm:cxn modelId="c5019" srcId="5020" destId="5019"/>
    <dgm:cxn modelId="c5020" srcId="5021" destId="5020"/>
    <dgm:cxn modelId="c5021" srcId="5022" destId="5021"/>
    <dgm:cxn modelId="c5022" srcId="5023" destId="5022"/>
    <dgm:cxn modelId="c5023" srcId="5024" destId="5023"/>
    <dgm:cxn modelId="c5024" srcId="5025" destId="5024"/>
    <dgm:cxn modelId="c5025" srcId="5026" destId="5025"/>
    <dgm:cxn modelId="c5026" srcId="5027" destId="5026"/>
    <dgm:cxn modelId="c5027" srcId="5028" destId="5027"/>
    <dgm:cxn modelId="c5028" srcId="5029" destId="5028"/>
    <dgm:cxn modelId="c5029" srcId="5030" destId="5029"/>
    <dgm:cxn modelId="c5030" srcId="5031" destId="5030"/>
    <dgm:cxn modelId="c5031" srcId="5032" destId="5031"/>
    <dgm:cxn modelId="c5032" srcId="5033" destId="5032"/>
    <dgm:cxn modelId="c5033" srcId="5034" destId="5033"/>
    <dgm:cxn modelId="c5034" srcId="5035" destId="5034"/>
    <dgm:cxn modelId="c5035" srcId="5036" destId="5035"/>
    <dgm:cxn modelId="c5036" srcId="5037" destId="5036"/>
    <dgm:cxn modelId="c5037" srcId="5038" destId="5037"/>
    <dgm:cxn modelId="c5038" srcId="5039" destId="5038"/>
    <dgm:cxn modelId="c5039" srcId="5040" destId="5039"/>
    <dgm:cxn modelId="c5040" srcId="5041" destId="5040"/>
    <dgm:cxn modelId="c5041" srcId="5042" destId="5041"/>
    <dgm:cxn modelId="c5042" srcId="5043" destId="5042"/>
    <dgm:cxn modelId="c5043" srcId="5044" destId="5043"/>
    <dgm:cxn modelId="c5044" srcId="5045" destId="5044"/>
    <dgm:cxn modelId="c5045" srcId="5046" destId="5045"/>
    <dgm:cxn modelId="c5046" srcId="5047" destId="5046"/>
    <dgm:cxn modelId="c5047" srcId="5048" destId="5047"/>
    <dgm:cxn modelId="c5048" srcId="5049" destId="5048"/>
    <dgm:cxn modelId="c5049" srcId="5050" destId="5049"/>
    <dgm:cxn modelId="c5050" srcId="5051" destId="5050"/>
    <dgm:cxn modelId="c5051" srcId="5052" destId="5051"/>
    <dgm:cxn modelId="c5052" srcId="5053" destId="5052"/>
    <dgm:cxn modelId="c5053" srcId="5054" destId="5053"/>
    <dgm:cxn modelId="c5054" srcId="5055" destId="5054"/>
    <dgm:cxn modelId="c5055" srcId="5056" destId="5055"/>
    <dgm:cxn modelId="c5056" srcId="5057" destId="5056"/>
    <dgm:cxn modelId="c5057" srcId="5058" destId="5057"/>
    <dgm:cxn modelId="c5058" srcId="5059" destId="5058"/>
    <dgm:cxn modelId="c5059" srcId="5060" destId="5059"/>
    <dgm:cxn modelId="c5060" srcId="5061" destId="5060"/>
    <dgm:cxn modelId="c5061" srcId="5062" destId="5061"/>
    <dgm:cxn modelId="c5062" srcId="5063" destId="5062"/>
    <dgm:cxn modelId="c5063" srcId="5064" destId="5063"/>
    <dgm:cxn modelId="c5064" srcId="5065" destId="5064"/>
    <dgm:cxn modelId="c5065" srcId="5066" destId="5065"/>
    <dgm:cxn modelId="c5066" srcId="5067" destId="5066"/>
    <dgm:cxn modelId="c5067" srcId="5068" destId="5067"/>
    <dgm:cxn modelId="c5068" srcId="5069" destId="5068"/>
    <dgm:cxn modelId="c5069" srcId="5070" destId="5069"/>
    <dgm:cxn modelId="c5070" srcId="5071" destId="5070"/>
    <dgm:cxn modelId="c5071" srcId="5072" destId="5071"/>
    <dgm:cxn modelId="c5072" srcId="5073" destId="5072"/>
    <dgm:cxn modelId="c5073" srcId="5074" destId="5073"/>
    <dgm:cxn modelId="c5074" srcId="5075" destId="5074"/>
    <dgm:cxn modelId="c5075" srcId="5076" destId="5075"/>
    <dgm:cxn modelId="c5076" srcId="5077" destId="5076"/>
    <dgm:cxn modelId="c5077" srcId="5078" destId="5077"/>
    <dgm:cxn modelId="c5078" srcId="5079" destId="5078"/>
    <dgm:cxn modelId="c5079" srcId="5080" destId="5079"/>
    <dgm:cxn modelId="c5080" srcId="5081" destId="5080"/>
    <dgm:cxn modelId="c5081" srcId="5082" destId="5081"/>
    <dgm:cxn modelId="c5082" srcId="5083" destId="5082"/>
    <dgm:cxn modelId="c5083" srcId="5084" destId="5083"/>
    <dgm:cxn modelId="c5084" srcId="5085" destId="5084"/>
    <dgm:cxn modelId="c5085" srcId="5086" destId="5085"/>
    <dgm:cxn modelId="c5086" srcId="5087" destId="5086"/>
    <dgm:cxn modelId="c5087" srcId="5088" destId="5087"/>
    <dgm:cxn modelId="c5088" srcId="5089" destId="5088"/>
    <dgm:cxn modelId="c5089" srcId="5090" destId="5089"/>
    <dgm:cxn modelId="c5090" srcId="5091" destId="5090"/>
    <dgm:cxn modelId="c5091" srcId="5092" destId="5091"/>
    <dgm:cxn modelId="c5092" srcId="5093" destId="5092"/>
    <dgm:cxn modelId="c5093" srcId="5094" destId="5093"/>
    <dgm:cxn modelId="c5094" srcId="5095" destId="5094"/>
    <dgm:cxn modelId="c5095" srcId="5096" destId="5095"/>
    <dgm:cxn modelId="c5096" srcId="5097" destId="5096"/>
    <dgm:cxn modelId="c5097" srcId="5098" destId="5097"/>
    <dgm:cxn modelId="c5098" srcId="5099" destId="5098"/>
    <dgm:cxn modelId="c5099" srcId="5100" destId="5099"/>
    <dgm:cxn modelId="c5100" srcId="5101" destId="5100"/>
    <dgm:cxn modelId="c5101" srcId="5102" destId="5101"/>
    <dgm:cxn modelId="c5102" srcId="5103" destId="5102"/>
    <dgm:cxn modelId="c5103" srcId="5104" destId="5103"/>
    <dgm:cxn modelId="c5104" srcId="5105" destId="5104"/>
    <dgm:cxn modelId="c5105" srcId="5106" destId="5105"/>
    <dgm:cxn modelId="c5106" srcId="5107" destId="5106"/>
    <dgm:cxn modelId="c5107" srcId="5108" destId="5107"/>
    <dgm:cxn modelId="c5108" srcId="5109" destId="5108"/>
    <dgm:cxn modelId="c5109" srcId="5110" destId="5109"/>
    <dgm:cxn modelId="c5110" srcId="5111" destId="5110"/>
    <dgm:cxn modelId="c5111" srcId="5112" destId="5111"/>
    <dgm:cxn modelId="c5112" srcId="5113" destId="5112"/>
    <dgm:cxn modelId="c5113" srcId="5114" destId="5113"/>
    <dgm:cxn modelId="c5114" srcId="5115" destId="5114"/>
    <dgm:cxn modelId="c5115" srcId="5116" destId="5115"/>
    <dgm:cxn modelId="c5116" srcId="5117" destId="5116"/>
    <dgm:cxn modelId="c5117" srcId="5118" destId="5117"/>
    <dgm:cxn modelId="c5118" srcId="5119" destId="5118"/>
    <dgm:cxn modelId="c5119" srcId="5120" destId="5119"/>
    <dgm:cxn modelId="c5120" srcId="5121" destId="5120"/>
    <dgm:cxn modelId="c5121" srcId="5122" destId="5121"/>
    <dgm:cxn modelId="c5122" srcId="5123" destId="5122"/>
    <dgm:cxn modelId="c5123" srcId="5124" destId="5123"/>
    <dgm:cxn modelId="c5124" srcId="5125" destId="5124"/>
    <dgm:cxn modelId="c5125" srcId="5126" destId="5125"/>
    <dgm:cxn modelId="c5126" srcId="5127" destId="5126"/>
    <dgm:cxn modelId="c5127" srcId="5128" destId="5127"/>
    <dgm:cxn modelId="c5128" srcId="5129" destId="5128"/>
    <dgm:cxn modelId="c5129" srcId="5130" destId="5129"/>
    <dgm:cxn modelId="c5130" srcId="5131" destId="5130"/>
    <dgm:cxn modelId="c5131" srcId="5132" destId="5131"/>
    <dgm:cxn modelId="c5132" srcId="5133" destId="5132"/>
    <dgm:cxn modelId="c5133" srcId="5134" destId="5133"/>
    <dgm:cxn modelId="c5134" srcId="5135" destId="5134"/>
    <dgm:cxn modelId="c5135" srcId="5136" destId="5135"/>
    <dgm:cxn modelId="c5136" srcId="5137" destId="5136"/>
    <dgm:cxn modelId="c5137" srcId="5138" destId="5137"/>
    <dgm:cxn modelId="c5138" srcId="5139" destId="5138"/>
    <dgm:cxn modelId="c5139" srcId="5140" destId="5139"/>
    <dgm:cxn modelId="c5140" srcId="5141" destId="5140"/>
    <dgm:cxn modelId="c5141" srcId="5142" destId="5141"/>
    <dgm:cxn modelId="c5142" srcId="5143" destId="5142"/>
    <dgm:cxn modelId="c5143" srcId="5144" destId="5143"/>
    <dgm:cxn modelId="c5144" srcId="5145" destId="5144"/>
    <dgm:cxn modelId="c5145" srcId="5146" destId="5145"/>
    <dgm:cxn modelId="c5146" srcId="5147" destId="5146"/>
    <dgm:cxn modelId="c5147" srcId="5148" destId="5147"/>
    <dgm:cxn modelId="c5148" srcId="5149" destId="5148"/>
    <dgm:cxn modelId="c5149" srcId="5150" destId="5149"/>
    <dgm:cxn modelId="c5150" srcId="5151" destId="5150"/>
    <dgm:cxn modelId="c5151" srcId="5152" destId="5151"/>
    <dgm:cxn modelId="c5152" srcId="5153" destId="5152"/>
    <dgm:cxn modelId="c5153" srcId="5154" destId="5153"/>
    <dgm:cxn modelId="c5154" srcId="5155" destId="5154"/>
    <dgm:cxn modelId="c5155" srcId="5156" destId="5155"/>
    <dgm:cxn modelId="c5156" srcId="5157" destId="5156"/>
    <dgm:cxn modelId="c5157" srcId="5158" destId="5157"/>
    <dgm:cxn modelId="c5158" srcId="5159" destId="5158"/>
    <dgm:cxn modelId="c5159" srcId="5160" destId="5159"/>
    <dgm:cxn modelId="c5160" srcId="5161" destId="5160"/>
    <dgm:cxn modelId="c5161" srcId="5162" destId="5161"/>
    <dgm:cxn modelId="c5162" srcId="5163" destId="5162"/>
    <dgm:cxn modelId="c5163" srcId="5164" destId="5163"/>
    <dgm:cxn modelId="c5164" srcId="5165" destId="5164"/>
    <dgm:cxn modelId="c5165" srcId="5166" destId="5165"/>
    <dgm:cxn modelId="c5166" srcId="5167" destId="5166"/>
    <dgm:cxn modelId="c5167" srcId="5168" destId="5167"/>
    <dgm:cxn modelId="c5168" srcId="5169" destId="5168"/>
    <dgm:cxn modelId="c5169" srcId="5170" destId="5169"/>
    <dgm:cxn modelId="c5170" srcId="5171" destId="5170"/>
    <dgm:cxn modelId="c5171" srcId="5172" destId="5171"/>
    <dgm:cxn modelId="c5172" srcId="5173" destId="5172"/>
    <dgm:cxn modelId="c5173" srcId="5174" destId="5173"/>
    <dgm:cxn modelId="c5174" srcId="5175" destId="5174"/>
    <dgm:cxn modelId="c5175" srcId="5176" destId="5175"/>
    <dgm:cxn modelId="c5176" srcId="5177" destId="5176"/>
    <dgm:cxn modelId="c5177" srcId="5178" destId="5177"/>
    <dgm:cxn modelId="c5178" srcId="5179" destId="5178"/>
    <dgm:cxn modelId="c5179" srcId="5180" destId="5179"/>
    <dgm:cxn modelId="c5180" srcId="5181" destId="5180"/>
    <dgm:cxn modelId="c5181" srcId="5182" destId="5181"/>
    <dgm:cxn modelId="c5182" srcId="5183" destId="5182"/>
    <dgm:cxn modelId="c5183" srcId="5184" destId="5183"/>
    <dgm:cxn modelId="c5184" srcId="5185" destId="5184"/>
    <dgm:cxn modelId="c5185" srcId="5186" destId="5185"/>
    <dgm:cxn modelId="c5186" srcId="5187" destId="5186"/>
    <dgm:cxn modelId="c5187" srcId="5188" destId="5187"/>
    <dgm:cxn modelId="c5188" srcId="5189" destId="5188"/>
    <dgm:cxn modelId="c5189" srcId="5190" destId="5189"/>
    <dgm:cxn modelId="c5190" srcId="5191" destId="5190"/>
    <dgm:cxn modelId="c5191" srcId="5192" destId="5191"/>
    <dgm:cxn modelId="c5192" srcId="5193" destId="5192"/>
    <dgm:cxn modelId="c5193" srcId="5194" destId="5193"/>
    <dgm:cxn modelId="c5194" srcId="5195" destId="5194"/>
    <dgm:cxn modelId="c5195" srcId="5196" destId="5195"/>
    <dgm:cxn modelId="c5196" srcId="5197" destId="5196"/>
    <dgm:cxn modelId="c5197" srcId="5198" destId="5197"/>
    <dgm:cxn modelId="c5198" srcId="5199" destId="5198"/>
    <dgm:cxn modelId="c5199" srcId="5200" destId="5199"/>
    <dgm:cxn modelId="c5200" srcId="5201" destId="5200"/>
    <dgm:cxn modelId="c5201" srcId="5202" destId="5201"/>
    <dgm:cxn modelId="c5202" srcId="5203" destId="5202"/>
    <dgm:cxn modelId="c5203" srcId="5204" destId="5203"/>
    <dgm:cxn modelId="c5204" srcId="5205" destId="5204"/>
    <dgm:cxn modelId="c5205" srcId="5206" destId="5205"/>
    <dgm:cxn modelId="c5206" srcId="5207" destId="5206"/>
    <dgm:cxn modelId="c5207" srcId="5208" destId="5207"/>
    <dgm:cxn modelId="c5208" srcId="5209" destId="5208"/>
    <dgm:cxn modelId="c5209" srcId="5210" destId="5209"/>
    <dgm:cxn modelId="c5210" srcId="5211" destId="5210"/>
    <dgm:cxn modelId="c5211" srcId="5212" destId="5211"/>
    <dgm:cxn modelId="c5212" srcId="5213" destId="5212"/>
    <dgm:cxn modelId="c5213" srcId="5214" destId="5213"/>
    <dgm:cxn modelId="c5214" srcId="5215" destId="5214"/>
    <dgm:cxn modelId="c5215" srcId="5216" destId="5215"/>
    <dgm:cxn modelId="c5216" srcId="5217" destId="5216"/>
    <dgm:cxn modelId="c5217" srcId="5218" destId="5217"/>
    <dgm:cxn modelId="c5218" srcId="5219" destId="5218"/>
    <dgm:cxn modelId="c5219" srcId="5220" destId="5219"/>
    <dgm:cxn modelId="c5220" srcId="5221" destId="5220"/>
    <dgm:cxn modelId="c5221" srcId="5222" destId="5221"/>
    <dgm:cxn modelId="c5222" srcId="5223" destId="5222"/>
    <dgm:cxn modelId="c5223" srcId="5224" destId="5223"/>
    <dgm:cxn modelId="c5224" srcId="5225" destId="5224"/>
    <dgm:cxn modelId="c5225" srcId="5226" destId="5225"/>
    <dgm:cxn modelId="c5226" srcId="5227" destId="5226"/>
    <dgm:cxn modelId="c5227" srcId="5228" destId="5227"/>
    <dgm:cxn modelId="c5228" srcId="5229" destId="5228"/>
    <dgm:cxn modelId="c5229" srcId="5230" destId="5229"/>
    <dgm:cxn modelId="c5230" srcId="5231" destId="5230"/>
    <dgm:cxn modelId="c5231" srcId="5232" destId="5231"/>
    <dgm:cxn modelId="c5232" srcId="5233" destId="5232"/>
    <dgm:cxn modelId="c5233" srcId="5234" destId="5233"/>
    <dgm:cxn modelId="c5234" srcId="5235" destId="5234"/>
    <dgm:cxn modelId="c5235" srcId="5236" destId="5235"/>
    <dgm:cxn modelId="c5236" srcId="5237" destId="5236"/>
    <dgm:cxn modelId="c5237" srcId="5238" destId="5237"/>
    <dgm:cxn modelId="c5238" srcId="5239" destId="5238"/>
    <dgm:cxn modelId="c5239" srcId="5240" destId="5239"/>
    <dgm:cxn modelId="c5240" srcId="5241" destId="5240"/>
    <dgm:cxn modelId="c5241" srcId="5242" destId="5241"/>
    <dgm:cxn modelId="c5242" srcId="5243" destId="5242"/>
    <dgm:cxn modelId="c5243" srcId="5244" destId="5243"/>
    <dgm:cxn modelId="c5244" srcId="5245" destId="5244"/>
    <dgm:cxn modelId="c5245" srcId="5246" destId="5245"/>
    <dgm:cxn modelId="c5246" srcId="5247" destId="5246"/>
    <dgm:cxn modelId="c5247" srcId="5248" destId="5247"/>
    <dgm:cxn modelId="c5248" srcId="5249" destId="5248"/>
    <dgm:cxn modelId="c5249" srcId="5250" destId="5249"/>
    <dgm:cxn modelId="c5250" srcId="5251" destId="5250"/>
    <dgm:cxn modelId="c5251" srcId="5252" destId="5251"/>
    <dgm:cxn modelId="c5252" srcId="5253" destId="5252"/>
    <dgm:cxn modelId="c5253" srcId="5254" destId="5253"/>
    <dgm:cxn modelId="c5254" srcId="5255" destId="5254"/>
    <dgm:cxn modelId="c5255" srcId="5256" destId="5255"/>
    <dgm:cxn modelId="c5256" srcId="5257" destId="5256"/>
    <dgm:cxn modelId="c5257" srcId="5258" destId="5257"/>
    <dgm:cxn modelId="c5258" srcId="5259" destId="5258"/>
    <dgm:cxn modelId="c5259" srcId="5260" destId="5259"/>
    <dgm:cxn modelId="c5260" srcId="5261" destId="5260"/>
    <dgm:cxn modelId="c5261" srcId="5262" destId="5261"/>
    <dgm:cxn modelId="c5262" srcId="5263" destId="5262"/>
    <dgm:cxn modelId="c5263" srcId="5264" destId="5263"/>
    <dgm:cxn modelId="c5264" srcId="5265" destId="5264"/>
    <dgm:cxn modelId="c5265" srcId="5266" destId="5265"/>
    <dgm:cxn modelId="c5266" srcId="5267" destId="5266"/>
    <dgm:cxn modelId="c5267" srcId="5268" destId="5267"/>
    <dgm:cxn modelId="c5268" srcId="5269" destId="5268"/>
    <dgm:cxn modelId="c5269" srcId="5270" destId="5269"/>
    <dgm:cxn modelId="c5270" srcId="5271" destId="5270"/>
    <dgm:cxn modelId="c5271" srcId="5272" destId="5271"/>
    <dgm:cxn modelId="c5272" srcId="5273" destId="5272"/>
    <dgm:cxn modelId="c5273" srcId="5274" destId="5273"/>
    <dgm:cxn modelId="c5274" srcId="5275" destId="5274"/>
    <dgm:cxn modelId="c5275" srcId="5276" destId="5275"/>
    <dgm:cxn modelId="c5276" srcId="5277" destId="5276"/>
    <dgm:cxn modelId="c5277" srcId="5278" destId="5277"/>
    <dgm:cxn modelId="c5278" srcId="5279" destId="5278"/>
    <dgm:cxn modelId="c5279" srcId="5280" destId="5279"/>
    <dgm:cxn modelId="c5280" srcId="5281" destId="5280"/>
    <dgm:cxn modelId="c5281" srcId="5282" destId="5281"/>
    <dgm:cxn modelId="c5282" srcId="5283" destId="5282"/>
    <dgm:cxn modelId="c5283" srcId="5284" destId="5283"/>
    <dgm:cxn modelId="c5284" srcId="5285" destId="5284"/>
    <dgm:cxn modelId="c5285" srcId="5286" destId="5285"/>
    <dgm:cxn modelId="c5286" srcId="5287" destId="5286"/>
    <dgm:cxn modelId="c5287" srcId="5288" destId="5287"/>
    <dgm:cxn modelId="c5288" srcId="5289" destId="5288"/>
    <dgm:cxn modelId="c5289" srcId="5290" destId="5289"/>
    <dgm:cxn modelId="c5290" srcId="5291" destId="5290"/>
    <dgm:cxn modelId="c5291" srcId="5292" destId="5291"/>
    <dgm:cxn modelId="c5292" srcId="5293" destId="5292"/>
    <dgm:cxn modelId="c5293" srcId="5294" destId="5293"/>
    <dgm:cxn modelId="c5294" srcId="5295" destId="5294"/>
    <dgm:cxn modelId="c5295" srcId="5296" destId="5295"/>
    <dgm:cxn modelId="c5296" srcId="5297" destId="5296"/>
    <dgm:cxn modelId="c5297" srcId="5298" destId="5297"/>
    <dgm:cxn modelId="c5298" srcId="5299" destId="5298"/>
    <dgm:cxn modelId="c5299" srcId="5300" destId="5299"/>
    <dgm:cxn modelId="c5300" srcId="5301" destId="5300"/>
    <dgm:cxn modelId="c5301" srcId="5302" destId="5301"/>
    <dgm:cxn modelId="c5302" srcId="5303" destId="5302"/>
    <dgm:cxn modelId="c5303" srcId="5304" destId="5303"/>
    <dgm:cxn modelId="c5304" srcId="5305" destId="5304"/>
    <dgm:cxn modelId="c5305" srcId="5306" destId="5305"/>
    <dgm:cxn modelId="c5306" srcId="5307" destId="5306"/>
    <dgm:cxn modelId="c5307" srcId="5308" destId="5307"/>
    <dgm:cxn modelId="c5308" srcId="5309" destId="5308"/>
    <dgm:cxn modelId="c5309" srcId="5310" destId="5309"/>
    <dgm:cxn modelId="c5310" srcId="5311" destId="5310"/>
    <dgm:cxn modelId="c5311" srcId="5312" destId="5311"/>
    <dgm:cxn modelId="c5312" srcId="5313" destId="5312"/>
    <dgm:cxn modelId="c5313" srcId="5314" destId="5313"/>
    <dgm:cxn modelId="c5314" srcId="5315" destId="5314"/>
    <dgm:cxn modelId="c5315" srcId="5316" destId="5315"/>
    <dgm:cxn modelId="c5316" srcId="5317" destId="5316"/>
    <dgm:cxn modelId="c5317" srcId="5318" destId="5317"/>
    <dgm:cxn modelId="c5318" srcId="5319" destId="5318"/>
    <dgm:cxn modelId="c5319" srcId="5320" destId="5319"/>
    <dgm:cxn modelId="c5320" srcId="5321" destId="5320"/>
    <dgm:cxn modelId="c5321" srcId="5322" destId="5321"/>
    <dgm:cxn modelId="c5322" srcId="5323" destId="5322"/>
    <dgm:cxn modelId="c5323" srcId="5324" destId="5323"/>
    <dgm:cxn modelId="c5324" srcId="5325" destId="5324"/>
    <dgm:cxn modelId="c5325" srcId="5326" destId="5325"/>
    <dgm:cxn modelId="c5326" srcId="5327" destId="5326"/>
    <dgm:cxn modelId="c5327" srcId="5328" destId="5327"/>
    <dgm:cxn modelId="c5328" srcId="5329" destId="5328"/>
    <dgm:cxn modelId="c5329" srcId="5330" destId="5329"/>
    <dgm:cxn modelId="c5330" srcId="5331" destId="5330"/>
    <dgm:cxn modelId="c5331" srcId="5332" destId="5331"/>
    <dgm:cxn modelId="c5332" srcId="5333" destId="5332"/>
    <dgm:cxn modelId="c5333" srcId="5334" destId="5333"/>
    <dgm:cxn modelId="c5334" srcId="5335" destId="5334"/>
    <dgm:cxn modelId="c5335" srcId="5336" destId="5335"/>
    <dgm:cxn modelId="c5336" srcId="5337" destId="5336"/>
    <dgm:cxn modelId="c5337" srcId="5338" destId="5337"/>
    <dgm:cxn modelId="c5338" srcId="5339" destId="5338"/>
    <dgm:cxn modelId="c5339" srcId="5340" destId="5339"/>
    <dgm:cxn modelId="c5340" srcId="5341" destId="5340"/>
    <dgm:cxn modelId="c5341" srcId="5342" destId="5341"/>
    <dgm:cxn modelId="c5342" srcId="5343" destId="5342"/>
    <dgm:cxn modelId="c5343" srcId="5344" destId="5343"/>
    <dgm:cxn modelId="c5344" srcId="5345" destId="5344"/>
    <dgm:cxn modelId="c5345" srcId="5346" destId="5345"/>
    <dgm:cxn modelId="c5346" srcId="5347" destId="5346"/>
    <dgm:cxn modelId="c5347" srcId="5348" destId="5347"/>
    <dgm:cxn modelId="c5348" srcId="5349" destId="5348"/>
    <dgm:cxn modelId="c5349" srcId="5350" destId="5349"/>
    <dgm:cxn modelId="c5350" srcId="5351" destId="5350"/>
    <dgm:cxn modelId="c5351" srcId="5352" destId="5351"/>
    <dgm:cxn modelId="c5352" srcId="5353" destId="5352"/>
    <dgm:cxn modelId="c5353" srcId="5354" destId="5353"/>
    <dgm:cxn modelId="c5354" srcId="5355" destId="5354"/>
    <dgm:cxn modelId="c5355" srcId="5356" destId="5355"/>
    <dgm:cxn modelId="c5356" srcId="5357" destId="5356"/>
    <dgm:cxn modelId="c5357" srcId="5358" destId="5357"/>
    <dgm:cxn modelId="c5358" srcId="5359" destId="5358"/>
    <dgm:cxn modelId="c5359" srcId="5360" destId="5359"/>
    <dgm:cxn modelId="c5360" srcId="5361" destId="5360"/>
    <dgm:cxn modelId="c5361" srcId="5362" destId="5361"/>
    <dgm:cxn modelId="c5362" srcId="5363" destId="5362"/>
    <dgm:cxn modelId="c5363" srcId="5364" destId="5363"/>
    <dgm:cxn modelId="c5364" srcId="5365" destId="5364"/>
    <dgm:cxn modelId="c5365" srcId="5366" destId="5365"/>
    <dgm:cxn modelId="c5366" srcId="5367" destId="5366"/>
    <dgm:cxn modelId="c5367" srcId="5368" destId="5367"/>
    <dgm:cxn modelId="c5368" srcId="5369" destId="5368"/>
    <dgm:cxn modelId="c5369" srcId="5370" destId="5369"/>
    <dgm:cxn modelId="c5370" srcId="5371" destId="5370"/>
    <dgm:cxn modelId="c5371" srcId="5372" destId="5371"/>
    <dgm:cxn modelId="c5372" srcId="5373" destId="5372"/>
    <dgm:cxn modelId="c5373" srcId="5374" destId="5373"/>
    <dgm:cxn modelId="c5374" srcId="5375" destId="5374"/>
    <dgm:cxn modelId="c5375" srcId="5376" destId="5375"/>
    <dgm:cxn modelId="c5376" srcId="5377" destId="5376"/>
    <dgm:cxn modelId="c5377" srcId="5378" destId="5377"/>
    <dgm:cxn modelId="c5378" srcId="5379" destId="5378"/>
    <dgm:cxn modelId="c5379" srcId="5380" destId="5379"/>
    <dgm:cxn modelId="c5380" srcId="5381" destId="5380"/>
    <dgm:cxn modelId="c5381" srcId="5382" destId="5381"/>
    <dgm:cxn modelId="c5382" srcId="5383" destId="5382"/>
    <dgm:cxn modelId="c5383" srcId="5384" destId="5383"/>
    <dgm:cxn modelId="c5384" srcId="5385" destId="5384"/>
    <dgm:cxn modelId="c5385" srcId="5386" destId="5385"/>
    <dgm:cxn modelId="c5386" srcId="5387" destId="5386"/>
    <dgm:cxn modelId="c5387" srcId="5388" destId="5387"/>
    <dgm:cxn modelId="c5388" srcId="5389" destId="5388"/>
    <dgm:cxn modelId="c5389" srcId="5390" destId="5389"/>
    <dgm:cxn modelId="c5390" srcId="5391" destId="5390"/>
    <dgm:cxn modelId="c5391" srcId="5392" destId="5391"/>
    <dgm:cxn modelId="c5392" srcId="5393" destId="5392"/>
    <dgm:cxn modelId="c5393" srcId="5394" destId="5393"/>
    <dgm:cxn modelId="c5394" srcId="5395" destId="5394"/>
    <dgm:cxn modelId="c5395" srcId="5396" destId="5395"/>
    <dgm:cxn modelId="c5396" srcId="5397" destId="5396"/>
    <dgm:cxn modelId="c5397" srcId="5398" destId="5397"/>
    <dgm:cxn modelId="c5398" srcId="5399" destId="5398"/>
    <dgm:cxn modelId="c5399" srcId="5400" destId="5399"/>
    <dgm:cxn modelId="c5400" srcId="5401" destId="5400"/>
    <dgm:cxn modelId="c5401" srcId="5402" destId="5401"/>
    <dgm:cxn modelId="c5402" srcId="5403" destId="5402"/>
    <dgm:cxn modelId="c5403" srcId="5404" destId="5403"/>
    <dgm:cxn modelId="c5404" srcId="5405" destId="5404"/>
    <dgm:cxn modelId="c5405" srcId="5406" destId="5405"/>
    <dgm:cxn modelId="c5406" srcId="5407" destId="5406"/>
    <dgm:cxn modelId="c5407" srcId="5408" destId="5407"/>
    <dgm:cxn modelId="c5408" srcId="5409" destId="5408"/>
    <dgm:cxn modelId="c5409" srcId="5410" destId="5409"/>
    <dgm:cxn modelId="c5410" srcId="5411" destId="5410"/>
    <dgm:cxn modelId="c5411" srcId="5412" destId="5411"/>
    <dgm:cxn modelId="c5412" srcId="5413" destId="5412"/>
    <dgm:cxn modelId="c5413" srcId="5414" destId="5413"/>
    <dgm:cxn modelId="c5414" srcId="5415" destId="5414"/>
    <dgm:cxn modelId="c5415" srcId="5416" destId="5415"/>
    <dgm:cxn modelId="c5416" srcId="5417" destId="5416"/>
    <dgm:cxn modelId="c5417" srcId="5418" destId="5417"/>
    <dgm:cxn modelId="c5418" srcId="5419" destId="5418"/>
    <dgm:cxn modelId="c5419" srcId="5420" destId="5419"/>
    <dgm:cxn modelId="c5420" srcId="5421" destId="5420"/>
    <dgm:cxn modelId="c5421" srcId="5422" destId="5421"/>
    <dgm:cxn modelId="c5422" srcId="5423" destId="5422"/>
    <dgm:cxn modelId="c5423" srcId="5424" destId="5423"/>
    <dgm:cxn modelId="c5424" srcId="5425" destId="5424"/>
    <dgm:cxn modelId="c5425" srcId="5426" destId="5425"/>
    <dgm:cxn modelId="c5426" srcId="5427" destId="5426"/>
    <dgm:cxn modelId="c5427" srcId="5428" destId="5427"/>
    <dgm:cxn modelId="c5428" srcId="5429" destId="5428"/>
    <dgm:cxn modelId="c5429" srcId="5430" destId="5429"/>
    <dgm:cxn modelId="c5430" srcId="5431" destId="5430"/>
    <dgm:cxn modelId="c5431" srcId="5432" destId="5431"/>
    <dgm:cxn modelId="c5432" srcId="5433" destId="5432"/>
    <dgm:cxn modelId="c5433" srcId="5434" destId="5433"/>
    <dgm:cxn modelId="c5434" srcId="5435" destId="5434"/>
    <dgm:cxn modelId="c5435" srcId="5436" destId="5435"/>
    <dgm:cxn modelId="c5436" srcId="5437" destId="5436"/>
    <dgm:cxn modelId="c5437" srcId="5438" destId="5437"/>
    <dgm:cxn modelId="c5438" srcId="5439" destId="5438"/>
    <dgm:cxn modelId="c5439" srcId="5440" destId="5439"/>
    <dgm:cxn modelId="c5440" srcId="5441" destId="5440"/>
    <dgm:cxn modelId="c5441" srcId="5442" destId="5441"/>
    <dgm:cxn modelId="c5442" srcId="5443" destId="5442"/>
    <dgm:cxn modelId="c5443" srcId="5444" destId="5443"/>
    <dgm:cxn modelId="c5444" srcId="5445" destId="5444"/>
    <dgm:cxn modelId="c5445" srcId="5446" destId="5445"/>
    <dgm:cxn modelId="c5446" srcId="5447" destId="5446"/>
    <dgm:cxn modelId="c5447" srcId="5448" destId="5447"/>
    <dgm:cxn modelId="c5448" srcId="5449" destId="5448"/>
    <dgm:cxn modelId="c5449" srcId="5450" destId="5449"/>
    <dgm:cxn modelId="c5450" srcId="5451" destId="5450"/>
    <dgm:cxn modelId="c5451" srcId="5452" destId="5451"/>
    <dgm:cxn modelId="c5452" srcId="5453" destId="5452"/>
    <dgm:cxn modelId="c5453" srcId="5454" destId="5453"/>
    <dgm:cxn modelId="c5454" srcId="5455" destId="5454"/>
    <dgm:cxn modelId="c5455" srcId="5456" destId="5455"/>
    <dgm:cxn modelId="c5456" srcId="5457" destId="5456"/>
    <dgm:cxn modelId="c5457" srcId="5458" destId="5457"/>
    <dgm:cxn modelId="c5458" srcId="5459" destId="5458"/>
    <dgm:cxn modelId="c5459" srcId="5460" destId="5459"/>
    <dgm:cxn modelId="c5460" srcId="5461" destId="5460"/>
    <dgm:cxn modelId="c5461" srcId="5462" destId="5461"/>
    <dgm:cxn modelId="c5462" srcId="5463" destId="5462"/>
    <dgm:cxn modelId="c5463" srcId="5464" destId="5463"/>
    <dgm:cxn modelId="c5464" srcId="5465" destId="5464"/>
    <dgm:cxn modelId="c5465" srcId="5466" destId="5465"/>
    <dgm:cxn modelId="c5466" srcId="5467" destId="5466"/>
    <dgm:cxn modelId="c5467" srcId="5468" destId="5467"/>
    <dgm:cxn modelId="c5468" srcId="5469" destId="5468"/>
    <dgm:cxn modelId="c5469" srcId="5470" destId="5469"/>
    <dgm:cxn modelId="c5470" srcId="5471" destId="5470"/>
    <dgm:cxn modelId="c5471" srcId="5472" destId="5471"/>
    <dgm:cxn modelId="c5472" srcId="5473" destId="5472"/>
    <dgm:cxn modelId="c5473" srcId="5474" destId="5473"/>
    <dgm:cxn modelId="c5474" srcId="5475" destId="5474"/>
    <dgm:cxn modelId="c5475" srcId="5476" destId="5475"/>
    <dgm:cxn modelId="c5476" srcId="5477" destId="5476"/>
    <dgm:cxn modelId="c5477" srcId="5478" destId="5477"/>
    <dgm:cxn modelId="c5478" srcId="5479" destId="5478"/>
    <dgm:cxn modelId="c5479" srcId="5480" destId="5479"/>
    <dgm:cxn modelId="c5480" srcId="5481" destId="5480"/>
    <dgm:cxn modelId="c5481" srcId="5482" destId="5481"/>
    <dgm:cxn modelId="c5482" srcId="5483" destId="5482"/>
    <dgm:cxn modelId="c5483" srcId="5484" destId="5483"/>
    <dgm:cxn modelId="c5484" srcId="5485" destId="5484"/>
    <dgm:cxn modelId="c5485" srcId="5486" destId="5485"/>
    <dgm:cxn modelId="c5486" srcId="5487" destId="5486"/>
    <dgm:cxn modelId="c5487" srcId="5488" destId="5487"/>
    <dgm:cxn modelId="c5488" srcId="5489" destId="5488"/>
    <dgm:cxn modelId="c5489" srcId="5490" destId="5489"/>
    <dgm:cxn modelId="c5490" srcId="5491" destId="5490"/>
    <dgm:cxn modelId="c5491" srcId="5492" destId="5491"/>
    <dgm:cxn modelId="c5492" srcId="5493" destId="5492"/>
    <dgm:cxn modelId="c5493" srcId="5494" destId="5493"/>
    <dgm:cxn modelId="c5494" srcId="5495" destId="5494"/>
    <dgm:cxn modelId="c5495" srcId="5496" destId="5495"/>
    <dgm:cxn modelId="c5496" srcId="5497" destId="5496"/>
    <dgm:cxn modelId="c5497" srcId="5498" destId="5497"/>
    <dgm:cxn modelId="c5498" srcId="5499" destId="5498"/>
    <dgm:cxn modelId="c5499" srcId="5500" destId="5499"/>
    <dgm:cxn modelId="c5500" srcId="5501" destId="5500"/>
    <dgm:cxn modelId="c5501" srcId="5502" destId="5501"/>
    <dgm:cxn modelId="c5502" srcId="5503" destId="5502"/>
    <dgm:cxn modelId="c5503" srcId="5504" destId="5503"/>
    <dgm:cxn modelId="c5504" srcId="5505" destId="5504"/>
    <dgm:cxn modelId="c5505" srcId="5506" destId="5505"/>
    <dgm:cxn modelId="c5506" srcId="5507" destId="5506"/>
    <dgm:cxn modelId="c5507" srcId="5508" destId="5507"/>
    <dgm:cxn modelId="c5508" srcId="5509" destId="5508"/>
    <dgm:cxn modelId="c5509" srcId="5510" destId="5509"/>
    <dgm:cxn modelId="c5510" srcId="5511" destId="5510"/>
    <dgm:cxn modelId="c5511" srcId="5512" destId="5511"/>
    <dgm:cxn modelId="c5512" srcId="5513" destId="5512"/>
    <dgm:cxn modelId="c5513" srcId="5514" destId="5513"/>
    <dgm:cxn modelId="c5514" srcId="5515" destId="5514"/>
    <dgm:cxn modelId="c5515" srcId="5516" destId="5515"/>
    <dgm:cxn modelId="c5516" srcId="5517" destId="5516"/>
    <dgm:cxn modelId="c5517" srcId="5518" destId="5517"/>
    <dgm:cxn modelId="c5518" srcId="5519" destId="5518"/>
    <dgm:cxn modelId="c5519" srcId="5520" destId="5519"/>
    <dgm:cxn modelId="c5520" srcId="5521" destId="5520"/>
    <dgm:cxn modelId="c5521" srcId="5522" destId="5521"/>
    <dgm:cxn modelId="c5522" srcId="5523" destId="5522"/>
    <dgm:cxn modelId="c5523" srcId="5524" destId="5523"/>
    <dgm:cxn modelId="c5524" srcId="5525" destId="5524"/>
    <dgm:cxn modelId="c5525" srcId="5526" destId="5525"/>
    <dgm:cxn modelId="c5526" srcId="5527" destId="5526"/>
    <dgm:cxn modelId="c5527" srcId="5528" destId="5527"/>
    <dgm:cxn modelId="c5528" srcId="5529" destId="5528"/>
    <dgm:cxn modelId="c5529" srcId="5530" destId="5529"/>
    <dgm:cxn modelId="c5530" srcId="5531" destId="5530"/>
    <dgm:cxn modelId="c5531" srcId="5532" destId="5531"/>
    <dgm:cxn modelId="c5532" srcId="5533" destId="5532"/>
    <dgm:cxn modelId="c5533" srcId="5534" destId="5533"/>
    <dgm:cxn modelId="c5534" srcId="5535" destId="5534"/>
    <dgm:cxn modelId="c5535" srcId="5536" destId="5535"/>
    <dgm:cxn modelId="c5536" srcId="5537" destId="5536"/>
    <dgm:cxn modelId="c5537" srcId="5538" destId="5537"/>
    <dgm:cxn modelId="c5538" srcId="5539" destId="5538"/>
    <dgm:cxn modelId="c5539" srcId="5540" destId="5539"/>
    <dgm:cxn modelId="c5540" srcId="5541" destId="5540"/>
    <dgm:cxn modelId="c5541" srcId="5542" destId="5541"/>
    <dgm:cxn modelId="c5542" srcId="5543" destId="5542"/>
    <dgm:cxn modelId="c5543" srcId="5544" destId="5543"/>
    <dgm:cxn modelId="c5544" srcId="5545" destId="5544"/>
    <dgm:cxn modelId="c5545" srcId="5546" destId="5545"/>
    <dgm:cxn modelId="c5546" srcId="5547" destId="5546"/>
    <dgm:cxn modelId="c5547" srcId="5548" destId="5547"/>
    <dgm:cxn modelId="c5548" srcId="5549" destId="5548"/>
    <dgm:cxn modelId="c5549" srcId="5550" destId="5549"/>
    <dgm:cxn modelId="c5550" srcId="5551" destId="5550"/>
    <dgm:cxn modelId="c5551" srcId="5552" destId="5551"/>
    <dgm:cxn modelId="c5552" srcId="5553" destId="5552"/>
    <dgm:cxn modelId="c5553" srcId="5554" destId="5553"/>
    <dgm:cxn modelId="c5554" srcId="5555" destId="5554"/>
    <dgm:cxn modelId="c5555" srcId="5556" destId="5555"/>
    <dgm:cxn modelId="c5556" srcId="5557" destId="5556"/>
    <dgm:cxn modelId="c5557" srcId="5558" destId="5557"/>
    <dgm:cxn modelId="c5558" srcId="5559" destId="5558"/>
    <dgm:cxn modelId="c5559" srcId="5560" destId="5559"/>
    <dgm:cxn modelId="c5560" srcId="5561" destId="5560"/>
    <dgm:cxn modelId="c5561" srcId="5562" destId="5561"/>
    <dgm:cxn modelId="c5562" srcId="5563" destId="5562"/>
    <dgm:cxn modelId="c5563" srcId="5564" destId="5563"/>
    <dgm:cxn modelId="c5564" srcId="5565" destId="5564"/>
    <dgm:cxn modelId="c5565" srcId="5566" destId="5565"/>
    <dgm:cxn modelId="c5566" srcId="5567" destId="5566"/>
    <dgm:cxn modelId="c5567" srcId="5568" destId="5567"/>
    <dgm:cxn modelId="c5568" srcId="5569" destId="5568"/>
    <dgm:cxn modelId="c5569" srcId="5570" destId="5569"/>
    <dgm:cxn modelId="c5570" srcId="5571" destId="5570"/>
    <dgm:cxn modelId="c5571" srcId="5572" destId="5571"/>
    <dgm:cxn modelId="c5572" srcId="5573" destId="5572"/>
    <dgm:cxn modelId="c5573" srcId="5574" destId="5573"/>
    <dgm:cxn modelId="c5574" srcId="5575" destId="5574"/>
    <dgm:cxn modelId="c5575" srcId="5576" destId="5575"/>
    <dgm:cxn modelId="c5576" srcId="5577" destId="5576"/>
    <dgm:cxn modelId="c5577" srcId="5578" destId="5577"/>
    <dgm:cxn modelId="c5578" srcId="5579" destId="5578"/>
    <dgm:cxn modelId="c5579" srcId="5580" destId="5579"/>
    <dgm:cxn modelId="c5580" srcId="5581" destId="5580"/>
    <dgm:cxn modelId="c5581" srcId="5582" destId="5581"/>
    <dgm:cxn modelId="c5582" srcId="5583" destId="5582"/>
    <dgm:cxn modelId="c5583" srcId="5584" destId="5583"/>
    <dgm:cxn modelId="c5584" srcId="5585" destId="5584"/>
    <dgm:cxn modelId="c5585" srcId="5586" destId="5585"/>
    <dgm:cxn modelId="c5586" srcId="5587" destId="5586"/>
    <dgm:cxn modelId="c5587" srcId="5588" destId="5587"/>
    <dgm:cxn modelId="c5588" srcId="5589" destId="5588"/>
    <dgm:cxn modelId="c5589" srcId="5590" destId="5589"/>
    <dgm:cxn modelId="c5590" srcId="5591" destId="5590"/>
    <dgm:cxn modelId="c5591" srcId="5592" destId="5591"/>
    <dgm:cxn modelId="c5592" srcId="5593" destId="5592"/>
    <dgm:cxn modelId="c5593" srcId="5594" destId="5593"/>
    <dgm:cxn modelId="c5594" srcId="5595" destId="5594"/>
    <dgm:cxn modelId="c5595" srcId="5596" destId="5595"/>
    <dgm:cxn modelId="c5596" srcId="5597" destId="5596"/>
    <dgm:cxn modelId="c5597" srcId="5598" destId="5597"/>
    <dgm:cxn modelId="c5598" srcId="5599" destId="5598"/>
    <dgm:cxn modelId="c5599" srcId="5600" destId="5599"/>
    <dgm:cxn modelId="c5600" srcId="5601" destId="5600"/>
    <dgm:cxn modelId="c5601" srcId="5602" destId="5601"/>
    <dgm:cxn modelId="c5602" srcId="5603" destId="5602"/>
    <dgm:cxn modelId="c5603" srcId="5604" destId="5603"/>
    <dgm:cxn modelId="c5604" srcId="5605" destId="5604"/>
    <dgm:cxn modelId="c5605" srcId="5606" destId="5605"/>
    <dgm:cxn modelId="c5606" srcId="5607" destId="5606"/>
    <dgm:cxn modelId="c5607" srcId="5608" destId="5607"/>
    <dgm:cxn modelId="c5608" srcId="5609" destId="5608"/>
    <dgm:cxn modelId="c5609" srcId="5610" destId="5609"/>
    <dgm:cxn modelId="c5610" srcId="5611" destId="5610"/>
    <dgm:cxn modelId="c5611" srcId="5612" destId="5611"/>
    <dgm:cxn modelId="c5612" srcId="5613" destId="5612"/>
    <dgm:cxn modelId="c5613" srcId="5614" destId="5613"/>
    <dgm:cxn modelId="c5614" srcId="5615" destId="5614"/>
    <dgm:cxn modelId="c5615" srcId="5616" destId="5615"/>
    <dgm:cxn modelId="c5616" srcId="5617" destId="5616"/>
    <dgm:cxn modelId="c5617" srcId="5618" destId="5617"/>
    <dgm:cxn modelId="c5618" srcId="5619" destId="5618"/>
    <dgm:cxn modelId="c5619" srcId="5620" destId="5619"/>
    <dgm:cxn modelId="c5620" srcId="5621" destId="5620"/>
    <dgm:cxn modelId="c5621" srcId="5622" destId="5621"/>
    <dgm:cxn modelId="c5622" srcId="5623" destId="5622"/>
    <dgm:cxn modelId="c5623" srcId="5624" destId="5623"/>
    <dgm:cxn modelId="c5624" srcId="5625" destId="5624"/>
    <dgm:cxn modelId="c5625" srcId="5626" destId="5625"/>
    <dgm:cxn modelId="c5626" srcId="5627" destId="5626"/>
    <dgm:cxn modelId="c5627" srcId="5628" destId="5627"/>
    <dgm:cxn modelId="c5628" srcId="5629" destId="5628"/>
    <dgm:cxn modelId="c5629" srcId="5630" destId="5629"/>
    <dgm:cxn modelId="c5630" srcId="5631" destId="5630"/>
    <dgm:cxn modelId="c5631" srcId="5632" destId="5631"/>
    <dgm:cxn modelId="c5632" srcId="5633" destId="5632"/>
    <dgm:cxn modelId="c5633" srcId="5634" destId="5633"/>
    <dgm:cxn modelId="c5634" srcId="5635" destId="5634"/>
    <dgm:cxn modelId="c5635" srcId="5636" destId="5635"/>
    <dgm:cxn modelId="c5636" srcId="5637" destId="5636"/>
    <dgm:cxn modelId="c5637" srcId="5638" destId="5637"/>
    <dgm:cxn modelId="c5638" srcId="5639" destId="5638"/>
    <dgm:cxn modelId="c5639" srcId="5640" destId="5639"/>
    <dgm:cxn modelId="c5640" srcId="5641" destId="5640"/>
    <dgm:cxn modelId="c5641" srcId="5642" destId="5641"/>
    <dgm:cxn modelId="c5642" srcId="5643" destId="5642"/>
    <dgm:cxn modelId="c5643" srcId="5644" destId="5643"/>
    <dgm:cxn modelId="c5644" srcId="5645" destId="5644"/>
    <dgm:cxn modelId="c5645" srcId="5646" destId="5645"/>
    <dgm:cxn modelId="c5646" srcId="5647" destId="5646"/>
    <dgm:cxn modelId="c5647" srcId="5648" destId="5647"/>
    <dgm:cxn modelId="c5648" srcId="5649" destId="5648"/>
    <dgm:cxn modelId="c5649" srcId="5650" destId="5649"/>
    <dgm:cxn modelId="c5650" srcId="5651" destId="5650"/>
    <dgm:cxn modelId="c5651" srcId="5652" destId="5651"/>
    <dgm:cxn modelId="c5652" srcId="5653" destId="5652"/>
    <dgm:cxn modelId="c5653" srcId="5654" destId="5653"/>
    <dgm:cxn modelId="c5654" srcId="5655" destId="5654"/>
    <dgm:cxn modelId="c5655" srcId="5656" destId="5655"/>
    <dgm:cxn modelId="c5656" srcId="5657" destId="5656"/>
    <dgm:cxn modelId="c5657" srcId="5658" destId="5657"/>
    <dgm:cxn modelId="c5658" srcId="5659" destId="5658"/>
    <dgm:cxn modelId="c5659" srcId="5660" destId="5659"/>
    <dgm:cxn modelId="c5660" srcId="5661" destId="5660"/>
    <dgm:cxn modelId="c5661" srcId="5662" destId="5661"/>
    <dgm:cxn modelId="c5662" srcId="5663" destId="5662"/>
    <dgm:cxn modelId="c5663" srcId="5664" destId="5663"/>
    <dgm:cxn modelId="c5664" srcId="5665" destId="5664"/>
    <dgm:cxn modelId="c5665" srcId="5666" destId="5665"/>
    <dgm:cxn modelId="c5666" srcId="5667" destId="5666"/>
    <dgm:cxn modelId="c5667" srcId="5668" destId="5667"/>
    <dgm:cxn modelId="c5668" srcId="5669" destId="5668"/>
    <dgm:cxn modelId="c5669" srcId="5670" destId="5669"/>
    <dgm:cxn modelId="c5670" srcId="5671" destId="5670"/>
    <dgm:cxn modelId="c5671" srcId="5672" destId="5671"/>
    <dgm:cxn modelId="c5672" srcId="5673" destId="5672"/>
    <dgm:cxn modelId="c5673" srcId="5674" destId="5673"/>
    <dgm:cxn modelId="c5674" srcId="5675" destId="5674"/>
    <dgm:cxn modelId="c5675" srcId="5676" destId="5675"/>
    <dgm:cxn modelId="c5676" srcId="5677" destId="5676"/>
    <dgm:cxn modelId="c5677" srcId="5678" destId="5677"/>
    <dgm:cxn modelId="c5678" srcId="5679" destId="5678"/>
    <dgm:cxn modelId="c5679" srcId="5680" destId="5679"/>
    <dgm:cxn modelId="c5680" srcId="5681" destId="5680"/>
    <dgm:cxn modelId="c5681" srcId="5682" destId="5681"/>
    <dgm:cxn modelId="c5682" srcId="5683" destId="5682"/>
    <dgm:cxn modelId="c5683" srcId="5684" destId="5683"/>
    <dgm:cxn modelId="c5684" srcId="5685" destId="5684"/>
    <dgm:cxn modelId="c5685" srcId="5686" destId="5685"/>
    <dgm:cxn modelId="c5686" srcId="5687" destId="5686"/>
    <dgm:cxn modelId="c5687" srcId="5688" destId="5687"/>
    <dgm:cxn modelId="c5688" srcId="5689" destId="5688"/>
    <dgm:cxn modelId="c5689" srcId="5690" destId="5689"/>
    <dgm:cxn modelId="c5690" srcId="5691" destId="5690"/>
    <dgm:cxn modelId="c5691" srcId="5692" destId="5691"/>
    <dgm:cxn modelId="c5692" srcId="5693" destId="5692"/>
    <dgm:cxn modelId="c5693" srcId="5694" destId="5693"/>
    <dgm:cxn modelId="c5694" srcId="5695" destId="5694"/>
    <dgm:cxn modelId="c5695" srcId="5696" destId="5695"/>
    <dgm:cxn modelId="c5696" srcId="5697" destId="5696"/>
    <dgm:cxn modelId="c5697" srcId="5698" destId="5697"/>
    <dgm:cxn modelId="c5698" srcId="5699" destId="5698"/>
    <dgm:cxn modelId="c5699" srcId="5700" destId="5699"/>
    <dgm:cxn modelId="c5700" srcId="5701" destId="5700"/>
    <dgm:cxn modelId="c5701" srcId="5702" destId="5701"/>
    <dgm:cxn modelId="c5702" srcId="5703" destId="5702"/>
    <dgm:cxn modelId="c5703" srcId="5704" destId="5703"/>
    <dgm:cxn modelId="c5704" srcId="5705" destId="5704"/>
    <dgm:cxn modelId="c5705" srcId="5706" destId="5705"/>
    <dgm:cxn modelId="c5706" srcId="5707" destId="5706"/>
    <dgm:cxn modelId="c5707" srcId="5708" destId="5707"/>
    <dgm:cxn modelId="c5708" srcId="5709" destId="5708"/>
    <dgm:cxn modelId="c5709" srcId="5710" destId="5709"/>
    <dgm:cxn modelId="c5710" srcId="5711" destId="5710"/>
    <dgm:cxn modelId="c5711" srcId="5712" destId="5711"/>
    <dgm:cxn modelId="c5712" srcId="5713" destId="5712"/>
    <dgm:cxn modelId="c5713" srcId="5714" destId="5713"/>
    <dgm:cxn modelId="c5714" srcId="5715" destId="5714"/>
    <dgm:cxn modelId="c5715" srcId="5716" destId="5715"/>
    <dgm:cxn modelId="c5716" srcId="5717" destId="5716"/>
    <dgm:cxn modelId="c5717" srcId="5718" destId="5717"/>
    <dgm:cxn modelId="c5718" srcId="5719" destId="5718"/>
    <dgm:cxn modelId="c5719" srcId="5720" destId="5719"/>
    <dgm:cxn modelId="c5720" srcId="5721" destId="5720"/>
    <dgm:cxn modelId="c5721" srcId="5722" destId="5721"/>
    <dgm:cxn modelId="c5722" srcId="5723" destId="5722"/>
    <dgm:cxn modelId="c5723" srcId="5724" destId="5723"/>
    <dgm:cxn modelId="c5724" srcId="5725" destId="5724"/>
    <dgm:cxn modelId="c5725" srcId="5726" destId="5725"/>
    <dgm:cxn modelId="c5726" srcId="5727" destId="5726"/>
    <dgm:cxn modelId="c5727" srcId="5728" destId="5727"/>
    <dgm:cxn modelId="c5728" srcId="5729" destId="5728"/>
    <dgm:cxn modelId="c5729" srcId="5730" destId="5729"/>
    <dgm:cxn modelId="c5730" srcId="5731" destId="5730"/>
    <dgm:cxn modelId="c5731" srcId="5732" destId="5731"/>
    <dgm:cxn modelId="c5732" srcId="5733" destId="5732"/>
    <dgm:cxn modelId="c5733" srcId="5734" destId="5733"/>
    <dgm:cxn modelId="c5734" srcId="5735" destId="5734"/>
    <dgm:cxn modelId="c5735" srcId="5736" destId="5735"/>
    <dgm:cxn modelId="c5736" srcId="5737" destId="5736"/>
    <dgm:cxn modelId="c5737" srcId="5738" destId="5737"/>
    <dgm:cxn modelId="c5738" srcId="5739" destId="5738"/>
    <dgm:cxn modelId="c5739" srcId="5740" destId="5739"/>
    <dgm:cxn modelId="c5740" srcId="5741" destId="5740"/>
    <dgm:cxn modelId="c5741" srcId="5742" destId="5741"/>
    <dgm:cxn modelId="c5742" srcId="5743" destId="5742"/>
    <dgm:cxn modelId="c5743" srcId="5744" destId="5743"/>
    <dgm:cxn modelId="c5744" srcId="5745" destId="5744"/>
    <dgm:cxn modelId="c5745" srcId="5746" destId="5745"/>
    <dgm:cxn modelId="c5746" srcId="5747" destId="5746"/>
    <dgm:cxn modelId="c5747" srcId="5748" destId="5747"/>
    <dgm:cxn modelId="c5748" srcId="5749" destId="5748"/>
    <dgm:cxn modelId="c5749" srcId="5750" destId="5749"/>
    <dgm:cxn modelId="c5750" srcId="5751" destId="5750"/>
    <dgm:cxn modelId="c5751" srcId="5752" destId="5751"/>
    <dgm:cxn modelId="c5752" srcId="5753" destId="5752"/>
    <dgm:cxn modelId="c5753" srcId="5754" destId="5753"/>
    <dgm:cxn modelId="c5754" srcId="5755" destId="5754"/>
    <dgm:cxn modelId="c5755" srcId="5756" destId="5755"/>
    <dgm:cxn modelId="c5756" srcId="5757" destId="5756"/>
    <dgm:cxn modelId="c5757" srcId="5758" destId="5757"/>
    <dgm:cxn modelId="c5758" srcId="5759" destId="5758"/>
    <dgm:cxn modelId="c5759" srcId="5760" destId="5759"/>
    <dgm:cxn modelId="c5760" srcId="5761" destId="5760"/>
    <dgm:cxn modelId="c5761" srcId="5762" destId="5761"/>
    <dgm:cxn modelId="c5762" srcId="5763" destId="5762"/>
    <dgm:cxn modelId="c5763" srcId="5764" destId="5763"/>
    <dgm:cxn modelId="c5764" srcId="5765" destId="5764"/>
    <dgm:cxn modelId="c5765" srcId="5766" destId="5765"/>
    <dgm:cxn modelId="c5766" srcId="5767" destId="5766"/>
    <dgm:cxn modelId="c5767" srcId="5768" destId="5767"/>
    <dgm:cxn modelId="c5768" srcId="5769" destId="5768"/>
    <dgm:cxn modelId="c5769" srcId="5770" destId="5769"/>
    <dgm:cxn modelId="c5770" srcId="5771" destId="5770"/>
    <dgm:cxn modelId="c5771" srcId="5772" destId="5771"/>
    <dgm:cxn modelId="c5772" srcId="5773" destId="5772"/>
    <dgm:cxn modelId="c5773" srcId="5774" destId="5773"/>
    <dgm:cxn modelId="c5774" srcId="5775" destId="5774"/>
    <dgm:cxn modelId="c5775" srcId="5776" destId="5775"/>
    <dgm:cxn modelId="c5776" srcId="5777" destId="5776"/>
    <dgm:cxn modelId="c5777" srcId="5778" destId="5777"/>
    <dgm:cxn modelId="c5778" srcId="5779" destId="5778"/>
    <dgm:cxn modelId="c5779" srcId="5780" destId="5779"/>
    <dgm:cxn modelId="c5780" srcId="5781" destId="5780"/>
    <dgm:cxn modelId="c5781" srcId="5782" destId="5781"/>
    <dgm:cxn modelId="c5782" srcId="5783" destId="5782"/>
    <dgm:cxn modelId="c5783" srcId="5784" destId="5783"/>
    <dgm:cxn modelId="c5784" srcId="5785" destId="5784"/>
    <dgm:cxn modelId="c5785" srcId="5786" destId="5785"/>
    <dgm:cxn modelId="c5786" srcId="5787" destId="5786"/>
    <dgm:cxn modelId="c5787" srcId="5788" destId="5787"/>
    <dgm:cxn modelId="c5788" srcId="5789" destId="5788"/>
    <dgm:cxn modelId="c5789" srcId="5790" destId="5789"/>
    <dgm:cxn modelId="c5790" srcId="5791" destId="5790"/>
    <dgm:cxn modelId="c5791" srcId="5792" destId="5791"/>
    <dgm:cxn modelId="c5792" srcId="5793" destId="5792"/>
    <dgm:cxn modelId="c5793" srcId="5794" destId="5793"/>
    <dgm:cxn modelId="c5794" srcId="5795" destId="5794"/>
    <dgm:cxn modelId="c5795" srcId="5796" destId="5795"/>
    <dgm:cxn modelId="c5796" srcId="5797" destId="5796"/>
    <dgm:cxn modelId="c5797" srcId="5798" destId="5797"/>
    <dgm:cxn modelId="c5798" srcId="5799" destId="5798"/>
    <dgm:cxn modelId="c5799" srcId="5800" destId="5799"/>
    <dgm:cxn modelId="c5800" srcId="5801" destId="5800"/>
    <dgm:cxn modelId="c5801" srcId="5802" destId="5801"/>
    <dgm:cxn modelId="c5802" srcId="5803" destId="5802"/>
    <dgm:cxn modelId="c5803" srcId="5804" destId="5803"/>
    <dgm:cxn modelId="c5804" srcId="5805" destId="5804"/>
    <dgm:cxn modelId="c5805" srcId="5806" destId="5805"/>
    <dgm:cxn modelId="c5806" srcId="5807" destId="5806"/>
    <dgm:cxn modelId="c5807" srcId="5808" destId="5807"/>
    <dgm:cxn modelId="c5808" srcId="5809" destId="5808"/>
    <dgm:cxn modelId="c5809" srcId="5810" destId="5809"/>
    <dgm:cxn modelId="c5810" srcId="5811" destId="5810"/>
    <dgm:cxn modelId="c5811" srcId="5812" destId="5811"/>
    <dgm:cxn modelId="c5812" srcId="5813" destId="5812"/>
    <dgm:cxn modelId="c5813" srcId="5814" destId="5813"/>
    <dgm:cxn modelId="c5814" srcId="5815" destId="5814"/>
    <dgm:cxn modelId="c5815" srcId="5816" destId="5815"/>
    <dgm:cxn modelId="c5816" srcId="5817" destId="5816"/>
    <dgm:cxn modelId="c5817" srcId="5818" destId="5817"/>
    <dgm:cxn modelId="c5818" srcId="5819" destId="5818"/>
    <dgm:cxn modelId="c5819" srcId="5820" destId="5819"/>
    <dgm:cxn modelId="c5820" srcId="5821" destId="5820"/>
    <dgm:cxn modelId="c5821" srcId="5822" destId="5821"/>
    <dgm:cxn modelId="c5822" srcId="5823" destId="5822"/>
    <dgm:cxn modelId="c5823" srcId="5824" destId="5823"/>
    <dgm:cxn modelId="c5824" srcId="5825" destId="5824"/>
    <dgm:cxn modelId="c5825" srcId="5826" destId="5825"/>
    <dgm:cxn modelId="c5826" srcId="5827" destId="5826"/>
    <dgm:cxn modelId="c5827" srcId="5828" destId="5827"/>
    <dgm:cxn modelId="c5828" srcId="5829" destId="5828"/>
    <dgm:cxn modelId="c5829" srcId="5830" destId="5829"/>
    <dgm:cxn modelId="c5830" srcId="5831" destId="5830"/>
    <dgm:cxn modelId="c5831" srcId="5832" destId="5831"/>
    <dgm:cxn modelId="c5832" srcId="5833" destId="5832"/>
    <dgm:cxn modelId="c5833" srcId="5834" destId="5833"/>
    <dgm:cxn modelId="c5834" srcId="5835" destId="5834"/>
    <dgm:cxn modelId="c5835" srcId="5836" destId="5835"/>
    <dgm:cxn modelId="c5836" srcId="5837" destId="5836"/>
    <dgm:cxn modelId="c5837" srcId="5838" destId="5837"/>
    <dgm:cxn modelId="c5838" srcId="5839" destId="5838"/>
    <dgm:cxn modelId="c5839" srcId="5840" destId="5839"/>
    <dgm:cxn modelId="c5840" srcId="5841" destId="5840"/>
    <dgm:cxn modelId="c5841" srcId="5842" destId="5841"/>
    <dgm:cxn modelId="c5842" srcId="5843" destId="5842"/>
    <dgm:cxn modelId="c5843" srcId="5844" destId="5843"/>
    <dgm:cxn modelId="c5844" srcId="5845" destId="5844"/>
    <dgm:cxn modelId="c5845" srcId="5846" destId="5845"/>
    <dgm:cxn modelId="c5846" srcId="5847" destId="5846"/>
    <dgm:cxn modelId="c5847" srcId="5848" destId="5847"/>
    <dgm:cxn modelId="c5848" srcId="5849" destId="5848"/>
    <dgm:cxn modelId="c5849" srcId="5850" destId="5849"/>
    <dgm:cxn modelId="c5850" srcId="5851" destId="5850"/>
    <dgm:cxn modelId="c5851" srcId="5852" destId="5851"/>
    <dgm:cxn modelId="c5852" srcId="5853" destId="5852"/>
    <dgm:cxn modelId="c5853" srcId="5854" destId="5853"/>
    <dgm:cxn modelId="c5854" srcId="5855" destId="5854"/>
    <dgm:cxn modelId="c5855" srcId="5856" destId="5855"/>
    <dgm:cxn modelId="c5856" srcId="5857" destId="5856"/>
    <dgm:cxn modelId="c5857" srcId="5858" destId="5857"/>
    <dgm:cxn modelId="c5858" srcId="5859" destId="5858"/>
    <dgm:cxn modelId="c5859" srcId="5860" destId="5859"/>
    <dgm:cxn modelId="c5860" srcId="5861" destId="5860"/>
    <dgm:cxn modelId="c5861" srcId="5862" destId="5861"/>
    <dgm:cxn modelId="c5862" srcId="5863" destId="5862"/>
    <dgm:cxn modelId="c5863" srcId="5864" destId="5863"/>
    <dgm:cxn modelId="c5864" srcId="5865" destId="5864"/>
    <dgm:cxn modelId="c5865" srcId="5866" destId="5865"/>
    <dgm:cxn modelId="c5866" srcId="5867" destId="5866"/>
    <dgm:cxn modelId="c5867" srcId="5868" destId="5867"/>
    <dgm:cxn modelId="c5868" srcId="5869" destId="5868"/>
    <dgm:cxn modelId="c5869" srcId="5870" destId="5869"/>
    <dgm:cxn modelId="c5870" srcId="5871" destId="5870"/>
    <dgm:cxn modelId="c5871" srcId="5872" destId="5871"/>
    <dgm:cxn modelId="c5872" srcId="5873" destId="5872"/>
    <dgm:cxn modelId="c5873" srcId="5874" destId="5873"/>
    <dgm:cxn modelId="c5874" srcId="5875" destId="5874"/>
    <dgm:cxn modelId="c5875" srcId="5876" destId="5875"/>
    <dgm:cxn modelId="c5876" srcId="5877" destId="5876"/>
    <dgm:cxn modelId="c5877" srcId="5878" destId="5877"/>
    <dgm:cxn modelId="c5878" srcId="5879" destId="5878"/>
    <dgm:cxn modelId="c5879" srcId="5880" destId="5879"/>
    <dgm:cxn modelId="c5880" srcId="5881" destId="5880"/>
    <dgm:cxn modelId="c5881" srcId="5882" destId="5881"/>
    <dgm:cxn modelId="c5882" srcId="5883" destId="5882"/>
    <dgm:cxn modelId="c5883" srcId="5884" destId="5883"/>
    <dgm:cxn modelId="c5884" srcId="5885" destId="5884"/>
    <dgm:cxn modelId="c5885" srcId="5886" destId="5885"/>
    <dgm:cxn modelId="c5886" srcId="5887" destId="5886"/>
    <dgm:cxn modelId="c5887" srcId="5888" destId="5887"/>
    <dgm:cxn modelId="c5888" srcId="5889" destId="5888"/>
    <dgm:cxn modelId="c5889" srcId="5890" destId="5889"/>
    <dgm:cxn modelId="c5890" srcId="5891" destId="5890"/>
    <dgm:cxn modelId="c5891" srcId="5892" destId="5891"/>
    <dgm:cxn modelId="c5892" srcId="5893" destId="5892"/>
    <dgm:cxn modelId="c5893" srcId="5894" destId="5893"/>
    <dgm:cxn modelId="c5894" srcId="5895" destId="5894"/>
    <dgm:cxn modelId="c5895" srcId="5896" destId="5895"/>
    <dgm:cxn modelId="c5896" srcId="5897" destId="5896"/>
    <dgm:cxn modelId="c5897" srcId="5898" destId="5897"/>
    <dgm:cxn modelId="c5898" srcId="5899" destId="5898"/>
    <dgm:cxn modelId="c5899" srcId="5900" destId="5899"/>
    <dgm:cxn modelId="c5900" srcId="5901" destId="5900"/>
    <dgm:cxn modelId="c5901" srcId="5902" destId="5901"/>
    <dgm:cxn modelId="c5902" srcId="5903" destId="5902"/>
    <dgm:cxn modelId="c5903" srcId="5904" destId="5903"/>
    <dgm:cxn modelId="c5904" srcId="5905" destId="5904"/>
    <dgm:cxn modelId="c5905" srcId="5906" destId="5905"/>
    <dgm:cxn modelId="c5906" srcId="5907" destId="5906"/>
    <dgm:cxn modelId="c5907" srcId="5908" destId="5907"/>
    <dgm:cxn modelId="c5908" srcId="5909" destId="5908"/>
    <dgm:cxn modelId="c5909" srcId="5910" destId="5909"/>
    <dgm:cxn modelId="c5910" srcId="5911" destId="5910"/>
    <dgm:cxn modelId="c5911" srcId="5912" destId="5911"/>
    <dgm:cxn modelId="c5912" srcId="5913" destId="5912"/>
    <dgm:cxn modelId="c5913" srcId="5914" destId="5913"/>
    <dgm:cxn modelId="c5914" srcId="5915" destId="5914"/>
    <dgm:cxn modelId="c5915" srcId="5916" destId="5915"/>
    <dgm:cxn modelId="c5916" srcId="5917" destId="5916"/>
    <dgm:cxn modelId="c5917" srcId="5918" destId="5917"/>
    <dgm:cxn modelId="c5918" srcId="5919" destId="5918"/>
    <dgm:cxn modelId="c5919" srcId="5920" destId="5919"/>
    <dgm:cxn modelId="c5920" srcId="5921" destId="5920"/>
    <dgm:cxn modelId="c5921" srcId="5922" destId="5921"/>
    <dgm:cxn modelId="c5922" srcId="5923" destId="5922"/>
    <dgm:cxn modelId="c5923" srcId="5924" destId="5923"/>
    <dgm:cxn modelId="c5924" srcId="5925" destId="5924"/>
    <dgm:cxn modelId="c5925" srcId="5926" destId="5925"/>
    <dgm:cxn modelId="c5926" srcId="5927" destId="5926"/>
    <dgm:cxn modelId="c5927" srcId="5928" destId="5927"/>
    <dgm:cxn modelId="c5928" srcId="5929" destId="5928"/>
    <dgm:cxn modelId="c5929" srcId="5930" destId="5929"/>
    <dgm:cxn modelId="c5930" srcId="5931" destId="5930"/>
    <dgm:cxn modelId="c5931" srcId="5932" destId="5931"/>
    <dgm:cxn modelId="c5932" srcId="5933" destId="5932"/>
    <dgm:cxn modelId="c5933" srcId="5934" destId="5933"/>
    <dgm:cxn modelId="c5934" srcId="5935" destId="5934"/>
    <dgm:cxn modelId="c5935" srcId="5936" destId="5935"/>
    <dgm:cxn modelId="c5936" srcId="5937" destId="5936"/>
    <dgm:cxn modelId="c5937" srcId="5938" destId="5937"/>
    <dgm:cxn modelId="c5938" srcId="5939" destId="5938"/>
    <dgm:cxn modelId="c5939" srcId="5940" destId="5939"/>
    <dgm:cxn modelId="c5940" srcId="5941" destId="5940"/>
    <dgm:cxn modelId="c5941" srcId="5942" destId="5941"/>
    <dgm:cxn modelId="c5942" srcId="5943" destId="5942"/>
    <dgm:cxn modelId="c5943" srcId="5944" destId="5943"/>
    <dgm:cxn modelId="c5944" srcId="5945" destId="5944"/>
    <dgm:cxn modelId="c5945" srcId="5946" destId="5945"/>
    <dgm:cxn modelId="c5946" srcId="5947" destId="5946"/>
    <dgm:cxn modelId="c5947" srcId="5948" destId="5947"/>
    <dgm:cxn modelId="c5948" srcId="5949" destId="5948"/>
    <dgm:cxn modelId="c5949" srcId="5950" destId="5949"/>
    <dgm:cxn modelId="c5950" srcId="5951" destId="5950"/>
    <dgm:cxn modelId="c5951" srcId="5952" destId="5951"/>
    <dgm:cxn modelId="c5952" srcId="5953" destId="5952"/>
    <dgm:cxn modelId="c5953" srcId="5954" destId="5953"/>
    <dgm:cxn modelId="c5954" srcId="5955" destId="5954"/>
    <dgm:cxn modelId="c5955" srcId="5956" destId="5955"/>
    <dgm:cxn modelId="c5956" srcId="5957" destId="5956"/>
    <dgm:cxn modelId="c5957" srcId="5958" destId="5957"/>
    <dgm:cxn modelId="c5958" srcId="5959" destId="5958"/>
    <dgm:cxn modelId="c5959" srcId="5960" destId="5959"/>
    <dgm:cxn modelId="c5960" srcId="5961" destId="5960"/>
    <dgm:cxn modelId="c5961" srcId="5962" destId="5961"/>
    <dgm:cxn modelId="c5962" srcId="5963" destId="5962"/>
    <dgm:cxn modelId="c5963" srcId="5964" destId="5963"/>
    <dgm:cxn modelId="c5964" srcId="5965" destId="5964"/>
    <dgm:cxn modelId="c5965" srcId="5966" destId="5965"/>
    <dgm:cxn modelId="c5966" srcId="5967" destId="5966"/>
    <dgm:cxn modelId="c5967" srcId="5968" destId="5967"/>
    <dgm:cxn modelId="c5968" srcId="5969" destId="5968"/>
    <dgm:cxn modelId="c5969" srcId="5970" destId="5969"/>
    <dgm:cxn modelId="c5970" srcId="5971" destId="5970"/>
    <dgm:cxn modelId="c5971" srcId="5972" destId="5971"/>
    <dgm:cxn modelId="c5972" srcId="5973" destId="5972"/>
    <dgm:cxn modelId="c5973" srcId="5974" destId="5973"/>
    <dgm:cxn modelId="c5974" srcId="5975" destId="5974"/>
    <dgm:cxn modelId="c5975" srcId="5976" destId="5975"/>
    <dgm:cxn modelId="c5976" srcId="5977" destId="5976"/>
    <dgm:cxn modelId="c5977" srcId="5978" destId="5977"/>
    <dgm:cxn modelId="c5978" srcId="5979" destId="5978"/>
    <dgm:cxn modelId="c5979" srcId="5980" destId="5979"/>
    <dgm:cxn modelId="c5980" srcId="5981" destId="5980"/>
    <dgm:cxn modelId="c5981" srcId="5982" destId="5981"/>
    <dgm:cxn modelId="c5982" srcId="5983" destId="5982"/>
    <dgm:cxn modelId="c5983" srcId="5984" destId="5983"/>
    <dgm:cxn modelId="c5984" srcId="5985" destId="5984"/>
    <dgm:cxn modelId="c5985" srcId="5986" destId="5985"/>
    <dgm:cxn modelId="c5986" srcId="5987" destId="5986"/>
    <dgm:cxn modelId="c5987" srcId="5988" destId="5987"/>
    <dgm:cxn modelId="c5988" srcId="5989" destId="5988"/>
    <dgm:cxn modelId="c5989" srcId="5990" destId="5989"/>
    <dgm:cxn modelId="c5990" srcId="5991" destId="5990"/>
    <dgm:cxn modelId="c5991" srcId="5992" destId="5991"/>
    <dgm:cxn modelId="c5992" srcId="5993" destId="5992"/>
    <dgm:cxn modelId="c5993" srcId="5994" destId="5993"/>
    <dgm:cxn modelId="c5994" srcId="5995" destId="5994"/>
    <dgm:cxn modelId="c5995" srcId="5996" destId="5995"/>
    <dgm:cxn modelId="c5996" srcId="5997" destId="5996"/>
    <dgm:cxn modelId="c5997" srcId="5998" destId="5997"/>
    <dgm:cxn modelId="c5998" srcId="5999" destId="5998"/>
    <dgm:cxn modelId="c5999" srcId="6000" destId="5999"/>
    <dgm:cxn modelId="c6000" srcId="6001" destId="6000"/>
    <dgm:cxn modelId="c6001" srcId="6002" destId="6001"/>
    <dgm:cxn modelId="c6002" srcId="6003" destId="6002"/>
    <dgm:cxn modelId="c6003" srcId="6004" destId="6003"/>
    <dgm:cxn modelId="c6004" srcId="6005" destId="6004"/>
    <dgm:cxn modelId="c6005" srcId="6006" destId="6005"/>
    <dgm:cxn modelId="c6006" srcId="6007" destId="6006"/>
    <dgm:cxn modelId="c6007" srcId="6008" destId="6007"/>
    <dgm:cxn modelId="c6008" srcId="6009" destId="6008"/>
    <dgm:cxn modelId="c6009" srcId="6010" destId="6009"/>
    <dgm:cxn modelId="c6010" srcId="6011" destId="6010"/>
    <dgm:cxn modelId="c6011" srcId="6012" destId="6011"/>
    <dgm:cxn modelId="c6012" srcId="6013" destId="6012"/>
    <dgm:cxn modelId="c6013" srcId="6014" destId="6013"/>
    <dgm:cxn modelId="c6014" srcId="6015" destId="6014"/>
    <dgm:cxn modelId="c6015" srcId="6016" destId="6015"/>
    <dgm:cxn modelId="c6016" srcId="6017" destId="6016"/>
    <dgm:cxn modelId="c6017" srcId="6018" destId="6017"/>
    <dgm:cxn modelId="c6018" srcId="6019" destId="6018"/>
    <dgm:cxn modelId="c6019" srcId="6020" destId="6019"/>
    <dgm:cxn modelId="c6020" srcId="6021" destId="6020"/>
    <dgm:cxn modelId="c6021" srcId="6022" destId="6021"/>
    <dgm:cxn modelId="c6022" srcId="6023" destId="6022"/>
    <dgm:cxn modelId="c6023" srcId="6024" destId="6023"/>
    <dgm:cxn modelId="c6024" srcId="6025" destId="6024"/>
    <dgm:cxn modelId="c6025" srcId="6026" destId="6025"/>
    <dgm:cxn modelId="c6026" srcId="6027" destId="6026"/>
    <dgm:cxn modelId="c6027" srcId="6028" destId="6027"/>
    <dgm:cxn modelId="c6028" srcId="6029" destId="6028"/>
    <dgm:cxn modelId="c6029" srcId="6030" destId="6029"/>
    <dgm:cxn modelId="c6030" srcId="6031" destId="6030"/>
    <dgm:cxn modelId="c6031" srcId="6032" destId="6031"/>
    <dgm:cxn modelId="c6032" srcId="6033" destId="6032"/>
    <dgm:cxn modelId="c6033" srcId="6034" destId="6033"/>
    <dgm:cxn modelId="c6034" srcId="6035" destId="6034"/>
    <dgm:cxn modelId="c6035" srcId="6036" destId="6035"/>
    <dgm:cxn modelId="c6036" srcId="6037" destId="6036"/>
    <dgm:cxn modelId="c6037" srcId="6038" destId="6037"/>
    <dgm:cxn modelId="c6038" srcId="6039" destId="6038"/>
    <dgm:cxn modelId="c6039" srcId="6040" destId="6039"/>
    <dgm:cxn modelId="c6040" srcId="6041" destId="6040"/>
    <dgm:cxn modelId="c6041" srcId="6042" destId="6041"/>
    <dgm:cxn modelId="c6042" srcId="6043" destId="6042"/>
    <dgm:cxn modelId="c6043" srcId="6044" destId="6043"/>
    <dgm:cxn modelId="c6044" srcId="6045" destId="6044"/>
    <dgm:cxn modelId="c6045" srcId="6046" destId="6045"/>
    <dgm:cxn modelId="c6046" srcId="6047" destId="6046"/>
    <dgm:cxn modelId="c6047" srcId="6048" destId="6047"/>
    <dgm:cxn modelId="c6048" srcId="6049" destId="6048"/>
    <dgm:cxn modelId="c6049" srcId="6050" destId="6049"/>
    <dgm:cxn modelId="c6050" srcId="6051" destId="6050"/>
    <dgm:cxn modelId="c6051" srcId="6052" destId="6051"/>
    <dgm:cxn modelId="c6052" srcId="6053" destId="6052"/>
    <dgm:cxn modelId="c6053" srcId="6054" destId="6053"/>
    <dgm:cxn modelId="c6054" srcId="6055" destId="6054"/>
    <dgm:cxn modelId="c6055" srcId="6056" destId="6055"/>
    <dgm:cxn modelId="c6056" srcId="6057" destId="6056"/>
    <dgm:cxn modelId="c6057" srcId="6058" destId="6057"/>
    <dgm:cxn modelId="c6058" srcId="6059" destId="6058"/>
    <dgm:cxn modelId="c6059" srcId="6060" destId="6059"/>
    <dgm:cxn modelId="c6060" srcId="6061" destId="6060"/>
    <dgm:cxn modelId="c6061" srcId="6062" destId="6061"/>
    <dgm:cxn modelId="c6062" srcId="6063" destId="6062"/>
    <dgm:cxn modelId="c6063" srcId="6064" destId="6063"/>
    <dgm:cxn modelId="c6064" srcId="6065" destId="6064"/>
    <dgm:cxn modelId="c6065" srcId="6066" destId="6065"/>
    <dgm:cxn modelId="c6066" srcId="6067" destId="6066"/>
    <dgm:cxn modelId="c6067" srcId="6068" destId="6067"/>
    <dgm:cxn modelId="c6068" srcId="6069" destId="6068"/>
    <dgm:cxn modelId="c6069" srcId="6070" destId="6069"/>
    <dgm:cxn modelId="c6070" srcId="6071" destId="6070"/>
    <dgm:cxn modelId="c6071" srcId="6072" destId="6071"/>
    <dgm:cxn modelId="c6072" srcId="6073" destId="6072"/>
    <dgm:cxn modelId="c6073" srcId="6074" destId="6073"/>
    <dgm:cxn modelId="c6074" srcId="6075" destId="6074"/>
    <dgm:cxn modelId="c6075" srcId="6076" destId="6075"/>
    <dgm:cxn modelId="c6076" srcId="6077" destId="6076"/>
    <dgm:cxn modelId="c6077" srcId="6078" destId="6077"/>
    <dgm:cxn modelId="c6078" srcId="6079" destId="6078"/>
    <dgm:cxn modelId="c6079" srcId="6080" destId="6079"/>
    <dgm:cxn modelId="c6080" srcId="6081" destId="6080"/>
    <dgm:cxn modelId="c6081" srcId="6082" destId="6081"/>
    <dgm:cxn modelId="c6082" srcId="6083" destId="6082"/>
    <dgm:cxn modelId="c6083" srcId="6084" destId="6083"/>
    <dgm:cxn modelId="c6084" srcId="6085" destId="6084"/>
    <dgm:cxn modelId="c6085" srcId="6086" destId="6085"/>
    <dgm:cxn modelId="c6086" srcId="6087" destId="6086"/>
    <dgm:cxn modelId="c6087" srcId="6088" destId="6087"/>
    <dgm:cxn modelId="c6088" srcId="6089" destId="6088"/>
    <dgm:cxn modelId="c6089" srcId="6090" destId="6089"/>
    <dgm:cxn modelId="c6090" srcId="6091" destId="6090"/>
    <dgm:cxn modelId="c6091" srcId="6092" destId="6091"/>
    <dgm:cxn modelId="c6092" srcId="6093" destId="6092"/>
    <dgm:cxn modelId="c6093" srcId="6094" destId="6093"/>
    <dgm:cxn modelId="c6094" srcId="6095" destId="6094"/>
    <dgm:cxn modelId="c6095" srcId="6096" destId="6095"/>
    <dgm:cxn modelId="c6096" srcId="6097" destId="6096"/>
    <dgm:cxn modelId="c6097" srcId="6098" destId="6097"/>
    <dgm:cxn modelId="c6098" srcId="6099" destId="6098"/>
    <dgm:cxn modelId="c6099" srcId="6100" destId="6099"/>
    <dgm:cxn modelId="c6100" srcId="6101" destId="6100"/>
    <dgm:cxn modelId="c6101" srcId="6102" destId="6101"/>
    <dgm:cxn modelId="c6102" srcId="6103" destId="6102"/>
    <dgm:cxn modelId="c6103" srcId="6104" destId="6103"/>
    <dgm:cxn modelId="c6104" srcId="6105" destId="6104"/>
    <dgm:cxn modelId="c6105" srcId="6106" destId="6105"/>
    <dgm:cxn modelId="c6106" srcId="6107" destId="6106"/>
    <dgm:cxn modelId="c6107" srcId="6108" destId="6107"/>
    <dgm:cxn modelId="c6108" srcId="6109" destId="6108"/>
    <dgm:cxn modelId="c6109" srcId="6110" destId="6109"/>
    <dgm:cxn modelId="c6110" srcId="6111" destId="6110"/>
    <dgm:cxn modelId="c6111" srcId="6112" destId="6111"/>
    <dgm:cxn modelId="c6112" srcId="6113" destId="6112"/>
    <dgm:cxn modelId="c6113" srcId="6114" destId="6113"/>
    <dgm:cxn modelId="c6114" srcId="6115" destId="6114"/>
    <dgm:cxn modelId="c6115" srcId="6116" destId="6115"/>
    <dgm:cxn modelId="c6116" srcId="6117" destId="6116"/>
    <dgm:cxn modelId="c6117" srcId="6118" destId="6117"/>
    <dgm:cxn modelId="c6118" srcId="6119" destId="6118"/>
    <dgm:cxn modelId="c6119" srcId="6120" destId="6119"/>
    <dgm:cxn modelId="c6120" srcId="6121" destId="6120"/>
    <dgm:cxn modelId="c6121" srcId="6122" destId="6121"/>
    <dgm:cxn modelId="c6122" srcId="6123" destId="6122"/>
    <dgm:cxn modelId="c6123" srcId="6124" destId="6123"/>
    <dgm:cxn modelId="c6124" srcId="6125" destId="6124"/>
    <dgm:cxn modelId="c6125" srcId="6126" destId="6125"/>
    <dgm:cxn modelId="c6126" srcId="6127" destId="6126"/>
    <dgm:cxn modelId="c6127" srcId="6128" destId="6127"/>
    <dgm:cxn modelId="c6128" srcId="6129" destId="6128"/>
    <dgm:cxn modelId="c6129" srcId="6130" destId="6129"/>
    <dgm:cxn modelId="c6130" srcId="6131" destId="6130"/>
    <dgm:cxn modelId="c6131" srcId="6132" destId="6131"/>
    <dgm:cxn modelId="c6132" srcId="6133" destId="6132"/>
    <dgm:cxn modelId="c6133" srcId="6134" destId="6133"/>
    <dgm:cxn modelId="c6134" srcId="6135" destId="6134"/>
    <dgm:cxn modelId="c6135" srcId="6136" destId="6135"/>
    <dgm:cxn modelId="c6136" srcId="6137" destId="6136"/>
    <dgm:cxn modelId="c6137" srcId="6138" destId="6137"/>
    <dgm:cxn modelId="c6138" srcId="6139" destId="6138"/>
    <dgm:cxn modelId="c6139" srcId="6140" destId="6139"/>
    <dgm:cxn modelId="c6140" srcId="6141" destId="6140"/>
    <dgm:cxn modelId="c6141" srcId="6142" destId="6141"/>
    <dgm:cxn modelId="c6142" srcId="6143" destId="6142"/>
    <dgm:cxn modelId="c6143" srcId="6144" destId="6143"/>
    <dgm:cxn modelId="c6144" srcId="6145" destId="6144"/>
    <dgm:cxn modelId="c6145" srcId="6146" destId="6145"/>
    <dgm:cxn modelId="c6146" srcId="6147" destId="6146"/>
    <dgm:cxn modelId="c6147" srcId="6148" destId="6147"/>
    <dgm:cxn modelId="c6148" srcId="6149" destId="6148"/>
    <dgm:cxn modelId="c6149" srcId="6150" destId="6149"/>
    <dgm:cxn modelId="c6150" srcId="6151" destId="6150"/>
    <dgm:cxn modelId="c6151" srcId="6152" destId="6151"/>
    <dgm:cxn modelId="c6152" srcId="6153" destId="6152"/>
    <dgm:cxn modelId="c6153" srcId="6154" destId="6153"/>
    <dgm:cxn modelId="c6154" srcId="6155" destId="6154"/>
    <dgm:cxn modelId="c6155" srcId="6156" destId="6155"/>
    <dgm:cxn modelId="c6156" srcId="6157" destId="6156"/>
    <dgm:cxn modelId="c6157" srcId="6158" destId="6157"/>
    <dgm:cxn modelId="c6158" srcId="6159" destId="6158"/>
    <dgm:cxn modelId="c6159" srcId="6160" destId="6159"/>
    <dgm:cxn modelId="c6160" srcId="6161" destId="6160"/>
    <dgm:cxn modelId="c6161" srcId="6162" destId="6161"/>
    <dgm:cxn modelId="c6162" srcId="6163" destId="6162"/>
    <dgm:cxn modelId="c6163" srcId="6164" destId="6163"/>
    <dgm:cxn modelId="c6164" srcId="6165" destId="6164"/>
    <dgm:cxn modelId="c6165" srcId="6166" destId="6165"/>
    <dgm:cxn modelId="c6166" srcId="6167" destId="6166"/>
    <dgm:cxn modelId="c6167" srcId="6168" destId="6167"/>
    <dgm:cxn modelId="c6168" srcId="6169" destId="6168"/>
    <dgm:cxn modelId="c6169" srcId="6170" destId="6169"/>
    <dgm:cxn modelId="c6170" srcId="6171" destId="6170"/>
    <dgm:cxn modelId="c6171" srcId="6172" destId="6171"/>
    <dgm:cxn modelId="c6172" srcId="6173" destId="6172"/>
    <dgm:cxn modelId="c6173" srcId="6174" destId="6173"/>
    <dgm:cxn modelId="c6174" srcId="6175" destId="6174"/>
    <dgm:cxn modelId="c6175" srcId="6176" destId="6175"/>
    <dgm:cxn modelId="c6176" srcId="6177" destId="6176"/>
    <dgm:cxn modelId="c6177" srcId="6178" destId="6177"/>
    <dgm:cxn modelId="c6178" srcId="6179" destId="6178"/>
    <dgm:cxn modelId="c6179" srcId="6180" destId="6179"/>
    <dgm:cxn modelId="c6180" srcId="6181" destId="6180"/>
    <dgm:cxn modelId="c6181" srcId="6182" destId="6181"/>
    <dgm:cxn modelId="c6182" srcId="6183" destId="6182"/>
    <dgm:cxn modelId="c6183" srcId="6184" destId="6183"/>
    <dgm:cxn modelId="c6184" srcId="6185" destId="6184"/>
    <dgm:cxn modelId="c6185" srcId="6186" destId="6185"/>
    <dgm:cxn modelId="c6186" srcId="6187" destId="6186"/>
    <dgm:cxn modelId="c6187" srcId="6188" destId="6187"/>
    <dgm:cxn modelId="c6188" srcId="6189" destId="6188"/>
    <dgm:cxn modelId="c6189" srcId="6190" destId="6189"/>
    <dgm:cxn modelId="c6190" srcId="6191" destId="6190"/>
    <dgm:cxn modelId="c6191" srcId="6192" destId="6191"/>
    <dgm:cxn modelId="c6192" srcId="6193" destId="6192"/>
    <dgm:cxn modelId="c6193" srcId="6194" destId="6193"/>
    <dgm:cxn modelId="c6194" srcId="6195" destId="6194"/>
    <dgm:cxn modelId="c6195" srcId="6196" destId="6195"/>
    <dgm:cxn modelId="c6196" srcId="6197" destId="6196"/>
    <dgm:cxn modelId="c6197" srcId="6198" destId="6197"/>
    <dgm:cxn modelId="c6198" srcId="6199" destId="6198"/>
    <dgm:cxn modelId="c6199" srcId="6200" destId="6199"/>
    <dgm:cxn modelId="c6200" srcId="6201" destId="6200"/>
    <dgm:cxn modelId="c6201" srcId="6202" destId="6201"/>
    <dgm:cxn modelId="c6202" srcId="6203" destId="6202"/>
    <dgm:cxn modelId="c6203" srcId="6204" destId="6203"/>
    <dgm:cxn modelId="c6204" srcId="6205" destId="6204"/>
    <dgm:cxn modelId="c6205" srcId="6206" destId="6205"/>
    <dgm:cxn modelId="c6206" srcId="6207" destId="6206"/>
    <dgm:cxn modelId="c6207" srcId="6208" destId="6207"/>
    <dgm:cxn modelId="c6208" srcId="6209" destId="6208"/>
    <dgm:cxn modelId="c6209" srcId="6210" destId="6209"/>
    <dgm:cxn modelId="c6210" srcId="6211" destId="6210"/>
    <dgm:cxn modelId="c6211" srcId="6212" destId="6211"/>
    <dgm:cxn modelId="c6212" srcId="6213" destId="6212"/>
    <dgm:cxn modelId="c6213" srcId="6214" destId="6213"/>
    <dgm:cxn modelId="c6214" srcId="6215" destId="6214"/>
    <dgm:cxn modelId="c6215" srcId="6216" destId="6215"/>
    <dgm:cxn modelId="c6216" srcId="6217" destId="6216"/>
    <dgm:cxn modelId="c6217" srcId="6218" destId="6217"/>
    <dgm:cxn modelId="c6218" srcId="6219" destId="6218"/>
    <dgm:cxn modelId="c6219" srcId="6220" destId="6219"/>
    <dgm:cxn modelId="c6220" srcId="6221" destId="6220"/>
    <dgm:cxn modelId="c6221" srcId="6222" destId="6221"/>
    <dgm:cxn modelId="c6222" srcId="6223" destId="6222"/>
    <dgm:cxn modelId="c6223" srcId="6224" destId="6223"/>
    <dgm:cxn modelId="c6224" srcId="6225" destId="6224"/>
    <dgm:cxn modelId="c6225" srcId="6226" destId="6225"/>
    <dgm:cxn modelId="c6226" srcId="6227" destId="6226"/>
    <dgm:cxn modelId="c6227" srcId="6228" destId="6227"/>
    <dgm:cxn modelId="c6228" srcId="6229" destId="6228"/>
    <dgm:cxn modelId="c6229" srcId="6230" destId="6229"/>
    <dgm:cxn modelId="c6230" srcId="6231" destId="6230"/>
    <dgm:cxn modelId="c6231" srcId="6232" destId="6231"/>
    <dgm:cxn modelId="c6232" srcId="6233" destId="6232"/>
    <dgm:cxn modelId="c6233" srcId="6234" destId="6233"/>
    <dgm:cxn modelId="c6234" srcId="6235" destId="6234"/>
    <dgm:cxn modelId="c6235" srcId="6236" destId="6235"/>
    <dgm:cxn modelId="c6236" srcId="6237" destId="6236"/>
    <dgm:cxn modelId="c6237" srcId="6238" destId="6237"/>
    <dgm:cxn modelId="c6238" srcId="6239" destId="6238"/>
    <dgm:cxn modelId="c6239" srcId="6240" destId="6239"/>
    <dgm:cxn modelId="c6240" srcId="6241" destId="6240"/>
    <dgm:cxn modelId="c6241" srcId="6242" destId="6241"/>
    <dgm:cxn modelId="c6242" srcId="6243" destId="6242"/>
    <dgm:cxn modelId="c6243" srcId="6244" destId="6243"/>
    <dgm:cxn modelId="c6244" srcId="6245" destId="6244"/>
    <dgm:cxn modelId="c6245" srcId="6246" destId="6245"/>
    <dgm:cxn modelId="c6246" srcId="6247" destId="6246"/>
    <dgm:cxn modelId="c6247" srcId="6248" destId="6247"/>
    <dgm:cxn modelId="c6248" srcId="6249" destId="6248"/>
    <dgm:cxn modelId="c6249" srcId="6250" destId="6249"/>
    <dgm:cxn modelId="c6250" srcId="6251" destId="6250"/>
    <dgm:cxn modelId="c6251" srcId="6252" destId="6251"/>
    <dgm:cxn modelId="c6252" srcId="6253" destId="6252"/>
    <dgm:cxn modelId="c6253" srcId="6254" destId="6253"/>
    <dgm:cxn modelId="c6254" srcId="6255" destId="6254"/>
    <dgm:cxn modelId="c6255" srcId="6256" destId="6255"/>
    <dgm:cxn modelId="c6256" srcId="6257" destId="6256"/>
    <dgm:cxn modelId="c6257" srcId="6258" destId="6257"/>
    <dgm:cxn modelId="c6258" srcId="6259" destId="6258"/>
    <dgm:cxn modelId="c6259" srcId="6260" destId="6259"/>
    <dgm:cxn modelId="c6260" srcId="6261" destId="6260"/>
    <dgm:cxn modelId="c6261" srcId="6262" destId="6261"/>
    <dgm:cxn modelId="c6262" srcId="6263" destId="6262"/>
    <dgm:cxn modelId="c6263" srcId="6264" destId="6263"/>
    <dgm:cxn modelId="c6264" srcId="6265" destId="6264"/>
    <dgm:cxn modelId="c6265" srcId="6266" destId="6265"/>
    <dgm:cxn modelId="c6266" srcId="6267" destId="6266"/>
    <dgm:cxn modelId="c6267" srcId="6268" destId="6267"/>
    <dgm:cxn modelId="c6268" srcId="6269" destId="6268"/>
    <dgm:cxn modelId="c6269" srcId="6270" destId="6269"/>
    <dgm:cxn modelId="c6270" srcId="6271" destId="6270"/>
    <dgm:cxn modelId="c6271" srcId="6272" destId="6271"/>
    <dgm:cxn modelId="c6272" srcId="6273" destId="6272"/>
    <dgm:cxn modelId="c6273" srcId="6274" destId="6273"/>
    <dgm:cxn modelId="c6274" srcId="6275" destId="6274"/>
    <dgm:cxn modelId="c6275" srcId="6276" destId="6275"/>
    <dgm:cxn modelId="c6276" srcId="6277" destId="6276"/>
    <dgm:cxn modelId="c6277" srcId="6278" destId="6277"/>
    <dgm:cxn modelId="c6278" srcId="6279" destId="6278"/>
    <dgm:cxn modelId="c6279" srcId="6280" destId="6279"/>
    <dgm:cxn modelId="c6280" srcId="6281" destId="6280"/>
    <dgm:cxn modelId="c6281" srcId="6282" destId="6281"/>
    <dgm:cxn modelId="c6282" srcId="6283" destId="6282"/>
    <dgm:cxn modelId="c6283" srcId="6284" destId="6283"/>
    <dgm:cxn modelId="c6284" srcId="6285" destId="6284"/>
    <dgm:cxn modelId="c6285" srcId="6286" destId="6285"/>
    <dgm:cxn modelId="c6286" srcId="6287" destId="6286"/>
    <dgm:cxn modelId="c6287" srcId="6288" destId="6287"/>
    <dgm:cxn modelId="c6288" srcId="6289" destId="6288"/>
    <dgm:cxn modelId="c6289" srcId="6290" destId="6289"/>
    <dgm:cxn modelId="c6290" srcId="6291" destId="6290"/>
    <dgm:cxn modelId="c6291" srcId="6292" destId="6291"/>
    <dgm:cxn modelId="c6292" srcId="6293" destId="6292"/>
    <dgm:cxn modelId="c6293" srcId="6294" destId="6293"/>
    <dgm:cxn modelId="c6294" srcId="6295" destId="6294"/>
    <dgm:cxn modelId="c6295" srcId="6296" destId="6295"/>
    <dgm:cxn modelId="c6296" srcId="6297" destId="6296"/>
    <dgm:cxn modelId="c6297" srcId="6298" destId="6297"/>
    <dgm:cxn modelId="c6298" srcId="6299" destId="6298"/>
    <dgm:cxn modelId="c6299" srcId="6300" destId="6299"/>
    <dgm:cxn modelId="c6300" srcId="6301" destId="6300"/>
    <dgm:cxn modelId="c6301" srcId="6302" destId="6301"/>
    <dgm:cxn modelId="c6302" srcId="6303" destId="6302"/>
    <dgm:cxn modelId="c6303" srcId="6304" destId="6303"/>
    <dgm:cxn modelId="c6304" srcId="6305" destId="6304"/>
    <dgm:cxn modelId="c6305" srcId="6306" destId="6305"/>
    <dgm:cxn modelId="c6306" srcId="6307" destId="6306"/>
    <dgm:cxn modelId="c6307" srcId="6308" destId="6307"/>
    <dgm:cxn modelId="c6308" srcId="6309" destId="6308"/>
    <dgm:cxn modelId="c6309" srcId="6310" destId="6309"/>
    <dgm:cxn modelId="c6310" srcId="6311" destId="6310"/>
    <dgm:cxn modelId="c6311" srcId="6312" destId="6311"/>
    <dgm:cxn modelId="c6312" srcId="6313" destId="6312"/>
    <dgm:cxn modelId="c6313" srcId="6314" destId="6313"/>
    <dgm:cxn modelId="c6314" srcId="6315" destId="6314"/>
    <dgm:cxn modelId="c6315" srcId="6316" destId="6315"/>
    <dgm:cxn modelId="c6316" srcId="6317" destId="6316"/>
    <dgm:cxn modelId="c6317" srcId="6318" destId="6317"/>
    <dgm:cxn modelId="c6318" srcId="6319" destId="6318"/>
    <dgm:cxn modelId="c6319" srcId="6320" destId="6319"/>
    <dgm:cxn modelId="c6320" srcId="6321" destId="6320"/>
    <dgm:cxn modelId="c6321" srcId="6322" destId="6321"/>
    <dgm:cxn modelId="c6322" srcId="6323" destId="6322"/>
    <dgm:cxn modelId="c6323" srcId="6324" destId="6323"/>
    <dgm:cxn modelId="c6324" srcId="6325" destId="6324"/>
    <dgm:cxn modelId="c6325" srcId="6326" destId="6325"/>
    <dgm:cxn modelId="c6326" srcId="6327" destId="6326"/>
    <dgm:cxn modelId="c6327" srcId="6328" destId="6327"/>
    <dgm:cxn modelId="c6328" srcId="6329" destId="6328"/>
    <dgm:cxn modelId="c6329" srcId="6330" destId="6329"/>
    <dgm:cxn modelId="c6330" srcId="6331" destId="6330"/>
    <dgm:cxn modelId="c6331" srcId="6332" destId="6331"/>
    <dgm:cxn modelId="c6332" srcId="6333" destId="6332"/>
    <dgm:cxn modelId="c6333" srcId="6334" destId="6333"/>
    <dgm:cxn modelId="c6334" srcId="6335" destId="6334"/>
    <dgm:cxn modelId="c6335" srcId="6336" destId="6335"/>
    <dgm:cxn modelId="c6336" srcId="6337" destId="6336"/>
    <dgm:cxn modelId="c6337" srcId="6338" destId="6337"/>
    <dgm:cxn modelId="c6338" srcId="6339" destId="6338"/>
    <dgm:cxn modelId="c6339" srcId="6340" destId="6339"/>
    <dgm:cxn modelId="c6340" srcId="6341" destId="6340"/>
    <dgm:cxn modelId="c6341" srcId="6342" destId="6341"/>
    <dgm:cxn modelId="c6342" srcId="6343" destId="6342"/>
    <dgm:cxn modelId="c6343" srcId="6344" destId="6343"/>
    <dgm:cxn modelId="c6344" srcId="6345" destId="6344"/>
    <dgm:cxn modelId="c6345" srcId="6346" destId="6345"/>
    <dgm:cxn modelId="c6346" srcId="6347" destId="6346"/>
    <dgm:cxn modelId="c6347" srcId="6348" destId="6347"/>
    <dgm:cxn modelId="c6348" srcId="6349" destId="6348"/>
    <dgm:cxn modelId="c6349" srcId="6350" destId="6349"/>
    <dgm:cxn modelId="c6350" srcId="6351" destId="6350"/>
    <dgm:cxn modelId="c6351" srcId="6352" destId="6351"/>
    <dgm:cxn modelId="c6352" srcId="6353" destId="6352"/>
    <dgm:cxn modelId="c6353" srcId="6354" destId="6353"/>
    <dgm:cxn modelId="c6354" srcId="6355" destId="6354"/>
    <dgm:cxn modelId="c6355" srcId="6356" destId="6355"/>
    <dgm:cxn modelId="c6356" srcId="6357" destId="6356"/>
    <dgm:cxn modelId="c6357" srcId="6358" destId="6357"/>
    <dgm:cxn modelId="c6358" srcId="6359" destId="6358"/>
    <dgm:cxn modelId="c6359" srcId="6360" destId="6359"/>
    <dgm:cxn modelId="c6360" srcId="6361" destId="6360"/>
    <dgm:cxn modelId="c6361" srcId="6362" destId="6361"/>
    <dgm:cxn modelId="c6362" srcId="6363" destId="6362"/>
    <dgm:cxn modelId="c6363" srcId="6364" destId="6363"/>
    <dgm:cxn modelId="c6364" srcId="6365" destId="6364"/>
    <dgm:cxn modelId="c6365" srcId="6366" destId="6365"/>
    <dgm:cxn modelId="c6366" srcId="6367" destId="6366"/>
    <dgm:cxn modelId="c6367" srcId="6368" destId="6367"/>
    <dgm:cxn modelId="c6368" srcId="6369" destId="6368"/>
    <dgm:cxn modelId="c6369" srcId="6370" destId="6369"/>
    <dgm:cxn modelId="c6370" srcId="6371" destId="6370"/>
    <dgm:cxn modelId="c6371" srcId="6372" destId="6371"/>
    <dgm:cxn modelId="c6372" srcId="6373" destId="6372"/>
    <dgm:cxn modelId="c6373" srcId="6374" destId="6373"/>
    <dgm:cxn modelId="c6374" srcId="6375" destId="6374"/>
    <dgm:cxn modelId="c6375" srcId="6376" destId="6375"/>
    <dgm:cxn modelId="c6376" srcId="6377" destId="6376"/>
    <dgm:cxn modelId="c6377" srcId="6378" destId="6377"/>
    <dgm:cxn modelId="c6378" srcId="6379" destId="6378"/>
    <dgm:cxn modelId="c6379" srcId="6380" destId="6379"/>
    <dgm:cxn modelId="c6380" srcId="6381" destId="6380"/>
    <dgm:cxn modelId="c6381" srcId="6382" destId="6381"/>
    <dgm:cxn modelId="c6382" srcId="6383" destId="6382"/>
    <dgm:cxn modelId="c6383" srcId="6384" destId="6383"/>
    <dgm:cxn modelId="c6384" srcId="6385" destId="6384"/>
    <dgm:cxn modelId="c6385" srcId="6386" destId="6385"/>
    <dgm:cxn modelId="c6386" srcId="6387" destId="6386"/>
    <dgm:cxn modelId="c6387" srcId="6388" destId="6387"/>
    <dgm:cxn modelId="c6388" srcId="6389" destId="6388"/>
    <dgm:cxn modelId="c6389" srcId="6390" destId="6389"/>
    <dgm:cxn modelId="c6390" srcId="6391" destId="6390"/>
    <dgm:cxn modelId="c6391" srcId="6392" destId="6391"/>
    <dgm:cxn modelId="c6392" srcId="6393" destId="6392"/>
    <dgm:cxn modelId="c6393" srcId="6394" destId="6393"/>
    <dgm:cxn modelId="c6394" srcId="6395" destId="6394"/>
    <dgm:cxn modelId="c6395" srcId="6396" destId="6395"/>
    <dgm:cxn modelId="c6396" srcId="6397" destId="6396"/>
    <dgm:cxn modelId="c6397" srcId="6398" destId="6397"/>
    <dgm:cxn modelId="c6398" srcId="6399" destId="6398"/>
    <dgm:cxn modelId="c6399" srcId="6400" destId="6399"/>
    <dgm:cxn modelId="c6400" srcId="6401" destId="6400"/>
    <dgm:cxn modelId="c6401" srcId="6402" destId="6401"/>
    <dgm:cxn modelId="c6402" srcId="6403" destId="6402"/>
    <dgm:cxn modelId="c6403" srcId="6404" destId="6403"/>
    <dgm:cxn modelId="c6404" srcId="6405" destId="6404"/>
    <dgm:cxn modelId="c6405" srcId="6406" destId="6405"/>
    <dgm:cxn modelId="c6406" srcId="6407" destId="6406"/>
    <dgm:cxn modelId="c6407" srcId="6408" destId="6407"/>
    <dgm:cxn modelId="c6408" srcId="6409" destId="6408"/>
    <dgm:cxn modelId="c6409" srcId="6410" destId="6409"/>
    <dgm:cxn modelId="c6410" srcId="6411" destId="6410"/>
    <dgm:cxn modelId="c6411" srcId="6412" destId="6411"/>
    <dgm:cxn modelId="c6412" srcId="6413" destId="6412"/>
    <dgm:cxn modelId="c6413" srcId="6414" destId="6413"/>
    <dgm:cxn modelId="c6414" srcId="6415" destId="6414"/>
    <dgm:cxn modelId="c6415" srcId="6416" destId="6415"/>
    <dgm:cxn modelId="c6416" srcId="6417" destId="6416"/>
    <dgm:cxn modelId="c6417" srcId="6418" destId="6417"/>
    <dgm:cxn modelId="c6418" srcId="6419" destId="6418"/>
    <dgm:cxn modelId="c6419" srcId="6420" destId="6419"/>
    <dgm:cxn modelId="c6420" srcId="6421" destId="6420"/>
    <dgm:cxn modelId="c6421" srcId="6422" destId="6421"/>
    <dgm:cxn modelId="c6422" srcId="6423" destId="6422"/>
    <dgm:cxn modelId="c6423" srcId="6424" destId="6423"/>
    <dgm:cxn modelId="c6424" srcId="6425" destId="6424"/>
    <dgm:cxn modelId="c6425" srcId="6426" destId="6425"/>
    <dgm:cxn modelId="c6426" srcId="6427" destId="6426"/>
    <dgm:cxn modelId="c6427" srcId="6428" destId="6427"/>
    <dgm:cxn modelId="c6428" srcId="6429" destId="6428"/>
    <dgm:cxn modelId="c6429" srcId="6430" destId="6429"/>
    <dgm:cxn modelId="c6430" srcId="6431" destId="6430"/>
    <dgm:cxn modelId="c6431" srcId="6432" destId="6431"/>
    <dgm:cxn modelId="c6432" srcId="6433" destId="6432"/>
    <dgm:cxn modelId="c6433" srcId="6434" destId="6433"/>
    <dgm:cxn modelId="c6434" srcId="6435" destId="6434"/>
    <dgm:cxn modelId="c6435" srcId="6436" destId="6435"/>
    <dgm:cxn modelId="c6436" srcId="6437" destId="6436"/>
    <dgm:cxn modelId="c6437" srcId="6438" destId="6437"/>
    <dgm:cxn modelId="c6438" srcId="6439" destId="6438"/>
    <dgm:cxn modelId="c6439" srcId="6440" destId="6439"/>
    <dgm:cxn modelId="c6440" srcId="6441" destId="6440"/>
    <dgm:cxn modelId="c6441" srcId="6442" destId="6441"/>
    <dgm:cxn modelId="c6442" srcId="6443" destId="6442"/>
    <dgm:cxn modelId="c6443" srcId="6444" destId="6443"/>
    <dgm:cxn modelId="c6444" srcId="6445" destId="6444"/>
    <dgm:cxn modelId="c6445" srcId="6446" destId="6445"/>
    <dgm:cxn modelId="c6446" srcId="6447" destId="6446"/>
    <dgm:cxn modelId="c6447" srcId="6448" destId="6447"/>
    <dgm:cxn modelId="c6448" srcId="6449" destId="6448"/>
    <dgm:cxn modelId="c6449" srcId="6450" destId="6449"/>
    <dgm:cxn modelId="c6450" srcId="6451" destId="6450"/>
    <dgm:cxn modelId="c6451" srcId="6452" destId="6451"/>
    <dgm:cxn modelId="c6452" srcId="6453" destId="6452"/>
    <dgm:cxn modelId="c6453" srcId="6454" destId="6453"/>
    <dgm:cxn modelId="c6454" srcId="6455" destId="6454"/>
    <dgm:cxn modelId="c6455" srcId="6456" destId="6455"/>
    <dgm:cxn modelId="c6456" srcId="6457" destId="6456"/>
    <dgm:cxn modelId="c6457" srcId="6458" destId="6457"/>
    <dgm:cxn modelId="c6458" srcId="6459" destId="6458"/>
    <dgm:cxn modelId="c6459" srcId="6460" destId="6459"/>
    <dgm:cxn modelId="c6460" srcId="6461" destId="6460"/>
    <dgm:cxn modelId="c6461" srcId="6462" destId="6461"/>
    <dgm:cxn modelId="c6462" srcId="6463" destId="6462"/>
    <dgm:cxn modelId="c6463" srcId="6464" destId="6463"/>
    <dgm:cxn modelId="c6464" srcId="6465" destId="6464"/>
    <dgm:cxn modelId="c6465" srcId="6466" destId="6465"/>
    <dgm:cxn modelId="c6466" srcId="6467" destId="6466"/>
    <dgm:cxn modelId="c6467" srcId="6468" destId="6467"/>
    <dgm:cxn modelId="c6468" srcId="6469" destId="6468"/>
    <dgm:cxn modelId="c6469" srcId="6470" destId="6469"/>
    <dgm:cxn modelId="c6470" srcId="6471" destId="6470"/>
    <dgm:cxn modelId="c6471" srcId="6472" destId="6471"/>
    <dgm:cxn modelId="c6472" srcId="6473" destId="6472"/>
    <dgm:cxn modelId="c6473" srcId="6474" destId="6473"/>
    <dgm:cxn modelId="c6474" srcId="6475" destId="6474"/>
    <dgm:cxn modelId="c6475" srcId="6476" destId="6475"/>
    <dgm:cxn modelId="c6476" srcId="6477" destId="6476"/>
    <dgm:cxn modelId="c6477" srcId="6478" destId="6477"/>
    <dgm:cxn modelId="c6478" srcId="6479" destId="6478"/>
    <dgm:cxn modelId="c6479" srcId="6480" destId="6479"/>
    <dgm:cxn modelId="c6480" srcId="6481" destId="6480"/>
    <dgm:cxn modelId="c6481" srcId="6482" destId="6481"/>
    <dgm:cxn modelId="c6482" srcId="6483" destId="6482"/>
    <dgm:cxn modelId="c6483" srcId="6484" destId="6483"/>
    <dgm:cxn modelId="c6484" srcId="6485" destId="6484"/>
    <dgm:cxn modelId="c6485" srcId="6486" destId="6485"/>
    <dgm:cxn modelId="c6486" srcId="6487" destId="6486"/>
    <dgm:cxn modelId="c6487" srcId="6488" destId="6487"/>
    <dgm:cxn modelId="c6488" srcId="6489" destId="6488"/>
    <dgm:cxn modelId="c6489" srcId="6490" destId="6489"/>
    <dgm:cxn modelId="c6490" srcId="6491" destId="6490"/>
    <dgm:cxn modelId="c6491" srcId="6492" destId="6491"/>
    <dgm:cxn modelId="c6492" srcId="6493" destId="6492"/>
    <dgm:cxn modelId="c6493" srcId="6494" destId="6493"/>
    <dgm:cxn modelId="c6494" srcId="6495" destId="6494"/>
    <dgm:cxn modelId="c6495" srcId="6496" destId="6495"/>
    <dgm:cxn modelId="c6496" srcId="6497" destId="6496"/>
    <dgm:cxn modelId="c6497" srcId="6498" destId="6497"/>
    <dgm:cxn modelId="c6498" srcId="6499" destId="6498"/>
    <dgm:cxn modelId="c6499" srcId="6500" destId="6499"/>
    <dgm:cxn modelId="c6500" srcId="6501" destId="6500"/>
    <dgm:cxn modelId="c6501" srcId="6502" destId="6501"/>
    <dgm:cxn modelId="c6502" srcId="6503" destId="6502"/>
    <dgm:cxn modelId="c6503" srcId="6504" destId="6503"/>
    <dgm:cxn modelId="c6504" srcId="6505" destId="6504"/>
    <dgm:cxn modelId="c6505" srcId="6506" destId="6505"/>
    <dgm:cxn modelId="c6506" srcId="6507" destId="6506"/>
    <dgm:cxn modelId="c6507" srcId="6508" destId="6507"/>
    <dgm:cxn modelId="c6508" srcId="6509" destId="6508"/>
    <dgm:cxn modelId="c6509" srcId="6510" destId="6509"/>
    <dgm:cxn modelId="c6510" srcId="6511" destId="6510"/>
    <dgm:cxn modelId="c6511" srcId="6512" destId="6511"/>
    <dgm:cxn modelId="c6512" srcId="6513" destId="6512"/>
    <dgm:cxn modelId="c6513" srcId="6514" destId="6513"/>
    <dgm:cxn modelId="c6514" srcId="6515" destId="6514"/>
    <dgm:cxn modelId="c6515" srcId="6516" destId="6515"/>
    <dgm:cxn modelId="c6516" srcId="6517" destId="6516"/>
    <dgm:cxn modelId="c6517" srcId="6518" destId="6517"/>
    <dgm:cxn modelId="c6518" srcId="6519" destId="6518"/>
    <dgm:cxn modelId="c6519" srcId="6520" destId="6519"/>
    <dgm:cxn modelId="c6520" srcId="6521" destId="6520"/>
    <dgm:cxn modelId="c6521" srcId="6522" destId="6521"/>
    <dgm:cxn modelId="c6522" srcId="6523" destId="6522"/>
    <dgm:cxn modelId="c6523" srcId="6524" destId="6523"/>
    <dgm:cxn modelId="c6524" srcId="6525" destId="6524"/>
    <dgm:cxn modelId="c6525" srcId="6526" destId="6525"/>
    <dgm:cxn modelId="c6526" srcId="6527" destId="6526"/>
    <dgm:cxn modelId="c6527" srcId="6528" destId="6527"/>
    <dgm:cxn modelId="c6528" srcId="6529" destId="6528"/>
    <dgm:cxn modelId="c6529" srcId="6530" destId="6529"/>
    <dgm:cxn modelId="c6530" srcId="6531" destId="6530"/>
    <dgm:cxn modelId="c6531" srcId="6532" destId="6531"/>
    <dgm:cxn modelId="c6532" srcId="6533" destId="6532"/>
    <dgm:cxn modelId="c6533" srcId="6534" destId="6533"/>
    <dgm:cxn modelId="c6534" srcId="6535" destId="6534"/>
    <dgm:cxn modelId="c6535" srcId="6536" destId="6535"/>
    <dgm:cxn modelId="c6536" srcId="6537" destId="6536"/>
    <dgm:cxn modelId="c6537" srcId="6538" destId="6537"/>
    <dgm:cxn modelId="c6538" srcId="6539" destId="6538"/>
    <dgm:cxn modelId="c6539" srcId="6540" destId="6539"/>
    <dgm:cxn modelId="c6540" srcId="6541" destId="6540"/>
    <dgm:cxn modelId="c6541" srcId="6542" destId="6541"/>
    <dgm:cxn modelId="c6542" srcId="6543" destId="6542"/>
    <dgm:cxn modelId="c6543" srcId="6544" destId="6543"/>
    <dgm:cxn modelId="c6544" srcId="6545" destId="6544"/>
    <dgm:cxn modelId="c6545" srcId="6546" destId="6545"/>
    <dgm:cxn modelId="c6546" srcId="6547" destId="6546"/>
    <dgm:cxn modelId="c6547" srcId="6548" destId="6547"/>
    <dgm:cxn modelId="c6548" srcId="6549" destId="6548"/>
    <dgm:cxn modelId="c6549" srcId="6550" destId="6549"/>
    <dgm:cxn modelId="c6550" srcId="6551" destId="6550"/>
    <dgm:cxn modelId="c6551" srcId="6552" destId="6551"/>
    <dgm:cxn modelId="c6552" srcId="6553" destId="6552"/>
    <dgm:cxn modelId="c6553" srcId="6554" destId="6553"/>
    <dgm:cxn modelId="c6554" srcId="6555" destId="6554"/>
    <dgm:cxn modelId="c6555" srcId="6556" destId="6555"/>
    <dgm:cxn modelId="c6556" srcId="6557" destId="6556"/>
    <dgm:cxn modelId="c6557" srcId="6558" destId="6557"/>
    <dgm:cxn modelId="c6558" srcId="6559" destId="6558"/>
    <dgm:cxn modelId="c6559" srcId="6560" destId="6559"/>
    <dgm:cxn modelId="c6560" srcId="6561" destId="6560"/>
    <dgm:cxn modelId="c6561" srcId="6562" destId="6561"/>
    <dgm:cxn modelId="c6562" srcId="6563" destId="6562"/>
    <dgm:cxn modelId="c6563" srcId="6564" destId="6563"/>
    <dgm:cxn modelId="c6564" srcId="6565" destId="6564"/>
    <dgm:cxn modelId="c6565" srcId="6566" destId="6565"/>
    <dgm:cxn modelId="c6566" srcId="6567" destId="6566"/>
    <dgm:cxn modelId="c6567" srcId="6568" destId="6567"/>
    <dgm:cxn modelId="c6568" srcId="6569" destId="6568"/>
    <dgm:cxn modelId="c6569" srcId="6570" destId="6569"/>
    <dgm:cxn modelId="c6570" srcId="6571" destId="6570"/>
    <dgm:cxn modelId="c6571" srcId="6572" destId="6571"/>
    <dgm:cxn modelId="c6572" srcId="6573" destId="6572"/>
    <dgm:cxn modelId="c6573" srcId="6574" destId="6573"/>
    <dgm:cxn modelId="c6574" srcId="6575" destId="6574"/>
    <dgm:cxn modelId="c6575" srcId="6576" destId="6575"/>
    <dgm:cxn modelId="c6576" srcId="6577" destId="6576"/>
    <dgm:cxn modelId="c6577" srcId="6578" destId="6577"/>
    <dgm:cxn modelId="c6578" srcId="6579" destId="6578"/>
    <dgm:cxn modelId="c6579" srcId="6580" destId="6579"/>
    <dgm:cxn modelId="c6580" srcId="6581" destId="6580"/>
    <dgm:cxn modelId="c6581" srcId="6582" destId="6581"/>
    <dgm:cxn modelId="c6582" srcId="6583" destId="6582"/>
    <dgm:cxn modelId="c6583" srcId="6584" destId="6583"/>
    <dgm:cxn modelId="c6584" srcId="6585" destId="6584"/>
    <dgm:cxn modelId="c6585" srcId="6586" destId="6585"/>
    <dgm:cxn modelId="c6586" srcId="6587" destId="6586"/>
    <dgm:cxn modelId="c6587" srcId="6588" destId="6587"/>
    <dgm:cxn modelId="c6588" srcId="6589" destId="6588"/>
    <dgm:cxn modelId="c6589" srcId="6590" destId="6589"/>
    <dgm:cxn modelId="c6590" srcId="6591" destId="6590"/>
    <dgm:cxn modelId="c6591" srcId="6592" destId="6591"/>
    <dgm:cxn modelId="c6592" srcId="6593" destId="6592"/>
    <dgm:cxn modelId="c6593" srcId="6594" destId="6593"/>
    <dgm:cxn modelId="c6594" srcId="6595" destId="6594"/>
    <dgm:cxn modelId="c6595" srcId="6596" destId="6595"/>
    <dgm:cxn modelId="c6596" srcId="6597" destId="6596"/>
    <dgm:cxn modelId="c6597" srcId="6598" destId="6597"/>
    <dgm:cxn modelId="c6598" srcId="6599" destId="6598"/>
    <dgm:cxn modelId="c6599" srcId="6600" destId="6599"/>
    <dgm:cxn modelId="c6600" srcId="6601" destId="6600"/>
    <dgm:cxn modelId="c6601" srcId="6602" destId="6601"/>
    <dgm:cxn modelId="c6602" srcId="6603" destId="6602"/>
    <dgm:cxn modelId="c6603" srcId="6604" destId="6603"/>
    <dgm:cxn modelId="c6604" srcId="6605" destId="6604"/>
    <dgm:cxn modelId="c6605" srcId="6606" destId="6605"/>
    <dgm:cxn modelId="c6606" srcId="6607" destId="6606"/>
    <dgm:cxn modelId="c6607" srcId="6608" destId="6607"/>
    <dgm:cxn modelId="c6608" srcId="6609" destId="6608"/>
    <dgm:cxn modelId="c6609" srcId="6610" destId="6609"/>
    <dgm:cxn modelId="c6610" srcId="6611" destId="6610"/>
    <dgm:cxn modelId="c6611" srcId="6612" destId="6611"/>
    <dgm:cxn modelId="c6612" srcId="6613" destId="6612"/>
    <dgm:cxn modelId="c6613" srcId="6614" destId="6613"/>
    <dgm:cxn modelId="c6614" srcId="6615" destId="6614"/>
    <dgm:cxn modelId="c6615" srcId="6616" destId="6615"/>
    <dgm:cxn modelId="c6616" srcId="6617" destId="6616"/>
    <dgm:cxn modelId="c6617" srcId="6618" destId="6617"/>
    <dgm:cxn modelId="c6618" srcId="6619" destId="6618"/>
    <dgm:cxn modelId="c6619" srcId="6620" destId="6619"/>
    <dgm:cxn modelId="c6620" srcId="6621" destId="6620"/>
    <dgm:cxn modelId="c6621" srcId="6622" destId="6621"/>
    <dgm:cxn modelId="c6622" srcId="6623" destId="6622"/>
    <dgm:cxn modelId="c6623" srcId="6624" destId="6623"/>
    <dgm:cxn modelId="c6624" srcId="6625" destId="6624"/>
    <dgm:cxn modelId="c6625" srcId="6626" destId="6625"/>
    <dgm:cxn modelId="c6626" srcId="6627" destId="6626"/>
    <dgm:cxn modelId="c6627" srcId="6628" destId="6627"/>
    <dgm:cxn modelId="c6628" srcId="6629" destId="6628"/>
    <dgm:cxn modelId="c6629" srcId="6630" destId="6629"/>
    <dgm:cxn modelId="c6630" srcId="6631" destId="6630"/>
    <dgm:cxn modelId="c6631" srcId="6632" destId="6631"/>
    <dgm:cxn modelId="c6632" srcId="6633" destId="6632"/>
    <dgm:cxn modelId="c6633" srcId="6634" destId="6633"/>
    <dgm:cxn modelId="c6634" srcId="6635" destId="6634"/>
    <dgm:cxn modelId="c6635" srcId="6636" destId="6635"/>
    <dgm:cxn modelId="c6636" srcId="6637" destId="6636"/>
    <dgm:cxn modelId="c6637" srcId="6638" destId="6637"/>
    <dgm:cxn modelId="c6638" srcId="6639" destId="6638"/>
    <dgm:cxn modelId="c6639" srcId="6640" destId="6639"/>
    <dgm:cxn modelId="c6640" srcId="6641" destId="6640"/>
    <dgm:cxn modelId="c6641" srcId="6642" destId="6641"/>
    <dgm:cxn modelId="c6642" srcId="6643" destId="6642"/>
    <dgm:cxn modelId="c6643" srcId="6644" destId="6643"/>
    <dgm:cxn modelId="c6644" srcId="6645" destId="6644"/>
    <dgm:cxn modelId="c6645" srcId="6646" destId="6645"/>
    <dgm:cxn modelId="c6646" srcId="6647" destId="6646"/>
    <dgm:cxn modelId="c6647" srcId="6648" destId="6647"/>
    <dgm:cxn modelId="c6648" srcId="6649" destId="6648"/>
    <dgm:cxn modelId="c6649" srcId="6650" destId="6649"/>
    <dgm:cxn modelId="c6650" srcId="6651" destId="6650"/>
    <dgm:cxn modelId="c6651" srcId="6652" destId="6651"/>
    <dgm:cxn modelId="c6652" srcId="6653" destId="6652"/>
    <dgm:cxn modelId="c6653" srcId="6654" destId="6653"/>
    <dgm:cxn modelId="c6654" srcId="6655" destId="6654"/>
    <dgm:cxn modelId="c6655" srcId="6656" destId="6655"/>
    <dgm:cxn modelId="c6656" srcId="6657" destId="6656"/>
    <dgm:cxn modelId="c6657" srcId="6658" destId="6657"/>
    <dgm:cxn modelId="c6658" srcId="6659" destId="6658"/>
    <dgm:cxn modelId="c6659" srcId="6660" destId="6659"/>
    <dgm:cxn modelId="c6660" srcId="6661" destId="6660"/>
    <dgm:cxn modelId="c6661" srcId="6662" destId="6661"/>
    <dgm:cxn modelId="c6662" srcId="6663" destId="6662"/>
    <dgm:cxn modelId="c6663" srcId="6664" destId="6663"/>
    <dgm:cxn modelId="c6664" srcId="6665" destId="6664"/>
    <dgm:cxn modelId="c6665" srcId="6666" destId="6665"/>
    <dgm:cxn modelId="c6666" srcId="6667" destId="6666"/>
    <dgm:cxn modelId="c6667" srcId="6668" destId="6667"/>
    <dgm:cxn modelId="c6668" srcId="6669" destId="6668"/>
    <dgm:cxn modelId="c6669" srcId="6670" destId="6669"/>
    <dgm:cxn modelId="c6670" srcId="6671" destId="6670"/>
    <dgm:cxn modelId="c6671" srcId="6672" destId="6671"/>
    <dgm:cxn modelId="c6672" srcId="6673" destId="6672"/>
    <dgm:cxn modelId="c6673" srcId="6674" destId="6673"/>
    <dgm:cxn modelId="c6674" srcId="6675" destId="6674"/>
    <dgm:cxn modelId="c6675" srcId="6676" destId="6675"/>
    <dgm:cxn modelId="c6676" srcId="6677" destId="6676"/>
    <dgm:cxn modelId="c6677" srcId="6678" destId="6677"/>
    <dgm:cxn modelId="c6678" srcId="6679" destId="6678"/>
    <dgm:cxn modelId="c6679" srcId="6680" destId="6679"/>
    <dgm:cxn modelId="c6680" srcId="6681" destId="6680"/>
    <dgm:cxn modelId="c6681" srcId="6682" destId="6681"/>
    <dgm:cxn modelId="c6682" srcId="6683" destId="6682"/>
    <dgm:cxn modelId="c6683" srcId="6684" destId="6683"/>
    <dgm:cxn modelId="c6684" srcId="6685" destId="6684"/>
    <dgm:cxn modelId="c6685" srcId="6686" destId="6685"/>
    <dgm:cxn modelId="c6686" srcId="6687" destId="6686"/>
    <dgm:cxn modelId="c6687" srcId="6688" destId="6687"/>
    <dgm:cxn modelId="c6688" srcId="6689" destId="6688"/>
    <dgm:cxn modelId="c6689" srcId="6690" destId="6689"/>
    <dgm:cxn modelId="c6690" srcId="6691" destId="6690"/>
    <dgm:cxn modelId="c6691" srcId="6692" destId="6691"/>
    <dgm:cxn modelId="c6692" srcId="6693" destId="6692"/>
    <dgm:cxn modelId="c6693" srcId="6694" destId="6693"/>
    <dgm:cxn modelId="c6694" srcId="6695" destId="6694"/>
    <dgm:cxn modelId="c6695" srcId="6696" destId="6695"/>
    <dgm:cxn modelId="c6696" srcId="6697" destId="6696"/>
    <dgm:cxn modelId="c6697" srcId="6698" destId="6697"/>
    <dgm:cxn modelId="c6698" srcId="6699" destId="6698"/>
    <dgm:cxn modelId="c6699" srcId="6700" destId="6699"/>
    <dgm:cxn modelId="c6700" srcId="6701" destId="6700"/>
    <dgm:cxn modelId="c6701" srcId="6702" destId="6701"/>
    <dgm:cxn modelId="c6702" srcId="6703" destId="6702"/>
    <dgm:cxn modelId="c6703" srcId="6704" destId="6703"/>
    <dgm:cxn modelId="c6704" srcId="6705" destId="6704"/>
    <dgm:cxn modelId="c6705" srcId="6706" destId="6705"/>
    <dgm:cxn modelId="c6706" srcId="6707" destId="6706"/>
    <dgm:cxn modelId="c6707" srcId="6708" destId="6707"/>
    <dgm:cxn modelId="c6708" srcId="6709" destId="6708"/>
    <dgm:cxn modelId="c6709" srcId="6710" destId="6709"/>
    <dgm:cxn modelId="c6710" srcId="6711" destId="6710"/>
    <dgm:cxn modelId="c6711" srcId="6712" destId="6711"/>
    <dgm:cxn modelId="c6712" srcId="6713" destId="6712"/>
    <dgm:cxn modelId="c6713" srcId="6714" destId="6713"/>
    <dgm:cxn modelId="c6714" srcId="6715" destId="6714"/>
    <dgm:cxn modelId="c6715" srcId="6716" destId="6715"/>
    <dgm:cxn modelId="c6716" srcId="6717" destId="6716"/>
    <dgm:cxn modelId="c6717" srcId="6718" destId="6717"/>
    <dgm:cxn modelId="c6718" srcId="6719" destId="6718"/>
    <dgm:cxn modelId="c6719" srcId="6720" destId="6719"/>
    <dgm:cxn modelId="c6720" srcId="6721" destId="6720"/>
    <dgm:cxn modelId="c6721" srcId="6722" destId="6721"/>
    <dgm:cxn modelId="c6722" srcId="6723" destId="6722"/>
    <dgm:cxn modelId="c6723" srcId="6724" destId="6723"/>
    <dgm:cxn modelId="c6724" srcId="6725" destId="6724"/>
    <dgm:cxn modelId="c6725" srcId="6726" destId="6725"/>
    <dgm:cxn modelId="c6726" srcId="6727" destId="6726"/>
    <dgm:cxn modelId="c6727" srcId="6728" destId="6727"/>
    <dgm:cxn modelId="c6728" srcId="6729" destId="6728"/>
    <dgm:cxn modelId="c6729" srcId="6730" destId="6729"/>
    <dgm:cxn modelId="c6730" srcId="6731" destId="6730"/>
    <dgm:cxn modelId="c6731" srcId="6732" destId="6731"/>
    <dgm:cxn modelId="c6732" srcId="6733" destId="6732"/>
    <dgm:cxn modelId="c6733" srcId="6734" destId="6733"/>
    <dgm:cxn modelId="c6734" srcId="6735" destId="6734"/>
    <dgm:cxn modelId="c6735" srcId="6736" destId="6735"/>
    <dgm:cxn modelId="c6736" srcId="6737" destId="6736"/>
    <dgm:cxn modelId="c6737" srcId="6738" destId="6737"/>
    <dgm:cxn modelId="c6738" srcId="6739" destId="6738"/>
    <dgm:cxn modelId="c6739" srcId="6740" destId="6739"/>
    <dgm:cxn modelId="c6740" srcId="6741" destId="6740"/>
    <dgm:cxn modelId="c6741" srcId="6742" destId="6741"/>
    <dgm:cxn modelId="c6742" srcId="6743" destId="6742"/>
    <dgm:cxn modelId="c6743" srcId="6744" destId="6743"/>
    <dgm:cxn modelId="c6744" srcId="6745" destId="6744"/>
    <dgm:cxn modelId="c6745" srcId="6746" destId="6745"/>
    <dgm:cxn modelId="c6746" srcId="6747" destId="6746"/>
    <dgm:cxn modelId="c6747" srcId="6748" destId="6747"/>
    <dgm:cxn modelId="c6748" srcId="6749" destId="6748"/>
    <dgm:cxn modelId="c6749" srcId="6750" destId="6749"/>
    <dgm:cxn modelId="c6750" srcId="6751" destId="6750"/>
    <dgm:cxn modelId="c6751" srcId="6752" destId="6751"/>
    <dgm:cxn modelId="c6752" srcId="6753" destId="6752"/>
    <dgm:cxn modelId="c6753" srcId="6754" destId="6753"/>
    <dgm:cxn modelId="c6754" srcId="6755" destId="6754"/>
    <dgm:cxn modelId="c6755" srcId="6756" destId="6755"/>
    <dgm:cxn modelId="c6756" srcId="6757" destId="6756"/>
    <dgm:cxn modelId="c6757" srcId="6758" destId="6757"/>
    <dgm:cxn modelId="c6758" srcId="6759" destId="6758"/>
    <dgm:cxn modelId="c6759" srcId="6760" destId="6759"/>
    <dgm:cxn modelId="c6760" srcId="6761" destId="6760"/>
    <dgm:cxn modelId="c6761" srcId="6762" destId="6761"/>
    <dgm:cxn modelId="c6762" srcId="6763" destId="6762"/>
    <dgm:cxn modelId="c6763" srcId="6764" destId="6763"/>
    <dgm:cxn modelId="c6764" srcId="6765" destId="6764"/>
    <dgm:cxn modelId="c6765" srcId="6766" destId="6765"/>
    <dgm:cxn modelId="c6766" srcId="6767" destId="6766"/>
    <dgm:cxn modelId="c6767" srcId="6768" destId="6767"/>
    <dgm:cxn modelId="c6768" srcId="6769" destId="6768"/>
    <dgm:cxn modelId="c6769" srcId="6770" destId="6769"/>
    <dgm:cxn modelId="c6770" srcId="6771" destId="6770"/>
    <dgm:cxn modelId="c6771" srcId="6772" destId="6771"/>
    <dgm:cxn modelId="c6772" srcId="6773" destId="6772"/>
    <dgm:cxn modelId="c6773" srcId="6774" destId="6773"/>
    <dgm:cxn modelId="c6774" srcId="6775" destId="6774"/>
    <dgm:cxn modelId="c6775" srcId="6776" destId="6775"/>
    <dgm:cxn modelId="c6776" srcId="6777" destId="6776"/>
    <dgm:cxn modelId="c6777" srcId="6778" destId="6777"/>
    <dgm:cxn modelId="c6778" srcId="6779" destId="6778"/>
    <dgm:cxn modelId="c6779" srcId="6780" destId="6779"/>
    <dgm:cxn modelId="c6780" srcId="6781" destId="6780"/>
    <dgm:cxn modelId="c6781" srcId="6782" destId="6781"/>
    <dgm:cxn modelId="c6782" srcId="6783" destId="6782"/>
    <dgm:cxn modelId="c6783" srcId="6784" destId="6783"/>
    <dgm:cxn modelId="c6784" srcId="6785" destId="6784"/>
    <dgm:cxn modelId="c6785" srcId="6786" destId="6785"/>
    <dgm:cxn modelId="c6786" srcId="6787" destId="6786"/>
    <dgm:cxn modelId="c6787" srcId="6788" destId="6787"/>
    <dgm:cxn modelId="c6788" srcId="6789" destId="6788"/>
    <dgm:cxn modelId="c6789" srcId="6790" destId="6789"/>
    <dgm:cxn modelId="c6790" srcId="6791" destId="6790"/>
    <dgm:cxn modelId="c6791" srcId="6792" destId="6791"/>
    <dgm:cxn modelId="c6792" srcId="6793" destId="6792"/>
    <dgm:cxn modelId="c6793" srcId="6794" destId="6793"/>
    <dgm:cxn modelId="c6794" srcId="6795" destId="6794"/>
    <dgm:cxn modelId="c6795" srcId="6796" destId="6795"/>
    <dgm:cxn modelId="c6796" srcId="6797" destId="6796"/>
    <dgm:cxn modelId="c6797" srcId="6798" destId="6797"/>
    <dgm:cxn modelId="c6798" srcId="6799" destId="6798"/>
    <dgm:cxn modelId="c6799" srcId="6800" destId="6799"/>
    <dgm:cxn modelId="c6800" srcId="6801" destId="6800"/>
    <dgm:cxn modelId="c6801" srcId="6802" destId="6801"/>
    <dgm:cxn modelId="c6802" srcId="6803" destId="6802"/>
    <dgm:cxn modelId="c6803" srcId="6804" destId="6803"/>
    <dgm:cxn modelId="c6804" srcId="6805" destId="6804"/>
    <dgm:cxn modelId="c6805" srcId="6806" destId="6805"/>
    <dgm:cxn modelId="c6806" srcId="6807" destId="6806"/>
    <dgm:cxn modelId="c6807" srcId="6808" destId="6807"/>
    <dgm:cxn modelId="c6808" srcId="6809" destId="6808"/>
    <dgm:cxn modelId="c6809" srcId="6810" destId="6809"/>
    <dgm:cxn modelId="c6810" srcId="6811" destId="6810"/>
    <dgm:cxn modelId="c6811" srcId="6812" destId="6811"/>
    <dgm:cxn modelId="c6812" srcId="6813" destId="6812"/>
    <dgm:cxn modelId="c6813" srcId="6814" destId="6813"/>
    <dgm:cxn modelId="c6814" srcId="6815" destId="6814"/>
    <dgm:cxn modelId="c6815" srcId="6816" destId="6815"/>
    <dgm:cxn modelId="c6816" srcId="6817" destId="6816"/>
    <dgm:cxn modelId="c6817" srcId="6818" destId="6817"/>
    <dgm:cxn modelId="c6818" srcId="6819" destId="6818"/>
    <dgm:cxn modelId="c6819" srcId="6820" destId="6819"/>
    <dgm:cxn modelId="c6820" srcId="6821" destId="6820"/>
    <dgm:cxn modelId="c6821" srcId="6822" destId="6821"/>
    <dgm:cxn modelId="c6822" srcId="6823" destId="6822"/>
    <dgm:cxn modelId="c6823" srcId="6824" destId="6823"/>
    <dgm:cxn modelId="c6824" srcId="6825" destId="6824"/>
    <dgm:cxn modelId="c6825" srcId="6826" destId="6825"/>
    <dgm:cxn modelId="c6826" srcId="6827" destId="6826"/>
    <dgm:cxn modelId="c6827" srcId="6828" destId="6827"/>
    <dgm:cxn modelId="c6828" srcId="6829" destId="6828"/>
    <dgm:cxn modelId="c6829" srcId="6830" destId="6829"/>
    <dgm:cxn modelId="c6830" srcId="6831" destId="6830"/>
    <dgm:cxn modelId="c6831" srcId="6832" destId="6831"/>
    <dgm:cxn modelId="c6832" srcId="6833" destId="6832"/>
    <dgm:cxn modelId="c6833" srcId="6834" destId="6833"/>
    <dgm:cxn modelId="c6834" srcId="6835" destId="6834"/>
    <dgm:cxn modelId="c6835" srcId="6836" destId="6835"/>
    <dgm:cxn modelId="c6836" srcId="6837" destId="6836"/>
    <dgm:cxn modelId="c6837" srcId="6838" destId="6837"/>
    <dgm:cxn modelId="c6838" srcId="6839" destId="6838"/>
    <dgm:cxn modelId="c6839" srcId="6840" destId="6839"/>
    <dgm:cxn modelId="c6840" srcId="6841" destId="6840"/>
    <dgm:cxn modelId="c6841" srcId="6842" destId="6841"/>
    <dgm:cxn modelId="c6842" srcId="6843" destId="6842"/>
    <dgm:cxn modelId="c6843" srcId="6844" destId="6843"/>
    <dgm:cxn modelId="c6844" srcId="6845" destId="6844"/>
    <dgm:cxn modelId="c6845" srcId="6846" destId="6845"/>
    <dgm:cxn modelId="c6846" srcId="6847" destId="6846"/>
    <dgm:cxn modelId="c6847" srcId="6848" destId="6847"/>
    <dgm:cxn modelId="c6848" srcId="6849" destId="6848"/>
    <dgm:cxn modelId="c6849" srcId="6850" destId="6849"/>
    <dgm:cxn modelId="c6850" srcId="6851" destId="6850"/>
    <dgm:cxn modelId="c6851" srcId="6852" destId="6851"/>
    <dgm:cxn modelId="c6852" srcId="6853" destId="6852"/>
    <dgm:cxn modelId="c6853" srcId="6854" destId="6853"/>
    <dgm:cxn modelId="c6854" srcId="6855" destId="6854"/>
    <dgm:cxn modelId="c6855" srcId="6856" destId="6855"/>
    <dgm:cxn modelId="c6856" srcId="6857" destId="6856"/>
    <dgm:cxn modelId="c6857" srcId="6858" destId="6857"/>
    <dgm:cxn modelId="c6858" srcId="6859" destId="6858"/>
    <dgm:cxn modelId="c6859" srcId="6860" destId="6859"/>
    <dgm:cxn modelId="c6860" srcId="6861" destId="6860"/>
    <dgm:cxn modelId="c6861" srcId="6862" destId="6861"/>
    <dgm:cxn modelId="c6862" srcId="6863" destId="6862"/>
    <dgm:cxn modelId="c6863" srcId="6864" destId="6863"/>
    <dgm:cxn modelId="c6864" srcId="6865" destId="6864"/>
    <dgm:cxn modelId="c6865" srcId="6866" destId="6865"/>
    <dgm:cxn modelId="c6866" srcId="6867" destId="6866"/>
    <dgm:cxn modelId="c6867" srcId="6868" destId="6867"/>
    <dgm:cxn modelId="c6868" srcId="6869" destId="6868"/>
    <dgm:cxn modelId="c6869" srcId="6870" destId="6869"/>
    <dgm:cxn modelId="c6870" srcId="6871" destId="6870"/>
    <dgm:cxn modelId="c6871" srcId="6872" destId="6871"/>
    <dgm:cxn modelId="c6872" srcId="6873" destId="6872"/>
    <dgm:cxn modelId="c6873" srcId="6874" destId="6873"/>
    <dgm:cxn modelId="c6874" srcId="6875" destId="6874"/>
    <dgm:cxn modelId="c6875" srcId="6876" destId="6875"/>
    <dgm:cxn modelId="c6876" srcId="6877" destId="6876"/>
    <dgm:cxn modelId="c6877" srcId="6878" destId="6877"/>
    <dgm:cxn modelId="c6878" srcId="6879" destId="6878"/>
    <dgm:cxn modelId="c6879" srcId="6880" destId="6879"/>
    <dgm:cxn modelId="c6880" srcId="6881" destId="6880"/>
    <dgm:cxn modelId="c6881" srcId="6882" destId="6881"/>
    <dgm:cxn modelId="c6882" srcId="6883" destId="6882"/>
    <dgm:cxn modelId="c6883" srcId="6884" destId="6883"/>
    <dgm:cxn modelId="c6884" srcId="6885" destId="6884"/>
    <dgm:cxn modelId="c6885" srcId="6886" destId="6885"/>
    <dgm:cxn modelId="c6886" srcId="6887" destId="6886"/>
    <dgm:cxn modelId="c6887" srcId="6888" destId="6887"/>
    <dgm:cxn modelId="c6888" srcId="6889" destId="6888"/>
    <dgm:cxn modelId="c6889" srcId="6890" destId="6889"/>
    <dgm:cxn modelId="c6890" srcId="6891" destId="6890"/>
    <dgm:cxn modelId="c6891" srcId="6892" destId="6891"/>
    <dgm:cxn modelId="c6892" srcId="6893" destId="6892"/>
    <dgm:cxn modelId="c6893" srcId="6894" destId="6893"/>
    <dgm:cxn modelId="c6894" srcId="6895" destId="6894"/>
    <dgm:cxn modelId="c6895" srcId="6896" destId="6895"/>
    <dgm:cxn modelId="c6896" srcId="6897" destId="6896"/>
    <dgm:cxn modelId="c6897" srcId="6898" destId="6897"/>
    <dgm:cxn modelId="c6898" srcId="6899" destId="6898"/>
    <dgm:cxn modelId="c6899" srcId="6900" destId="6899"/>
    <dgm:cxn modelId="c6900" srcId="6901" destId="6900"/>
    <dgm:cxn modelId="c6901" srcId="6902" destId="6901"/>
    <dgm:cxn modelId="c6902" srcId="6903" destId="6902"/>
    <dgm:cxn modelId="c6903" srcId="6904" destId="6903"/>
    <dgm:cxn modelId="c6904" srcId="6905" destId="6904"/>
    <dgm:cxn modelId="c6905" srcId="6906" destId="6905"/>
    <dgm:cxn modelId="c6906" srcId="6907" destId="6906"/>
    <dgm:cxn modelId="c6907" srcId="6908" destId="6907"/>
    <dgm:cxn modelId="c6908" srcId="6909" destId="6908"/>
    <dgm:cxn modelId="c6909" srcId="6910" destId="6909"/>
    <dgm:cxn modelId="c6910" srcId="6911" destId="6910"/>
    <dgm:cxn modelId="c6911" srcId="6912" destId="6911"/>
    <dgm:cxn modelId="c6912" srcId="6913" destId="6912"/>
    <dgm:cxn modelId="c6913" srcId="6914" destId="6913"/>
    <dgm:cxn modelId="c6914" srcId="6915" destId="6914"/>
    <dgm:cxn modelId="c6915" srcId="6916" destId="6915"/>
    <dgm:cxn modelId="c6916" srcId="6917" destId="6916"/>
    <dgm:cxn modelId="c6917" srcId="6918" destId="6917"/>
    <dgm:cxn modelId="c6918" srcId="6919" destId="6918"/>
    <dgm:cxn modelId="c6919" srcId="6920" destId="6919"/>
    <dgm:cxn modelId="c6920" srcId="6921" destId="6920"/>
    <dgm:cxn modelId="c6921" srcId="6922" destId="6921"/>
    <dgm:cxn modelId="c6922" srcId="6923" destId="6922"/>
    <dgm:cxn modelId="c6923" srcId="6924" destId="6923"/>
    <dgm:cxn modelId="c6924" srcId="6925" destId="6924"/>
    <dgm:cxn modelId="c6925" srcId="6926" destId="6925"/>
    <dgm:cxn modelId="c6926" srcId="6927" destId="6926"/>
    <dgm:cxn modelId="c6927" srcId="6928" destId="6927"/>
    <dgm:cxn modelId="c6928" srcId="6929" destId="6928"/>
    <dgm:cxn modelId="c6929" srcId="6930" destId="6929"/>
    <dgm:cxn modelId="c6930" srcId="6931" destId="6930"/>
    <dgm:cxn modelId="c6931" srcId="6932" destId="6931"/>
    <dgm:cxn modelId="c6932" srcId="6933" destId="6932"/>
    <dgm:cxn modelId="c6933" srcId="6934" destId="6933"/>
    <dgm:cxn modelId="c6934" srcId="6935" destId="6934"/>
    <dgm:cxn modelId="c6935" srcId="6936" destId="6935"/>
    <dgm:cxn modelId="c6936" srcId="6937" destId="6936"/>
    <dgm:cxn modelId="c6937" srcId="6938" destId="6937"/>
    <dgm:cxn modelId="c6938" srcId="6939" destId="6938"/>
    <dgm:cxn modelId="c6939" srcId="6940" destId="6939"/>
    <dgm:cxn modelId="c6940" srcId="6941" destId="6940"/>
    <dgm:cxn modelId="c6941" srcId="6942" destId="6941"/>
    <dgm:cxn modelId="c6942" srcId="6943" destId="6942"/>
    <dgm:cxn modelId="c6943" srcId="6944" destId="6943"/>
    <dgm:cxn modelId="c6944" srcId="6945" destId="6944"/>
    <dgm:cxn modelId="c6945" srcId="6946" destId="6945"/>
    <dgm:cxn modelId="c6946" srcId="6947" destId="6946"/>
    <dgm:cxn modelId="c6947" srcId="6948" destId="6947"/>
    <dgm:cxn modelId="c6948" srcId="6949" destId="6948"/>
    <dgm:cxn modelId="c6949" srcId="6950" destId="6949"/>
    <dgm:cxn modelId="c6950" srcId="6951" destId="6950"/>
    <dgm:cxn modelId="c6951" srcId="6952" destId="6951"/>
    <dgm:cxn modelId="c6952" srcId="6953" destId="6952"/>
    <dgm:cxn modelId="c6953" srcId="6954" destId="6953"/>
    <dgm:cxn modelId="c6954" srcId="6955" destId="6954"/>
    <dgm:cxn modelId="c6955" srcId="6956" destId="6955"/>
    <dgm:cxn modelId="c6956" srcId="6957" destId="6956"/>
    <dgm:cxn modelId="c6957" srcId="6958" destId="6957"/>
    <dgm:cxn modelId="c6958" srcId="6959" destId="6958"/>
    <dgm:cxn modelId="c6959" srcId="6960" destId="6959"/>
    <dgm:cxn modelId="c6960" srcId="6961" destId="6960"/>
    <dgm:cxn modelId="c6961" srcId="6962" destId="6961"/>
    <dgm:cxn modelId="c6962" srcId="6963" destId="6962"/>
    <dgm:cxn modelId="c6963" srcId="6964" destId="6963"/>
    <dgm:cxn modelId="c6964" srcId="6965" destId="6964"/>
    <dgm:cxn modelId="c6965" srcId="6966" destId="6965"/>
    <dgm:cxn modelId="c6966" srcId="6967" destId="6966"/>
    <dgm:cxn modelId="c6967" srcId="6968" destId="6967"/>
    <dgm:cxn modelId="c6968" srcId="6969" destId="6968"/>
    <dgm:cxn modelId="c6969" srcId="6970" destId="6969"/>
    <dgm:cxn modelId="c6970" srcId="6971" destId="6970"/>
    <dgm:cxn modelId="c6971" srcId="6972" destId="6971"/>
    <dgm:cxn modelId="c6972" srcId="6973" destId="6972"/>
    <dgm:cxn modelId="c6973" srcId="6974" destId="6973"/>
    <dgm:cxn modelId="c6974" srcId="6975" destId="6974"/>
    <dgm:cxn modelId="c6975" srcId="6976" destId="6975"/>
    <dgm:cxn modelId="c6976" srcId="6977" destId="6976"/>
    <dgm:cxn modelId="c6977" srcId="6978" destId="6977"/>
    <dgm:cxn modelId="c6978" srcId="6979" destId="6978"/>
    <dgm:cxn modelId="c6979" srcId="6980" destId="6979"/>
    <dgm:cxn modelId="c6980" srcId="6981" destId="6980"/>
    <dgm:cxn modelId="c6981" srcId="6982" destId="6981"/>
    <dgm:cxn modelId="c6982" srcId="6983" destId="6982"/>
    <dgm:cxn modelId="c6983" srcId="6984" destId="6983"/>
    <dgm:cxn modelId="c6984" srcId="6985" destId="6984"/>
    <dgm:cxn modelId="c6985" srcId="6986" destId="6985"/>
    <dgm:cxn modelId="c6986" srcId="6987" destId="6986"/>
    <dgm:cxn modelId="c6987" srcId="6988" destId="6987"/>
    <dgm:cxn modelId="c6988" srcId="6989" destId="6988"/>
    <dgm:cxn modelId="c6989" srcId="6990" destId="6989"/>
    <dgm:cxn modelId="c6990" srcId="6991" destId="6990"/>
    <dgm:cxn modelId="c6991" srcId="6992" destId="6991"/>
    <dgm:cxn modelId="c6992" srcId="6993" destId="6992"/>
    <dgm:cxn modelId="c6993" srcId="6994" destId="6993"/>
    <dgm:cxn modelId="c6994" srcId="6995" destId="6994"/>
    <dgm:cxn modelId="c6995" srcId="6996" destId="6995"/>
    <dgm:cxn modelId="c6996" srcId="6997" destId="6996"/>
    <dgm:cxn modelId="c6997" srcId="6998" destId="6997"/>
    <dgm:cxn modelId="c6998" srcId="6999" destId="6998"/>
    <dgm:cxn modelId="c6999" srcId="7000" destId="6999"/>
    <dgm:cxn modelId="c7000" srcId="7001" destId="7000"/>
    <dgm:cxn modelId="c7001" srcId="7002" destId="7001"/>
    <dgm:cxn modelId="c7002" srcId="7003" destId="7002"/>
    <dgm:cxn modelId="c7003" srcId="7004" destId="7003"/>
    <dgm:cxn modelId="c7004" srcId="7005" destId="7004"/>
    <dgm:cxn modelId="c7005" srcId="7006" destId="7005"/>
    <dgm:cxn modelId="c7006" srcId="7007" destId="7006"/>
    <dgm:cxn modelId="c7007" srcId="7008" destId="7007"/>
    <dgm:cxn modelId="c7008" srcId="7009" destId="7008"/>
    <dgm:cxn modelId="c7009" srcId="7010" destId="7009"/>
    <dgm:cxn modelId="c7010" srcId="7011" destId="7010"/>
    <dgm:cxn modelId="c7011" srcId="7012" destId="7011"/>
    <dgm:cxn modelId="c7012" srcId="7013" destId="7012"/>
    <dgm:cxn modelId="c7013" srcId="7014" destId="7013"/>
    <dgm:cxn modelId="c7014" srcId="7015" destId="7014"/>
    <dgm:cxn modelId="c7015" srcId="7016" destId="7015"/>
    <dgm:cxn modelId="c7016" srcId="7017" destId="7016"/>
    <dgm:cxn modelId="c7017" srcId="7018" destId="7017"/>
    <dgm:cxn modelId="c7018" srcId="7019" destId="7018"/>
    <dgm:cxn modelId="c7019" srcId="7020" destId="7019"/>
    <dgm:cxn modelId="c7020" srcId="7021" destId="7020"/>
    <dgm:cxn modelId="c7021" srcId="7022" destId="7021"/>
    <dgm:cxn modelId="c7022" srcId="7023" destId="7022"/>
    <dgm:cxn modelId="c7023" srcId="7024" destId="7023"/>
    <dgm:cxn modelId="c7024" srcId="7025" destId="7024"/>
    <dgm:cxn modelId="c7025" srcId="7026" destId="7025"/>
    <dgm:cxn modelId="c7026" srcId="7027" destId="7026"/>
    <dgm:cxn modelId="c7027" srcId="7028" destId="7027"/>
    <dgm:cxn modelId="c7028" srcId="7029" destId="7028"/>
    <dgm:cxn modelId="c7029" srcId="7030" destId="7029"/>
    <dgm:cxn modelId="c7030" srcId="7031" destId="7030"/>
    <dgm:cxn modelId="c7031" srcId="7032" destId="7031"/>
    <dgm:cxn modelId="c7032" srcId="7033" destId="7032"/>
    <dgm:cxn modelId="c7033" srcId="7034" destId="7033"/>
    <dgm:cxn modelId="c7034" srcId="7035" destId="7034"/>
    <dgm:cxn modelId="c7035" srcId="7036" destId="7035"/>
    <dgm:cxn modelId="c7036" srcId="7037" destId="7036"/>
    <dgm:cxn modelId="c7037" srcId="7038" destId="7037"/>
    <dgm:cxn modelId="c7038" srcId="7039" destId="7038"/>
    <dgm:cxn modelId="c7039" srcId="7040" destId="7039"/>
    <dgm:cxn modelId="c7040" srcId="7041" destId="7040"/>
    <dgm:cxn modelId="c7041" srcId="7042" destId="7041"/>
    <dgm:cxn modelId="c7042" srcId="7043" destId="7042"/>
    <dgm:cxn modelId="c7043" srcId="7044" destId="7043"/>
    <dgm:cxn modelId="c7044" srcId="7045" destId="7044"/>
    <dgm:cxn modelId="c7045" srcId="7046" destId="7045"/>
    <dgm:cxn modelId="c7046" srcId="7047" destId="7046"/>
    <dgm:cxn modelId="c7047" srcId="7048" destId="7047"/>
    <dgm:cxn modelId="c7048" srcId="7049" destId="7048"/>
    <dgm:cxn modelId="c7049" srcId="7050" destId="7049"/>
    <dgm:cxn modelId="c7050" srcId="7051" destId="7050"/>
    <dgm:cxn modelId="c7051" srcId="7052" destId="7051"/>
    <dgm:cxn modelId="c7052" srcId="7053" destId="7052"/>
    <dgm:cxn modelId="c7053" srcId="7054" destId="7053"/>
    <dgm:cxn modelId="c7054" srcId="7055" destId="7054"/>
    <dgm:cxn modelId="c7055" srcId="7056" destId="7055"/>
    <dgm:cxn modelId="c7056" srcId="7057" destId="7056"/>
    <dgm:cxn modelId="c7057" srcId="7058" destId="7057"/>
    <dgm:cxn modelId="c7058" srcId="7059" destId="7058"/>
    <dgm:cxn modelId="c7059" srcId="7060" destId="7059"/>
    <dgm:cxn modelId="c7060" srcId="7061" destId="7060"/>
    <dgm:cxn modelId="c7061" srcId="7062" destId="7061"/>
    <dgm:cxn modelId="c7062" srcId="7063" destId="7062"/>
    <dgm:cxn modelId="c7063" srcId="7064" destId="7063"/>
    <dgm:cxn modelId="c7064" srcId="7065" destId="7064"/>
    <dgm:cxn modelId="c7065" srcId="7066" destId="7065"/>
    <dgm:cxn modelId="c7066" srcId="7067" destId="7066"/>
    <dgm:cxn modelId="c7067" srcId="7068" destId="7067"/>
    <dgm:cxn modelId="c7068" srcId="7069" destId="7068"/>
    <dgm:cxn modelId="c7069" srcId="7070" destId="7069"/>
    <dgm:cxn modelId="c7070" srcId="7071" destId="7070"/>
    <dgm:cxn modelId="c7071" srcId="7072" destId="7071"/>
    <dgm:cxn modelId="c7072" srcId="7073" destId="7072"/>
    <dgm:cxn modelId="c7073" srcId="7074" destId="7073"/>
    <dgm:cxn modelId="c7074" srcId="7075" destId="7074"/>
    <dgm:cxn modelId="c7075" srcId="7076" destId="7075"/>
    <dgm:cxn modelId="c7076" srcId="7077" destId="7076"/>
    <dgm:cxn modelId="c7077" srcId="7078" destId="7077"/>
    <dgm:cxn modelId="c7078" srcId="7079" destId="7078"/>
    <dgm:cxn modelId="c7079" srcId="7080" destId="7079"/>
    <dgm:cxn modelId="c7080" srcId="7081" destId="7080"/>
    <dgm:cxn modelId="c7081" srcId="7082" destId="7081"/>
    <dgm:cxn modelId="c7082" srcId="7083" destId="7082"/>
    <dgm:cxn modelId="c7083" srcId="7084" destId="7083"/>
    <dgm:cxn modelId="c7084" srcId="7085" destId="7084"/>
    <dgm:cxn modelId="c7085" srcId="7086" destId="7085"/>
    <dgm:cxn modelId="c7086" srcId="7087" destId="7086"/>
    <dgm:cxn modelId="c7087" srcId="7088" destId="7087"/>
    <dgm:cxn modelId="c7088" srcId="7089" destId="7088"/>
    <dgm:cxn modelId="c7089" srcId="7090" destId="7089"/>
    <dgm:cxn modelId="c7090" srcId="7091" destId="7090"/>
    <dgm:cxn modelId="c7091" srcId="7092" destId="7091"/>
    <dgm:cxn modelId="c7092" srcId="7093" destId="7092"/>
    <dgm:cxn modelId="c7093" srcId="7094" destId="7093"/>
    <dgm:cxn modelId="c7094" srcId="7095" destId="7094"/>
    <dgm:cxn modelId="c7095" srcId="7096" destId="7095"/>
    <dgm:cxn modelId="c7096" srcId="7097" destId="7096"/>
    <dgm:cxn modelId="c7097" srcId="7098" destId="7097"/>
    <dgm:cxn modelId="c7098" srcId="7099" destId="7098"/>
    <dgm:cxn modelId="c7099" srcId="7100" destId="7099"/>
    <dgm:cxn modelId="c7100" srcId="7101" destId="7100"/>
    <dgm:cxn modelId="c7101" srcId="7102" destId="7101"/>
    <dgm:cxn modelId="c7102" srcId="7103" destId="7102"/>
    <dgm:cxn modelId="c7103" srcId="7104" destId="7103"/>
    <dgm:cxn modelId="c7104" srcId="7105" destId="7104"/>
    <dgm:cxn modelId="c7105" srcId="7106" destId="7105"/>
    <dgm:cxn modelId="c7106" srcId="7107" destId="7106"/>
    <dgm:cxn modelId="c7107" srcId="7108" destId="7107"/>
    <dgm:cxn modelId="c7108" srcId="7109" destId="7108"/>
    <dgm:cxn modelId="c7109" srcId="7110" destId="7109"/>
    <dgm:cxn modelId="c7110" srcId="7111" destId="7110"/>
    <dgm:cxn modelId="c7111" srcId="7112" destId="7111"/>
    <dgm:cxn modelId="c7112" srcId="7113" destId="7112"/>
    <dgm:cxn modelId="c7113" srcId="7114" destId="7113"/>
    <dgm:cxn modelId="c7114" srcId="7115" destId="7114"/>
    <dgm:cxn modelId="c7115" srcId="7116" destId="7115"/>
    <dgm:cxn modelId="c7116" srcId="7117" destId="7116"/>
    <dgm:cxn modelId="c7117" srcId="7118" destId="7117"/>
    <dgm:cxn modelId="c7118" srcId="7119" destId="7118"/>
    <dgm:cxn modelId="c7119" srcId="7120" destId="7119"/>
    <dgm:cxn modelId="c7120" srcId="7121" destId="7120"/>
    <dgm:cxn modelId="c7121" srcId="7122" destId="7121"/>
    <dgm:cxn modelId="c7122" srcId="7123" destId="7122"/>
    <dgm:cxn modelId="c7123" srcId="7124" destId="7123"/>
    <dgm:cxn modelId="c7124" srcId="7125" destId="7124"/>
    <dgm:cxn modelId="c7125" srcId="7126" destId="7125"/>
    <dgm:cxn modelId="c7126" srcId="7127" destId="7126"/>
    <dgm:cxn modelId="c7127" srcId="7128" destId="7127"/>
    <dgm:cxn modelId="c7128" srcId="7129" destId="7128"/>
    <dgm:cxn modelId="c7129" srcId="7130" destId="7129"/>
    <dgm:cxn modelId="c7130" srcId="7131" destId="7130"/>
    <dgm:cxn modelId="c7131" srcId="7132" destId="7131"/>
    <dgm:cxn modelId="c7132" srcId="7133" destId="7132"/>
    <dgm:cxn modelId="c7133" srcId="7134" destId="7133"/>
    <dgm:cxn modelId="c7134" srcId="7135" destId="7134"/>
    <dgm:cxn modelId="c7135" srcId="7136" destId="7135"/>
    <dgm:cxn modelId="c7136" srcId="7137" destId="7136"/>
    <dgm:cxn modelId="c7137" srcId="7138" destId="7137"/>
    <dgm:cxn modelId="c7138" srcId="7139" destId="7138"/>
    <dgm:cxn modelId="c7139" srcId="7140" destId="7139"/>
    <dgm:cxn modelId="c7140" srcId="7141" destId="7140"/>
    <dgm:cxn modelId="c7141" srcId="7142" destId="7141"/>
    <dgm:cxn modelId="c7142" srcId="7143" destId="7142"/>
    <dgm:cxn modelId="c7143" srcId="7144" destId="7143"/>
    <dgm:cxn modelId="c7144" srcId="7145" destId="7144"/>
    <dgm:cxn modelId="c7145" srcId="7146" destId="7145"/>
    <dgm:cxn modelId="c7146" srcId="7147" destId="7146"/>
    <dgm:cxn modelId="c7147" srcId="7148" destId="7147"/>
    <dgm:cxn modelId="c7148" srcId="7149" destId="7148"/>
    <dgm:cxn modelId="c7149" srcId="7150" destId="7149"/>
    <dgm:cxn modelId="c7150" srcId="7151" destId="7150"/>
    <dgm:cxn modelId="c7151" srcId="7152" destId="7151"/>
    <dgm:cxn modelId="c7152" srcId="7153" destId="7152"/>
    <dgm:cxn modelId="c7153" srcId="7154" destId="7153"/>
    <dgm:cxn modelId="c7154" srcId="7155" destId="7154"/>
    <dgm:cxn modelId="c7155" srcId="7156" destId="7155"/>
    <dgm:cxn modelId="c7156" srcId="7157" destId="7156"/>
    <dgm:cxn modelId="c7157" srcId="7158" destId="7157"/>
    <dgm:cxn modelId="c7158" srcId="7159" destId="7158"/>
    <dgm:cxn modelId="c7159" srcId="7160" destId="7159"/>
    <dgm:cxn modelId="c7160" srcId="7161" destId="7160"/>
    <dgm:cxn modelId="c7161" srcId="7162" destId="7161"/>
    <dgm:cxn modelId="c7162" srcId="7163" destId="7162"/>
    <dgm:cxn modelId="c7163" srcId="7164" destId="7163"/>
    <dgm:cxn modelId="c7164" srcId="7165" destId="7164"/>
    <dgm:cxn modelId="c7165" srcId="7166" destId="7165"/>
    <dgm:cxn modelId="c7166" srcId="7167" destId="7166"/>
    <dgm:cxn modelId="c7167" srcId="7168" destId="7167"/>
    <dgm:cxn modelId="c7168" srcId="7169" destId="7168"/>
    <dgm:cxn modelId="c7169" srcId="7170" destId="7169"/>
    <dgm:cxn modelId="c7170" srcId="7171" destId="7170"/>
    <dgm:cxn modelId="c7171" srcId="7172" destId="7171"/>
    <dgm:cxn modelId="c7172" srcId="7173" destId="7172"/>
    <dgm:cxn modelId="c7173" srcId="7174" destId="7173"/>
    <dgm:cxn modelId="c7174" srcId="7175" destId="7174"/>
    <dgm:cxn modelId="c7175" srcId="7176" destId="7175"/>
    <dgm:cxn modelId="c7176" srcId="7177" destId="7176"/>
    <dgm:cxn modelId="c7177" srcId="7178" destId="7177"/>
    <dgm:cxn modelId="c7178" srcId="7179" destId="7178"/>
    <dgm:cxn modelId="c7179" srcId="7180" destId="7179"/>
    <dgm:cxn modelId="c7180" srcId="7181" destId="7180"/>
    <dgm:cxn modelId="c7181" srcId="7182" destId="7181"/>
    <dgm:cxn modelId="c7182" srcId="7183" destId="7182"/>
    <dgm:cxn modelId="c7183" srcId="7184" destId="7183"/>
    <dgm:cxn modelId="c7184" srcId="7185" destId="7184"/>
    <dgm:cxn modelId="c7185" srcId="7186" destId="7185"/>
    <dgm:cxn modelId="c7186" srcId="7187" destId="7186"/>
    <dgm:cxn modelId="c7187" srcId="7188" destId="7187"/>
    <dgm:cxn modelId="c7188" srcId="7189" destId="7188"/>
    <dgm:cxn modelId="c7189" srcId="7190" destId="7189"/>
    <dgm:cxn modelId="c7190" srcId="7191" destId="7190"/>
    <dgm:cxn modelId="c7191" srcId="7192" destId="7191"/>
    <dgm:cxn modelId="c7192" srcId="7193" destId="7192"/>
    <dgm:cxn modelId="c7193" srcId="7194" destId="7193"/>
    <dgm:cxn modelId="c7194" srcId="7195" destId="7194"/>
    <dgm:cxn modelId="c7195" srcId="7196" destId="7195"/>
    <dgm:cxn modelId="c7196" srcId="7197" destId="7196"/>
    <dgm:cxn modelId="c7197" srcId="7198" destId="7197"/>
    <dgm:cxn modelId="c7198" srcId="7199" destId="7198"/>
    <dgm:cxn modelId="c7199" srcId="7200" destId="7199"/>
    <dgm:cxn modelId="c7200" srcId="7201" destId="7200"/>
    <dgm:cxn modelId="c7201" srcId="7202" destId="7201"/>
    <dgm:cxn modelId="c7202" srcId="7203" destId="7202"/>
    <dgm:cxn modelId="c7203" srcId="7204" destId="7203"/>
    <dgm:cxn modelId="c7204" srcId="7205" destId="7204"/>
    <dgm:cxn modelId="c7205" srcId="7206" destId="7205"/>
    <dgm:cxn modelId="c7206" srcId="7207" destId="7206"/>
    <dgm:cxn modelId="c7207" srcId="7208" destId="7207"/>
    <dgm:cxn modelId="c7208" srcId="7209" destId="7208"/>
    <dgm:cxn modelId="c7209" srcId="7210" destId="7209"/>
    <dgm:cxn modelId="c7210" srcId="7211" destId="7210"/>
    <dgm:cxn modelId="c7211" srcId="7212" destId="7211"/>
    <dgm:cxn modelId="c7212" srcId="7213" destId="7212"/>
    <dgm:cxn modelId="c7213" srcId="7214" destId="7213"/>
    <dgm:cxn modelId="c7214" srcId="7215" destId="7214"/>
    <dgm:cxn modelId="c7215" srcId="7216" destId="7215"/>
    <dgm:cxn modelId="c7216" srcId="7217" destId="7216"/>
    <dgm:cxn modelId="c7217" srcId="7218" destId="7217"/>
    <dgm:cxn modelId="c7218" srcId="7219" destId="7218"/>
    <dgm:cxn modelId="c7219" srcId="7220" destId="7219"/>
    <dgm:cxn modelId="c7220" srcId="7221" destId="7220"/>
    <dgm:cxn modelId="c7221" srcId="7222" destId="7221"/>
    <dgm:cxn modelId="c7222" srcId="7223" destId="7222"/>
    <dgm:cxn modelId="c7223" srcId="7224" destId="7223"/>
    <dgm:cxn modelId="c7224" srcId="7225" destId="7224"/>
    <dgm:cxn modelId="c7225" srcId="7226" destId="7225"/>
    <dgm:cxn modelId="c7226" srcId="7227" destId="7226"/>
    <dgm:cxn modelId="c7227" srcId="7228" destId="7227"/>
    <dgm:cxn modelId="c7228" srcId="7229" destId="7228"/>
    <dgm:cxn modelId="c7229" srcId="7230" destId="7229"/>
    <dgm:cxn modelId="c7230" srcId="7231" destId="7230"/>
    <dgm:cxn modelId="c7231" srcId="7232" destId="7231"/>
    <dgm:cxn modelId="c7232" srcId="7233" destId="7232"/>
    <dgm:cxn modelId="c7233" srcId="7234" destId="7233"/>
    <dgm:cxn modelId="c7234" srcId="7235" destId="7234"/>
    <dgm:cxn modelId="c7235" srcId="7236" destId="7235"/>
    <dgm:cxn modelId="c7236" srcId="7237" destId="7236"/>
    <dgm:cxn modelId="c7237" srcId="7238" destId="7237"/>
    <dgm:cxn modelId="c7238" srcId="7239" destId="7238"/>
    <dgm:cxn modelId="c7239" srcId="7240" destId="7239"/>
    <dgm:cxn modelId="c7240" srcId="7241" destId="7240"/>
    <dgm:cxn modelId="c7241" srcId="7242" destId="7241"/>
    <dgm:cxn modelId="c7242" srcId="7243" destId="7242"/>
    <dgm:cxn modelId="c7243" srcId="7244" destId="7243"/>
    <dgm:cxn modelId="c7244" srcId="7245" destId="7244"/>
    <dgm:cxn modelId="c7245" srcId="7246" destId="7245"/>
    <dgm:cxn modelId="c7246" srcId="7247" destId="7246"/>
    <dgm:cxn modelId="c7247" srcId="7248" destId="7247"/>
    <dgm:cxn modelId="c7248" srcId="7249" destId="7248"/>
    <dgm:cxn modelId="c7249" srcId="7250" destId="7249"/>
    <dgm:cxn modelId="c7250" srcId="7251" destId="7250"/>
    <dgm:cxn modelId="c7251" srcId="7252" destId="7251"/>
    <dgm:cxn modelId="c7252" srcId="7253" destId="7252"/>
    <dgm:cxn modelId="c7253" srcId="7254" destId="7253"/>
    <dgm:cxn modelId="c7254" srcId="7255" destId="7254"/>
    <dgm:cxn modelId="c7255" srcId="7256" destId="7255"/>
    <dgm:cxn modelId="c7256" srcId="7257" destId="7256"/>
    <dgm:cxn modelId="c7257" srcId="7258" destId="7257"/>
    <dgm:cxn modelId="c7258" srcId="7259" destId="7258"/>
    <dgm:cxn modelId="c7259" srcId="7260" destId="7259"/>
    <dgm:cxn modelId="c7260" srcId="7261" destId="7260"/>
    <dgm:cxn modelId="c7261" srcId="7262" destId="7261"/>
    <dgm:cxn modelId="c7262" srcId="7263" destId="7262"/>
    <dgm:cxn modelId="c7263" srcId="7264" destId="7263"/>
    <dgm:cxn modelId="c7264" srcId="7265" destId="7264"/>
    <dgm:cxn modelId="c7265" srcId="7266" destId="7265"/>
    <dgm:cxn modelId="c7266" srcId="7267" destId="7266"/>
    <dgm:cxn modelId="c7267" srcId="7268" destId="7267"/>
    <dgm:cxn modelId="c7268" srcId="7269" destId="7268"/>
    <dgm:cxn modelId="c7269" srcId="7270" destId="7269"/>
    <dgm:cxn modelId="c7270" srcId="7271" destId="7270"/>
    <dgm:cxn modelId="c7271" srcId="7272" destId="7271"/>
    <dgm:cxn modelId="c7272" srcId="7273" destId="7272"/>
    <dgm:cxn modelId="c7273" srcId="7274" destId="7273"/>
    <dgm:cxn modelId="c7274" srcId="7275" destId="7274"/>
    <dgm:cxn modelId="c7275" srcId="7276" destId="7275"/>
    <dgm:cxn modelId="c7276" srcId="7277" destId="7276"/>
    <dgm:cxn modelId="c7277" srcId="7278" destId="7277"/>
    <dgm:cxn modelId="c7278" srcId="7279" destId="7278"/>
    <dgm:cxn modelId="c7279" srcId="7280" destId="7279"/>
    <dgm:cxn modelId="c7280" srcId="7281" destId="7280"/>
    <dgm:cxn modelId="c7281" srcId="7282" destId="7281"/>
    <dgm:cxn modelId="c7282" srcId="7283" destId="7282"/>
    <dgm:cxn modelId="c7283" srcId="7284" destId="7283"/>
    <dgm:cxn modelId="c7284" srcId="7285" destId="7284"/>
    <dgm:cxn modelId="c7285" srcId="7286" destId="7285"/>
    <dgm:cxn modelId="c7286" srcId="7287" destId="7286"/>
    <dgm:cxn modelId="c7287" srcId="7288" destId="7287"/>
    <dgm:cxn modelId="c7288" srcId="7289" destId="7288"/>
    <dgm:cxn modelId="c7289" srcId="7290" destId="7289"/>
    <dgm:cxn modelId="c7290" srcId="7291" destId="7290"/>
    <dgm:cxn modelId="c7291" srcId="7292" destId="7291"/>
    <dgm:cxn modelId="c7292" srcId="7293" destId="7292"/>
    <dgm:cxn modelId="c7293" srcId="7294" destId="7293"/>
    <dgm:cxn modelId="c7294" srcId="7295" destId="7294"/>
    <dgm:cxn modelId="c7295" srcId="7296" destId="7295"/>
    <dgm:cxn modelId="c7296" srcId="7297" destId="7296"/>
    <dgm:cxn modelId="c7297" srcId="7298" destId="7297"/>
    <dgm:cxn modelId="c7298" srcId="7299" destId="7298"/>
    <dgm:cxn modelId="c7299" srcId="7300" destId="7299"/>
    <dgm:cxn modelId="c7300" srcId="7301" destId="7300"/>
    <dgm:cxn modelId="c7301" srcId="7302" destId="7301"/>
    <dgm:cxn modelId="c7302" srcId="7303" destId="7302"/>
    <dgm:cxn modelId="c7303" srcId="7304" destId="7303"/>
    <dgm:cxn modelId="c7304" srcId="7305" destId="7304"/>
    <dgm:cxn modelId="c7305" srcId="7306" destId="7305"/>
    <dgm:cxn modelId="c7306" srcId="7307" destId="7306"/>
    <dgm:cxn modelId="c7307" srcId="7308" destId="7307"/>
    <dgm:cxn modelId="c7308" srcId="7309" destId="7308"/>
    <dgm:cxn modelId="c7309" srcId="7310" destId="7309"/>
    <dgm:cxn modelId="c7310" srcId="7311" destId="7310"/>
    <dgm:cxn modelId="c7311" srcId="7312" destId="7311"/>
    <dgm:cxn modelId="c7312" srcId="7313" destId="7312"/>
    <dgm:cxn modelId="c7313" srcId="7314" destId="7313"/>
    <dgm:cxn modelId="c7314" srcId="7315" destId="7314"/>
    <dgm:cxn modelId="c7315" srcId="7316" destId="7315"/>
    <dgm:cxn modelId="c7316" srcId="7317" destId="7316"/>
    <dgm:cxn modelId="c7317" srcId="7318" destId="7317"/>
    <dgm:cxn modelId="c7318" srcId="7319" destId="7318"/>
    <dgm:cxn modelId="c7319" srcId="7320" destId="7319"/>
    <dgm:cxn modelId="c7320" srcId="7321" destId="7320"/>
    <dgm:cxn modelId="c7321" srcId="7322" destId="7321"/>
    <dgm:cxn modelId="c7322" srcId="7323" destId="7322"/>
    <dgm:cxn modelId="c7323" srcId="7324" destId="7323"/>
    <dgm:cxn modelId="c7324" srcId="7325" destId="7324"/>
    <dgm:cxn modelId="c7325" srcId="7326" destId="7325"/>
    <dgm:cxn modelId="c7326" srcId="7327" destId="7326"/>
    <dgm:cxn modelId="c7327" srcId="7328" destId="7327"/>
    <dgm:cxn modelId="c7328" srcId="7329" destId="7328"/>
    <dgm:cxn modelId="c7329" srcId="7330" destId="7329"/>
    <dgm:cxn modelId="c7330" srcId="7331" destId="7330"/>
    <dgm:cxn modelId="c7331" srcId="7332" destId="7331"/>
    <dgm:cxn modelId="c7332" srcId="7333" destId="7332"/>
    <dgm:cxn modelId="c7333" srcId="7334" destId="7333"/>
    <dgm:cxn modelId="c7334" srcId="7335" destId="7334"/>
    <dgm:cxn modelId="c7335" srcId="7336" destId="7335"/>
    <dgm:cxn modelId="c7336" srcId="7337" destId="7336"/>
    <dgm:cxn modelId="c7337" srcId="7338" destId="7337"/>
    <dgm:cxn modelId="c7338" srcId="7339" destId="7338"/>
    <dgm:cxn modelId="c7339" srcId="7340" destId="7339"/>
    <dgm:cxn modelId="c7340" srcId="7341" destId="7340"/>
    <dgm:cxn modelId="c7341" srcId="7342" destId="7341"/>
    <dgm:cxn modelId="c7342" srcId="7343" destId="7342"/>
    <dgm:cxn modelId="c7343" srcId="7344" destId="7343"/>
    <dgm:cxn modelId="c7344" srcId="7345" destId="7344"/>
    <dgm:cxn modelId="c7345" srcId="7346" destId="7345"/>
    <dgm:cxn modelId="c7346" srcId="7347" destId="7346"/>
    <dgm:cxn modelId="c7347" srcId="7348" destId="7347"/>
    <dgm:cxn modelId="c7348" srcId="7349" destId="7348"/>
    <dgm:cxn modelId="c7349" srcId="7350" destId="7349"/>
    <dgm:cxn modelId="c7350" srcId="7351" destId="7350"/>
    <dgm:cxn modelId="c7351" srcId="7352" destId="7351"/>
    <dgm:cxn modelId="c7352" srcId="7353" destId="7352"/>
    <dgm:cxn modelId="c7353" srcId="7354" destId="7353"/>
    <dgm:cxn modelId="c7354" srcId="7355" destId="7354"/>
    <dgm:cxn modelId="c7355" srcId="7356" destId="7355"/>
    <dgm:cxn modelId="c7356" srcId="7357" destId="7356"/>
    <dgm:cxn modelId="c7357" srcId="7358" destId="7357"/>
    <dgm:cxn modelId="c7358" srcId="7359" destId="7358"/>
    <dgm:cxn modelId="c7359" srcId="7360" destId="7359"/>
    <dgm:cxn modelId="c7360" srcId="7361" destId="7360"/>
    <dgm:cxn modelId="c7361" srcId="7362" destId="7361"/>
    <dgm:cxn modelId="c7362" srcId="7363" destId="7362"/>
    <dgm:cxn modelId="c7363" srcId="7364" destId="7363"/>
    <dgm:cxn modelId="c7364" srcId="7365" destId="7364"/>
    <dgm:cxn modelId="c7365" srcId="7366" destId="7365"/>
    <dgm:cxn modelId="c7366" srcId="7367" destId="7366"/>
    <dgm:cxn modelId="c7367" srcId="7368" destId="7367"/>
    <dgm:cxn modelId="c7368" srcId="7369" destId="7368"/>
    <dgm:cxn modelId="c7369" srcId="7370" destId="7369"/>
    <dgm:cxn modelId="c7370" srcId="7371" destId="7370"/>
    <dgm:cxn modelId="c7371" srcId="7372" destId="7371"/>
    <dgm:cxn modelId="c7372" srcId="7373" destId="7372"/>
    <dgm:cxn modelId="c7373" srcId="7374" destId="7373"/>
    <dgm:cxn modelId="c7374" srcId="7375" destId="7374"/>
    <dgm:cxn modelId="c7375" srcId="7376" destId="7375"/>
    <dgm:cxn modelId="c7376" srcId="7377" destId="7376"/>
    <dgm:cxn modelId="c7377" srcId="7378" destId="7377"/>
    <dgm:cxn modelId="c7378" srcId="7379" destId="7378"/>
    <dgm:cxn modelId="c7379" srcId="7380" destId="7379"/>
    <dgm:cxn modelId="c7380" srcId="7381" destId="7380"/>
    <dgm:cxn modelId="c7381" srcId="7382" destId="7381"/>
    <dgm:cxn modelId="c7382" srcId="7383" destId="7382"/>
    <dgm:cxn modelId="c7383" srcId="7384" destId="7383"/>
    <dgm:cxn modelId="c7384" srcId="7385" destId="7384"/>
    <dgm:cxn modelId="c7385" srcId="7386" destId="7385"/>
    <dgm:cxn modelId="c7386" srcId="7387" destId="7386"/>
    <dgm:cxn modelId="c7387" srcId="7388" destId="7387"/>
    <dgm:cxn modelId="c7388" srcId="7389" destId="7388"/>
    <dgm:cxn modelId="c7389" srcId="7390" destId="7389"/>
    <dgm:cxn modelId="c7390" srcId="7391" destId="7390"/>
    <dgm:cxn modelId="c7391" srcId="7392" destId="7391"/>
    <dgm:cxn modelId="c7392" srcId="7393" destId="7392"/>
    <dgm:cxn modelId="c7393" srcId="7394" destId="7393"/>
    <dgm:cxn modelId="c7394" srcId="7395" destId="7394"/>
    <dgm:cxn modelId="c7395" srcId="7396" destId="7395"/>
    <dgm:cxn modelId="c7396" srcId="7397" destId="7396"/>
    <dgm:cxn modelId="c7397" srcId="7398" destId="7397"/>
    <dgm:cxn modelId="c7398" srcId="7399" destId="7398"/>
    <dgm:cxn modelId="c7399" srcId="7400" destId="7399"/>
    <dgm:cxn modelId="c7400" srcId="7401" destId="7400"/>
    <dgm:cxn modelId="c7401" srcId="7402" destId="7401"/>
    <dgm:cxn modelId="c7402" srcId="7403" destId="7402"/>
    <dgm:cxn modelId="c7403" srcId="7404" destId="7403"/>
    <dgm:cxn modelId="c7404" srcId="7405" destId="7404"/>
    <dgm:cxn modelId="c7405" srcId="7406" destId="7405"/>
    <dgm:cxn modelId="c7406" srcId="7407" destId="7406"/>
    <dgm:cxn modelId="c7407" srcId="7408" destId="7407"/>
    <dgm:cxn modelId="c7408" srcId="7409" destId="7408"/>
    <dgm:cxn modelId="c7409" srcId="7410" destId="7409"/>
    <dgm:cxn modelId="c7410" srcId="7411" destId="7410"/>
    <dgm:cxn modelId="c7411" srcId="7412" destId="7411"/>
    <dgm:cxn modelId="c7412" srcId="7413" destId="7412"/>
    <dgm:cxn modelId="c7413" srcId="7414" destId="7413"/>
    <dgm:cxn modelId="c7414" srcId="7415" destId="7414"/>
    <dgm:cxn modelId="c7415" srcId="7416" destId="7415"/>
    <dgm:cxn modelId="c7416" srcId="7417" destId="7416"/>
    <dgm:cxn modelId="c7417" srcId="7418" destId="7417"/>
    <dgm:cxn modelId="c7418" srcId="7419" destId="7418"/>
    <dgm:cxn modelId="c7419" srcId="7420" destId="7419"/>
    <dgm:cxn modelId="c7420" srcId="7421" destId="7420"/>
    <dgm:cxn modelId="c7421" srcId="7422" destId="7421"/>
    <dgm:cxn modelId="c7422" srcId="7423" destId="7422"/>
    <dgm:cxn modelId="c7423" srcId="7424" destId="7423"/>
    <dgm:cxn modelId="c7424" srcId="7425" destId="7424"/>
    <dgm:cxn modelId="c7425" srcId="7426" destId="7425"/>
    <dgm:cxn modelId="c7426" srcId="7427" destId="7426"/>
    <dgm:cxn modelId="c7427" srcId="7428" destId="7427"/>
    <dgm:cxn modelId="c7428" srcId="7429" destId="7428"/>
    <dgm:cxn modelId="c7429" srcId="7430" destId="7429"/>
    <dgm:cxn modelId="c7430" srcId="7431" destId="7430"/>
    <dgm:cxn modelId="c7431" srcId="7432" destId="7431"/>
    <dgm:cxn modelId="c7432" srcId="7433" destId="7432"/>
    <dgm:cxn modelId="c7433" srcId="7434" destId="7433"/>
    <dgm:cxn modelId="c7434" srcId="7435" destId="7434"/>
    <dgm:cxn modelId="c7435" srcId="7436" destId="7435"/>
    <dgm:cxn modelId="c7436" srcId="7437" destId="7436"/>
    <dgm:cxn modelId="c7437" srcId="7438" destId="7437"/>
    <dgm:cxn modelId="c7438" srcId="7439" destId="7438"/>
    <dgm:cxn modelId="c7439" srcId="7440" destId="7439"/>
    <dgm:cxn modelId="c7440" srcId="7441" destId="7440"/>
    <dgm:cxn modelId="c7441" srcId="7442" destId="7441"/>
    <dgm:cxn modelId="c7442" srcId="7443" destId="7442"/>
    <dgm:cxn modelId="c7443" srcId="7444" destId="7443"/>
    <dgm:cxn modelId="c7444" srcId="7445" destId="7444"/>
    <dgm:cxn modelId="c7445" srcId="7446" destId="7445"/>
    <dgm:cxn modelId="c7446" srcId="7447" destId="7446"/>
    <dgm:cxn modelId="c7447" srcId="7448" destId="7447"/>
    <dgm:cxn modelId="c7448" srcId="7449" destId="7448"/>
    <dgm:cxn modelId="c7449" srcId="7450" destId="7449"/>
    <dgm:cxn modelId="c7450" srcId="7451" destId="7450"/>
    <dgm:cxn modelId="c7451" srcId="7452" destId="7451"/>
    <dgm:cxn modelId="c7452" srcId="7453" destId="7452"/>
    <dgm:cxn modelId="c7453" srcId="7454" destId="7453"/>
    <dgm:cxn modelId="c7454" srcId="7455" destId="7454"/>
    <dgm:cxn modelId="c7455" srcId="7456" destId="7455"/>
    <dgm:cxn modelId="c7456" srcId="7457" destId="7456"/>
    <dgm:cxn modelId="c7457" srcId="7458" destId="7457"/>
    <dgm:cxn modelId="c7458" srcId="7459" destId="7458"/>
    <dgm:cxn modelId="c7459" srcId="7460" destId="7459"/>
    <dgm:cxn modelId="c7460" srcId="7461" destId="7460"/>
    <dgm:cxn modelId="c7461" srcId="7462" destId="7461"/>
    <dgm:cxn modelId="c7462" srcId="7463" destId="7462"/>
    <dgm:cxn modelId="c7463" srcId="7464" destId="7463"/>
    <dgm:cxn modelId="c7464" srcId="7465" destId="7464"/>
    <dgm:cxn modelId="c7465" srcId="7466" destId="7465"/>
    <dgm:cxn modelId="c7466" srcId="7467" destId="7466"/>
    <dgm:cxn modelId="c7467" srcId="7468" destId="7467"/>
    <dgm:cxn modelId="c7468" srcId="7469" destId="7468"/>
    <dgm:cxn modelId="c7469" srcId="7470" destId="7469"/>
    <dgm:cxn modelId="c7470" srcId="7471" destId="7470"/>
    <dgm:cxn modelId="c7471" srcId="7472" destId="7471"/>
    <dgm:cxn modelId="c7472" srcId="7473" destId="7472"/>
    <dgm:cxn modelId="c7473" srcId="7474" destId="7473"/>
    <dgm:cxn modelId="c7474" srcId="7475" destId="7474"/>
    <dgm:cxn modelId="c7475" srcId="7476" destId="7475"/>
    <dgm:cxn modelId="c7476" srcId="7477" destId="7476"/>
    <dgm:cxn modelId="c7477" srcId="7478" destId="7477"/>
    <dgm:cxn modelId="c7478" srcId="7479" destId="7478"/>
    <dgm:cxn modelId="c7479" srcId="7480" destId="7479"/>
    <dgm:cxn modelId="c7480" srcId="7481" destId="7480"/>
    <dgm:cxn modelId="c7481" srcId="7482" destId="7481"/>
    <dgm:cxn modelId="c7482" srcId="7483" destId="7482"/>
    <dgm:cxn modelId="c7483" srcId="7484" destId="7483"/>
    <dgm:cxn modelId="c7484" srcId="7485" destId="7484"/>
    <dgm:cxn modelId="c7485" srcId="7486" destId="7485"/>
    <dgm:cxn modelId="c7486" srcId="7487" destId="7486"/>
    <dgm:cxn modelId="c7487" srcId="7488" destId="7487"/>
    <dgm:cxn modelId="c7488" srcId="7489" destId="7488"/>
    <dgm:cxn modelId="c7489" srcId="7490" destId="7489"/>
    <dgm:cxn modelId="c7490" srcId="7491" destId="7490"/>
    <dgm:cxn modelId="c7491" srcId="7492" destId="7491"/>
    <dgm:cxn modelId="c7492" srcId="7493" destId="7492"/>
    <dgm:cxn modelId="c7493" srcId="7494" destId="7493"/>
    <dgm:cxn modelId="c7494" srcId="7495" destId="7494"/>
    <dgm:cxn modelId="c7495" srcId="7496" destId="7495"/>
    <dgm:cxn modelId="c7496" srcId="7497" destId="7496"/>
    <dgm:cxn modelId="c7497" srcId="7498" destId="7497"/>
    <dgm:cxn modelId="c7498" srcId="7499" destId="7498"/>
    <dgm:cxn modelId="c7499" srcId="7500" destId="7499"/>
    <dgm:cxn modelId="c7500" srcId="7501" destId="7500"/>
    <dgm:cxn modelId="c7501" srcId="7502" destId="7501"/>
    <dgm:cxn modelId="c7502" srcId="7503" destId="7502"/>
    <dgm:cxn modelId="c7503" srcId="7504" destId="7503"/>
    <dgm:cxn modelId="c7504" srcId="7505" destId="7504"/>
    <dgm:cxn modelId="c7505" srcId="7506" destId="7505"/>
    <dgm:cxn modelId="c7506" srcId="7507" destId="7506"/>
    <dgm:cxn modelId="c7507" srcId="7508" destId="7507"/>
    <dgm:cxn modelId="c7508" srcId="7509" destId="7508"/>
    <dgm:cxn modelId="c7509" srcId="7510" destId="7509"/>
    <dgm:cxn modelId="c7510" srcId="7511" destId="7510"/>
    <dgm:cxn modelId="c7511" srcId="7512" destId="7511"/>
    <dgm:cxn modelId="c7512" srcId="7513" destId="7512"/>
    <dgm:cxn modelId="c7513" srcId="7514" destId="7513"/>
    <dgm:cxn modelId="c7514" srcId="7515" destId="7514"/>
    <dgm:cxn modelId="c7515" srcId="7516" destId="7515"/>
    <dgm:cxn modelId="c7516" srcId="7517" destId="7516"/>
    <dgm:cxn modelId="c7517" srcId="7518" destId="7517"/>
    <dgm:cxn modelId="c7518" srcId="7519" destId="7518"/>
    <dgm:cxn modelId="c7519" srcId="7520" destId="7519"/>
    <dgm:cxn modelId="c7520" srcId="7521" destId="7520"/>
    <dgm:cxn modelId="c7521" srcId="7522" destId="7521"/>
    <dgm:cxn modelId="c7522" srcId="7523" destId="7522"/>
    <dgm:cxn modelId="c7523" srcId="7524" destId="7523"/>
    <dgm:cxn modelId="c7524" srcId="7525" destId="7524"/>
    <dgm:cxn modelId="c7525" srcId="7526" destId="7525"/>
    <dgm:cxn modelId="c7526" srcId="7527" destId="7526"/>
    <dgm:cxn modelId="c7527" srcId="7528" destId="7527"/>
    <dgm:cxn modelId="c7528" srcId="7529" destId="7528"/>
    <dgm:cxn modelId="c7529" srcId="7530" destId="7529"/>
    <dgm:cxn modelId="c7530" srcId="7531" destId="7530"/>
    <dgm:cxn modelId="c7531" srcId="7532" destId="7531"/>
    <dgm:cxn modelId="c7532" srcId="7533" destId="7532"/>
    <dgm:cxn modelId="c7533" srcId="7534" destId="7533"/>
    <dgm:cxn modelId="c7534" srcId="7535" destId="7534"/>
    <dgm:cxn modelId="c7535" srcId="7536" destId="7535"/>
    <dgm:cxn modelId="c7536" srcId="7537" destId="7536"/>
    <dgm:cxn modelId="c7537" srcId="7538" destId="7537"/>
    <dgm:cxn modelId="c7538" srcId="7539" destId="7538"/>
    <dgm:cxn modelId="c7539" srcId="7540" destId="7539"/>
    <dgm:cxn modelId="c7540" srcId="7541" destId="7540"/>
    <dgm:cxn modelId="c7541" srcId="7542" destId="7541"/>
    <dgm:cxn modelId="c7542" srcId="7543" destId="7542"/>
    <dgm:cxn modelId="c7543" srcId="7544" destId="7543"/>
    <dgm:cxn modelId="c7544" srcId="7545" destId="7544"/>
    <dgm:cxn modelId="c7545" srcId="7546" destId="7545"/>
    <dgm:cxn modelId="c7546" srcId="7547" destId="7546"/>
    <dgm:cxn modelId="c7547" srcId="7548" destId="7547"/>
    <dgm:cxn modelId="c7548" srcId="7549" destId="7548"/>
    <dgm:cxn modelId="c7549" srcId="7550" destId="7549"/>
    <dgm:cxn modelId="c7550" srcId="7551" destId="7550"/>
    <dgm:cxn modelId="c7551" srcId="7552" destId="7551"/>
    <dgm:cxn modelId="c7552" srcId="7553" destId="7552"/>
    <dgm:cxn modelId="c7553" srcId="7554" destId="7553"/>
    <dgm:cxn modelId="c7554" srcId="7555" destId="7554"/>
    <dgm:cxn modelId="c7555" srcId="7556" destId="7555"/>
    <dgm:cxn modelId="c7556" srcId="7557" destId="7556"/>
    <dgm:cxn modelId="c7557" srcId="7558" destId="7557"/>
    <dgm:cxn modelId="c7558" srcId="7559" destId="7558"/>
    <dgm:cxn modelId="c7559" srcId="7560" destId="7559"/>
    <dgm:cxn modelId="c7560" srcId="7561" destId="7560"/>
    <dgm:cxn modelId="c7561" srcId="7562" destId="7561"/>
    <dgm:cxn modelId="c7562" srcId="7563" destId="7562"/>
    <dgm:cxn modelId="c7563" srcId="7564" destId="7563"/>
    <dgm:cxn modelId="c7564" srcId="7565" destId="7564"/>
    <dgm:cxn modelId="c7565" srcId="7566" destId="7565"/>
    <dgm:cxn modelId="c7566" srcId="7567" destId="7566"/>
    <dgm:cxn modelId="c7567" srcId="7568" destId="7567"/>
    <dgm:cxn modelId="c7568" srcId="7569" destId="7568"/>
    <dgm:cxn modelId="c7569" srcId="7570" destId="7569"/>
    <dgm:cxn modelId="c7570" srcId="7571" destId="7570"/>
    <dgm:cxn modelId="c7571" srcId="7572" destId="7571"/>
    <dgm:cxn modelId="c7572" srcId="7573" destId="7572"/>
    <dgm:cxn modelId="c7573" srcId="7574" destId="7573"/>
    <dgm:cxn modelId="c7574" srcId="7575" destId="7574"/>
    <dgm:cxn modelId="c7575" srcId="7576" destId="7575"/>
    <dgm:cxn modelId="c7576" srcId="7577" destId="7576"/>
    <dgm:cxn modelId="c7577" srcId="7578" destId="7577"/>
    <dgm:cxn modelId="c7578" srcId="7579" destId="7578"/>
    <dgm:cxn modelId="c7579" srcId="7580" destId="7579"/>
    <dgm:cxn modelId="c7580" srcId="7581" destId="7580"/>
    <dgm:cxn modelId="c7581" srcId="7582" destId="7581"/>
    <dgm:cxn modelId="c7582" srcId="7583" destId="7582"/>
    <dgm:cxn modelId="c7583" srcId="7584" destId="7583"/>
    <dgm:cxn modelId="c7584" srcId="7585" destId="7584"/>
    <dgm:cxn modelId="c7585" srcId="7586" destId="7585"/>
    <dgm:cxn modelId="c7586" srcId="7587" destId="7586"/>
    <dgm:cxn modelId="c7587" srcId="7588" destId="7587"/>
    <dgm:cxn modelId="c7588" srcId="7589" destId="7588"/>
    <dgm:cxn modelId="c7589" srcId="7590" destId="7589"/>
    <dgm:cxn modelId="c7590" srcId="7591" destId="7590"/>
    <dgm:cxn modelId="c7591" srcId="7592" destId="7591"/>
    <dgm:cxn modelId="c7592" srcId="7593" destId="7592"/>
    <dgm:cxn modelId="c7593" srcId="7594" destId="7593"/>
    <dgm:cxn modelId="c7594" srcId="7595" destId="7594"/>
    <dgm:cxn modelId="c7595" srcId="7596" destId="7595"/>
    <dgm:cxn modelId="c7596" srcId="7597" destId="7596"/>
    <dgm:cxn modelId="c7597" srcId="7598" destId="7597"/>
    <dgm:cxn modelId="c7598" srcId="7599" destId="7598"/>
    <dgm:cxn modelId="c7599" srcId="7600" destId="7599"/>
    <dgm:cxn modelId="c7600" srcId="7601" destId="7600"/>
    <dgm:cxn modelId="c7601" srcId="7602" destId="7601"/>
    <dgm:cxn modelId="c7602" srcId="7603" destId="7602"/>
    <dgm:cxn modelId="c7603" srcId="7604" destId="7603"/>
    <dgm:cxn modelId="c7604" srcId="7605" destId="7604"/>
    <dgm:cxn modelId="c7605" srcId="7606" destId="7605"/>
    <dgm:cxn modelId="c7606" srcId="7607" destId="7606"/>
    <dgm:cxn modelId="c7607" srcId="7608" destId="7607"/>
    <dgm:cxn modelId="c7608" srcId="7609" destId="7608"/>
    <dgm:cxn modelId="c7609" srcId="7610" destId="7609"/>
    <dgm:cxn modelId="c7610" srcId="7611" destId="7610"/>
    <dgm:cxn modelId="c7611" srcId="7612" destId="7611"/>
    <dgm:cxn modelId="c7612" srcId="7613" destId="7612"/>
    <dgm:cxn modelId="c7613" srcId="7614" destId="7613"/>
    <dgm:cxn modelId="c7614" srcId="7615" destId="7614"/>
    <dgm:cxn modelId="c7615" srcId="7616" destId="7615"/>
    <dgm:cxn modelId="c7616" srcId="7617" destId="7616"/>
    <dgm:cxn modelId="c7617" srcId="7618" destId="7617"/>
    <dgm:cxn modelId="c7618" srcId="7619" destId="7618"/>
    <dgm:cxn modelId="c7619" srcId="7620" destId="7619"/>
    <dgm:cxn modelId="c7620" srcId="7621" destId="7620"/>
    <dgm:cxn modelId="c7621" srcId="7622" destId="7621"/>
    <dgm:cxn modelId="c7622" srcId="7623" destId="7622"/>
    <dgm:cxn modelId="c7623" srcId="7624" destId="7623"/>
    <dgm:cxn modelId="c7624" srcId="7625" destId="7624"/>
    <dgm:cxn modelId="c7625" srcId="7626" destId="7625"/>
    <dgm:cxn modelId="c7626" srcId="7627" destId="7626"/>
    <dgm:cxn modelId="c7627" srcId="7628" destId="7627"/>
    <dgm:cxn modelId="c7628" srcId="7629" destId="7628"/>
    <dgm:cxn modelId="c7629" srcId="7630" destId="7629"/>
    <dgm:cxn modelId="c7630" srcId="7631" destId="7630"/>
    <dgm:cxn modelId="c7631" srcId="7632" destId="7631"/>
    <dgm:cxn modelId="c7632" srcId="7633" destId="7632"/>
    <dgm:cxn modelId="c7633" srcId="7634" destId="7633"/>
    <dgm:cxn modelId="c7634" srcId="7635" destId="7634"/>
    <dgm:cxn modelId="c7635" srcId="7636" destId="7635"/>
    <dgm:cxn modelId="c7636" srcId="7637" destId="7636"/>
    <dgm:cxn modelId="c7637" srcId="7638" destId="7637"/>
    <dgm:cxn modelId="c7638" srcId="7639" destId="7638"/>
    <dgm:cxn modelId="c7639" srcId="7640" destId="7639"/>
    <dgm:cxn modelId="c7640" srcId="7641" destId="7640"/>
    <dgm:cxn modelId="c7641" srcId="7642" destId="7641"/>
    <dgm:cxn modelId="c7642" srcId="7643" destId="7642"/>
    <dgm:cxn modelId="c7643" srcId="7644" destId="7643"/>
    <dgm:cxn modelId="c7644" srcId="7645" destId="7644"/>
    <dgm:cxn modelId="c7645" srcId="7646" destId="7645"/>
    <dgm:cxn modelId="c7646" srcId="7647" destId="7646"/>
    <dgm:cxn modelId="c7647" srcId="7648" destId="7647"/>
    <dgm:cxn modelId="c7648" srcId="7649" destId="7648"/>
    <dgm:cxn modelId="c7649" srcId="7650" destId="7649"/>
    <dgm:cxn modelId="c7650" srcId="7651" destId="7650"/>
    <dgm:cxn modelId="c7651" srcId="7652" destId="7651"/>
    <dgm:cxn modelId="c7652" srcId="7653" destId="7652"/>
    <dgm:cxn modelId="c7653" srcId="7654" destId="7653"/>
    <dgm:cxn modelId="c7654" srcId="7655" destId="7654"/>
    <dgm:cxn modelId="c7655" srcId="7656" destId="7655"/>
    <dgm:cxn modelId="c7656" srcId="7657" destId="7656"/>
    <dgm:cxn modelId="c7657" srcId="7658" destId="7657"/>
    <dgm:cxn modelId="c7658" srcId="7659" destId="7658"/>
    <dgm:cxn modelId="c7659" srcId="7660" destId="7659"/>
    <dgm:cxn modelId="c7660" srcId="7661" destId="7660"/>
    <dgm:cxn modelId="c7661" srcId="7662" destId="7661"/>
    <dgm:cxn modelId="c7662" srcId="7663" destId="7662"/>
    <dgm:cxn modelId="c7663" srcId="7664" destId="7663"/>
    <dgm:cxn modelId="c7664" srcId="7665" destId="7664"/>
    <dgm:cxn modelId="c7665" srcId="7666" destId="7665"/>
    <dgm:cxn modelId="c7666" srcId="7667" destId="7666"/>
    <dgm:cxn modelId="c7667" srcId="7668" destId="7667"/>
    <dgm:cxn modelId="c7668" srcId="7669" destId="7668"/>
    <dgm:cxn modelId="c7669" srcId="7670" destId="7669"/>
    <dgm:cxn modelId="c7670" srcId="7671" destId="7670"/>
    <dgm:cxn modelId="c7671" srcId="7672" destId="7671"/>
    <dgm:cxn modelId="c7672" srcId="7673" destId="7672"/>
    <dgm:cxn modelId="c7673" srcId="7674" destId="7673"/>
    <dgm:cxn modelId="c7674" srcId="7675" destId="7674"/>
    <dgm:cxn modelId="c7675" srcId="7676" destId="7675"/>
    <dgm:cxn modelId="c7676" srcId="7677" destId="7676"/>
    <dgm:cxn modelId="c7677" srcId="7678" destId="7677"/>
    <dgm:cxn modelId="c7678" srcId="7679" destId="7678"/>
    <dgm:cxn modelId="c7679" srcId="7680" destId="7679"/>
    <dgm:cxn modelId="c7680" srcId="7681" destId="7680"/>
    <dgm:cxn modelId="c7681" srcId="7682" destId="7681"/>
    <dgm:cxn modelId="c7682" srcId="7683" destId="7682"/>
    <dgm:cxn modelId="c7683" srcId="7684" destId="7683"/>
    <dgm:cxn modelId="c7684" srcId="7685" destId="7684"/>
    <dgm:cxn modelId="c7685" srcId="7686" destId="7685"/>
    <dgm:cxn modelId="c7686" srcId="7687" destId="7686"/>
    <dgm:cxn modelId="c7687" srcId="7688" destId="7687"/>
    <dgm:cxn modelId="c7688" srcId="7689" destId="7688"/>
    <dgm:cxn modelId="c7689" srcId="7690" destId="7689"/>
    <dgm:cxn modelId="c7690" srcId="7691" destId="7690"/>
    <dgm:cxn modelId="c7691" srcId="7692" destId="7691"/>
    <dgm:cxn modelId="c7692" srcId="7693" destId="7692"/>
    <dgm:cxn modelId="c7693" srcId="7694" destId="7693"/>
    <dgm:cxn modelId="c7694" srcId="7695" destId="7694"/>
    <dgm:cxn modelId="c7695" srcId="7696" destId="7695"/>
    <dgm:cxn modelId="c7696" srcId="7697" destId="7696"/>
    <dgm:cxn modelId="c7697" srcId="7698" destId="7697"/>
    <dgm:cxn modelId="c7698" srcId="7699" destId="7698"/>
    <dgm:cxn modelId="c7699" srcId="7700" destId="7699"/>
    <dgm:cxn modelId="c7700" srcId="7701" destId="7700"/>
    <dgm:cxn modelId="c7701" srcId="7702" destId="7701"/>
    <dgm:cxn modelId="c7702" srcId="7703" destId="7702"/>
    <dgm:cxn modelId="c7703" srcId="7704" destId="7703"/>
    <dgm:cxn modelId="c7704" srcId="7705" destId="7704"/>
    <dgm:cxn modelId="c7705" srcId="7706" destId="7705"/>
    <dgm:cxn modelId="c7706" srcId="7707" destId="7706"/>
    <dgm:cxn modelId="c7707" srcId="7708" destId="7707"/>
    <dgm:cxn modelId="c7708" srcId="7709" destId="7708"/>
    <dgm:cxn modelId="c7709" srcId="7710" destId="7709"/>
    <dgm:cxn modelId="c7710" srcId="7711" destId="7710"/>
    <dgm:cxn modelId="c7711" srcId="7712" destId="7711"/>
    <dgm:cxn modelId="c7712" srcId="7713" destId="7712"/>
    <dgm:cxn modelId="c7713" srcId="7714" destId="7713"/>
    <dgm:cxn modelId="c7714" srcId="7715" destId="7714"/>
    <dgm:cxn modelId="c7715" srcId="7716" destId="7715"/>
    <dgm:cxn modelId="c7716" srcId="7717" destId="7716"/>
    <dgm:cxn modelId="c7717" srcId="7718" destId="7717"/>
    <dgm:cxn modelId="c7718" srcId="7719" destId="7718"/>
    <dgm:cxn modelId="c7719" srcId="7720" destId="7719"/>
    <dgm:cxn modelId="c7720" srcId="7721" destId="7720"/>
    <dgm:cxn modelId="c7721" srcId="7722" destId="7721"/>
    <dgm:cxn modelId="c7722" srcId="7723" destId="7722"/>
    <dgm:cxn modelId="c7723" srcId="7724" destId="7723"/>
    <dgm:cxn modelId="c7724" srcId="7725" destId="7724"/>
    <dgm:cxn modelId="c7725" srcId="7726" destId="7725"/>
    <dgm:cxn modelId="c7726" srcId="7727" destId="7726"/>
    <dgm:cxn modelId="c7727" srcId="7728" destId="7727"/>
    <dgm:cxn modelId="c7728" srcId="7729" destId="7728"/>
    <dgm:cxn modelId="c7729" srcId="7730" destId="7729"/>
    <dgm:cxn modelId="c7730" srcId="7731" destId="7730"/>
    <dgm:cxn modelId="c7731" srcId="7732" destId="7731"/>
    <dgm:cxn modelId="c7732" srcId="7733" destId="7732"/>
    <dgm:cxn modelId="c7733" srcId="7734" destId="7733"/>
    <dgm:cxn modelId="c7734" srcId="7735" destId="7734"/>
    <dgm:cxn modelId="c7735" srcId="7736" destId="7735"/>
    <dgm:cxn modelId="c7736" srcId="7737" destId="7736"/>
    <dgm:cxn modelId="c7737" srcId="7738" destId="7737"/>
    <dgm:cxn modelId="c7738" srcId="7739" destId="7738"/>
    <dgm:cxn modelId="c7739" srcId="7740" destId="7739"/>
    <dgm:cxn modelId="c7740" srcId="7741" destId="7740"/>
    <dgm:cxn modelId="c7741" srcId="7742" destId="7741"/>
    <dgm:cxn modelId="c7742" srcId="7743" destId="7742"/>
    <dgm:cxn modelId="c7743" srcId="7744" destId="7743"/>
    <dgm:cxn modelId="c7744" srcId="7745" destId="7744"/>
    <dgm:cxn modelId="c7745" srcId="7746" destId="7745"/>
    <dgm:cxn modelId="c7746" srcId="7747" destId="7746"/>
    <dgm:cxn modelId="c7747" srcId="7748" destId="7747"/>
    <dgm:cxn modelId="c7748" srcId="7749" destId="7748"/>
    <dgm:cxn modelId="c7749" srcId="7750" destId="7749"/>
    <dgm:cxn modelId="c7750" srcId="7751" destId="7750"/>
    <dgm:cxn modelId="c7751" srcId="7752" destId="7751"/>
    <dgm:cxn modelId="c7752" srcId="7753" destId="7752"/>
    <dgm:cxn modelId="c7753" srcId="7754" destId="7753"/>
    <dgm:cxn modelId="c7754" srcId="7755" destId="7754"/>
    <dgm:cxn modelId="c7755" srcId="7756" destId="7755"/>
    <dgm:cxn modelId="c7756" srcId="7757" destId="7756"/>
    <dgm:cxn modelId="c7757" srcId="7758" destId="7757"/>
    <dgm:cxn modelId="c7758" srcId="7759" destId="7758"/>
    <dgm:cxn modelId="c7759" srcId="7760" destId="7759"/>
    <dgm:cxn modelId="c7760" srcId="7761" destId="7760"/>
    <dgm:cxn modelId="c7761" srcId="7762" destId="7761"/>
    <dgm:cxn modelId="c7762" srcId="7763" destId="7762"/>
    <dgm:cxn modelId="c7763" srcId="7764" destId="7763"/>
    <dgm:cxn modelId="c7764" srcId="7765" destId="7764"/>
    <dgm:cxn modelId="c7765" srcId="7766" destId="7765"/>
    <dgm:cxn modelId="c7766" srcId="7767" destId="7766"/>
    <dgm:cxn modelId="c7767" srcId="7768" destId="7767"/>
    <dgm:cxn modelId="c7768" srcId="7769" destId="7768"/>
    <dgm:cxn modelId="c7769" srcId="7770" destId="7769"/>
    <dgm:cxn modelId="c7770" srcId="7771" destId="7770"/>
    <dgm:cxn modelId="c7771" srcId="7772" destId="7771"/>
    <dgm:cxn modelId="c7772" srcId="7773" destId="7772"/>
    <dgm:cxn modelId="c7773" srcId="7774" destId="7773"/>
    <dgm:cxn modelId="c7774" srcId="7775" destId="7774"/>
    <dgm:cxn modelId="c7775" srcId="7776" destId="7775"/>
    <dgm:cxn modelId="c7776" srcId="7777" destId="7776"/>
    <dgm:cxn modelId="c7777" srcId="7778" destId="7777"/>
    <dgm:cxn modelId="c7778" srcId="7779" destId="7778"/>
    <dgm:cxn modelId="c7779" srcId="7780" destId="7779"/>
    <dgm:cxn modelId="c7780" srcId="7781" destId="7780"/>
    <dgm:cxn modelId="c7781" srcId="7782" destId="7781"/>
    <dgm:cxn modelId="c7782" srcId="7783" destId="7782"/>
    <dgm:cxn modelId="c7783" srcId="7784" destId="7783"/>
    <dgm:cxn modelId="c7784" srcId="7785" destId="7784"/>
    <dgm:cxn modelId="c7785" srcId="7786" destId="7785"/>
    <dgm:cxn modelId="c7786" srcId="7787" destId="7786"/>
    <dgm:cxn modelId="c7787" srcId="7788" destId="7787"/>
    <dgm:cxn modelId="c7788" srcId="7789" destId="7788"/>
    <dgm:cxn modelId="c7789" srcId="7790" destId="7789"/>
    <dgm:cxn modelId="c7790" srcId="7791" destId="7790"/>
    <dgm:cxn modelId="c7791" srcId="7792" destId="7791"/>
    <dgm:cxn modelId="c7792" srcId="7793" destId="7792"/>
    <dgm:cxn modelId="c7793" srcId="7794" destId="7793"/>
    <dgm:cxn modelId="c7794" srcId="7795" destId="7794"/>
    <dgm:cxn modelId="c7795" srcId="7796" destId="7795"/>
    <dgm:cxn modelId="c7796" srcId="7797" destId="7796"/>
    <dgm:cxn modelId="c7797" srcId="7798" destId="7797"/>
    <dgm:cxn modelId="c7798" srcId="7799" destId="7798"/>
    <dgm:cxn modelId="c7799" srcId="7800" destId="7799"/>
    <dgm:cxn modelId="c7800" srcId="7801" destId="7800"/>
    <dgm:cxn modelId="c7801" srcId="7802" destId="7801"/>
    <dgm:cxn modelId="c7802" srcId="7803" destId="7802"/>
    <dgm:cxn modelId="c7803" srcId="7804" destId="7803"/>
    <dgm:cxn modelId="c7804" srcId="7805" destId="7804"/>
    <dgm:cxn modelId="c7805" srcId="7806" destId="7805"/>
    <dgm:cxn modelId="c7806" srcId="7807" destId="7806"/>
    <dgm:cxn modelId="c7807" srcId="7808" destId="7807"/>
    <dgm:cxn modelId="c7808" srcId="7809" destId="7808"/>
    <dgm:cxn modelId="c7809" srcId="7810" destId="7809"/>
    <dgm:cxn modelId="c7810" srcId="7811" destId="7810"/>
    <dgm:cxn modelId="c7811" srcId="7812" destId="7811"/>
    <dgm:cxn modelId="c7812" srcId="7813" destId="7812"/>
    <dgm:cxn modelId="c7813" srcId="7814" destId="7813"/>
    <dgm:cxn modelId="c7814" srcId="7815" destId="7814"/>
    <dgm:cxn modelId="c7815" srcId="7816" destId="7815"/>
    <dgm:cxn modelId="c7816" srcId="7817" destId="7816"/>
    <dgm:cxn modelId="c7817" srcId="7818" destId="7817"/>
    <dgm:cxn modelId="c7818" srcId="7819" destId="7818"/>
    <dgm:cxn modelId="c7819" srcId="7820" destId="7819"/>
    <dgm:cxn modelId="c7820" srcId="7821" destId="7820"/>
    <dgm:cxn modelId="c7821" srcId="7822" destId="7821"/>
    <dgm:cxn modelId="c7822" srcId="7823" destId="7822"/>
    <dgm:cxn modelId="c7823" srcId="7824" destId="7823"/>
    <dgm:cxn modelId="c7824" srcId="7825" destId="7824"/>
    <dgm:cxn modelId="c7825" srcId="7826" destId="7825"/>
    <dgm:cxn modelId="c7826" srcId="7827" destId="7826"/>
    <dgm:cxn modelId="c7827" srcId="7828" destId="7827"/>
    <dgm:cxn modelId="c7828" srcId="7829" destId="7828"/>
    <dgm:cxn modelId="c7829" srcId="7830" destId="7829"/>
    <dgm:cxn modelId="c7830" srcId="7831" destId="7830"/>
    <dgm:cxn modelId="c7831" srcId="7832" destId="7831"/>
    <dgm:cxn modelId="c7832" srcId="7833" destId="7832"/>
    <dgm:cxn modelId="c7833" srcId="7834" destId="7833"/>
    <dgm:cxn modelId="c7834" srcId="7835" destId="7834"/>
    <dgm:cxn modelId="c7835" srcId="7836" destId="7835"/>
    <dgm:cxn modelId="c7836" srcId="7837" destId="7836"/>
    <dgm:cxn modelId="c7837" srcId="7838" destId="7837"/>
    <dgm:cxn modelId="c7838" srcId="7839" destId="7838"/>
    <dgm:cxn modelId="c7839" srcId="7840" destId="7839"/>
    <dgm:cxn modelId="c7840" srcId="7841" destId="7840"/>
    <dgm:cxn modelId="c7841" srcId="7842" destId="7841"/>
    <dgm:cxn modelId="c7842" srcId="7843" destId="7842"/>
    <dgm:cxn modelId="c7843" srcId="7844" destId="7843"/>
    <dgm:cxn modelId="c7844" srcId="7845" destId="7844"/>
    <dgm:cxn modelId="c7845" srcId="7846" destId="7845"/>
    <dgm:cxn modelId="c7846" srcId="7847" destId="7846"/>
    <dgm:cxn modelId="c7847" srcId="7848" destId="7847"/>
    <dgm:cxn modelId="c7848" srcId="7849" destId="7848"/>
    <dgm:cxn modelId="c7849" srcId="7850" destId="7849"/>
    <dgm:cxn modelId="c7850" srcId="7851" destId="7850"/>
    <dgm:cxn modelId="c7851" srcId="7852" destId="7851"/>
    <dgm:cxn modelId="c7852" srcId="7853" destId="7852"/>
    <dgm:cxn modelId="c7853" srcId="7854" destId="7853"/>
    <dgm:cxn modelId="c7854" srcId="7855" destId="7854"/>
    <dgm:cxn modelId="c7855" srcId="7856" destId="7855"/>
    <dgm:cxn modelId="c7856" srcId="7857" destId="7856"/>
    <dgm:cxn modelId="c7857" srcId="7858" destId="7857"/>
    <dgm:cxn modelId="c7858" srcId="7859" destId="7858"/>
    <dgm:cxn modelId="c7859" srcId="7860" destId="7859"/>
    <dgm:cxn modelId="c7860" srcId="7861" destId="7860"/>
    <dgm:cxn modelId="c7861" srcId="7862" destId="7861"/>
    <dgm:cxn modelId="c7862" srcId="7863" destId="7862"/>
    <dgm:cxn modelId="c7863" srcId="7864" destId="7863"/>
    <dgm:cxn modelId="c7864" srcId="7865" destId="7864"/>
    <dgm:cxn modelId="c7865" srcId="7866" destId="7865"/>
    <dgm:cxn modelId="c7866" srcId="7867" destId="7866"/>
    <dgm:cxn modelId="c7867" srcId="7868" destId="7867"/>
    <dgm:cxn modelId="c7868" srcId="7869" destId="7868"/>
    <dgm:cxn modelId="c7869" srcId="7870" destId="7869"/>
    <dgm:cxn modelId="c7870" srcId="7871" destId="7870"/>
    <dgm:cxn modelId="c7871" srcId="7872" destId="7871"/>
    <dgm:cxn modelId="c7872" srcId="7873" destId="7872"/>
    <dgm:cxn modelId="c7873" srcId="7874" destId="7873"/>
    <dgm:cxn modelId="c7874" srcId="7875" destId="7874"/>
    <dgm:cxn modelId="c7875" srcId="7876" destId="7875"/>
    <dgm:cxn modelId="c7876" srcId="7877" destId="7876"/>
    <dgm:cxn modelId="c7877" srcId="7878" destId="7877"/>
    <dgm:cxn modelId="c7878" srcId="7879" destId="7878"/>
    <dgm:cxn modelId="c7879" srcId="7880" destId="7879"/>
    <dgm:cxn modelId="c7880" srcId="7881" destId="7880"/>
    <dgm:cxn modelId="c7881" srcId="7882" destId="7881"/>
    <dgm:cxn modelId="c7882" srcId="7883" destId="7882"/>
    <dgm:cxn modelId="c7883" srcId="7884" destId="7883"/>
    <dgm:cxn modelId="c7884" srcId="7885" destId="7884"/>
    <dgm:cxn modelId="c7885" srcId="7886" destId="7885"/>
    <dgm:cxn modelId="c7886" srcId="7887" destId="7886"/>
    <dgm:cxn modelId="c7887" srcId="7888" destId="7887"/>
    <dgm:cxn modelId="c7888" srcId="7889" destId="7888"/>
    <dgm:cxn modelId="c7889" srcId="7890" destId="7889"/>
    <dgm:cxn modelId="c7890" srcId="7891" destId="7890"/>
    <dgm:cxn modelId="c7891" srcId="7892" destId="7891"/>
    <dgm:cxn modelId="c7892" srcId="7893" destId="7892"/>
    <dgm:cxn modelId="c7893" srcId="7894" destId="7893"/>
    <dgm:cxn modelId="c7894" srcId="7895" destId="7894"/>
    <dgm:cxn modelId="c7895" srcId="7896" destId="7895"/>
    <dgm:cxn modelId="c7896" srcId="7897" destId="7896"/>
    <dgm:cxn modelId="c7897" srcId="7898" destId="7897"/>
    <dgm:cxn modelId="c7898" srcId="7899" destId="7898"/>
    <dgm:cxn modelId="c7899" srcId="7900" destId="7899"/>
    <dgm:cxn modelId="c7900" srcId="7901" destId="7900"/>
    <dgm:cxn modelId="c7901" srcId="7902" destId="7901"/>
    <dgm:cxn modelId="c7902" srcId="7903" destId="7902"/>
    <dgm:cxn modelId="c7903" srcId="7904" destId="7903"/>
    <dgm:cxn modelId="c7904" srcId="7905" destId="7904"/>
    <dgm:cxn modelId="c7905" srcId="7906" destId="7905"/>
    <dgm:cxn modelId="c7906" srcId="7907" destId="7906"/>
    <dgm:cxn modelId="c7907" srcId="7908" destId="7907"/>
    <dgm:cxn modelId="c7908" srcId="7909" destId="7908"/>
    <dgm:cxn modelId="c7909" srcId="7910" destId="7909"/>
    <dgm:cxn modelId="c7910" srcId="7911" destId="7910"/>
    <dgm:cxn modelId="c7911" srcId="7912" destId="7911"/>
    <dgm:cxn modelId="c7912" srcId="7913" destId="7912"/>
    <dgm:cxn modelId="c7913" srcId="7914" destId="7913"/>
    <dgm:cxn modelId="c7914" srcId="7915" destId="7914"/>
    <dgm:cxn modelId="c7915" srcId="7916" destId="7915"/>
    <dgm:cxn modelId="c7916" srcId="7917" destId="7916"/>
    <dgm:cxn modelId="c7917" srcId="7918" destId="7917"/>
    <dgm:cxn modelId="c7918" srcId="7919" destId="7918"/>
    <dgm:cxn modelId="c7919" srcId="7920" destId="7919"/>
    <dgm:cxn modelId="c7920" srcId="7921" destId="7920"/>
    <dgm:cxn modelId="c7921" srcId="7922" destId="7921"/>
    <dgm:cxn modelId="c7922" srcId="7923" destId="7922"/>
    <dgm:cxn modelId="c7923" srcId="7924" destId="7923"/>
    <dgm:cxn modelId="c7924" srcId="7925" destId="7924"/>
    <dgm:cxn modelId="c7925" srcId="7926" destId="7925"/>
    <dgm:cxn modelId="c7926" srcId="7927" destId="7926"/>
    <dgm:cxn modelId="c7927" srcId="7928" destId="7927"/>
    <dgm:cxn modelId="c7928" srcId="7929" destId="7928"/>
    <dgm:cxn modelId="c7929" srcId="7930" destId="7929"/>
    <dgm:cxn modelId="c7930" srcId="7931" destId="7930"/>
    <dgm:cxn modelId="c7931" srcId="7932" destId="7931"/>
    <dgm:cxn modelId="c7932" srcId="7933" destId="7932"/>
    <dgm:cxn modelId="c7933" srcId="7934" destId="7933"/>
    <dgm:cxn modelId="c7934" srcId="7935" destId="7934"/>
    <dgm:cxn modelId="c7935" srcId="7936" destId="7935"/>
    <dgm:cxn modelId="c7936" srcId="7937" destId="7936"/>
    <dgm:cxn modelId="c7937" srcId="7938" destId="7937"/>
    <dgm:cxn modelId="c7938" srcId="7939" destId="7938"/>
    <dgm:cxn modelId="c7939" srcId="7940" destId="7939"/>
    <dgm:cxn modelId="c7940" srcId="7941" destId="7940"/>
    <dgm:cxn modelId="c7941" srcId="7942" destId="7941"/>
    <dgm:cxn modelId="c7942" srcId="7943" destId="7942"/>
    <dgm:cxn modelId="c7943" srcId="7944" destId="7943"/>
    <dgm:cxn modelId="c7944" srcId="7945" destId="7944"/>
    <dgm:cxn modelId="c7945" srcId="7946" destId="7945"/>
    <dgm:cxn modelId="c7946" srcId="7947" destId="7946"/>
    <dgm:cxn modelId="c7947" srcId="7948" destId="7947"/>
    <dgm:cxn modelId="c7948" srcId="7949" destId="7948"/>
    <dgm:cxn modelId="c7949" srcId="7950" destId="7949"/>
    <dgm:cxn modelId="c7950" srcId="7951" destId="7950"/>
    <dgm:cxn modelId="c7951" srcId="7952" destId="7951"/>
    <dgm:cxn modelId="c7952" srcId="7953" destId="7952"/>
    <dgm:cxn modelId="c7953" srcId="7954" destId="7953"/>
    <dgm:cxn modelId="c7954" srcId="7955" destId="7954"/>
    <dgm:cxn modelId="c7955" srcId="7956" destId="7955"/>
    <dgm:cxn modelId="c7956" srcId="7957" destId="7956"/>
    <dgm:cxn modelId="c7957" srcId="7958" destId="7957"/>
    <dgm:cxn modelId="c7958" srcId="7959" destId="7958"/>
    <dgm:cxn modelId="c7959" srcId="7960" destId="7959"/>
    <dgm:cxn modelId="c7960" srcId="7961" destId="7960"/>
    <dgm:cxn modelId="c7961" srcId="7962" destId="7961"/>
    <dgm:cxn modelId="c7962" srcId="7963" destId="7962"/>
    <dgm:cxn modelId="c7963" srcId="7964" destId="7963"/>
    <dgm:cxn modelId="c7964" srcId="7965" destId="7964"/>
    <dgm:cxn modelId="c7965" srcId="7966" destId="7965"/>
    <dgm:cxn modelId="c7966" srcId="7967" destId="7966"/>
    <dgm:cxn modelId="c7967" srcId="7968" destId="7967"/>
    <dgm:cxn modelId="c7968" srcId="7969" destId="7968"/>
    <dgm:cxn modelId="c7969" srcId="7970" destId="7969"/>
    <dgm:cxn modelId="c7970" srcId="7971" destId="7970"/>
    <dgm:cxn modelId="c7971" srcId="7972" destId="7971"/>
    <dgm:cxn modelId="c7972" srcId="7973" destId="7972"/>
    <dgm:cxn modelId="c7973" srcId="7974" destId="7973"/>
    <dgm:cxn modelId="c7974" srcId="7975" destId="7974"/>
    <dgm:cxn modelId="c7975" srcId="7976" destId="7975"/>
    <dgm:cxn modelId="c7976" srcId="7977" destId="7976"/>
    <dgm:cxn modelId="c7977" srcId="7978" destId="7977"/>
    <dgm:cxn modelId="c7978" srcId="7979" destId="7978"/>
    <dgm:cxn modelId="c7979" srcId="7980" destId="7979"/>
    <dgm:cxn modelId="c7980" srcId="7981" destId="7980"/>
    <dgm:cxn modelId="c7981" srcId="7982" destId="7981"/>
    <dgm:cxn modelId="c7982" srcId="7983" destId="7982"/>
    <dgm:cxn modelId="c7983" srcId="7984" destId="7983"/>
    <dgm:cxn modelId="c7984" srcId="7985" destId="7984"/>
    <dgm:cxn modelId="c7985" srcId="7986" destId="7985"/>
    <dgm:cxn modelId="c7986" srcId="7987" destId="7986"/>
    <dgm:cxn modelId="c7987" srcId="7988" destId="7987"/>
    <dgm:cxn modelId="c7988" srcId="7989" destId="7988"/>
    <dgm:cxn modelId="c7989" srcId="7990" destId="7989"/>
    <dgm:cxn modelId="c7990" srcId="7991" destId="7990"/>
    <dgm:cxn modelId="c7991" srcId="7992" destId="7991"/>
    <dgm:cxn modelId="c7992" srcId="7993" destId="7992"/>
    <dgm:cxn modelId="c7993" srcId="7994" destId="7993"/>
    <dgm:cxn modelId="c7994" srcId="7995" destId="7994"/>
    <dgm:cxn modelId="c7995" srcId="7996" destId="7995"/>
    <dgm:cxn modelId="c7996" srcId="7997" destId="7996"/>
    <dgm:cxn modelId="c7997" srcId="7998" destId="7997"/>
    <dgm:cxn modelId="c7998" srcId="7999" destId="7998"/>
    <dgm:cxn modelId="c7999" srcId="8000" destId="7999"/>
    <dgm:cxn modelId="c8000" srcId="8001" destId="8000"/>
    <dgm:cxn modelId="c8001" srcId="8002" destId="8001"/>
    <dgm:cxn modelId="c8002" srcId="8003" destId="8002"/>
    <dgm:cxn modelId="c8003" srcId="8004" destId="8003"/>
    <dgm:cxn modelId="c8004" srcId="8005" destId="8004"/>
    <dgm:cxn modelId="c8005" srcId="8006" destId="8005"/>
    <dgm:cxn modelId="c8006" srcId="8007" destId="8006"/>
    <dgm:cxn modelId="c8007" srcId="8008" destId="8007"/>
    <dgm:cxn modelId="c8008" srcId="8009" destId="8008"/>
    <dgm:cxn modelId="c8009" srcId="8010" destId="8009"/>
    <dgm:cxn modelId="c8010" srcId="8011" destId="8010"/>
    <dgm:cxn modelId="c8011" srcId="8012" destId="8011"/>
    <dgm:cxn modelId="c8012" srcId="8013" destId="8012"/>
    <dgm:cxn modelId="c8013" srcId="8014" destId="8013"/>
    <dgm:cxn modelId="c8014" srcId="8015" destId="8014"/>
    <dgm:cxn modelId="c8015" srcId="8016" destId="8015"/>
    <dgm:cxn modelId="c8016" srcId="8017" destId="8016"/>
    <dgm:cxn modelId="c8017" srcId="8018" destId="8017"/>
    <dgm:cxn modelId="c8018" srcId="8019" destId="8018"/>
    <dgm:cxn modelId="c8019" srcId="8020" destId="8019"/>
    <dgm:cxn modelId="c8020" srcId="8021" destId="8020"/>
    <dgm:cxn modelId="c8021" srcId="8022" destId="8021"/>
    <dgm:cxn modelId="c8022" srcId="8023" destId="8022"/>
    <dgm:cxn modelId="c8023" srcId="8024" destId="8023"/>
    <dgm:cxn modelId="c8024" srcId="8025" destId="8024"/>
    <dgm:cxn modelId="c8025" srcId="8026" destId="8025"/>
    <dgm:cxn modelId="c8026" srcId="8027" destId="8026"/>
    <dgm:cxn modelId="c8027" srcId="8028" destId="8027"/>
    <dgm:cxn modelId="c8028" srcId="8029" destId="8028"/>
    <dgm:cxn modelId="c8029" srcId="8030" destId="8029"/>
    <dgm:cxn modelId="c8030" srcId="8031" destId="8030"/>
    <dgm:cxn modelId="c8031" srcId="8032" destId="8031"/>
    <dgm:cxn modelId="c8032" srcId="8033" destId="8032"/>
    <dgm:cxn modelId="c8033" srcId="8034" destId="8033"/>
    <dgm:cxn modelId="c8034" srcId="8035" destId="8034"/>
    <dgm:cxn modelId="c8035" srcId="8036" destId="8035"/>
    <dgm:cxn modelId="c8036" srcId="8037" destId="8036"/>
    <dgm:cxn modelId="c8037" srcId="8038" destId="8037"/>
    <dgm:cxn modelId="c8038" srcId="8039" destId="8038"/>
    <dgm:cxn modelId="c8039" srcId="8040" destId="8039"/>
    <dgm:cxn modelId="c8040" srcId="8041" destId="8040"/>
    <dgm:cxn modelId="c8041" srcId="8042" destId="8041"/>
    <dgm:cxn modelId="c8042" srcId="8043" destId="8042"/>
    <dgm:cxn modelId="c8043" srcId="8044" destId="8043"/>
    <dgm:cxn modelId="c8044" srcId="8045" destId="8044"/>
    <dgm:cxn modelId="c8045" srcId="8046" destId="8045"/>
    <dgm:cxn modelId="c8046" srcId="8047" destId="8046"/>
    <dgm:cxn modelId="c8047" srcId="8048" destId="8047"/>
    <dgm:cxn modelId="c8048" srcId="8049" destId="8048"/>
    <dgm:cxn modelId="c8049" srcId="8050" destId="8049"/>
    <dgm:cxn modelId="c8050" srcId="8051" destId="8050"/>
    <dgm:cxn modelId="c8051" srcId="8052" destId="8051"/>
    <dgm:cxn modelId="c8052" srcId="8053" destId="8052"/>
    <dgm:cxn modelId="c8053" srcId="8054" destId="8053"/>
    <dgm:cxn modelId="c8054" srcId="8055" destId="8054"/>
    <dgm:cxn modelId="c8055" srcId="8056" destId="8055"/>
    <dgm:cxn modelId="c8056" srcId="8057" destId="8056"/>
    <dgm:cxn modelId="c8057" srcId="8058" destId="8057"/>
    <dgm:cxn modelId="c8058" srcId="8059" destId="8058"/>
    <dgm:cxn modelId="c8059" srcId="8060" destId="8059"/>
    <dgm:cxn modelId="c8060" srcId="8061" destId="8060"/>
    <dgm:cxn modelId="c8061" srcId="8062" destId="8061"/>
    <dgm:cxn modelId="c8062" srcId="8063" destId="8062"/>
    <dgm:cxn modelId="c8063" srcId="8064" destId="8063"/>
    <dgm:cxn modelId="c8064" srcId="8065" destId="8064"/>
    <dgm:cxn modelId="c8065" srcId="8066" destId="8065"/>
    <dgm:cxn modelId="c8066" srcId="8067" destId="8066"/>
    <dgm:cxn modelId="c8067" srcId="8068" destId="8067"/>
    <dgm:cxn modelId="c8068" srcId="8069" destId="8068"/>
    <dgm:cxn modelId="c8069" srcId="8070" destId="8069"/>
    <dgm:cxn modelId="c8070" srcId="8071" destId="8070"/>
    <dgm:cxn modelId="c8071" srcId="8072" destId="8071"/>
    <dgm:cxn modelId="c8072" srcId="8073" destId="8072"/>
    <dgm:cxn modelId="c8073" srcId="8074" destId="8073"/>
    <dgm:cxn modelId="c8074" srcId="8075" destId="8074"/>
    <dgm:cxn modelId="c8075" srcId="8076" destId="8075"/>
    <dgm:cxn modelId="c8076" srcId="8077" destId="8076"/>
    <dgm:cxn modelId="c8077" srcId="8078" destId="8077"/>
    <dgm:cxn modelId="c8078" srcId="8079" destId="8078"/>
    <dgm:cxn modelId="c8079" srcId="8080" destId="8079"/>
    <dgm:cxn modelId="c8080" srcId="8081" destId="8080"/>
    <dgm:cxn modelId="c8081" srcId="8082" destId="8081"/>
    <dgm:cxn modelId="c8082" srcId="8083" destId="8082"/>
    <dgm:cxn modelId="c8083" srcId="8084" destId="8083"/>
    <dgm:cxn modelId="c8084" srcId="8085" destId="8084"/>
    <dgm:cxn modelId="c8085" srcId="8086" destId="8085"/>
    <dgm:cxn modelId="c8086" srcId="8087" destId="8086"/>
    <dgm:cxn modelId="c8087" srcId="8088" destId="8087"/>
    <dgm:cxn modelId="c8088" srcId="8089" destId="8088"/>
    <dgm:cxn modelId="c8089" srcId="8090" destId="8089"/>
    <dgm:cxn modelId="c8090" srcId="8091" destId="8090"/>
    <dgm:cxn modelId="c8091" srcId="8092" destId="8091"/>
    <dgm:cxn modelId="c8092" srcId="8093" destId="8092"/>
    <dgm:cxn modelId="c8093" srcId="8094" destId="8093"/>
    <dgm:cxn modelId="c8094" srcId="8095" destId="8094"/>
    <dgm:cxn modelId="c8095" srcId="8096" destId="8095"/>
    <dgm:cxn modelId="c8096" srcId="8097" destId="8096"/>
    <dgm:cxn modelId="c8097" srcId="8098" destId="8097"/>
    <dgm:cxn modelId="c8098" srcId="8099" destId="8098"/>
    <dgm:cxn modelId="c8099" srcId="8100" destId="8099"/>
    <dgm:cxn modelId="c8100" srcId="8101" destId="8100"/>
    <dgm:cxn modelId="c8101" srcId="8102" destId="8101"/>
    <dgm:cxn modelId="c8102" srcId="8103" destId="8102"/>
    <dgm:cxn modelId="c8103" srcId="8104" destId="8103"/>
    <dgm:cxn modelId="c8104" srcId="8105" destId="8104"/>
    <dgm:cxn modelId="c8105" srcId="8106" destId="8105"/>
    <dgm:cxn modelId="c8106" srcId="8107" destId="8106"/>
    <dgm:cxn modelId="c8107" srcId="8108" destId="8107"/>
    <dgm:cxn modelId="c8108" srcId="8109" destId="8108"/>
    <dgm:cxn modelId="c8109" srcId="8110" destId="8109"/>
    <dgm:cxn modelId="c8110" srcId="8111" destId="8110"/>
    <dgm:cxn modelId="c8111" srcId="8112" destId="8111"/>
    <dgm:cxn modelId="c8112" srcId="8113" destId="8112"/>
    <dgm:cxn modelId="c8113" srcId="8114" destId="8113"/>
    <dgm:cxn modelId="c8114" srcId="8115" destId="8114"/>
    <dgm:cxn modelId="c8115" srcId="8116" destId="8115"/>
    <dgm:cxn modelId="c8116" srcId="8117" destId="8116"/>
    <dgm:cxn modelId="c8117" srcId="8118" destId="8117"/>
    <dgm:cxn modelId="c8118" srcId="8119" destId="8118"/>
    <dgm:cxn modelId="c8119" srcId="8120" destId="8119"/>
    <dgm:cxn modelId="c8120" srcId="8121" destId="8120"/>
    <dgm:cxn modelId="c8121" srcId="8122" destId="8121"/>
    <dgm:cxn modelId="c8122" srcId="8123" destId="8122"/>
    <dgm:cxn modelId="c8123" srcId="8124" destId="8123"/>
    <dgm:cxn modelId="c8124" srcId="8125" destId="8124"/>
    <dgm:cxn modelId="c8125" srcId="8126" destId="8125"/>
    <dgm:cxn modelId="c8126" srcId="8127" destId="8126"/>
    <dgm:cxn modelId="c8127" srcId="8128" destId="8127"/>
    <dgm:cxn modelId="c8128" srcId="8129" destId="8128"/>
    <dgm:cxn modelId="c8129" srcId="8130" destId="8129"/>
    <dgm:cxn modelId="c8130" srcId="8131" destId="8130"/>
    <dgm:cxn modelId="c8131" srcId="8132" destId="8131"/>
    <dgm:cxn modelId="c8132" srcId="8133" destId="8132"/>
    <dgm:cxn modelId="c8133" srcId="8134" destId="8133"/>
    <dgm:cxn modelId="c8134" srcId="8135" destId="8134"/>
    <dgm:cxn modelId="c8135" srcId="8136" destId="8135"/>
    <dgm:cxn modelId="c8136" srcId="8137" destId="8136"/>
    <dgm:cxn modelId="c8137" srcId="8138" destId="8137"/>
    <dgm:cxn modelId="c8138" srcId="8139" destId="8138"/>
    <dgm:cxn modelId="c8139" srcId="8140" destId="8139"/>
    <dgm:cxn modelId="c8140" srcId="8141" destId="8140"/>
    <dgm:cxn modelId="c8141" srcId="8142" destId="8141"/>
    <dgm:cxn modelId="c8142" srcId="8143" destId="8142"/>
    <dgm:cxn modelId="c8143" srcId="8144" destId="8143"/>
    <dgm:cxn modelId="c8144" srcId="8145" destId="8144"/>
    <dgm:cxn modelId="c8145" srcId="8146" destId="8145"/>
    <dgm:cxn modelId="c8146" srcId="8147" destId="8146"/>
    <dgm:cxn modelId="c8147" srcId="8148" destId="8147"/>
    <dgm:cxn modelId="c8148" srcId="8149" destId="8148"/>
    <dgm:cxn modelId="c8149" srcId="8150" destId="8149"/>
    <dgm:cxn modelId="c8150" srcId="8151" destId="8150"/>
    <dgm:cxn modelId="c8151" srcId="8152" destId="8151"/>
    <dgm:cxn modelId="c8152" srcId="8153" destId="8152"/>
    <dgm:cxn modelId="c8153" srcId="8154" destId="8153"/>
    <dgm:cxn modelId="c8154" srcId="8155" destId="8154"/>
    <dgm:cxn modelId="c8155" srcId="8156" destId="8155"/>
    <dgm:cxn modelId="c8156" srcId="8157" destId="8156"/>
    <dgm:cxn modelId="c8157" srcId="8158" destId="8157"/>
    <dgm:cxn modelId="c8158" srcId="8159" destId="8158"/>
    <dgm:cxn modelId="c8159" srcId="8160" destId="8159"/>
    <dgm:cxn modelId="c8160" srcId="8161" destId="8160"/>
    <dgm:cxn modelId="c8161" srcId="8162" destId="8161"/>
    <dgm:cxn modelId="c8162" srcId="8163" destId="8162"/>
    <dgm:cxn modelId="c8163" srcId="8164" destId="8163"/>
    <dgm:cxn modelId="c8164" srcId="8165" destId="8164"/>
    <dgm:cxn modelId="c8165" srcId="8166" destId="8165"/>
    <dgm:cxn modelId="c8166" srcId="8167" destId="8166"/>
    <dgm:cxn modelId="c8167" srcId="8168" destId="8167"/>
    <dgm:cxn modelId="c8168" srcId="8169" destId="8168"/>
    <dgm:cxn modelId="c8169" srcId="8170" destId="8169"/>
    <dgm:cxn modelId="c8170" srcId="8171" destId="8170"/>
    <dgm:cxn modelId="c8171" srcId="8172" destId="8171"/>
    <dgm:cxn modelId="c8172" srcId="8173" destId="8172"/>
    <dgm:cxn modelId="c8173" srcId="8174" destId="8173"/>
    <dgm:cxn modelId="c8174" srcId="8175" destId="8174"/>
    <dgm:cxn modelId="c8175" srcId="8176" destId="8175"/>
    <dgm:cxn modelId="c8176" srcId="8177" destId="8176"/>
    <dgm:cxn modelId="c8177" srcId="8178" destId="8177"/>
    <dgm:cxn modelId="c8178" srcId="8179" destId="8178"/>
    <dgm:cxn modelId="c8179" srcId="8180" destId="8179"/>
    <dgm:cxn modelId="c8180" srcId="8181" destId="8180"/>
    <dgm:cxn modelId="c8181" srcId="8182" destId="8181"/>
    <dgm:cxn modelId="c8182" srcId="8183" destId="8182"/>
    <dgm:cxn modelId="c8183" srcId="8184" destId="8183"/>
    <dgm:cxn modelId="c8184" srcId="8185" destId="8184"/>
    <dgm:cxn modelId="c8185" srcId="8186" destId="8185"/>
    <dgm:cxn modelId="c8186" srcId="8187" destId="8186"/>
    <dgm:cxn modelId="c8187" srcId="8188" destId="8187"/>
    <dgm:cxn modelId="c8188" srcId="8189" destId="8188"/>
    <dgm:cxn modelId="c8189" srcId="8190" destId="8189"/>
    <dgm:cxn modelId="c8190" srcId="8191" destId="8190"/>
    <dgm:cxn modelId="c8191" srcId="8192" destId="8191"/>
    <dgm:cxn modelId="c8192" srcId="8193" destId="8192"/>
    <dgm:cxn modelId="c8193" srcId="8194" destId="8193"/>
    <dgm:cxn modelId="c8194" srcId="8195" destId="8194"/>
    <dgm:cxn modelId="c8195" srcId="8196" destId="8195"/>
    <dgm:cxn modelId="c8196" srcId="8197" destId="8196"/>
    <dgm:cxn modelId="c8197" srcId="8198" destId="8197"/>
    <dgm:cxn modelId="c8198" srcId="8199" destId="8198"/>
    <dgm:cxn modelId="c8199" srcId="8200" destId="8199"/>
    <dgm:cxn modelId="c8200" srcId="8201" destId="8200"/>
    <dgm:cxn modelId="c8201" srcId="8202" destId="8201"/>
    <dgm:cxn modelId="c8202" srcId="8203" destId="8202"/>
    <dgm:cxn modelId="c8203" srcId="8204" destId="8203"/>
    <dgm:cxn modelId="c8204" srcId="8205" destId="8204"/>
    <dgm:cxn modelId="c8205" srcId="8206" destId="8205"/>
    <dgm:cxn modelId="c8206" srcId="8207" destId="8206"/>
    <dgm:cxn modelId="c8207" srcId="8208" destId="8207"/>
    <dgm:cxn modelId="c8208" srcId="8209" destId="8208"/>
    <dgm:cxn modelId="c8209" srcId="8210" destId="8209"/>
    <dgm:cxn modelId="c8210" srcId="8211" destId="8210"/>
    <dgm:cxn modelId="c8211" srcId="8212" destId="8211"/>
    <dgm:cxn modelId="c8212" srcId="8213" destId="8212"/>
    <dgm:cxn modelId="c8213" srcId="8214" destId="8213"/>
    <dgm:cxn modelId="c8214" srcId="8215" destId="8214"/>
    <dgm:cxn modelId="c8215" srcId="8216" destId="8215"/>
    <dgm:cxn modelId="c8216" srcId="8217" destId="8216"/>
    <dgm:cxn modelId="c8217" srcId="8218" destId="8217"/>
    <dgm:cxn modelId="c8218" srcId="8219" destId="8218"/>
    <dgm:cxn modelId="c8219" srcId="8220" destId="8219"/>
    <dgm:cxn modelId="c8220" srcId="8221" destId="8220"/>
    <dgm:cxn modelId="c8221" srcId="8222" destId="8221"/>
    <dgm:cxn modelId="c8222" srcId="8223" destId="8222"/>
    <dgm:cxn modelId="c8223" srcId="8224" destId="8223"/>
    <dgm:cxn modelId="c8224" srcId="8225" destId="8224"/>
    <dgm:cxn modelId="c8225" srcId="8226" destId="8225"/>
    <dgm:cxn modelId="c8226" srcId="8227" destId="8226"/>
    <dgm:cxn modelId="c8227" srcId="8228" destId="8227"/>
    <dgm:cxn modelId="c8228" srcId="8229" destId="8228"/>
    <dgm:cxn modelId="c8229" srcId="8230" destId="8229"/>
    <dgm:cxn modelId="c8230" srcId="8231" destId="8230"/>
    <dgm:cxn modelId="c8231" srcId="8232" destId="8231"/>
    <dgm:cxn modelId="c8232" srcId="8233" destId="8232"/>
    <dgm:cxn modelId="c8233" srcId="8234" destId="8233"/>
    <dgm:cxn modelId="c8234" srcId="8235" destId="8234"/>
    <dgm:cxn modelId="c8235" srcId="8236" destId="8235"/>
    <dgm:cxn modelId="c8236" srcId="8237" destId="8236"/>
    <dgm:cxn modelId="c8237" srcId="8238" destId="8237"/>
    <dgm:cxn modelId="c8238" srcId="8239" destId="8238"/>
    <dgm:cxn modelId="c8239" srcId="8240" destId="8239"/>
    <dgm:cxn modelId="c8240" srcId="8241" destId="8240"/>
    <dgm:cxn modelId="c8241" srcId="8242" destId="8241"/>
    <dgm:cxn modelId="c8242" srcId="8243" destId="8242"/>
    <dgm:cxn modelId="c8243" srcId="8244" destId="8243"/>
    <dgm:cxn modelId="c8244" srcId="8245" destId="8244"/>
    <dgm:cxn modelId="c8245" srcId="8246" destId="8245"/>
    <dgm:cxn modelId="c8246" srcId="8247" destId="8246"/>
    <dgm:cxn modelId="c8247" srcId="8248" destId="8247"/>
    <dgm:cxn modelId="c8248" srcId="8249" destId="8248"/>
    <dgm:cxn modelId="c8249" srcId="8250" destId="8249"/>
    <dgm:cxn modelId="c8250" srcId="8251" destId="8250"/>
    <dgm:cxn modelId="c8251" srcId="8252" destId="8251"/>
    <dgm:cxn modelId="c8252" srcId="8253" destId="8252"/>
    <dgm:cxn modelId="c8253" srcId="8254" destId="8253"/>
    <dgm:cxn modelId="c8254" srcId="8255" destId="8254"/>
    <dgm:cxn modelId="c8255" srcId="8256" destId="8255"/>
    <dgm:cxn modelId="c8256" srcId="8257" destId="8256"/>
    <dgm:cxn modelId="c8257" srcId="8258" destId="8257"/>
    <dgm:cxn modelId="c8258" srcId="8259" destId="8258"/>
    <dgm:cxn modelId="c8259" srcId="8260" destId="8259"/>
    <dgm:cxn modelId="c8260" srcId="8261" destId="8260"/>
    <dgm:cxn modelId="c8261" srcId="8262" destId="8261"/>
    <dgm:cxn modelId="c8262" srcId="8263" destId="8262"/>
    <dgm:cxn modelId="c8263" srcId="8264" destId="8263"/>
    <dgm:cxn modelId="c8264" srcId="8265" destId="8264"/>
    <dgm:cxn modelId="c8265" srcId="8266" destId="8265"/>
    <dgm:cxn modelId="c8266" srcId="8267" destId="8266"/>
    <dgm:cxn modelId="c8267" srcId="8268" destId="8267"/>
    <dgm:cxn modelId="c8268" srcId="8269" destId="8268"/>
    <dgm:cxn modelId="c8269" srcId="8270" destId="8269"/>
    <dgm:cxn modelId="c8270" srcId="8271" destId="8270"/>
    <dgm:cxn modelId="c8271" srcId="8272" destId="8271"/>
    <dgm:cxn modelId="c8272" srcId="8273" destId="8272"/>
    <dgm:cxn modelId="c8273" srcId="8274" destId="8273"/>
    <dgm:cxn modelId="c8274" srcId="8275" destId="8274"/>
    <dgm:cxn modelId="c8275" srcId="8276" destId="8275"/>
    <dgm:cxn modelId="c8276" srcId="8277" destId="8276"/>
    <dgm:cxn modelId="c8277" srcId="8278" destId="8277"/>
    <dgm:cxn modelId="c8278" srcId="8279" destId="8278"/>
    <dgm:cxn modelId="c8279" srcId="8280" destId="8279"/>
    <dgm:cxn modelId="c8280" srcId="8281" destId="8280"/>
    <dgm:cxn modelId="c8281" srcId="8282" destId="8281"/>
    <dgm:cxn modelId="c8282" srcId="8283" destId="8282"/>
    <dgm:cxn modelId="c8283" srcId="8284" destId="8283"/>
    <dgm:cxn modelId="c8284" srcId="8285" destId="8284"/>
    <dgm:cxn modelId="c8285" srcId="8286" destId="8285"/>
    <dgm:cxn modelId="c8286" srcId="8287" destId="8286"/>
    <dgm:cxn modelId="c8287" srcId="8288" destId="8287"/>
    <dgm:cxn modelId="c8288" srcId="8289" destId="8288"/>
    <dgm:cxn modelId="c8289" srcId="8290" destId="8289"/>
    <dgm:cxn modelId="c8290" srcId="8291" destId="8290"/>
    <dgm:cxn modelId="c8291" srcId="8292" destId="8291"/>
    <dgm:cxn modelId="c8292" srcId="8293" destId="8292"/>
    <dgm:cxn modelId="c8293" srcId="8294" destId="8293"/>
    <dgm:cxn modelId="c8294" srcId="8295" destId="8294"/>
    <dgm:cxn modelId="c8295" srcId="8296" destId="8295"/>
    <dgm:cxn modelId="c8296" srcId="8297" destId="8296"/>
    <dgm:cxn modelId="c8297" srcId="8298" destId="8297"/>
    <dgm:cxn modelId="c8298" srcId="8299" destId="8298"/>
    <dgm:cxn modelId="c8299" srcId="8300" destId="8299"/>
    <dgm:cxn modelId="c8300" srcId="8301" destId="8300"/>
    <dgm:cxn modelId="c8301" srcId="8302" destId="8301"/>
    <dgm:cxn modelId="c8302" srcId="8303" destId="8302"/>
    <dgm:cxn modelId="c8303" srcId="8304" destId="8303"/>
    <dgm:cxn modelId="c8304" srcId="8305" destId="8304"/>
    <dgm:cxn modelId="c8305" srcId="8306" destId="8305"/>
    <dgm:cxn modelId="c8306" srcId="8307" destId="8306"/>
    <dgm:cxn modelId="c8307" srcId="8308" destId="8307"/>
    <dgm:cxn modelId="c8308" srcId="8309" destId="8308"/>
    <dgm:cxn modelId="c8309" srcId="8310" destId="8309"/>
    <dgm:cxn modelId="c8310" srcId="8311" destId="8310"/>
    <dgm:cxn modelId="c8311" srcId="8312" destId="8311"/>
    <dgm:cxn modelId="c8312" srcId="8313" destId="8312"/>
    <dgm:cxn modelId="c8313" srcId="8314" destId="8313"/>
    <dgm:cxn modelId="c8314" srcId="8315" destId="8314"/>
    <dgm:cxn modelId="c8315" srcId="8316" destId="8315"/>
    <dgm:cxn modelId="c8316" srcId="8317" destId="8316"/>
    <dgm:cxn modelId="c8317" srcId="8318" destId="8317"/>
    <dgm:cxn modelId="c8318" srcId="8319" destId="8318"/>
    <dgm:cxn modelId="c8319" srcId="8320" destId="8319"/>
    <dgm:cxn modelId="c8320" srcId="8321" destId="8320"/>
    <dgm:cxn modelId="c8321" srcId="8322" destId="8321"/>
    <dgm:cxn modelId="c8322" srcId="8323" destId="8322"/>
    <dgm:cxn modelId="c8323" srcId="8324" destId="8323"/>
    <dgm:cxn modelId="c8324" srcId="8325" destId="8324"/>
    <dgm:cxn modelId="c8325" srcId="8326" destId="8325"/>
    <dgm:cxn modelId="c8326" srcId="8327" destId="8326"/>
    <dgm:cxn modelId="c8327" srcId="8328" destId="8327"/>
    <dgm:cxn modelId="c8328" srcId="8329" destId="8328"/>
    <dgm:cxn modelId="c8329" srcId="8330" destId="8329"/>
    <dgm:cxn modelId="c8330" srcId="8331" destId="8330"/>
    <dgm:cxn modelId="c8331" srcId="8332" destId="8331"/>
    <dgm:cxn modelId="c8332" srcId="8333" destId="8332"/>
    <dgm:cxn modelId="c8333" srcId="8334" destId="8333"/>
    <dgm:cxn modelId="c8334" srcId="8335" destId="8334"/>
    <dgm:cxn modelId="c8335" srcId="8336" destId="8335"/>
    <dgm:cxn modelId="c8336" srcId="8337" destId="8336"/>
    <dgm:cxn modelId="c8337" srcId="8338" destId="8337"/>
    <dgm:cxn modelId="c8338" srcId="8339" destId="8338"/>
    <dgm:cxn modelId="c8339" srcId="8340" destId="8339"/>
    <dgm:cxn modelId="c8340" srcId="8341" destId="8340"/>
    <dgm:cxn modelId="c8341" srcId="8342" destId="8341"/>
    <dgm:cxn modelId="c8342" srcId="8343" destId="8342"/>
    <dgm:cxn modelId="c8343" srcId="8344" destId="8343"/>
    <dgm:cxn modelId="c8344" srcId="8345" destId="8344"/>
    <dgm:cxn modelId="c8345" srcId="8346" destId="8345"/>
    <dgm:cxn modelId="c8346" srcId="8347" destId="8346"/>
    <dgm:cxn modelId="c8347" srcId="8348" destId="8347"/>
    <dgm:cxn modelId="c8348" srcId="8349" destId="8348"/>
    <dgm:cxn modelId="c8349" srcId="8350" destId="8349"/>
    <dgm:cxn modelId="c8350" srcId="8351" destId="8350"/>
    <dgm:cxn modelId="c8351" srcId="8352" destId="8351"/>
    <dgm:cxn modelId="c8352" srcId="8353" destId="8352"/>
    <dgm:cxn modelId="c8353" srcId="8354" destId="8353"/>
    <dgm:cxn modelId="c8354" srcId="8355" destId="8354"/>
    <dgm:cxn modelId="c8355" srcId="8356" destId="8355"/>
    <dgm:cxn modelId="c8356" srcId="8357" destId="8356"/>
    <dgm:cxn modelId="c8357" srcId="8358" destId="8357"/>
    <dgm:cxn modelId="c8358" srcId="8359" destId="8358"/>
    <dgm:cxn modelId="c8359" srcId="8360" destId="8359"/>
    <dgm:cxn modelId="c8360" srcId="8361" destId="8360"/>
    <dgm:cxn modelId="c8361" srcId="8362" destId="8361"/>
    <dgm:cxn modelId="c8362" srcId="8363" destId="8362"/>
    <dgm:cxn modelId="c8363" srcId="8364" destId="8363"/>
    <dgm:cxn modelId="c8364" srcId="8365" destId="8364"/>
    <dgm:cxn modelId="c8365" srcId="8366" destId="8365"/>
    <dgm:cxn modelId="c8366" srcId="8367" destId="8366"/>
    <dgm:cxn modelId="c8367" srcId="8368" destId="8367"/>
    <dgm:cxn modelId="c8368" srcId="8369" destId="8368"/>
    <dgm:cxn modelId="c8369" srcId="8370" destId="8369"/>
    <dgm:cxn modelId="c8370" srcId="8371" destId="8370"/>
    <dgm:cxn modelId="c8371" srcId="8372" destId="8371"/>
    <dgm:cxn modelId="c8372" srcId="8373" destId="8372"/>
    <dgm:cxn modelId="c8373" srcId="8374" destId="8373"/>
    <dgm:cxn modelId="c8374" srcId="8375" destId="8374"/>
    <dgm:cxn modelId="c8375" srcId="8376" destId="8375"/>
    <dgm:cxn modelId="c8376" srcId="8377" destId="8376"/>
    <dgm:cxn modelId="c8377" srcId="8378" destId="8377"/>
    <dgm:cxn modelId="c8378" srcId="8379" destId="8378"/>
    <dgm:cxn modelId="c8379" srcId="8380" destId="8379"/>
    <dgm:cxn modelId="c8380" srcId="8381" destId="8380"/>
    <dgm:cxn modelId="c8381" srcId="8382" destId="8381"/>
    <dgm:cxn modelId="c8382" srcId="8383" destId="8382"/>
    <dgm:cxn modelId="c8383" srcId="8384" destId="8383"/>
    <dgm:cxn modelId="c8384" srcId="8385" destId="8384"/>
    <dgm:cxn modelId="c8385" srcId="8386" destId="8385"/>
    <dgm:cxn modelId="c8386" srcId="8387" destId="8386"/>
    <dgm:cxn modelId="c8387" srcId="8388" destId="8387"/>
    <dgm:cxn modelId="c8388" srcId="8389" destId="8388"/>
    <dgm:cxn modelId="c8389" srcId="8390" destId="8389"/>
    <dgm:cxn modelId="c8390" srcId="8391" destId="8390"/>
    <dgm:cxn modelId="c8391" srcId="8392" destId="8391"/>
    <dgm:cxn modelId="c8392" srcId="8393" destId="8392"/>
    <dgm:cxn modelId="c8393" srcId="8394" destId="8393"/>
    <dgm:cxn modelId="c8394" srcId="8395" destId="8394"/>
    <dgm:cxn modelId="c8395" srcId="8396" destId="8395"/>
    <dgm:cxn modelId="c8396" srcId="8397" destId="8396"/>
    <dgm:cxn modelId="c8397" srcId="8398" destId="8397"/>
    <dgm:cxn modelId="c8398" srcId="8399" destId="8398"/>
    <dgm:cxn modelId="c8399" srcId="8400" destId="8399"/>
    <dgm:cxn modelId="c8400" srcId="8401" destId="8400"/>
    <dgm:cxn modelId="c8401" srcId="8402" destId="8401"/>
    <dgm:cxn modelId="c8402" srcId="8403" destId="8402"/>
    <dgm:cxn modelId="c8403" srcId="8404" destId="8403"/>
    <dgm:cxn modelId="c8404" srcId="8405" destId="8404"/>
    <dgm:cxn modelId="c8405" srcId="8406" destId="8405"/>
    <dgm:cxn modelId="c8406" srcId="8407" destId="8406"/>
    <dgm:cxn modelId="c8407" srcId="8408" destId="8407"/>
    <dgm:cxn modelId="c8408" srcId="8409" destId="8408"/>
    <dgm:cxn modelId="c8409" srcId="8410" destId="8409"/>
    <dgm:cxn modelId="c8410" srcId="8411" destId="8410"/>
    <dgm:cxn modelId="c8411" srcId="8412" destId="8411"/>
    <dgm:cxn modelId="c8412" srcId="8413" destId="8412"/>
    <dgm:cxn modelId="c8413" srcId="8414" destId="8413"/>
    <dgm:cxn modelId="c8414" srcId="8415" destId="8414"/>
    <dgm:cxn modelId="c8415" srcId="8416" destId="8415"/>
    <dgm:cxn modelId="c8416" srcId="8417" destId="8416"/>
    <dgm:cxn modelId="c8417" srcId="8418" destId="8417"/>
    <dgm:cxn modelId="c8418" srcId="8419" destId="8418"/>
    <dgm:cxn modelId="c8419" srcId="8420" destId="8419"/>
    <dgm:cxn modelId="c8420" srcId="8421" destId="8420"/>
    <dgm:cxn modelId="c8421" srcId="8422" destId="8421"/>
    <dgm:cxn modelId="c8422" srcId="8423" destId="8422"/>
    <dgm:cxn modelId="c8423" srcId="8424" destId="8423"/>
    <dgm:cxn modelId="c8424" srcId="8425" destId="8424"/>
    <dgm:cxn modelId="c8425" srcId="8426" destId="8425"/>
    <dgm:cxn modelId="c8426" srcId="8427" destId="8426"/>
    <dgm:cxn modelId="c8427" srcId="8428" destId="8427"/>
    <dgm:cxn modelId="c8428" srcId="8429" destId="8428"/>
    <dgm:cxn modelId="c8429" srcId="8430" destId="8429"/>
    <dgm:cxn modelId="c8430" srcId="8431" destId="8430"/>
    <dgm:cxn modelId="c8431" srcId="8432" destId="8431"/>
    <dgm:cxn modelId="c8432" srcId="8433" destId="8432"/>
    <dgm:cxn modelId="c8433" srcId="8434" destId="8433"/>
    <dgm:cxn modelId="c8434" srcId="8435" destId="8434"/>
    <dgm:cxn modelId="c8435" srcId="8436" destId="8435"/>
    <dgm:cxn modelId="c8436" srcId="8437" destId="8436"/>
    <dgm:cxn modelId="c8437" srcId="8438" destId="8437"/>
    <dgm:cxn modelId="c8438" srcId="8439" destId="8438"/>
    <dgm:cxn modelId="c8439" srcId="8440" destId="8439"/>
    <dgm:cxn modelId="c8440" srcId="8441" destId="8440"/>
    <dgm:cxn modelId="c8441" srcId="8442" destId="8441"/>
    <dgm:cxn modelId="c8442" srcId="8443" destId="8442"/>
    <dgm:cxn modelId="c8443" srcId="8444" destId="8443"/>
    <dgm:cxn modelId="c8444" srcId="8445" destId="8444"/>
    <dgm:cxn modelId="c8445" srcId="8446" destId="8445"/>
    <dgm:cxn modelId="c8446" srcId="8447" destId="8446"/>
    <dgm:cxn modelId="c8447" srcId="8448" destId="8447"/>
    <dgm:cxn modelId="c8448" srcId="8449" destId="8448"/>
    <dgm:cxn modelId="c8449" srcId="8450" destId="8449"/>
    <dgm:cxn modelId="c8450" srcId="8451" destId="8450"/>
    <dgm:cxn modelId="c8451" srcId="8452" destId="8451"/>
    <dgm:cxn modelId="c8452" srcId="8453" destId="8452"/>
    <dgm:cxn modelId="c8453" srcId="8454" destId="8453"/>
    <dgm:cxn modelId="c8454" srcId="8455" destId="8454"/>
    <dgm:cxn modelId="c8455" srcId="8456" destId="8455"/>
    <dgm:cxn modelId="c8456" srcId="8457" destId="8456"/>
    <dgm:cxn modelId="c8457" srcId="8458" destId="8457"/>
    <dgm:cxn modelId="c8458" srcId="8459" destId="8458"/>
    <dgm:cxn modelId="c8459" srcId="8460" destId="8459"/>
    <dgm:cxn modelId="c8460" srcId="8461" destId="8460"/>
    <dgm:cxn modelId="c8461" srcId="8462" destId="8461"/>
    <dgm:cxn modelId="c8462" srcId="8463" destId="8462"/>
    <dgm:cxn modelId="c8463" srcId="8464" destId="8463"/>
    <dgm:cxn modelId="c8464" srcId="8465" destId="8464"/>
    <dgm:cxn modelId="c8465" srcId="8466" destId="8465"/>
    <dgm:cxn modelId="c8466" srcId="8467" destId="8466"/>
    <dgm:cxn modelId="c8467" srcId="8468" destId="8467"/>
    <dgm:cxn modelId="c8468" srcId="8469" destId="8468"/>
    <dgm:cxn modelId="c8469" srcId="8470" destId="8469"/>
    <dgm:cxn modelId="c8470" srcId="8471" destId="8470"/>
    <dgm:cxn modelId="c8471" srcId="8472" destId="8471"/>
    <dgm:cxn modelId="c8472" srcId="8473" destId="8472"/>
    <dgm:cxn modelId="c8473" srcId="8474" destId="8473"/>
    <dgm:cxn modelId="c8474" srcId="8475" destId="8474"/>
    <dgm:cxn modelId="c8475" srcId="8476" destId="8475"/>
    <dgm:cxn modelId="c8476" srcId="8477" destId="8476"/>
    <dgm:cxn modelId="c8477" srcId="8478" destId="8477"/>
    <dgm:cxn modelId="c8478" srcId="8479" destId="8478"/>
    <dgm:cxn modelId="c8479" srcId="8480" destId="8479"/>
    <dgm:cxn modelId="c8480" srcId="8481" destId="8480"/>
    <dgm:cxn modelId="c8481" srcId="8482" destId="8481"/>
    <dgm:cxn modelId="c8482" srcId="8483" destId="8482"/>
    <dgm:cxn modelId="c8483" srcId="8484" destId="8483"/>
    <dgm:cxn modelId="c8484" srcId="8485" destId="8484"/>
    <dgm:cxn modelId="c8485" srcId="8486" destId="8485"/>
    <dgm:cxn modelId="c8486" srcId="8487" destId="8486"/>
    <dgm:cxn modelId="c8487" srcId="8488" destId="8487"/>
    <dgm:cxn modelId="c8488" srcId="8489" destId="8488"/>
    <dgm:cxn modelId="c8489" srcId="8490" destId="8489"/>
    <dgm:cxn modelId="c8490" srcId="8491" destId="8490"/>
    <dgm:cxn modelId="c8491" srcId="8492" destId="8491"/>
    <dgm:cxn modelId="c8492" srcId="8493" destId="8492"/>
    <dgm:cxn modelId="c8493" srcId="8494" destId="8493"/>
    <dgm:cxn modelId="c8494" srcId="8495" destId="8494"/>
    <dgm:cxn modelId="c8495" srcId="8496" destId="8495"/>
    <dgm:cxn modelId="c8496" srcId="8497" destId="8496"/>
    <dgm:cxn modelId="c8497" srcId="8498" destId="8497"/>
    <dgm:cxn modelId="c8498" srcId="8499" destId="8498"/>
    <dgm:cxn modelId="c8499" srcId="8500" destId="8499"/>
    <dgm:cxn modelId="c8500" srcId="8501" destId="8500"/>
    <dgm:cxn modelId="c8501" srcId="8502" destId="8501"/>
    <dgm:cxn modelId="c8502" srcId="8503" destId="8502"/>
    <dgm:cxn modelId="c8503" srcId="8504" destId="8503"/>
    <dgm:cxn modelId="c8504" srcId="8505" destId="8504"/>
    <dgm:cxn modelId="c8505" srcId="8506" destId="8505"/>
    <dgm:cxn modelId="c8506" srcId="8507" destId="8506"/>
    <dgm:cxn modelId="c8507" srcId="8508" destId="8507"/>
    <dgm:cxn modelId="c8508" srcId="8509" destId="8508"/>
    <dgm:cxn modelId="c8509" srcId="8510" destId="8509"/>
    <dgm:cxn modelId="c8510" srcId="8511" destId="8510"/>
    <dgm:cxn modelId="c8511" srcId="8512" destId="8511"/>
    <dgm:cxn modelId="c8512" srcId="8513" destId="8512"/>
    <dgm:cxn modelId="c8513" srcId="8514" destId="8513"/>
    <dgm:cxn modelId="c8514" srcId="8515" destId="8514"/>
    <dgm:cxn modelId="c8515" srcId="8516" destId="8515"/>
    <dgm:cxn modelId="c8516" srcId="8517" destId="8516"/>
    <dgm:cxn modelId="c8517" srcId="8518" destId="8517"/>
    <dgm:cxn modelId="c8518" srcId="8519" destId="8518"/>
    <dgm:cxn modelId="c8519" srcId="8520" destId="8519"/>
    <dgm:cxn modelId="c8520" srcId="8521" destId="8520"/>
    <dgm:cxn modelId="c8521" srcId="8522" destId="8521"/>
    <dgm:cxn modelId="c8522" srcId="8523" destId="8522"/>
    <dgm:cxn modelId="c8523" srcId="8524" destId="8523"/>
    <dgm:cxn modelId="c8524" srcId="8525" destId="8524"/>
    <dgm:cxn modelId="c8525" srcId="8526" destId="8525"/>
    <dgm:cxn modelId="c8526" srcId="8527" destId="8526"/>
    <dgm:cxn modelId="c8527" srcId="8528" destId="8527"/>
    <dgm:cxn modelId="c8528" srcId="8529" destId="8528"/>
    <dgm:cxn modelId="c8529" srcId="8530" destId="8529"/>
    <dgm:cxn modelId="c8530" srcId="8531" destId="8530"/>
    <dgm:cxn modelId="c8531" srcId="8532" destId="8531"/>
    <dgm:cxn modelId="c8532" srcId="8533" destId="8532"/>
    <dgm:cxn modelId="c8533" srcId="8534" destId="8533"/>
    <dgm:cxn modelId="c8534" srcId="8535" destId="8534"/>
    <dgm:cxn modelId="c8535" srcId="8536" destId="8535"/>
    <dgm:cxn modelId="c8536" srcId="8537" destId="8536"/>
    <dgm:cxn modelId="c8537" srcId="8538" destId="8537"/>
    <dgm:cxn modelId="c8538" srcId="8539" destId="8538"/>
    <dgm:cxn modelId="c8539" srcId="8540" destId="8539"/>
    <dgm:cxn modelId="c8540" srcId="8541" destId="8540"/>
    <dgm:cxn modelId="c8541" srcId="8542" destId="8541"/>
    <dgm:cxn modelId="c8542" srcId="8543" destId="8542"/>
    <dgm:cxn modelId="c8543" srcId="8544" destId="8543"/>
    <dgm:cxn modelId="c8544" srcId="8545" destId="8544"/>
    <dgm:cxn modelId="c8545" srcId="8546" destId="8545"/>
    <dgm:cxn modelId="c8546" srcId="8547" destId="8546"/>
    <dgm:cxn modelId="c8547" srcId="8548" destId="8547"/>
    <dgm:cxn modelId="c8548" srcId="8549" destId="8548"/>
    <dgm:cxn modelId="c8549" srcId="8550" destId="8549"/>
    <dgm:cxn modelId="c8550" srcId="8551" destId="8550"/>
    <dgm:cxn modelId="c8551" srcId="8552" destId="8551"/>
    <dgm:cxn modelId="c8552" srcId="8553" destId="8552"/>
    <dgm:cxn modelId="c8553" srcId="8554" destId="8553"/>
    <dgm:cxn modelId="c8554" srcId="8555" destId="8554"/>
    <dgm:cxn modelId="c8555" srcId="8556" destId="8555"/>
    <dgm:cxn modelId="c8556" srcId="8557" destId="8556"/>
    <dgm:cxn modelId="c8557" srcId="8558" destId="8557"/>
    <dgm:cxn modelId="c8558" srcId="8559" destId="8558"/>
    <dgm:cxn modelId="c8559" srcId="8560" destId="8559"/>
    <dgm:cxn modelId="c8560" srcId="8561" destId="8560"/>
    <dgm:cxn modelId="c8561" srcId="8562" destId="8561"/>
    <dgm:cxn modelId="c8562" srcId="8563" destId="8562"/>
    <dgm:cxn modelId="c8563" srcId="8564" destId="8563"/>
    <dgm:cxn modelId="c8564" srcId="8565" destId="8564"/>
    <dgm:cxn modelId="c8565" srcId="8566" destId="8565"/>
    <dgm:cxn modelId="c8566" srcId="8567" destId="8566"/>
    <dgm:cxn modelId="c8567" srcId="8568" destId="8567"/>
    <dgm:cxn modelId="c8568" srcId="8569" destId="8568"/>
    <dgm:cxn modelId="c8569" srcId="8570" destId="8569"/>
    <dgm:cxn modelId="c8570" srcId="8571" destId="8570"/>
    <dgm:cxn modelId="c8571" srcId="8572" destId="8571"/>
    <dgm:cxn modelId="c8572" srcId="8573" destId="8572"/>
    <dgm:cxn modelId="c8573" srcId="8574" destId="8573"/>
    <dgm:cxn modelId="c8574" srcId="8575" destId="8574"/>
    <dgm:cxn modelId="c8575" srcId="8576" destId="8575"/>
    <dgm:cxn modelId="c8576" srcId="8577" destId="8576"/>
    <dgm:cxn modelId="c8577" srcId="8578" destId="8577"/>
    <dgm:cxn modelId="c8578" srcId="8579" destId="8578"/>
    <dgm:cxn modelId="c8579" srcId="8580" destId="8579"/>
    <dgm:cxn modelId="c8580" srcId="8581" destId="8580"/>
    <dgm:cxn modelId="c8581" srcId="8582" destId="8581"/>
    <dgm:cxn modelId="c8582" srcId="8583" destId="8582"/>
    <dgm:cxn modelId="c8583" srcId="8584" destId="8583"/>
    <dgm:cxn modelId="c8584" srcId="8585" destId="8584"/>
    <dgm:cxn modelId="c8585" srcId="8586" destId="8585"/>
    <dgm:cxn modelId="c8586" srcId="8587" destId="8586"/>
    <dgm:cxn modelId="c8587" srcId="8588" destId="8587"/>
    <dgm:cxn modelId="c8588" srcId="8589" destId="8588"/>
    <dgm:cxn modelId="c8589" srcId="8590" destId="8589"/>
    <dgm:cxn modelId="c8590" srcId="8591" destId="8590"/>
    <dgm:cxn modelId="c8591" srcId="8592" destId="8591"/>
    <dgm:cxn modelId="c8592" srcId="8593" destId="8592"/>
    <dgm:cxn modelId="c8593" srcId="8594" destId="8593"/>
    <dgm:cxn modelId="c8594" srcId="8595" destId="8594"/>
    <dgm:cxn modelId="c8595" srcId="8596" destId="8595"/>
    <dgm:cxn modelId="c8596" srcId="8597" destId="8596"/>
    <dgm:cxn modelId="c8597" srcId="8598" destId="8597"/>
    <dgm:cxn modelId="c8598" srcId="8599" destId="8598"/>
    <dgm:cxn modelId="c8599" srcId="8600" destId="8599"/>
    <dgm:cxn modelId="c8600" srcId="8601" destId="8600"/>
    <dgm:cxn modelId="c8601" srcId="8602" destId="8601"/>
    <dgm:cxn modelId="c8602" srcId="8603" destId="8602"/>
    <dgm:cxn modelId="c8603" srcId="8604" destId="8603"/>
    <dgm:cxn modelId="c8604" srcId="8605" destId="8604"/>
    <dgm:cxn modelId="c8605" srcId="8606" destId="8605"/>
    <dgm:cxn modelId="c8606" srcId="8607" destId="8606"/>
    <dgm:cxn modelId="c8607" srcId="8608" destId="8607"/>
    <dgm:cxn modelId="c8608" srcId="8609" destId="8608"/>
    <dgm:cxn modelId="c8609" srcId="8610" destId="8609"/>
    <dgm:cxn modelId="c8610" srcId="8611" destId="8610"/>
    <dgm:cxn modelId="c8611" srcId="8612" destId="8611"/>
    <dgm:cxn modelId="c8612" srcId="8613" destId="8612"/>
    <dgm:cxn modelId="c8613" srcId="8614" destId="8613"/>
    <dgm:cxn modelId="c8614" srcId="8615" destId="8614"/>
    <dgm:cxn modelId="c8615" srcId="8616" destId="8615"/>
    <dgm:cxn modelId="c8616" srcId="8617" destId="8616"/>
    <dgm:cxn modelId="c8617" srcId="8618" destId="8617"/>
    <dgm:cxn modelId="c8618" srcId="8619" destId="8618"/>
    <dgm:cxn modelId="c8619" srcId="8620" destId="8619"/>
    <dgm:cxn modelId="c8620" srcId="8621" destId="8620"/>
    <dgm:cxn modelId="c8621" srcId="8622" destId="8621"/>
    <dgm:cxn modelId="c8622" srcId="8623" destId="8622"/>
    <dgm:cxn modelId="c8623" srcId="8624" destId="8623"/>
    <dgm:cxn modelId="c8624" srcId="8625" destId="8624"/>
    <dgm:cxn modelId="c8625" srcId="8626" destId="8625"/>
    <dgm:cxn modelId="c8626" srcId="8627" destId="8626"/>
    <dgm:cxn modelId="c8627" srcId="8628" destId="8627"/>
    <dgm:cxn modelId="c8628" srcId="8629" destId="8628"/>
    <dgm:cxn modelId="c8629" srcId="8630" destId="8629"/>
    <dgm:cxn modelId="c8630" srcId="8631" destId="8630"/>
    <dgm:cxn modelId="c8631" srcId="8632" destId="8631"/>
    <dgm:cxn modelId="c8632" srcId="8633" destId="8632"/>
    <dgm:cxn modelId="c8633" srcId="8634" destId="8633"/>
    <dgm:cxn modelId="c8634" srcId="8635" destId="8634"/>
    <dgm:cxn modelId="c8635" srcId="8636" destId="8635"/>
    <dgm:cxn modelId="c8636" srcId="8637" destId="8636"/>
    <dgm:cxn modelId="c8637" srcId="8638" destId="8637"/>
    <dgm:cxn modelId="c8638" srcId="8639" destId="8638"/>
    <dgm:cxn modelId="c8639" srcId="8640" destId="8639"/>
    <dgm:cxn modelId="c8640" srcId="8641" destId="8640"/>
    <dgm:cxn modelId="c8641" srcId="8642" destId="8641"/>
    <dgm:cxn modelId="c8642" srcId="8643" destId="8642"/>
    <dgm:cxn modelId="c8643" srcId="8644" destId="8643"/>
    <dgm:cxn modelId="c8644" srcId="8645" destId="8644"/>
    <dgm:cxn modelId="c8645" srcId="8646" destId="8645"/>
    <dgm:cxn modelId="c8646" srcId="8647" destId="8646"/>
    <dgm:cxn modelId="c8647" srcId="8648" destId="8647"/>
    <dgm:cxn modelId="c8648" srcId="8649" destId="8648"/>
    <dgm:cxn modelId="c8649" srcId="8650" destId="8649"/>
    <dgm:cxn modelId="c8650" srcId="8651" destId="8650"/>
    <dgm:cxn modelId="c8651" srcId="8652" destId="8651"/>
    <dgm:cxn modelId="c8652" srcId="8653" destId="8652"/>
    <dgm:cxn modelId="c8653" srcId="8654" destId="8653"/>
    <dgm:cxn modelId="c8654" srcId="8655" destId="8654"/>
    <dgm:cxn modelId="c8655" srcId="8656" destId="8655"/>
    <dgm:cxn modelId="c8656" srcId="8657" destId="8656"/>
    <dgm:cxn modelId="c8657" srcId="8658" destId="8657"/>
    <dgm:cxn modelId="c8658" srcId="8659" destId="8658"/>
    <dgm:cxn modelId="c8659" srcId="8660" destId="8659"/>
    <dgm:cxn modelId="c8660" srcId="8661" destId="8660"/>
    <dgm:cxn modelId="c8661" srcId="8662" destId="8661"/>
    <dgm:cxn modelId="c8662" srcId="8663" destId="8662"/>
    <dgm:cxn modelId="c8663" srcId="8664" destId="8663"/>
    <dgm:cxn modelId="c8664" srcId="8665" destId="8664"/>
    <dgm:cxn modelId="c8665" srcId="8666" destId="8665"/>
    <dgm:cxn modelId="c8666" srcId="8667" destId="8666"/>
    <dgm:cxn modelId="c8667" srcId="8668" destId="8667"/>
    <dgm:cxn modelId="c8668" srcId="8669" destId="8668"/>
    <dgm:cxn modelId="c8669" srcId="8670" destId="8669"/>
    <dgm:cxn modelId="c8670" srcId="8671" destId="8670"/>
    <dgm:cxn modelId="c8671" srcId="8672" destId="8671"/>
    <dgm:cxn modelId="c8672" srcId="8673" destId="8672"/>
    <dgm:cxn modelId="c8673" srcId="8674" destId="8673"/>
    <dgm:cxn modelId="c8674" srcId="8675" destId="8674"/>
    <dgm:cxn modelId="c8675" srcId="8676" destId="8675"/>
    <dgm:cxn modelId="c8676" srcId="8677" destId="8676"/>
    <dgm:cxn modelId="c8677" srcId="8678" destId="8677"/>
    <dgm:cxn modelId="c8678" srcId="8679" destId="8678"/>
    <dgm:cxn modelId="c8679" srcId="8680" destId="8679"/>
    <dgm:cxn modelId="c8680" srcId="8681" destId="8680"/>
    <dgm:cxn modelId="c8681" srcId="8682" destId="8681"/>
    <dgm:cxn modelId="c8682" srcId="8683" destId="8682"/>
    <dgm:cxn modelId="c8683" srcId="8684" destId="8683"/>
    <dgm:cxn modelId="c8684" srcId="8685" destId="8684"/>
    <dgm:cxn modelId="c8685" srcId="8686" destId="8685"/>
    <dgm:cxn modelId="c8686" srcId="8687" destId="8686"/>
    <dgm:cxn modelId="c8687" srcId="8688" destId="8687"/>
    <dgm:cxn modelId="c8688" srcId="8689" destId="8688"/>
    <dgm:cxn modelId="c8689" srcId="8690" destId="8689"/>
    <dgm:cxn modelId="c8690" srcId="8691" destId="8690"/>
    <dgm:cxn modelId="c8691" srcId="8692" destId="8691"/>
    <dgm:cxn modelId="c8692" srcId="8693" destId="8692"/>
    <dgm:cxn modelId="c8693" srcId="8694" destId="8693"/>
    <dgm:cxn modelId="c8694" srcId="8695" destId="8694"/>
    <dgm:cxn modelId="c8695" srcId="8696" destId="8695"/>
    <dgm:cxn modelId="c8696" srcId="8697" destId="8696"/>
    <dgm:cxn modelId="c8697" srcId="8698" destId="8697"/>
    <dgm:cxn modelId="c8698" srcId="8699" destId="8698"/>
    <dgm:cxn modelId="c8699" srcId="8700" destId="8699"/>
    <dgm:cxn modelId="c8700" srcId="8701" destId="8700"/>
    <dgm:cxn modelId="c8701" srcId="8702" destId="8701"/>
    <dgm:cxn modelId="c8702" srcId="8703" destId="8702"/>
    <dgm:cxn modelId="c8703" srcId="8704" destId="8703"/>
    <dgm:cxn modelId="c8704" srcId="8705" destId="8704"/>
    <dgm:cxn modelId="c8705" srcId="8706" destId="8705"/>
    <dgm:cxn modelId="c8706" srcId="8707" destId="8706"/>
    <dgm:cxn modelId="c8707" srcId="8708" destId="8707"/>
    <dgm:cxn modelId="c8708" srcId="8709" destId="8708"/>
    <dgm:cxn modelId="c8709" srcId="8710" destId="8709"/>
    <dgm:cxn modelId="c8710" srcId="8711" destId="8710"/>
    <dgm:cxn modelId="c8711" srcId="8712" destId="8711"/>
    <dgm:cxn modelId="c8712" srcId="8713" destId="8712"/>
    <dgm:cxn modelId="c8713" srcId="8714" destId="8713"/>
    <dgm:cxn modelId="c8714" srcId="8715" destId="8714"/>
    <dgm:cxn modelId="c8715" srcId="8716" destId="8715"/>
    <dgm:cxn modelId="c8716" srcId="8717" destId="8716"/>
    <dgm:cxn modelId="c8717" srcId="8718" destId="8717"/>
    <dgm:cxn modelId="c8718" srcId="8719" destId="8718"/>
    <dgm:cxn modelId="c8719" srcId="8720" destId="8719"/>
    <dgm:cxn modelId="c8720" srcId="8721" destId="8720"/>
    <dgm:cxn modelId="c8721" srcId="8722" destId="8721"/>
    <dgm:cxn modelId="c8722" srcId="8723" destId="8722"/>
    <dgm:cxn modelId="c8723" srcId="8724" destId="8723"/>
    <dgm:cxn modelId="c8724" srcId="8725" destId="8724"/>
    <dgm:cxn modelId="c8725" srcId="8726" destId="8725"/>
    <dgm:cxn modelId="c8726" srcId="8727" destId="8726"/>
    <dgm:cxn modelId="c8727" srcId="8728" destId="8727"/>
    <dgm:cxn modelId="c8728" srcId="8729" destId="8728"/>
    <dgm:cxn modelId="c8729" srcId="8730" destId="8729"/>
    <dgm:cxn modelId="c8730" srcId="8731" destId="8730"/>
    <dgm:cxn modelId="c8731" srcId="8732" destId="8731"/>
    <dgm:cxn modelId="c8732" srcId="8733" destId="8732"/>
    <dgm:cxn modelId="c8733" srcId="8734" destId="8733"/>
    <dgm:cxn modelId="c8734" srcId="8735" destId="8734"/>
    <dgm:cxn modelId="c8735" srcId="8736" destId="8735"/>
    <dgm:cxn modelId="c8736" srcId="8737" destId="8736"/>
    <dgm:cxn modelId="c8737" srcId="8738" destId="8737"/>
    <dgm:cxn modelId="c8738" srcId="8739" destId="8738"/>
    <dgm:cxn modelId="c8739" srcId="8740" destId="8739"/>
    <dgm:cxn modelId="c8740" srcId="8741" destId="8740"/>
    <dgm:cxn modelId="c8741" srcId="8742" destId="8741"/>
    <dgm:cxn modelId="c8742" srcId="8743" destId="8742"/>
    <dgm:cxn modelId="c8743" srcId="8744" destId="8743"/>
    <dgm:cxn modelId="c8744" srcId="8745" destId="8744"/>
    <dgm:cxn modelId="c8745" srcId="8746" destId="8745"/>
    <dgm:cxn modelId="c8746" srcId="8747" destId="8746"/>
    <dgm:cxn modelId="c8747" srcId="8748" destId="8747"/>
    <dgm:cxn modelId="c8748" srcId="8749" destId="8748"/>
    <dgm:cxn modelId="c8749" srcId="8750" destId="8749"/>
    <dgm:cxn modelId="c8750" srcId="8751" destId="8750"/>
    <dgm:cxn modelId="c8751" srcId="8752" destId="8751"/>
    <dgm:cxn modelId="c8752" srcId="8753" destId="8752"/>
    <dgm:cxn modelId="c8753" srcId="8754" destId="8753"/>
    <dgm:cxn modelId="c8754" srcId="8755" destId="8754"/>
    <dgm:cxn modelId="c8755" srcId="8756" destId="8755"/>
    <dgm:cxn modelId="c8756" srcId="8757" destId="8756"/>
    <dgm:cxn modelId="c8757" srcId="8758" destId="8757"/>
    <dgm:cxn modelId="c8758" srcId="8759" destId="8758"/>
    <dgm:cxn modelId="c8759" srcId="8760" destId="8759"/>
    <dgm:cxn modelId="c8760" srcId="8761" destId="8760"/>
    <dgm:cxn modelId="c8761" srcId="8762" destId="8761"/>
    <dgm:cxn modelId="c8762" srcId="8763" destId="8762"/>
    <dgm:cxn modelId="c8763" srcId="8764" destId="8763"/>
    <dgm:cxn modelId="c8764" srcId="8765" destId="8764"/>
    <dgm:cxn modelId="c8765" srcId="8766" destId="8765"/>
    <dgm:cxn modelId="c8766" srcId="8767" destId="8766"/>
    <dgm:cxn modelId="c8767" srcId="8768" destId="8767"/>
    <dgm:cxn modelId="c8768" srcId="8769" destId="8768"/>
    <dgm:cxn modelId="c8769" srcId="8770" destId="8769"/>
    <dgm:cxn modelId="c8770" srcId="8771" destId="8770"/>
    <dgm:cxn modelId="c8771" srcId="8772" destId="8771"/>
    <dgm:cxn modelId="c8772" srcId="8773" destId="8772"/>
    <dgm:cxn modelId="c8773" srcId="8774" destId="8773"/>
    <dgm:cxn modelId="c8774" srcId="8775" destId="8774"/>
    <dgm:cxn modelId="c8775" srcId="8776" destId="8775"/>
    <dgm:cxn modelId="c8776" srcId="8777" destId="8776"/>
    <dgm:cxn modelId="c8777" srcId="8778" destId="8777"/>
    <dgm:cxn modelId="c8778" srcId="8779" destId="8778"/>
    <dgm:cxn modelId="c8779" srcId="8780" destId="8779"/>
    <dgm:cxn modelId="c8780" srcId="8781" destId="8780"/>
    <dgm:cxn modelId="c8781" srcId="8782" destId="8781"/>
    <dgm:cxn modelId="c8782" srcId="8783" destId="8782"/>
    <dgm:cxn modelId="c8783" srcId="8784" destId="8783"/>
    <dgm:cxn modelId="c8784" srcId="8785" destId="8784"/>
    <dgm:cxn modelId="c8785" srcId="8786" destId="8785"/>
    <dgm:cxn modelId="c8786" srcId="8787" destId="8786"/>
    <dgm:cxn modelId="c8787" srcId="8788" destId="8787"/>
    <dgm:cxn modelId="c8788" srcId="8789" destId="8788"/>
    <dgm:cxn modelId="c8789" srcId="8790" destId="8789"/>
    <dgm:cxn modelId="c8790" srcId="8791" destId="8790"/>
    <dgm:cxn modelId="c8791" srcId="8792" destId="8791"/>
    <dgm:cxn modelId="c8792" srcId="8793" destId="8792"/>
    <dgm:cxn modelId="c8793" srcId="8794" destId="8793"/>
    <dgm:cxn modelId="c8794" srcId="8795" destId="8794"/>
    <dgm:cxn modelId="c8795" srcId="8796" destId="8795"/>
    <dgm:cxn modelId="c8796" srcId="8797" destId="8796"/>
    <dgm:cxn modelId="c8797" srcId="8798" destId="8797"/>
    <dgm:cxn modelId="c8798" srcId="8799" destId="8798"/>
    <dgm:cxn modelId="c8799" srcId="8800" destId="8799"/>
    <dgm:cxn modelId="c8800" srcId="8801" destId="8800"/>
    <dgm:cxn modelId="c8801" srcId="8802" destId="8801"/>
    <dgm:cxn modelId="c8802" srcId="8803" destId="8802"/>
    <dgm:cxn modelId="c8803" srcId="8804" destId="8803"/>
    <dgm:cxn modelId="c8804" srcId="8805" destId="8804"/>
    <dgm:cxn modelId="c8805" srcId="8806" destId="8805"/>
    <dgm:cxn modelId="c8806" srcId="8807" destId="8806"/>
    <dgm:cxn modelId="c8807" srcId="8808" destId="8807"/>
    <dgm:cxn modelId="c8808" srcId="8809" destId="8808"/>
    <dgm:cxn modelId="c8809" srcId="8810" destId="8809"/>
    <dgm:cxn modelId="c8810" srcId="8811" destId="8810"/>
    <dgm:cxn modelId="c8811" srcId="8812" destId="8811"/>
    <dgm:cxn modelId="c8812" srcId="8813" destId="8812"/>
    <dgm:cxn modelId="c8813" srcId="8814" destId="8813"/>
    <dgm:cxn modelId="c8814" srcId="8815" destId="8814"/>
    <dgm:cxn modelId="c8815" srcId="8816" destId="8815"/>
    <dgm:cxn modelId="c8816" srcId="8817" destId="8816"/>
    <dgm:cxn modelId="c8817" srcId="8818" destId="8817"/>
    <dgm:cxn modelId="c8818" srcId="8819" destId="8818"/>
    <dgm:cxn modelId="c8819" srcId="8820" destId="8819"/>
    <dgm:cxn modelId="c8820" srcId="8821" destId="8820"/>
    <dgm:cxn modelId="c8821" srcId="8822" destId="8821"/>
    <dgm:cxn modelId="c8822" srcId="8823" destId="8822"/>
    <dgm:cxn modelId="c8823" srcId="8824" destId="8823"/>
    <dgm:cxn modelId="c8824" srcId="8825" destId="8824"/>
    <dgm:cxn modelId="c8825" srcId="8826" destId="8825"/>
    <dgm:cxn modelId="c8826" srcId="8827" destId="8826"/>
    <dgm:cxn modelId="c8827" srcId="8828" destId="8827"/>
    <dgm:cxn modelId="c8828" srcId="8829" destId="8828"/>
    <dgm:cxn modelId="c8829" srcId="8830" destId="8829"/>
    <dgm:cxn modelId="c8830" srcId="8831" destId="8830"/>
    <dgm:cxn modelId="c8831" srcId="8832" destId="8831"/>
    <dgm:cxn modelId="c8832" srcId="8833" destId="8832"/>
    <dgm:cxn modelId="c8833" srcId="8834" destId="8833"/>
    <dgm:cxn modelId="c8834" srcId="8835" destId="8834"/>
    <dgm:cxn modelId="c8835" srcId="8836" destId="8835"/>
    <dgm:cxn modelId="c8836" srcId="8837" destId="8836"/>
    <dgm:cxn modelId="c8837" srcId="8838" destId="8837"/>
    <dgm:cxn modelId="c8838" srcId="8839" destId="8838"/>
    <dgm:cxn modelId="c8839" srcId="8840" destId="8839"/>
    <dgm:cxn modelId="c8840" srcId="8841" destId="8840"/>
    <dgm:cxn modelId="c8841" srcId="8842" destId="8841"/>
    <dgm:cxn modelId="c8842" srcId="8843" destId="8842"/>
    <dgm:cxn modelId="c8843" srcId="8844" destId="8843"/>
    <dgm:cxn modelId="c8844" srcId="8845" destId="8844"/>
    <dgm:cxn modelId="c8845" srcId="8846" destId="8845"/>
    <dgm:cxn modelId="c8846" srcId="8847" destId="8846"/>
    <dgm:cxn modelId="c8847" srcId="8848" destId="8847"/>
    <dgm:cxn modelId="c8848" srcId="8849" destId="8848"/>
    <dgm:cxn modelId="c8849" srcId="8850" destId="8849"/>
    <dgm:cxn modelId="c8850" srcId="8851" destId="8850"/>
    <dgm:cxn modelId="c8851" srcId="8852" destId="8851"/>
    <dgm:cxn modelId="c8852" srcId="8853" destId="8852"/>
    <dgm:cxn modelId="c8853" srcId="8854" destId="8853"/>
    <dgm:cxn modelId="c8854" srcId="8855" destId="8854"/>
    <dgm:cxn modelId="c8855" srcId="8856" destId="8855"/>
    <dgm:cxn modelId="c8856" srcId="8857" destId="8856"/>
    <dgm:cxn modelId="c8857" srcId="8858" destId="8857"/>
    <dgm:cxn modelId="c8858" srcId="8859" destId="8858"/>
    <dgm:cxn modelId="c8859" srcId="8860" destId="8859"/>
    <dgm:cxn modelId="c8860" srcId="8861" destId="8860"/>
    <dgm:cxn modelId="c8861" srcId="8862" destId="8861"/>
    <dgm:cxn modelId="c8862" srcId="8863" destId="8862"/>
    <dgm:cxn modelId="c8863" srcId="8864" destId="8863"/>
    <dgm:cxn modelId="c8864" srcId="8865" destId="8864"/>
    <dgm:cxn modelId="c8865" srcId="8866" destId="8865"/>
    <dgm:cxn modelId="c8866" srcId="8867" destId="8866"/>
    <dgm:cxn modelId="c8867" srcId="8868" destId="8867"/>
    <dgm:cxn modelId="c8868" srcId="8869" destId="8868"/>
    <dgm:cxn modelId="c8869" srcId="8870" destId="8869"/>
    <dgm:cxn modelId="c8870" srcId="8871" destId="8870"/>
    <dgm:cxn modelId="c8871" srcId="8872" destId="8871"/>
    <dgm:cxn modelId="c8872" srcId="8873" destId="8872"/>
    <dgm:cxn modelId="c8873" srcId="8874" destId="8873"/>
    <dgm:cxn modelId="c8874" srcId="8875" destId="8874"/>
    <dgm:cxn modelId="c8875" srcId="8876" destId="8875"/>
    <dgm:cxn modelId="c8876" srcId="8877" destId="8876"/>
    <dgm:cxn modelId="c8877" srcId="8878" destId="8877"/>
    <dgm:cxn modelId="c8878" srcId="8879" destId="8878"/>
    <dgm:cxn modelId="c8879" srcId="8880" destId="8879"/>
    <dgm:cxn modelId="c8880" srcId="8881" destId="8880"/>
    <dgm:cxn modelId="c8881" srcId="8882" destId="8881"/>
    <dgm:cxn modelId="c8882" srcId="8883" destId="8882"/>
    <dgm:cxn modelId="c8883" srcId="8884" destId="8883"/>
    <dgm:cxn modelId="c8884" srcId="8885" destId="8884"/>
    <dgm:cxn modelId="c8885" srcId="8886" destId="8885"/>
    <dgm:cxn modelId="c8886" srcId="8887" destId="8886"/>
    <dgm:cxn modelId="c8887" srcId="8888" destId="8887"/>
    <dgm:cxn modelId="c8888" srcId="8889" destId="8888"/>
    <dgm:cxn modelId="c8889" srcId="8890" destId="8889"/>
    <dgm:cxn modelId="c8890" srcId="8891" destId="8890"/>
    <dgm:cxn modelId="c8891" srcId="8892" destId="8891"/>
    <dgm:cxn modelId="c8892" srcId="8893" destId="8892"/>
    <dgm:cxn modelId="c8893" srcId="8894" destId="8893"/>
    <dgm:cxn modelId="c8894" srcId="8895" destId="8894"/>
    <dgm:cxn modelId="c8895" srcId="8896" destId="8895"/>
    <dgm:cxn modelId="c8896" srcId="8897" destId="8896"/>
    <dgm:cxn modelId="c8897" srcId="8898" destId="8897"/>
    <dgm:cxn modelId="c8898" srcId="8899" destId="8898"/>
    <dgm:cxn modelId="c8899" srcId="8900" destId="8899"/>
    <dgm:cxn modelId="c8900" srcId="8901" destId="8900"/>
    <dgm:cxn modelId="c8901" srcId="8902" destId="8901"/>
    <dgm:cxn modelId="c8902" srcId="8903" destId="8902"/>
    <dgm:cxn modelId="c8903" srcId="8904" destId="8903"/>
    <dgm:cxn modelId="c8904" srcId="8905" destId="8904"/>
    <dgm:cxn modelId="c8905" srcId="8906" destId="8905"/>
    <dgm:cxn modelId="c8906" srcId="8907" destId="8906"/>
    <dgm:cxn modelId="c8907" srcId="8908" destId="8907"/>
    <dgm:cxn modelId="c8908" srcId="8909" destId="8908"/>
    <dgm:cxn modelId="c8909" srcId="8910" destId="8909"/>
    <dgm:cxn modelId="c8910" srcId="8911" destId="8910"/>
    <dgm:cxn modelId="c8911" srcId="8912" destId="8911"/>
    <dgm:cxn modelId="c8912" srcId="8913" destId="8912"/>
    <dgm:cxn modelId="c8913" srcId="8914" destId="8913"/>
    <dgm:cxn modelId="c8914" srcId="8915" destId="8914"/>
    <dgm:cxn modelId="c8915" srcId="8916" destId="8915"/>
    <dgm:cxn modelId="c8916" srcId="8917" destId="8916"/>
    <dgm:cxn modelId="c8917" srcId="8918" destId="8917"/>
    <dgm:cxn modelId="c8918" srcId="8919" destId="8918"/>
    <dgm:cxn modelId="c8919" srcId="8920" destId="8919"/>
    <dgm:cxn modelId="c8920" srcId="8921" destId="8920"/>
    <dgm:cxn modelId="c8921" srcId="8922" destId="8921"/>
    <dgm:cxn modelId="c8922" srcId="8923" destId="8922"/>
    <dgm:cxn modelId="c8923" srcId="8924" destId="8923"/>
    <dgm:cxn modelId="c8924" srcId="8925" destId="8924"/>
    <dgm:cxn modelId="c8925" srcId="8926" destId="8925"/>
    <dgm:cxn modelId="c8926" srcId="8927" destId="8926"/>
    <dgm:cxn modelId="c8927" srcId="8928" destId="8927"/>
    <dgm:cxn modelId="c8928" srcId="8929" destId="8928"/>
    <dgm:cxn modelId="c8929" srcId="8930" destId="8929"/>
    <dgm:cxn modelId="c8930" srcId="8931" destId="8930"/>
    <dgm:cxn modelId="c8931" srcId="8932" destId="8931"/>
    <dgm:cxn modelId="c8932" srcId="8933" destId="8932"/>
    <dgm:cxn modelId="c8933" srcId="8934" destId="8933"/>
    <dgm:cxn modelId="c8934" srcId="8935" destId="8934"/>
    <dgm:cxn modelId="c8935" srcId="8936" destId="8935"/>
    <dgm:cxn modelId="c8936" srcId="8937" destId="8936"/>
    <dgm:cxn modelId="c8937" srcId="8938" destId="8937"/>
    <dgm:cxn modelId="c8938" srcId="8939" destId="8938"/>
    <dgm:cxn modelId="c8939" srcId="8940" destId="8939"/>
    <dgm:cxn modelId="c8940" srcId="8941" destId="8940"/>
    <dgm:cxn modelId="c8941" srcId="8942" destId="8941"/>
    <dgm:cxn modelId="c8942" srcId="8943" destId="8942"/>
    <dgm:cxn modelId="c8943" srcId="8944" destId="8943"/>
    <dgm:cxn modelId="c8944" srcId="8945" destId="8944"/>
    <dgm:cxn modelId="c8945" srcId="8946" destId="8945"/>
    <dgm:cxn modelId="c8946" srcId="8947" destId="8946"/>
    <dgm:cxn modelId="c8947" srcId="8948" destId="8947"/>
    <dgm:cxn modelId="c8948" srcId="8949" destId="8948"/>
    <dgm:cxn modelId="c8949" srcId="8950" destId="8949"/>
    <dgm:cxn modelId="c8950" srcId="8951" destId="8950"/>
    <dgm:cxn modelId="c8951" srcId="8952" destId="8951"/>
    <dgm:cxn modelId="c8952" srcId="8953" destId="8952"/>
    <dgm:cxn modelId="c8953" srcId="8954" destId="8953"/>
    <dgm:cxn modelId="c8954" srcId="8955" destId="8954"/>
    <dgm:cxn modelId="c8955" srcId="8956" destId="8955"/>
    <dgm:cxn modelId="c8956" srcId="8957" destId="8956"/>
    <dgm:cxn modelId="c8957" srcId="8958" destId="8957"/>
    <dgm:cxn modelId="c8958" srcId="8959" destId="8958"/>
    <dgm:cxn modelId="c8959" srcId="8960" destId="8959"/>
    <dgm:cxn modelId="c8960" srcId="8961" destId="8960"/>
    <dgm:cxn modelId="c8961" srcId="8962" destId="8961"/>
    <dgm:cxn modelId="c8962" srcId="8963" destId="8962"/>
    <dgm:cxn modelId="c8963" srcId="8964" destId="8963"/>
    <dgm:cxn modelId="c8964" srcId="8965" destId="8964"/>
    <dgm:cxn modelId="c8965" srcId="8966" destId="8965"/>
    <dgm:cxn modelId="c8966" srcId="8967" destId="8966"/>
    <dgm:cxn modelId="c8967" srcId="8968" destId="8967"/>
    <dgm:cxn modelId="c8968" srcId="8969" destId="8968"/>
    <dgm:cxn modelId="c8969" srcId="8970" destId="8969"/>
    <dgm:cxn modelId="c8970" srcId="8971" destId="8970"/>
    <dgm:cxn modelId="c8971" srcId="8972" destId="8971"/>
    <dgm:cxn modelId="c8972" srcId="8973" destId="8972"/>
    <dgm:cxn modelId="c8973" srcId="8974" destId="8973"/>
    <dgm:cxn modelId="c8974" srcId="8975" destId="8974"/>
    <dgm:cxn modelId="c8975" srcId="8976" destId="8975"/>
    <dgm:cxn modelId="c8976" srcId="8977" destId="8976"/>
    <dgm:cxn modelId="c8977" srcId="8978" destId="8977"/>
    <dgm:cxn modelId="c8978" srcId="8979" destId="8978"/>
    <dgm:cxn modelId="c8979" srcId="8980" destId="8979"/>
    <dgm:cxn modelId="c8980" srcId="8981" destId="8980"/>
    <dgm:cxn modelId="c8981" srcId="8982" destId="8981"/>
    <dgm:cxn modelId="c8982" srcId="8983" destId="8982"/>
    <dgm:cxn modelId="c8983" srcId="8984" destId="8983"/>
    <dgm:cxn modelId="c8984" srcId="8985" destId="8984"/>
    <dgm:cxn modelId="c8985" srcId="8986" destId="8985"/>
    <dgm:cxn modelId="c8986" srcId="8987" destId="8986"/>
    <dgm:cxn modelId="c8987" srcId="8988" destId="8987"/>
    <dgm:cxn modelId="c8988" srcId="8989" destId="8988"/>
    <dgm:cxn modelId="c8989" srcId="8990" destId="8989"/>
    <dgm:cxn modelId="c8990" srcId="8991" destId="8990"/>
    <dgm:cxn modelId="c8991" srcId="8992" destId="8991"/>
    <dgm:cxn modelId="c8992" srcId="8993" destId="8992"/>
    <dgm:cxn modelId="c8993" srcId="8994" destId="8993"/>
    <dgm:cxn modelId="c8994" srcId="8995" destId="8994"/>
    <dgm:cxn modelId="c8995" srcId="8996" destId="8995"/>
    <dgm:cxn modelId="c8996" srcId="8997" destId="8996"/>
    <dgm:cxn modelId="c8997" srcId="8998" destId="8997"/>
    <dgm:cxn modelId="c8998" srcId="8999" destId="8998"/>
    <dgm:cxn modelId="c8999" srcId="9000" destId="8999"/>
    <dgm:cxn modelId="c9000" srcId="9001" destId="9000"/>
    <dgm:cxn modelId="c9001" srcId="9002" destId="9001"/>
    <dgm:cxn modelId="c9002" srcId="9003" destId="9002"/>
    <dgm:cxn modelId="c9003" srcId="9004" destId="9003"/>
    <dgm:cxn modelId="c9004" srcId="9005" destId="9004"/>
    <dgm:cxn modelId="c9005" srcId="9006" destId="9005"/>
    <dgm:cxn modelId="c9006" srcId="9007" destId="9006"/>
    <dgm:cxn modelId="c9007" srcId="9008" destId="9007"/>
    <dgm:cxn modelId="c9008" srcId="9009" destId="9008"/>
    <dgm:cxn modelId="c9009" srcId="9010" destId="9009"/>
    <dgm:cxn modelId="c9010" srcId="9011" destId="9010"/>
    <dgm:cxn modelId="c9011" srcId="9012" destId="9011"/>
    <dgm:cxn modelId="c9012" srcId="9013" destId="9012"/>
    <dgm:cxn modelId="c9013" srcId="9014" destId="9013"/>
    <dgm:cxn modelId="c9014" srcId="9015" destId="9014"/>
    <dgm:cxn modelId="c9015" srcId="9016" destId="9015"/>
    <dgm:cxn modelId="c9016" srcId="9017" destId="9016"/>
    <dgm:cxn modelId="c9017" srcId="9018" destId="9017"/>
    <dgm:cxn modelId="c9018" srcId="9019" destId="9018"/>
    <dgm:cxn modelId="c9019" srcId="9020" destId="9019"/>
    <dgm:cxn modelId="c9020" srcId="9021" destId="9020"/>
    <dgm:cxn modelId="c9021" srcId="9022" destId="9021"/>
    <dgm:cxn modelId="c9022" srcId="9023" destId="9022"/>
    <dgm:cxn modelId="c9023" srcId="9024" destId="9023"/>
    <dgm:cxn modelId="c9024" srcId="9025" destId="9024"/>
    <dgm:cxn modelId="c9025" srcId="9026" destId="9025"/>
    <dgm:cxn modelId="c9026" srcId="9027" destId="9026"/>
    <dgm:cxn modelId="c9027" srcId="9028" destId="9027"/>
    <dgm:cxn modelId="c9028" srcId="9029" destId="9028"/>
    <dgm:cxn modelId="c9029" srcId="9030" destId="9029"/>
    <dgm:cxn modelId="c9030" srcId="9031" destId="9030"/>
    <dgm:cxn modelId="c9031" srcId="9032" destId="9031"/>
    <dgm:cxn modelId="c9032" srcId="9033" destId="9032"/>
    <dgm:cxn modelId="c9033" srcId="9034" destId="9033"/>
    <dgm:cxn modelId="c9034" srcId="9035" destId="9034"/>
    <dgm:cxn modelId="c9035" srcId="9036" destId="9035"/>
    <dgm:cxn modelId="c9036" srcId="9037" destId="9036"/>
    <dgm:cxn modelId="c9037" srcId="9038" destId="9037"/>
    <dgm:cxn modelId="c9038" srcId="9039" destId="9038"/>
    <dgm:cxn modelId="c9039" srcId="9040" destId="9039"/>
    <dgm:cxn modelId="c9040" srcId="9041" destId="9040"/>
    <dgm:cxn modelId="c9041" srcId="9042" destId="9041"/>
    <dgm:cxn modelId="c9042" srcId="9043" destId="9042"/>
    <dgm:cxn modelId="c9043" srcId="9044" destId="9043"/>
    <dgm:cxn modelId="c9044" srcId="9045" destId="9044"/>
    <dgm:cxn modelId="c9045" srcId="9046" destId="9045"/>
    <dgm:cxn modelId="c9046" srcId="9047" destId="9046"/>
    <dgm:cxn modelId="c9047" srcId="9048" destId="9047"/>
    <dgm:cxn modelId="c9048" srcId="9049" destId="9048"/>
    <dgm:cxn modelId="c9049" srcId="9050" destId="9049"/>
    <dgm:cxn modelId="c9050" srcId="9051" destId="9050"/>
    <dgm:cxn modelId="c9051" srcId="9052" destId="9051"/>
    <dgm:cxn modelId="c9052" srcId="9053" destId="9052"/>
    <dgm:cxn modelId="c9053" srcId="9054" destId="9053"/>
    <dgm:cxn modelId="c9054" srcId="9055" destId="9054"/>
    <dgm:cxn modelId="c9055" srcId="9056" destId="9055"/>
    <dgm:cxn modelId="c9056" srcId="9057" destId="9056"/>
    <dgm:cxn modelId="c9057" srcId="9058" destId="9057"/>
    <dgm:cxn modelId="c9058" srcId="9059" destId="9058"/>
    <dgm:cxn modelId="c9059" srcId="9060" destId="9059"/>
    <dgm:cxn modelId="c9060" srcId="9061" destId="9060"/>
    <dgm:cxn modelId="c9061" srcId="9062" destId="9061"/>
    <dgm:cxn modelId="c9062" srcId="9063" destId="9062"/>
    <dgm:cxn modelId="c9063" srcId="9064" destId="9063"/>
    <dgm:cxn modelId="c9064" srcId="9065" destId="9064"/>
    <dgm:cxn modelId="c9065" srcId="9066" destId="9065"/>
    <dgm:cxn modelId="c9066" srcId="9067" destId="9066"/>
    <dgm:cxn modelId="c9067" srcId="9068" destId="9067"/>
    <dgm:cxn modelId="c9068" srcId="9069" destId="9068"/>
    <dgm:cxn modelId="c9069" srcId="9070" destId="9069"/>
    <dgm:cxn modelId="c9070" srcId="9071" destId="9070"/>
    <dgm:cxn modelId="c9071" srcId="9072" destId="9071"/>
    <dgm:cxn modelId="c9072" srcId="9073" destId="9072"/>
    <dgm:cxn modelId="c9073" srcId="9074" destId="9073"/>
    <dgm:cxn modelId="c9074" srcId="9075" destId="9074"/>
    <dgm:cxn modelId="c9075" srcId="9076" destId="9075"/>
    <dgm:cxn modelId="c9076" srcId="9077" destId="9076"/>
    <dgm:cxn modelId="c9077" srcId="9078" destId="9077"/>
    <dgm:cxn modelId="c9078" srcId="9079" destId="9078"/>
    <dgm:cxn modelId="c9079" srcId="9080" destId="9079"/>
    <dgm:cxn modelId="c9080" srcId="9081" destId="9080"/>
    <dgm:cxn modelId="c9081" srcId="9082" destId="9081"/>
    <dgm:cxn modelId="c9082" srcId="9083" destId="9082"/>
    <dgm:cxn modelId="c9083" srcId="9084" destId="9083"/>
    <dgm:cxn modelId="c9084" srcId="9085" destId="9084"/>
    <dgm:cxn modelId="c9085" srcId="9086" destId="9085"/>
    <dgm:cxn modelId="c9086" srcId="9087" destId="9086"/>
    <dgm:cxn modelId="c9087" srcId="9088" destId="9087"/>
    <dgm:cxn modelId="c9088" srcId="9089" destId="9088"/>
    <dgm:cxn modelId="c9089" srcId="9090" destId="9089"/>
    <dgm:cxn modelId="c9090" srcId="9091" destId="9090"/>
    <dgm:cxn modelId="c9091" srcId="9092" destId="9091"/>
    <dgm:cxn modelId="c9092" srcId="9093" destId="9092"/>
    <dgm:cxn modelId="c9093" srcId="9094" destId="9093"/>
    <dgm:cxn modelId="c9094" srcId="9095" destId="9094"/>
    <dgm:cxn modelId="c9095" srcId="9096" destId="9095"/>
    <dgm:cxn modelId="c9096" srcId="9097" destId="9096"/>
    <dgm:cxn modelId="c9097" srcId="9098" destId="9097"/>
    <dgm:cxn modelId="c9098" srcId="9099" destId="9098"/>
    <dgm:cxn modelId="c9099" srcId="9100" destId="9099"/>
    <dgm:cxn modelId="c9100" srcId="9101" destId="9100"/>
    <dgm:cxn modelId="c9101" srcId="9102" destId="9101"/>
    <dgm:cxn modelId="c9102" srcId="9103" destId="9102"/>
    <dgm:cxn modelId="c9103" srcId="9104" destId="9103"/>
    <dgm:cxn modelId="c9104" srcId="9105" destId="9104"/>
    <dgm:cxn modelId="c9105" srcId="9106" destId="9105"/>
    <dgm:cxn modelId="c9106" srcId="9107" destId="9106"/>
    <dgm:cxn modelId="c9107" srcId="9108" destId="9107"/>
    <dgm:cxn modelId="c9108" srcId="9109" destId="9108"/>
    <dgm:cxn modelId="c9109" srcId="9110" destId="9109"/>
    <dgm:cxn modelId="c9110" srcId="9111" destId="9110"/>
    <dgm:cxn modelId="c9111" srcId="9112" destId="9111"/>
    <dgm:cxn modelId="c9112" srcId="9113" destId="9112"/>
    <dgm:cxn modelId="c9113" srcId="9114" destId="9113"/>
    <dgm:cxn modelId="c9114" srcId="9115" destId="9114"/>
    <dgm:cxn modelId="c9115" srcId="9116" destId="9115"/>
    <dgm:cxn modelId="c9116" srcId="9117" destId="9116"/>
    <dgm:cxn modelId="c9117" srcId="9118" destId="9117"/>
    <dgm:cxn modelId="c9118" srcId="9119" destId="9118"/>
    <dgm:cxn modelId="c9119" srcId="9120" destId="9119"/>
    <dgm:cxn modelId="c9120" srcId="9121" destId="9120"/>
    <dgm:cxn modelId="c9121" srcId="9122" destId="9121"/>
    <dgm:cxn modelId="c9122" srcId="9123" destId="9122"/>
    <dgm:cxn modelId="c9123" srcId="9124" destId="9123"/>
    <dgm:cxn modelId="c9124" srcId="9125" destId="9124"/>
    <dgm:cxn modelId="c9125" srcId="9126" destId="9125"/>
    <dgm:cxn modelId="c9126" srcId="9127" destId="9126"/>
    <dgm:cxn modelId="c9127" srcId="9128" destId="9127"/>
    <dgm:cxn modelId="c9128" srcId="9129" destId="9128"/>
    <dgm:cxn modelId="c9129" srcId="9130" destId="9129"/>
    <dgm:cxn modelId="c9130" srcId="9131" destId="9130"/>
    <dgm:cxn modelId="c9131" srcId="9132" destId="9131"/>
    <dgm:cxn modelId="c9132" srcId="9133" destId="9132"/>
    <dgm:cxn modelId="c9133" srcId="9134" destId="9133"/>
    <dgm:cxn modelId="c9134" srcId="9135" destId="9134"/>
    <dgm:cxn modelId="c9135" srcId="9136" destId="9135"/>
    <dgm:cxn modelId="c9136" srcId="9137" destId="9136"/>
    <dgm:cxn modelId="c9137" srcId="9138" destId="9137"/>
    <dgm:cxn modelId="c9138" srcId="9139" destId="9138"/>
    <dgm:cxn modelId="c9139" srcId="9140" destId="9139"/>
    <dgm:cxn modelId="c9140" srcId="9141" destId="9140"/>
    <dgm:cxn modelId="c9141" srcId="9142" destId="9141"/>
    <dgm:cxn modelId="c9142" srcId="9143" destId="9142"/>
    <dgm:cxn modelId="c9143" srcId="9144" destId="9143"/>
    <dgm:cxn modelId="c9144" srcId="9145" destId="9144"/>
    <dgm:cxn modelId="c9145" srcId="9146" destId="9145"/>
    <dgm:cxn modelId="c9146" srcId="9147" destId="9146"/>
    <dgm:cxn modelId="c9147" srcId="9148" destId="9147"/>
    <dgm:cxn modelId="c9148" srcId="9149" destId="9148"/>
    <dgm:cxn modelId="c9149" srcId="9150" destId="9149"/>
    <dgm:cxn modelId="c9150" srcId="9151" destId="9150"/>
    <dgm:cxn modelId="c9151" srcId="9152" destId="9151"/>
    <dgm:cxn modelId="c9152" srcId="9153" destId="9152"/>
    <dgm:cxn modelId="c9153" srcId="9154" destId="9153"/>
    <dgm:cxn modelId="c9154" srcId="9155" destId="9154"/>
    <dgm:cxn modelId="c9155" srcId="9156" destId="9155"/>
    <dgm:cxn modelId="c9156" srcId="9157" destId="9156"/>
    <dgm:cxn modelId="c9157" srcId="9158" destId="9157"/>
    <dgm:cxn modelId="c9158" srcId="9159" destId="9158"/>
    <dgm:cxn modelId="c9159" srcId="9160" destId="9159"/>
    <dgm:cxn modelId="c9160" srcId="9161" destId="9160"/>
    <dgm:cxn modelId="c9161" srcId="9162" destId="9161"/>
    <dgm:cxn modelId="c9162" srcId="9163" destId="9162"/>
    <dgm:cxn modelId="c9163" srcId="9164" destId="9163"/>
    <dgm:cxn modelId="c9164" srcId="9165" destId="9164"/>
    <dgm:cxn modelId="c9165" srcId="9166" destId="9165"/>
    <dgm:cxn modelId="c9166" srcId="9167" destId="9166"/>
    <dgm:cxn modelId="c9167" srcId="9168" destId="9167"/>
    <dgm:cxn modelId="c9168" srcId="9169" destId="9168"/>
    <dgm:cxn modelId="c9169" srcId="9170" destId="9169"/>
    <dgm:cxn modelId="c9170" srcId="9171" destId="9170"/>
    <dgm:cxn modelId="c9171" srcId="9172" destId="9171"/>
    <dgm:cxn modelId="c9172" srcId="9173" destId="9172"/>
    <dgm:cxn modelId="c9173" srcId="9174" destId="9173"/>
    <dgm:cxn modelId="c9174" srcId="9175" destId="9174"/>
    <dgm:cxn modelId="c9175" srcId="9176" destId="9175"/>
    <dgm:cxn modelId="c9176" srcId="9177" destId="9176"/>
    <dgm:cxn modelId="c9177" srcId="9178" destId="9177"/>
    <dgm:cxn modelId="c9178" srcId="9179" destId="9178"/>
    <dgm:cxn modelId="c9179" srcId="9180" destId="9179"/>
    <dgm:cxn modelId="c9180" srcId="9181" destId="9180"/>
    <dgm:cxn modelId="c9181" srcId="9182" destId="9181"/>
    <dgm:cxn modelId="c9182" srcId="9183" destId="9182"/>
    <dgm:cxn modelId="c9183" srcId="9184" destId="9183"/>
    <dgm:cxn modelId="c9184" srcId="9185" destId="9184"/>
    <dgm:cxn modelId="c9185" srcId="9186" destId="9185"/>
    <dgm:cxn modelId="c9186" srcId="9187" destId="9186"/>
    <dgm:cxn modelId="c9187" srcId="9188" destId="9187"/>
    <dgm:cxn modelId="c9188" srcId="9189" destId="9188"/>
    <dgm:cxn modelId="c9189" srcId="9190" destId="9189"/>
    <dgm:cxn modelId="c9190" srcId="9191" destId="9190"/>
    <dgm:cxn modelId="c9191" srcId="9192" destId="9191"/>
    <dgm:cxn modelId="c9192" srcId="9193" destId="9192"/>
    <dgm:cxn modelId="c9193" srcId="9194" destId="9193"/>
    <dgm:cxn modelId="c9194" srcId="9195" destId="9194"/>
    <dgm:cxn modelId="c9195" srcId="9196" destId="9195"/>
    <dgm:cxn modelId="c9196" srcId="9197" destId="9196"/>
    <dgm:cxn modelId="c9197" srcId="9198" destId="9197"/>
    <dgm:cxn modelId="c9198" srcId="9199" destId="9198"/>
    <dgm:cxn modelId="c9199" srcId="9200" destId="9199"/>
    <dgm:cxn modelId="c9200" srcId="9201" destId="9200"/>
    <dgm:cxn modelId="c9201" srcId="9202" destId="9201"/>
    <dgm:cxn modelId="c9202" srcId="9203" destId="9202"/>
    <dgm:cxn modelId="c9203" srcId="9204" destId="9203"/>
    <dgm:cxn modelId="c9204" srcId="9205" destId="9204"/>
    <dgm:cxn modelId="c9205" srcId="9206" destId="9205"/>
    <dgm:cxn modelId="c9206" srcId="9207" destId="9206"/>
    <dgm:cxn modelId="c9207" srcId="9208" destId="9207"/>
    <dgm:cxn modelId="c9208" srcId="9209" destId="9208"/>
    <dgm:cxn modelId="c9209" srcId="9210" destId="9209"/>
    <dgm:cxn modelId="c9210" srcId="9211" destId="9210"/>
    <dgm:cxn modelId="c9211" srcId="9212" destId="9211"/>
    <dgm:cxn modelId="c9212" srcId="9213" destId="9212"/>
    <dgm:cxn modelId="c9213" srcId="9214" destId="9213"/>
    <dgm:cxn modelId="c9214" srcId="9215" destId="9214"/>
    <dgm:cxn modelId="c9215" srcId="9216" destId="9215"/>
    <dgm:cxn modelId="c9216" srcId="9217" destId="9216"/>
    <dgm:cxn modelId="c9217" srcId="9218" destId="9217"/>
    <dgm:cxn modelId="c9218" srcId="9219" destId="9218"/>
    <dgm:cxn modelId="c9219" srcId="9220" destId="9219"/>
    <dgm:cxn modelId="c9220" srcId="9221" destId="9220"/>
    <dgm:cxn modelId="c9221" srcId="9222" destId="9221"/>
    <dgm:cxn modelId="c9222" srcId="9223" destId="9222"/>
    <dgm:cxn modelId="c9223" srcId="9224" destId="9223"/>
    <dgm:cxn modelId="c9224" srcId="9225" destId="9224"/>
    <dgm:cxn modelId="c9225" srcId="9226" destId="9225"/>
    <dgm:cxn modelId="c9226" srcId="9227" destId="9226"/>
    <dgm:cxn modelId="c9227" srcId="9228" destId="9227"/>
    <dgm:cxn modelId="c9228" srcId="9229" destId="9228"/>
    <dgm:cxn modelId="c9229" srcId="9230" destId="9229"/>
    <dgm:cxn modelId="c9230" srcId="9231" destId="9230"/>
    <dgm:cxn modelId="c9231" srcId="9232" destId="9231"/>
    <dgm:cxn modelId="c9232" srcId="9233" destId="9232"/>
    <dgm:cxn modelId="c9233" srcId="9234" destId="9233"/>
    <dgm:cxn modelId="c9234" srcId="9235" destId="9234"/>
    <dgm:cxn modelId="c9235" srcId="9236" destId="9235"/>
    <dgm:cxn modelId="c9236" srcId="9237" destId="9236"/>
    <dgm:cxn modelId="c9237" srcId="9238" destId="9237"/>
    <dgm:cxn modelId="c9238" srcId="9239" destId="9238"/>
    <dgm:cxn modelId="c9239" srcId="9240" destId="9239"/>
    <dgm:cxn modelId="c9240" srcId="9241" destId="9240"/>
    <dgm:cxn modelId="c9241" srcId="9242" destId="9241"/>
    <dgm:cxn modelId="c9242" srcId="9243" destId="9242"/>
    <dgm:cxn modelId="c9243" srcId="9244" destId="9243"/>
    <dgm:cxn modelId="c9244" srcId="9245" destId="9244"/>
    <dgm:cxn modelId="c9245" srcId="9246" destId="9245"/>
    <dgm:cxn modelId="c9246" srcId="9247" destId="9246"/>
    <dgm:cxn modelId="c9247" srcId="9248" destId="9247"/>
    <dgm:cxn modelId="c9248" srcId="9249" destId="9248"/>
    <dgm:cxn modelId="c9249" srcId="9250" destId="9249"/>
    <dgm:cxn modelId="c9250" srcId="9251" destId="9250"/>
    <dgm:cxn modelId="c9251" srcId="9252" destId="9251"/>
    <dgm:cxn modelId="c9252" srcId="9253" destId="9252"/>
    <dgm:cxn modelId="c9253" srcId="9254" destId="9253"/>
    <dgm:cxn modelId="c9254" srcId="9255" destId="9254"/>
    <dgm:cxn modelId="c9255" srcId="9256" destId="9255"/>
    <dgm:cxn modelId="c9256" srcId="9257" destId="9256"/>
    <dgm:cxn modelId="c9257" srcId="9258" destId="9257"/>
    <dgm:cxn modelId="c9258" srcId="9259" destId="9258"/>
    <dgm:cxn modelId="c9259" srcId="9260" destId="9259"/>
    <dgm:cxn modelId="c9260" srcId="9261" destId="9260"/>
    <dgm:cxn modelId="c9261" srcId="9262" destId="9261"/>
    <dgm:cxn modelId="c9262" srcId="9263" destId="9262"/>
    <dgm:cxn modelId="c9263" srcId="9264" destId="9263"/>
    <dgm:cxn modelId="c9264" srcId="9265" destId="9264"/>
    <dgm:cxn modelId="c9265" srcId="9266" destId="9265"/>
    <dgm:cxn modelId="c9266" srcId="9267" destId="9266"/>
    <dgm:cxn modelId="c9267" srcId="9268" destId="9267"/>
    <dgm:cxn modelId="c9268" srcId="9269" destId="9268"/>
    <dgm:cxn modelId="c9269" srcId="9270" destId="9269"/>
    <dgm:cxn modelId="c9270" srcId="9271" destId="9270"/>
    <dgm:cxn modelId="c9271" srcId="9272" destId="9271"/>
    <dgm:cxn modelId="c9272" srcId="9273" destId="9272"/>
    <dgm:cxn modelId="c9273" srcId="9274" destId="9273"/>
    <dgm:cxn modelId="c9274" srcId="9275" destId="9274"/>
    <dgm:cxn modelId="c9275" srcId="9276" destId="9275"/>
    <dgm:cxn modelId="c9276" srcId="9277" destId="9276"/>
    <dgm:cxn modelId="c9277" srcId="9278" destId="9277"/>
    <dgm:cxn modelId="c9278" srcId="9279" destId="9278"/>
    <dgm:cxn modelId="c9279" srcId="9280" destId="9279"/>
    <dgm:cxn modelId="c9280" srcId="9281" destId="9280"/>
    <dgm:cxn modelId="c9281" srcId="9282" destId="9281"/>
    <dgm:cxn modelId="c9282" srcId="9283" destId="9282"/>
    <dgm:cxn modelId="c9283" srcId="9284" destId="9283"/>
    <dgm:cxn modelId="c9284" srcId="9285" destId="9284"/>
    <dgm:cxn modelId="c9285" srcId="9286" destId="9285"/>
    <dgm:cxn modelId="c9286" srcId="9287" destId="9286"/>
    <dgm:cxn modelId="c9287" srcId="9288" destId="9287"/>
    <dgm:cxn modelId="c9288" srcId="9289" destId="9288"/>
    <dgm:cxn modelId="c9289" srcId="9290" destId="9289"/>
    <dgm:cxn modelId="c9290" srcId="9291" destId="9290"/>
    <dgm:cxn modelId="c9291" srcId="9292" destId="9291"/>
    <dgm:cxn modelId="c9292" srcId="9293" destId="9292"/>
    <dgm:cxn modelId="c9293" srcId="9294" destId="9293"/>
    <dgm:cxn modelId="c9294" srcId="9295" destId="9294"/>
    <dgm:cxn modelId="c9295" srcId="9296" destId="9295"/>
    <dgm:cxn modelId="c9296" srcId="9297" destId="9296"/>
    <dgm:cxn modelId="c9297" srcId="9298" destId="9297"/>
    <dgm:cxn modelId="c9298" srcId="9299" destId="9298"/>
    <dgm:cxn modelId="c9299" srcId="9300" destId="9299"/>
    <dgm:cxn modelId="c9300" srcId="9301" destId="9300"/>
    <dgm:cxn modelId="c9301" srcId="9302" destId="9301"/>
    <dgm:cxn modelId="c9302" srcId="9303" destId="9302"/>
    <dgm:cxn modelId="c9303" srcId="9304" destId="9303"/>
    <dgm:cxn modelId="c9304" srcId="9305" destId="9304"/>
    <dgm:cxn modelId="c9305" srcId="9306" destId="9305"/>
    <dgm:cxn modelId="c9306" srcId="9307" destId="9306"/>
    <dgm:cxn modelId="c9307" srcId="9308" destId="9307"/>
    <dgm:cxn modelId="c9308" srcId="9309" destId="9308"/>
    <dgm:cxn modelId="c9309" srcId="9310" destId="9309"/>
    <dgm:cxn modelId="c9310" srcId="9311" destId="9310"/>
    <dgm:cxn modelId="c9311" srcId="9312" destId="9311"/>
    <dgm:cxn modelId="c9312" srcId="9313" destId="9312"/>
    <dgm:cxn modelId="c9313" srcId="9314" destId="9313"/>
    <dgm:cxn modelId="c9314" srcId="9315" destId="9314"/>
    <dgm:cxn modelId="c9315" srcId="9316" destId="9315"/>
    <dgm:cxn modelId="c9316" srcId="9317" destId="9316"/>
    <dgm:cxn modelId="c9317" srcId="9318" destId="9317"/>
    <dgm:cxn modelId="c9318" srcId="9319" destId="9318"/>
    <dgm:cxn modelId="c9319" srcId="9320" destId="9319"/>
    <dgm:cxn modelId="c9320" srcId="9321" destId="9320"/>
    <dgm:cxn modelId="c9321" srcId="9322" destId="9321"/>
    <dgm:cxn modelId="c9322" srcId="9323" destId="9322"/>
    <dgm:cxn modelId="c9323" srcId="9324" destId="9323"/>
    <dgm:cxn modelId="c9324" srcId="9325" destId="9324"/>
    <dgm:cxn modelId="c9325" srcId="9326" destId="9325"/>
    <dgm:cxn modelId="c9326" srcId="9327" destId="9326"/>
    <dgm:cxn modelId="c9327" srcId="9328" destId="9327"/>
    <dgm:cxn modelId="c9328" srcId="9329" destId="9328"/>
    <dgm:cxn modelId="c9329" srcId="9330" destId="9329"/>
    <dgm:cxn modelId="c9330" srcId="9331" destId="9330"/>
    <dgm:cxn modelId="c9331" srcId="9332" destId="9331"/>
    <dgm:cxn modelId="c9332" srcId="9333" destId="9332"/>
    <dgm:cxn modelId="c9333" srcId="9334" destId="9333"/>
    <dgm:cxn modelId="c9334" srcId="9335" destId="9334"/>
    <dgm:cxn modelId="c9335" srcId="9336" destId="9335"/>
    <dgm:cxn modelId="c9336" srcId="9337" destId="9336"/>
    <dgm:cxn modelId="c9337" srcId="9338" destId="9337"/>
    <dgm:cxn modelId="c9338" srcId="9339" destId="9338"/>
    <dgm:cxn modelId="c9339" srcId="9340" destId="9339"/>
    <dgm:cxn modelId="c9340" srcId="9341" destId="9340"/>
    <dgm:cxn modelId="c9341" srcId="9342" destId="9341"/>
    <dgm:cxn modelId="c9342" srcId="9343" destId="9342"/>
    <dgm:cxn modelId="c9343" srcId="9344" destId="9343"/>
    <dgm:cxn modelId="c9344" srcId="9345" destId="9344"/>
    <dgm:cxn modelId="c9345" srcId="9346" destId="9345"/>
    <dgm:cxn modelId="c9346" srcId="9347" destId="9346"/>
    <dgm:cxn modelId="c9347" srcId="9348" destId="9347"/>
    <dgm:cxn modelId="c9348" srcId="9349" destId="9348"/>
    <dgm:cxn modelId="c9349" srcId="9350" destId="9349"/>
    <dgm:cxn modelId="c9350" srcId="9351" destId="9350"/>
    <dgm:cxn modelId="c9351" srcId="9352" destId="9351"/>
    <dgm:cxn modelId="c9352" srcId="9353" destId="9352"/>
    <dgm:cxn modelId="c9353" srcId="9354" destId="9353"/>
    <dgm:cxn modelId="c9354" srcId="9355" destId="9354"/>
    <dgm:cxn modelId="c9355" srcId="9356" destId="9355"/>
    <dgm:cxn modelId="c9356" srcId="9357" destId="9356"/>
    <dgm:cxn modelId="c9357" srcId="9358" destId="9357"/>
    <dgm:cxn modelId="c9358" srcId="9359" destId="9358"/>
    <dgm:cxn modelId="c9359" srcId="9360" destId="9359"/>
    <dgm:cxn modelId="c9360" srcId="9361" destId="9360"/>
    <dgm:cxn modelId="c9361" srcId="9362" destId="9361"/>
    <dgm:cxn modelId="c9362" srcId="9363" destId="9362"/>
    <dgm:cxn modelId="c9363" srcId="9364" destId="9363"/>
    <dgm:cxn modelId="c9364" srcId="9365" destId="9364"/>
    <dgm:cxn modelId="c9365" srcId="9366" destId="9365"/>
    <dgm:cxn modelId="c9366" srcId="9367" destId="9366"/>
    <dgm:cxn modelId="c9367" srcId="9368" destId="9367"/>
    <dgm:cxn modelId="c9368" srcId="9369" destId="9368"/>
    <dgm:cxn modelId="c9369" srcId="9370" destId="9369"/>
    <dgm:cxn modelId="c9370" srcId="9371" destId="9370"/>
    <dgm:cxn modelId="c9371" srcId="9372" destId="9371"/>
    <dgm:cxn modelId="c9372" srcId="9373" destId="9372"/>
    <dgm:cxn modelId="c9373" srcId="9374" destId="9373"/>
    <dgm:cxn modelId="c9374" srcId="9375" destId="9374"/>
    <dgm:cxn modelId="c9375" srcId="9376" destId="9375"/>
    <dgm:cxn modelId="c9376" srcId="9377" destId="9376"/>
    <dgm:cxn modelId="c9377" srcId="9378" destId="9377"/>
    <dgm:cxn modelId="c9378" srcId="9379" destId="9378"/>
    <dgm:cxn modelId="c9379" srcId="9380" destId="9379"/>
    <dgm:cxn modelId="c9380" srcId="9381" destId="9380"/>
    <dgm:cxn modelId="c9381" srcId="9382" destId="9381"/>
    <dgm:cxn modelId="c9382" srcId="9383" destId="9382"/>
    <dgm:cxn modelId="c9383" srcId="9384" destId="9383"/>
    <dgm:cxn modelId="c9384" srcId="9385" destId="9384"/>
    <dgm:cxn modelId="c9385" srcId="9386" destId="9385"/>
    <dgm:cxn modelId="c9386" srcId="9387" destId="9386"/>
    <dgm:cxn modelId="c9387" srcId="9388" destId="9387"/>
    <dgm:cxn modelId="c9388" srcId="9389" destId="9388"/>
    <dgm:cxn modelId="c9389" srcId="9390" destId="9389"/>
    <dgm:cxn modelId="c9390" srcId="9391" destId="9390"/>
    <dgm:cxn modelId="c9391" srcId="9392" destId="9391"/>
    <dgm:cxn modelId="c9392" srcId="9393" destId="9392"/>
    <dgm:cxn modelId="c9393" srcId="9394" destId="9393"/>
    <dgm:cxn modelId="c9394" srcId="9395" destId="9394"/>
    <dgm:cxn modelId="c9395" srcId="9396" destId="9395"/>
    <dgm:cxn modelId="c9396" srcId="9397" destId="9396"/>
    <dgm:cxn modelId="c9397" srcId="9398" destId="9397"/>
    <dgm:cxn modelId="c9398" srcId="9399" destId="9398"/>
    <dgm:cxn modelId="c9399" srcId="9400" destId="9399"/>
    <dgm:cxn modelId="c9400" srcId="9401" destId="9400"/>
    <dgm:cxn modelId="c9401" srcId="9402" destId="9401"/>
    <dgm:cxn modelId="c9402" srcId="9403" destId="9402"/>
    <dgm:cxn modelId="c9403" srcId="9404" destId="9403"/>
    <dgm:cxn modelId="c9404" srcId="9405" destId="9404"/>
    <dgm:cxn modelId="c9405" srcId="9406" destId="9405"/>
    <dgm:cxn modelId="c9406" srcId="9407" destId="9406"/>
    <dgm:cxn modelId="c9407" srcId="9408" destId="9407"/>
    <dgm:cxn modelId="c9408" srcId="9409" destId="9408"/>
    <dgm:cxn modelId="c9409" srcId="9410" destId="9409"/>
    <dgm:cxn modelId="c9410" srcId="9411" destId="9410"/>
    <dgm:cxn modelId="c9411" srcId="9412" destId="9411"/>
    <dgm:cxn modelId="c9412" srcId="9413" destId="9412"/>
    <dgm:cxn modelId="c9413" srcId="9414" destId="9413"/>
    <dgm:cxn modelId="c9414" srcId="9415" destId="9414"/>
    <dgm:cxn modelId="c9415" srcId="9416" destId="9415"/>
    <dgm:cxn modelId="c9416" srcId="9417" destId="9416"/>
    <dgm:cxn modelId="c9417" srcId="9418" destId="9417"/>
    <dgm:cxn modelId="c9418" srcId="9419" destId="9418"/>
    <dgm:cxn modelId="c9419" srcId="9420" destId="9419"/>
    <dgm:cxn modelId="c9420" srcId="9421" destId="9420"/>
    <dgm:cxn modelId="c9421" srcId="9422" destId="9421"/>
    <dgm:cxn modelId="c9422" srcId="9423" destId="9422"/>
    <dgm:cxn modelId="c9423" srcId="9424" destId="9423"/>
    <dgm:cxn modelId="c9424" srcId="9425" destId="9424"/>
    <dgm:cxn modelId="c9425" srcId="9426" destId="9425"/>
    <dgm:cxn modelId="c9426" srcId="9427" destId="9426"/>
    <dgm:cxn modelId="c9427" srcId="9428" destId="9427"/>
    <dgm:cxn modelId="c9428" srcId="9429" destId="9428"/>
    <dgm:cxn modelId="c9429" srcId="9430" destId="9429"/>
    <dgm:cxn modelId="c9430" srcId="9431" destId="9430"/>
    <dgm:cxn modelId="c9431" srcId="9432" destId="9431"/>
    <dgm:cxn modelId="c9432" srcId="9433" destId="9432"/>
    <dgm:cxn modelId="c9433" srcId="9434" destId="9433"/>
    <dgm:cxn modelId="c9434" srcId="9435" destId="9434"/>
    <dgm:cxn modelId="c9435" srcId="9436" destId="9435"/>
    <dgm:cxn modelId="c9436" srcId="9437" destId="9436"/>
    <dgm:cxn modelId="c9437" srcId="9438" destId="9437"/>
    <dgm:cxn modelId="c9438" srcId="9439" destId="9438"/>
    <dgm:cxn modelId="c9439" srcId="9440" destId="9439"/>
    <dgm:cxn modelId="c9440" srcId="9441" destId="9440"/>
    <dgm:cxn modelId="c9441" srcId="9442" destId="9441"/>
    <dgm:cxn modelId="c9442" srcId="9443" destId="9442"/>
    <dgm:cxn modelId="c9443" srcId="9444" destId="9443"/>
    <dgm:cxn modelId="c9444" srcId="9445" destId="9444"/>
    <dgm:cxn modelId="c9445" srcId="9446" destId="9445"/>
    <dgm:cxn modelId="c9446" srcId="9447" destId="9446"/>
    <dgm:cxn modelId="c9447" srcId="9448" destId="9447"/>
    <dgm:cxn modelId="c9448" srcId="9449" destId="9448"/>
    <dgm:cxn modelId="c9449" srcId="9450" destId="9449"/>
    <dgm:cxn modelId="c9450" srcId="9451" destId="9450"/>
    <dgm:cxn modelId="c9451" srcId="9452" destId="9451"/>
    <dgm:cxn modelId="c9452" srcId="9453" destId="9452"/>
    <dgm:cxn modelId="c9453" srcId="9454" destId="9453"/>
    <dgm:cxn modelId="c9454" srcId="9455" destId="9454"/>
    <dgm:cxn modelId="c9455" srcId="9456" destId="9455"/>
    <dgm:cxn modelId="c9456" srcId="9457" destId="9456"/>
    <dgm:cxn modelId="c9457" srcId="9458" destId="9457"/>
    <dgm:cxn modelId="c9458" srcId="9459" destId="9458"/>
    <dgm:cxn modelId="c9459" srcId="9460" destId="9459"/>
    <dgm:cxn modelId="c9460" srcId="9461" destId="9460"/>
    <dgm:cxn modelId="c9461" srcId="9462" destId="9461"/>
    <dgm:cxn modelId="c9462" srcId="9463" destId="9462"/>
    <dgm:cxn modelId="c9463" srcId="9464" destId="9463"/>
    <dgm:cxn modelId="c9464" srcId="9465" destId="9464"/>
    <dgm:cxn modelId="c9465" srcId="9466" destId="9465"/>
    <dgm:cxn modelId="c9466" srcId="9467" destId="9466"/>
    <dgm:cxn modelId="c9467" srcId="9468" destId="9467"/>
    <dgm:cxn modelId="c9468" srcId="9469" destId="9468"/>
    <dgm:cxn modelId="c9469" srcId="9470" destId="9469"/>
    <dgm:cxn modelId="c9470" srcId="9471" destId="9470"/>
    <dgm:cxn modelId="c9471" srcId="9472" destId="9471"/>
    <dgm:cxn modelId="c9472" srcId="9473" destId="9472"/>
    <dgm:cxn modelId="c9473" srcId="9474" destId="9473"/>
    <dgm:cxn modelId="c9474" srcId="9475" destId="9474"/>
    <dgm:cxn modelId="c9475" srcId="9476" destId="9475"/>
    <dgm:cxn modelId="c9476" srcId="9477" destId="9476"/>
    <dgm:cxn modelId="c9477" srcId="9478" destId="9477"/>
    <dgm:cxn modelId="c9478" srcId="9479" destId="9478"/>
    <dgm:cxn modelId="c9479" srcId="9480" destId="9479"/>
    <dgm:cxn modelId="c9480" srcId="9481" destId="9480"/>
    <dgm:cxn modelId="c9481" srcId="9482" destId="9481"/>
    <dgm:cxn modelId="c9482" srcId="9483" destId="9482"/>
    <dgm:cxn modelId="c9483" srcId="9484" destId="9483"/>
    <dgm:cxn modelId="c9484" srcId="9485" destId="9484"/>
    <dgm:cxn modelId="c9485" srcId="9486" destId="9485"/>
    <dgm:cxn modelId="c9486" srcId="9487" destId="9486"/>
    <dgm:cxn modelId="c9487" srcId="9488" destId="9487"/>
    <dgm:cxn modelId="c9488" srcId="9489" destId="9488"/>
    <dgm:cxn modelId="c9489" srcId="9490" destId="9489"/>
    <dgm:cxn modelId="c9490" srcId="9491" destId="9490"/>
    <dgm:cxn modelId="c9491" srcId="9492" destId="9491"/>
    <dgm:cxn modelId="c9492" srcId="9493" destId="9492"/>
    <dgm:cxn modelId="c9493" srcId="9494" destId="9493"/>
    <dgm:cxn modelId="c9494" srcId="9495" destId="9494"/>
    <dgm:cxn modelId="c9495" srcId="9496" destId="9495"/>
    <dgm:cxn modelId="c9496" srcId="9497" destId="9496"/>
    <dgm:cxn modelId="c9497" srcId="9498" destId="9497"/>
    <dgm:cxn modelId="c9498" srcId="9499" destId="9498"/>
    <dgm:cxn modelId="c9499" srcId="9500" destId="9499"/>
    <dgm:cxn modelId="c9500" srcId="9501" destId="9500"/>
    <dgm:cxn modelId="c9501" srcId="9502" destId="9501"/>
    <dgm:cxn modelId="c9502" srcId="9503" destId="9502"/>
    <dgm:cxn modelId="c9503" srcId="9504" destId="9503"/>
    <dgm:cxn modelId="c9504" srcId="9505" destId="9504"/>
    <dgm:cxn modelId="c9505" srcId="9506" destId="9505"/>
    <dgm:cxn modelId="c9506" srcId="9507" destId="9506"/>
    <dgm:cxn modelId="c9507" srcId="9508" destId="9507"/>
    <dgm:cxn modelId="c9508" srcId="9509" destId="9508"/>
    <dgm:cxn modelId="c9509" srcId="9510" destId="9509"/>
    <dgm:cxn modelId="c9510" srcId="9511" destId="9510"/>
    <dgm:cxn modelId="c9511" srcId="9512" destId="9511"/>
    <dgm:cxn modelId="c9512" srcId="9513" destId="9512"/>
    <dgm:cxn modelId="c9513" srcId="9514" destId="9513"/>
    <dgm:cxn modelId="c9514" srcId="9515" destId="9514"/>
    <dgm:cxn modelId="c9515" srcId="9516" destId="9515"/>
    <dgm:cxn modelId="c9516" srcId="9517" destId="9516"/>
    <dgm:cxn modelId="c9517" srcId="9518" destId="9517"/>
    <dgm:cxn modelId="c9518" srcId="9519" destId="9518"/>
    <dgm:cxn modelId="c9519" srcId="9520" destId="9519"/>
    <dgm:cxn modelId="c9520" srcId="9521" destId="9520"/>
    <dgm:cxn modelId="c9521" srcId="9522" destId="9521"/>
    <dgm:cxn modelId="c9522" srcId="9523" destId="9522"/>
    <dgm:cxn modelId="c9523" srcId="9524" destId="9523"/>
    <dgm:cxn modelId="c9524" srcId="9525" destId="9524"/>
    <dgm:cxn modelId="c9525" srcId="9526" destId="9525"/>
    <dgm:cxn modelId="c9526" srcId="9527" destId="9526"/>
    <dgm:cxn modelId="c9527" srcId="9528" destId="9527"/>
    <dgm:cxn modelId="c9528" srcId="9529" destId="9528"/>
    <dgm:cxn modelId="c9529" srcId="9530" destId="9529"/>
    <dgm:cxn modelId="c9530" srcId="9531" destId="9530"/>
    <dgm:cxn modelId="c9531" srcId="9532" destId="9531"/>
    <dgm:cxn modelId="c9532" srcId="9533" destId="9532"/>
    <dgm:cxn modelId="c9533" srcId="9534" destId="9533"/>
    <dgm:cxn modelId="c9534" srcId="9535" destId="9534"/>
    <dgm:cxn modelId="c9535" srcId="9536" destId="9535"/>
    <dgm:cxn modelId="c9536" srcId="9537" destId="9536"/>
    <dgm:cxn modelId="c9537" srcId="9538" destId="9537"/>
    <dgm:cxn modelId="c9538" srcId="9539" destId="9538"/>
    <dgm:cxn modelId="c9539" srcId="9540" destId="9539"/>
    <dgm:cxn modelId="c9540" srcId="9541" destId="9540"/>
    <dgm:cxn modelId="c9541" srcId="9542" destId="9541"/>
    <dgm:cxn modelId="c9542" srcId="9543" destId="9542"/>
    <dgm:cxn modelId="c9543" srcId="9544" destId="9543"/>
    <dgm:cxn modelId="c9544" srcId="9545" destId="9544"/>
    <dgm:cxn modelId="c9545" srcId="9546" destId="9545"/>
    <dgm:cxn modelId="c9546" srcId="9547" destId="9546"/>
    <dgm:cxn modelId="c9547" srcId="9548" destId="9547"/>
    <dgm:cxn modelId="c9548" srcId="9549" destId="9548"/>
    <dgm:cxn modelId="c9549" srcId="9550" destId="9549"/>
    <dgm:cxn modelId="c9550" srcId="9551" destId="9550"/>
    <dgm:cxn modelId="c9551" srcId="9552" destId="9551"/>
    <dgm:cxn modelId="c9552" srcId="9553" destId="9552"/>
    <dgm:cxn modelId="c9553" srcId="9554" destId="9553"/>
    <dgm:cxn modelId="c9554" srcId="9555" destId="9554"/>
    <dgm:cxn modelId="c9555" srcId="9556" destId="9555"/>
    <dgm:cxn modelId="c9556" srcId="9557" destId="9556"/>
    <dgm:cxn modelId="c9557" srcId="9558" destId="9557"/>
    <dgm:cxn modelId="c9558" srcId="9559" destId="9558"/>
    <dgm:cxn modelId="c9559" srcId="9560" destId="9559"/>
    <dgm:cxn modelId="c9560" srcId="9561" destId="9560"/>
    <dgm:cxn modelId="c9561" srcId="9562" destId="9561"/>
    <dgm:cxn modelId="c9562" srcId="9563" destId="9562"/>
    <dgm:cxn modelId="c9563" srcId="9564" destId="9563"/>
    <dgm:cxn modelId="c9564" srcId="9565" destId="9564"/>
    <dgm:cxn modelId="c9565" srcId="9566" destId="9565"/>
    <dgm:cxn modelId="c9566" srcId="9567" destId="9566"/>
    <dgm:cxn modelId="c9567" srcId="9568" destId="9567"/>
    <dgm:cxn modelId="c9568" srcId="9569" destId="9568"/>
    <dgm:cxn modelId="c9569" srcId="9570" destId="9569"/>
    <dgm:cxn modelId="c9570" srcId="9571" destId="9570"/>
    <dgm:cxn modelId="c9571" srcId="9572" destId="9571"/>
    <dgm:cxn modelId="c9572" srcId="9573" destId="9572"/>
    <dgm:cxn modelId="c9573" srcId="9574" destId="9573"/>
    <dgm:cxn modelId="c9574" srcId="9575" destId="9574"/>
    <dgm:cxn modelId="c9575" srcId="9576" destId="9575"/>
    <dgm:cxn modelId="c9576" srcId="9577" destId="9576"/>
    <dgm:cxn modelId="c9577" srcId="9578" destId="9577"/>
    <dgm:cxn modelId="c9578" srcId="9579" destId="9578"/>
    <dgm:cxn modelId="c9579" srcId="9580" destId="9579"/>
    <dgm:cxn modelId="c9580" srcId="9581" destId="9580"/>
    <dgm:cxn modelId="c9581" srcId="9582" destId="9581"/>
    <dgm:cxn modelId="c9582" srcId="9583" destId="9582"/>
    <dgm:cxn modelId="c9583" srcId="9584" destId="9583"/>
    <dgm:cxn modelId="c9584" srcId="9585" destId="9584"/>
    <dgm:cxn modelId="c9585" srcId="9586" destId="9585"/>
    <dgm:cxn modelId="c9586" srcId="9587" destId="9586"/>
    <dgm:cxn modelId="c9587" srcId="9588" destId="9587"/>
    <dgm:cxn modelId="c9588" srcId="9589" destId="9588"/>
    <dgm:cxn modelId="c9589" srcId="9590" destId="9589"/>
    <dgm:cxn modelId="c9590" srcId="9591" destId="9590"/>
    <dgm:cxn modelId="c9591" srcId="9592" destId="9591"/>
    <dgm:cxn modelId="c9592" srcId="9593" destId="9592"/>
    <dgm:cxn modelId="c9593" srcId="9594" destId="9593"/>
    <dgm:cxn modelId="c9594" srcId="9595" destId="9594"/>
    <dgm:cxn modelId="c9595" srcId="9596" destId="9595"/>
    <dgm:cxn modelId="c9596" srcId="9597" destId="9596"/>
    <dgm:cxn modelId="c9597" srcId="9598" destId="9597"/>
    <dgm:cxn modelId="c9598" srcId="9599" destId="9598"/>
    <dgm:cxn modelId="c9599" srcId="9600" destId="9599"/>
    <dgm:cxn modelId="c9600" srcId="9601" destId="9600"/>
    <dgm:cxn modelId="c9601" srcId="9602" destId="9601"/>
    <dgm:cxn modelId="c9602" srcId="9603" destId="9602"/>
    <dgm:cxn modelId="c9603" srcId="9604" destId="9603"/>
    <dgm:cxn modelId="c9604" srcId="9605" destId="9604"/>
    <dgm:cxn modelId="c9605" srcId="9606" destId="9605"/>
    <dgm:cxn modelId="c9606" srcId="9607" destId="9606"/>
    <dgm:cxn modelId="c9607" srcId="9608" destId="9607"/>
    <dgm:cxn modelId="c9608" srcId="9609" destId="9608"/>
    <dgm:cxn modelId="c9609" srcId="9610" destId="9609"/>
    <dgm:cxn modelId="c9610" srcId="9611" destId="9610"/>
    <dgm:cxn modelId="c9611" srcId="9612" destId="9611"/>
    <dgm:cxn modelId="c9612" srcId="9613" destId="9612"/>
    <dgm:cxn modelId="c9613" srcId="9614" destId="9613"/>
    <dgm:cxn modelId="c9614" srcId="9615" destId="9614"/>
    <dgm:cxn modelId="c9615" srcId="9616" destId="9615"/>
    <dgm:cxn modelId="c9616" srcId="9617" destId="9616"/>
    <dgm:cxn modelId="c9617" srcId="9618" destId="9617"/>
    <dgm:cxn modelId="c9618" srcId="9619" destId="9618"/>
    <dgm:cxn modelId="c9619" srcId="9620" destId="9619"/>
    <dgm:cxn modelId="c9620" srcId="9621" destId="9620"/>
    <dgm:cxn modelId="c9621" srcId="9622" destId="9621"/>
    <dgm:cxn modelId="c9622" srcId="9623" destId="9622"/>
    <dgm:cxn modelId="c9623" srcId="9624" destId="9623"/>
    <dgm:cxn modelId="c9624" srcId="9625" destId="9624"/>
    <dgm:cxn modelId="c9625" srcId="9626" destId="9625"/>
    <dgm:cxn modelId="c9626" srcId="9627" destId="9626"/>
    <dgm:cxn modelId="c9627" srcId="9628" destId="9627"/>
    <dgm:cxn modelId="c9628" srcId="9629" destId="9628"/>
    <dgm:cxn modelId="c9629" srcId="9630" destId="9629"/>
    <dgm:cxn modelId="c9630" srcId="9631" destId="9630"/>
    <dgm:cxn modelId="c9631" srcId="9632" destId="9631"/>
    <dgm:cxn modelId="c9632" srcId="9633" destId="9632"/>
    <dgm:cxn modelId="c9633" srcId="9634" destId="9633"/>
    <dgm:cxn modelId="c9634" srcId="9635" destId="9634"/>
    <dgm:cxn modelId="c9635" srcId="9636" destId="9635"/>
    <dgm:cxn modelId="c9636" srcId="9637" destId="9636"/>
    <dgm:cxn modelId="c9637" srcId="9638" destId="9637"/>
    <dgm:cxn modelId="c9638" srcId="9639" destId="9638"/>
    <dgm:cxn modelId="c9639" srcId="9640" destId="9639"/>
    <dgm:cxn modelId="c9640" srcId="9641" destId="9640"/>
    <dgm:cxn modelId="c9641" srcId="9642" destId="9641"/>
    <dgm:cxn modelId="c9642" srcId="9643" destId="9642"/>
    <dgm:cxn modelId="c9643" srcId="9644" destId="9643"/>
    <dgm:cxn modelId="c9644" srcId="9645" destId="9644"/>
    <dgm:cxn modelId="c9645" srcId="9646" destId="9645"/>
    <dgm:cxn modelId="c9646" srcId="9647" destId="9646"/>
    <dgm:cxn modelId="c9647" srcId="9648" destId="9647"/>
    <dgm:cxn modelId="c9648" srcId="9649" destId="9648"/>
    <dgm:cxn modelId="c9649" srcId="9650" destId="9649"/>
    <dgm:cxn modelId="c9650" srcId="9651" destId="9650"/>
    <dgm:cxn modelId="c9651" srcId="9652" destId="9651"/>
    <dgm:cxn modelId="c9652" srcId="9653" destId="9652"/>
    <dgm:cxn modelId="c9653" srcId="9654" destId="9653"/>
    <dgm:cxn modelId="c9654" srcId="9655" destId="9654"/>
    <dgm:cxn modelId="c9655" srcId="9656" destId="9655"/>
    <dgm:cxn modelId="c9656" srcId="9657" destId="9656"/>
    <dgm:cxn modelId="c9657" srcId="9658" destId="9657"/>
    <dgm:cxn modelId="c9658" srcId="9659" destId="9658"/>
    <dgm:cxn modelId="c9659" srcId="9660" destId="9659"/>
    <dgm:cxn modelId="c9660" srcId="9661" destId="9660"/>
    <dgm:cxn modelId="c9661" srcId="9662" destId="9661"/>
    <dgm:cxn modelId="c9662" srcId="9663" destId="9662"/>
    <dgm:cxn modelId="c9663" srcId="9664" destId="9663"/>
    <dgm:cxn modelId="c9664" srcId="9665" destId="9664"/>
    <dgm:cxn modelId="c9665" srcId="9666" destId="9665"/>
    <dgm:cxn modelId="c9666" srcId="9667" destId="9666"/>
    <dgm:cxn modelId="c9667" srcId="9668" destId="9667"/>
    <dgm:cxn modelId="c9668" srcId="9669" destId="9668"/>
    <dgm:cxn modelId="c9669" srcId="9670" destId="9669"/>
    <dgm:cxn modelId="c9670" srcId="9671" destId="9670"/>
    <dgm:cxn modelId="c9671" srcId="9672" destId="9671"/>
    <dgm:cxn modelId="c9672" srcId="9673" destId="9672"/>
    <dgm:cxn modelId="c9673" srcId="9674" destId="9673"/>
    <dgm:cxn modelId="c9674" srcId="9675" destId="9674"/>
    <dgm:cxn modelId="c9675" srcId="9676" destId="9675"/>
    <dgm:cxn modelId="c9676" srcId="9677" destId="9676"/>
    <dgm:cxn modelId="c9677" srcId="9678" destId="9677"/>
    <dgm:cxn modelId="c9678" srcId="9679" destId="9678"/>
    <dgm:cxn modelId="c9679" srcId="9680" destId="9679"/>
    <dgm:cxn modelId="c9680" srcId="9681" destId="9680"/>
    <dgm:cxn modelId="c9681" srcId="9682" destId="9681"/>
    <dgm:cxn modelId="c9682" srcId="9683" destId="9682"/>
    <dgm:cxn modelId="c9683" srcId="9684" destId="9683"/>
    <dgm:cxn modelId="c9684" srcId="9685" destId="9684"/>
    <dgm:cxn modelId="c9685" srcId="9686" destId="9685"/>
    <dgm:cxn modelId="c9686" srcId="9687" destId="9686"/>
    <dgm:cxn modelId="c9687" srcId="9688" destId="9687"/>
    <dgm:cxn modelId="c9688" srcId="9689" destId="9688"/>
    <dgm:cxn modelId="c9689" srcId="9690" destId="9689"/>
    <dgm:cxn modelId="c9690" srcId="9691" destId="9690"/>
    <dgm:cxn modelId="c9691" srcId="9692" destId="9691"/>
    <dgm:cxn modelId="c9692" srcId="9693" destId="9692"/>
    <dgm:cxn modelId="c9693" srcId="9694" destId="9693"/>
    <dgm:cxn modelId="c9694" srcId="9695" destId="9694"/>
    <dgm:cxn modelId="c9695" srcId="9696" destId="9695"/>
    <dgm:cxn modelId="c9696" srcId="9697" destId="9696"/>
    <dgm:cxn modelId="c9697" srcId="9698" destId="9697"/>
    <dgm:cxn modelId="c9698" srcId="9699" destId="9698"/>
    <dgm:cxn modelId="c9699" srcId="9700" destId="9699"/>
    <dgm:cxn modelId="c9700" srcId="9701" destId="9700"/>
    <dgm:cxn modelId="c9701" srcId="9702" destId="9701"/>
    <dgm:cxn modelId="c9702" srcId="9703" destId="9702"/>
    <dgm:cxn modelId="c9703" srcId="9704" destId="9703"/>
    <dgm:cxn modelId="c9704" srcId="9705" destId="9704"/>
    <dgm:cxn modelId="c9705" srcId="9706" destId="9705"/>
    <dgm:cxn modelId="c9706" srcId="9707" destId="9706"/>
    <dgm:cxn modelId="c9707" srcId="9708" destId="9707"/>
    <dgm:cxn modelId="c9708" srcId="9709" destId="9708"/>
    <dgm:cxn modelId="c9709" srcId="9710" destId="9709"/>
    <dgm:cxn modelId="c9710" srcId="9711" destId="9710"/>
    <dgm:cxn modelId="c9711" srcId="9712" destId="9711"/>
    <dgm:cxn modelId="c9712" srcId="9713" destId="9712"/>
    <dgm:cxn modelId="c9713" srcId="9714" destId="9713"/>
    <dgm:cxn modelId="c9714" srcId="9715" destId="9714"/>
    <dgm:cxn modelId="c9715" srcId="9716" destId="9715"/>
    <dgm:cxn modelId="c9716" srcId="9717" destId="9716"/>
    <dgm:cxn modelId="c9717" srcId="9718" destId="9717"/>
    <dgm:cxn modelId="c9718" srcId="9719" destId="9718"/>
    <dgm:cxn modelId="c9719" srcId="9720" destId="9719"/>
    <dgm:cxn modelId="c9720" srcId="9721" destId="9720"/>
    <dgm:cxn modelId="c9721" srcId="9722" destId="9721"/>
    <dgm:cxn modelId="c9722" srcId="9723" destId="9722"/>
    <dgm:cxn modelId="c9723" srcId="9724" destId="9723"/>
    <dgm:cxn modelId="c9724" srcId="9725" destId="9724"/>
    <dgm:cxn modelId="c9725" srcId="9726" destId="9725"/>
    <dgm:cxn modelId="c9726" srcId="9727" destId="9726"/>
    <dgm:cxn modelId="c9727" srcId="9728" destId="9727"/>
    <dgm:cxn modelId="c9728" srcId="9729" destId="9728"/>
    <dgm:cxn modelId="c9729" srcId="9730" destId="9729"/>
    <dgm:cxn modelId="c9730" srcId="9731" destId="9730"/>
    <dgm:cxn modelId="c9731" srcId="9732" destId="9731"/>
    <dgm:cxn modelId="c9732" srcId="9733" destId="9732"/>
    <dgm:cxn modelId="c9733" srcId="9734" destId="9733"/>
    <dgm:cxn modelId="c9734" srcId="9735" destId="9734"/>
    <dgm:cxn modelId="c9735" srcId="9736" destId="9735"/>
    <dgm:cxn modelId="c9736" srcId="9737" destId="9736"/>
    <dgm:cxn modelId="c9737" srcId="9738" destId="9737"/>
    <dgm:cxn modelId="c9738" srcId="9739" destId="9738"/>
    <dgm:cxn modelId="c9739" srcId="9740" destId="9739"/>
    <dgm:cxn modelId="c9740" srcId="9741" destId="9740"/>
    <dgm:cxn modelId="c9741" srcId="9742" destId="9741"/>
    <dgm:cxn modelId="c9742" srcId="9743" destId="9742"/>
    <dgm:cxn modelId="c9743" srcId="9744" destId="9743"/>
    <dgm:cxn modelId="c9744" srcId="9745" destId="9744"/>
    <dgm:cxn modelId="c9745" srcId="9746" destId="9745"/>
    <dgm:cxn modelId="c9746" srcId="9747" destId="9746"/>
    <dgm:cxn modelId="c9747" srcId="9748" destId="9747"/>
    <dgm:cxn modelId="c9748" srcId="9749" destId="9748"/>
    <dgm:cxn modelId="c9749" srcId="9750" destId="9749"/>
    <dgm:cxn modelId="c9750" srcId="9751" destId="9750"/>
    <dgm:cxn modelId="c9751" srcId="9752" destId="9751"/>
    <dgm:cxn modelId="c9752" srcId="9753" destId="9752"/>
    <dgm:cxn modelId="c9753" srcId="9754" destId="9753"/>
    <dgm:cxn modelId="c9754" srcId="9755" destId="9754"/>
    <dgm:cxn modelId="c9755" srcId="9756" destId="9755"/>
    <dgm:cxn modelId="c9756" srcId="9757" destId="9756"/>
    <dgm:cxn modelId="c9757" srcId="9758" destId="9757"/>
    <dgm:cxn modelId="c9758" srcId="9759" destId="9758"/>
    <dgm:cxn modelId="c9759" srcId="9760" destId="9759"/>
    <dgm:cxn modelId="c9760" srcId="9761" destId="9760"/>
    <dgm:cxn modelId="c9761" srcId="9762" destId="9761"/>
    <dgm:cxn modelId="c9762" srcId="9763" destId="9762"/>
    <dgm:cxn modelId="c9763" srcId="9764" destId="9763"/>
    <dgm:cxn modelId="c9764" srcId="9765" destId="9764"/>
    <dgm:cxn modelId="c9765" srcId="9766" destId="9765"/>
    <dgm:cxn modelId="c9766" srcId="9767" destId="9766"/>
    <dgm:cxn modelId="c9767" srcId="9768" destId="9767"/>
    <dgm:cxn modelId="c9768" srcId="9769" destId="9768"/>
    <dgm:cxn modelId="c9769" srcId="9770" destId="9769"/>
    <dgm:cxn modelId="c9770" srcId="9771" destId="9770"/>
    <dgm:cxn modelId="c9771" srcId="9772" destId="9771"/>
    <dgm:cxn modelId="c9772" srcId="9773" destId="9772"/>
    <dgm:cxn modelId="c9773" srcId="9774" destId="9773"/>
    <dgm:cxn modelId="c9774" srcId="9775" destId="9774"/>
    <dgm:cxn modelId="c9775" srcId="9776" destId="9775"/>
    <dgm:cxn modelId="c9776" srcId="9777" destId="9776"/>
    <dgm:cxn modelId="c9777" srcId="9778" destId="9777"/>
    <dgm:cxn modelId="c9778" srcId="9779" destId="9778"/>
    <dgm:cxn modelId="c9779" srcId="9780" destId="9779"/>
    <dgm:cxn modelId="c9780" srcId="9781" destId="9780"/>
    <dgm:cxn modelId="c9781" srcId="9782" destId="9781"/>
    <dgm:cxn modelId="c9782" srcId="9783" destId="9782"/>
    <dgm:cxn modelId="c9783" srcId="9784" destId="9783"/>
    <dgm:cxn modelId="c9784" srcId="9785" destId="9784"/>
    <dgm:cxn modelId="c9785" srcId="9786" destId="9785"/>
    <dgm:cxn modelId="c9786" srcId="9787" destId="9786"/>
    <dgm:cxn modelId="c9787" srcId="9788" destId="9787"/>
    <dgm:cxn modelId="c9788" srcId="9789" destId="9788"/>
    <dgm:cxn modelId="c9789" srcId="9790" destId="9789"/>
    <dgm:cxn modelId="c9790" srcId="9791" destId="9790"/>
    <dgm:cxn modelId="c9791" srcId="9792" destId="9791"/>
    <dgm:cxn modelId="c9792" srcId="9793" destId="9792"/>
    <dgm:cxn modelId="c9793" srcId="9794" destId="9793"/>
    <dgm:cxn modelId="c9794" srcId="9795" destId="9794"/>
    <dgm:cxn modelId="c9795" srcId="9796" destId="9795"/>
    <dgm:cxn modelId="c9796" srcId="9797" destId="9796"/>
    <dgm:cxn modelId="c9797" srcId="9798" destId="9797"/>
    <dgm:cxn modelId="c9798" srcId="9799" destId="9798"/>
    <dgm:cxn modelId="c9799" srcId="9800" destId="9799"/>
    <dgm:cxn modelId="c9800" srcId="9801" destId="9800"/>
    <dgm:cxn modelId="c9801" srcId="9802" destId="9801"/>
    <dgm:cxn modelId="c9802" srcId="9803" destId="9802"/>
    <dgm:cxn modelId="c9803" srcId="9804" destId="9803"/>
    <dgm:cxn modelId="c9804" srcId="9805" destId="9804"/>
    <dgm:cxn modelId="c9805" srcId="9806" destId="9805"/>
    <dgm:cxn modelId="c9806" srcId="9807" destId="9806"/>
    <dgm:cxn modelId="c9807" srcId="9808" destId="9807"/>
    <dgm:cxn modelId="c9808" srcId="9809" destId="9808"/>
    <dgm:cxn modelId="c9809" srcId="9810" destId="9809"/>
    <dgm:cxn modelId="c9810" srcId="9811" destId="9810"/>
    <dgm:cxn modelId="c9811" srcId="9812" destId="9811"/>
    <dgm:cxn modelId="c9812" srcId="9813" destId="9812"/>
    <dgm:cxn modelId="c9813" srcId="9814" destId="9813"/>
    <dgm:cxn modelId="c9814" srcId="9815" destId="9814"/>
    <dgm:cxn modelId="c9815" srcId="9816" destId="9815"/>
    <dgm:cxn modelId="c9816" srcId="9817" destId="9816"/>
    <dgm:cxn modelId="c9817" srcId="9818" destId="9817"/>
    <dgm:cxn modelId="c9818" srcId="9819" destId="9818"/>
    <dgm:cxn modelId="c9819" srcId="9820" destId="9819"/>
    <dgm:cxn modelId="c9820" srcId="9821" destId="9820"/>
    <dgm:cxn modelId="c9821" srcId="9822" destId="9821"/>
    <dgm:cxn modelId="c9822" srcId="9823" destId="9822"/>
    <dgm:cxn modelId="c9823" srcId="9824" destId="9823"/>
    <dgm:cxn modelId="c9824" srcId="9825" destId="9824"/>
    <dgm:cxn modelId="c9825" srcId="9826" destId="9825"/>
    <dgm:cxn modelId="c9826" srcId="9827" destId="9826"/>
    <dgm:cxn modelId="c9827" srcId="9828" destId="9827"/>
    <dgm:cxn modelId="c9828" srcId="9829" destId="9828"/>
    <dgm:cxn modelId="c9829" srcId="9830" destId="9829"/>
    <dgm:cxn modelId="c9830" srcId="9831" destId="9830"/>
    <dgm:cxn modelId="c9831" srcId="9832" destId="9831"/>
    <dgm:cxn modelId="c9832" srcId="9833" destId="9832"/>
    <dgm:cxn modelId="c9833" srcId="9834" destId="9833"/>
    <dgm:cxn modelId="c9834" srcId="9835" destId="9834"/>
    <dgm:cxn modelId="c9835" srcId="9836" destId="9835"/>
    <dgm:cxn modelId="c9836" srcId="9837" destId="9836"/>
    <dgm:cxn modelId="c9837" srcId="9838" destId="9837"/>
    <dgm:cxn modelId="c9838" srcId="9839" destId="9838"/>
    <dgm:cxn modelId="c9839" srcId="9840" destId="9839"/>
    <dgm:cxn modelId="c9840" srcId="9841" destId="9840"/>
    <dgm:cxn modelId="c9841" srcId="9842" destId="9841"/>
    <dgm:cxn modelId="c9842" srcId="9843" destId="9842"/>
    <dgm:cxn modelId="c9843" srcId="9844" destId="9843"/>
    <dgm:cxn modelId="c9844" srcId="9845" destId="9844"/>
    <dgm:cxn modelId="c9845" srcId="9846" destId="9845"/>
    <dgm:cxn modelId="c9846" srcId="9847" destId="9846"/>
    <dgm:cxn modelId="c9847" srcId="9848" destId="9847"/>
    <dgm:cxn modelId="c9848" srcId="9849" destId="9848"/>
    <dgm:cxn modelId="c9849" srcId="9850" destId="9849"/>
    <dgm:cxn modelId="c9850" srcId="9851" destId="9850"/>
    <dgm:cxn modelId="c9851" srcId="9852" destId="9851"/>
    <dgm:cxn modelId="c9852" srcId="9853" destId="9852"/>
    <dgm:cxn modelId="c9853" srcId="9854" destId="9853"/>
    <dgm:cxn modelId="c9854" srcId="9855" destId="9854"/>
    <dgm:cxn modelId="c9855" srcId="9856" destId="9855"/>
    <dgm:cxn modelId="c9856" srcId="9857" destId="9856"/>
    <dgm:cxn modelId="c9857" srcId="9858" destId="9857"/>
    <dgm:cxn modelId="c9858" srcId="9859" destId="9858"/>
    <dgm:cxn modelId="c9859" srcId="9860" destId="9859"/>
    <dgm:cxn modelId="c9860" srcId="9861" destId="9860"/>
    <dgm:cxn modelId="c9861" srcId="9862" destId="9861"/>
    <dgm:cxn modelId="c9862" srcId="9863" destId="9862"/>
    <dgm:cxn modelId="c9863" srcId="9864" destId="9863"/>
    <dgm:cxn modelId="c9864" srcId="9865" destId="9864"/>
    <dgm:cxn modelId="c9865" srcId="9866" destId="9865"/>
    <dgm:cxn modelId="c9866" srcId="9867" destId="9866"/>
    <dgm:cxn modelId="c9867" srcId="9868" destId="9867"/>
    <dgm:cxn modelId="c9868" srcId="9869" destId="9868"/>
    <dgm:cxn modelId="c9869" srcId="9870" destId="9869"/>
    <dgm:cxn modelId="c9870" srcId="9871" destId="9870"/>
    <dgm:cxn modelId="c9871" srcId="9872" destId="9871"/>
    <dgm:cxn modelId="c9872" srcId="9873" destId="9872"/>
    <dgm:cxn modelId="c9873" srcId="9874" destId="9873"/>
    <dgm:cxn modelId="c9874" srcId="9875" destId="9874"/>
    <dgm:cxn modelId="c9875" srcId="9876" destId="9875"/>
    <dgm:cxn modelId="c9876" srcId="9877" destId="9876"/>
    <dgm:cxn modelId="c9877" srcId="9878" destId="9877"/>
    <dgm:cxn modelId="c9878" srcId="9879" destId="9878"/>
    <dgm:cxn modelId="c9879" srcId="9880" destId="9879"/>
    <dgm:cxn modelId="c9880" srcId="9881" destId="9880"/>
    <dgm:cxn modelId="c9881" srcId="9882" destId="9881"/>
    <dgm:cxn modelId="c9882" srcId="9883" destId="9882"/>
    <dgm:cxn modelId="c9883" srcId="9884" destId="9883"/>
    <dgm:cxn modelId="c9884" srcId="9885" destId="9884"/>
    <dgm:cxn modelId="c9885" srcId="9886" destId="9885"/>
    <dgm:cxn modelId="c9886" srcId="9887" destId="9886"/>
    <dgm:cxn modelId="c9887" srcId="9888" destId="9887"/>
    <dgm:cxn modelId="c9888" srcId="9889" destId="9888"/>
    <dgm:cxn modelId="c9889" srcId="9890" destId="9889"/>
    <dgm:cxn modelId="c9890" srcId="9891" destId="9890"/>
    <dgm:cxn modelId="c9891" srcId="9892" destId="9891"/>
    <dgm:cxn modelId="c9892" srcId="9893" destId="9892"/>
    <dgm:cxn modelId="c9893" srcId="9894" destId="9893"/>
    <dgm:cxn modelId="c9894" srcId="9895" destId="9894"/>
    <dgm:cxn modelId="c9895" srcId="9896" destId="9895"/>
    <dgm:cxn modelId="c9896" srcId="9897" destId="9896"/>
    <dgm:cxn modelId="c9897" srcId="9898" destId="9897"/>
    <dgm:cxn modelId="c9898" srcId="9899" destId="9898"/>
    <dgm:cxn modelId="c9899" srcId="9900" destId="9899"/>
    <dgm:cxn modelId="c9900" srcId="9901" destId="9900"/>
    <dgm:cxn modelId="c9901" srcId="9902" destId="9901"/>
    <dgm:cxn modelId="c9902" srcId="9903" destId="9902"/>
    <dgm:cxn modelId="c9903" srcId="9904" destId="9903"/>
    <dgm:cxn modelId="c9904" srcId="9905" destId="9904"/>
    <dgm:cxn modelId="c9905" srcId="9906" destId="9905"/>
    <dgm:cxn modelId="c9906" srcId="9907" destId="9906"/>
    <dgm:cxn modelId="c9907" srcId="9908" destId="9907"/>
    <dgm:cxn modelId="c9908" srcId="9909" destId="9908"/>
    <dgm:cxn modelId="c9909" srcId="9910" destId="9909"/>
    <dgm:cxn modelId="c9910" srcId="9911" destId="9910"/>
    <dgm:cxn modelId="c9911" srcId="9912" destId="9911"/>
    <dgm:cxn modelId="c9912" srcId="9913" destId="9912"/>
    <dgm:cxn modelId="c9913" srcId="9914" destId="9913"/>
    <dgm:cxn modelId="c9914" srcId="9915" destId="9914"/>
    <dgm:cxn modelId="c9915" srcId="9916" destId="9915"/>
    <dgm:cxn modelId="c9916" srcId="9917" destId="9916"/>
    <dgm:cxn modelId="c9917" srcId="9918" destId="9917"/>
    <dgm:cxn modelId="c9918" srcId="9919" destId="9918"/>
    <dgm:cxn modelId="c9919" srcId="9920" destId="9919"/>
    <dgm:cxn modelId="c9920" srcId="9921" destId="9920"/>
    <dgm:cxn modelId="c9921" srcId="9922" destId="9921"/>
    <dgm:cxn modelId="c9922" srcId="9923" destId="9922"/>
    <dgm:cxn modelId="c9923" srcId="9924" destId="9923"/>
    <dgm:cxn modelId="c9924" srcId="9925" destId="9924"/>
    <dgm:cxn modelId="c9925" srcId="9926" destId="9925"/>
    <dgm:cxn modelId="c9926" srcId="9927" destId="9926"/>
    <dgm:cxn modelId="c9927" srcId="9928" destId="9927"/>
    <dgm:cxn modelId="c9928" srcId="9929" destId="9928"/>
    <dgm:cxn modelId="c9929" srcId="9930" destId="9929"/>
    <dgm:cxn modelId="c9930" srcId="9931" destId="9930"/>
    <dgm:cxn modelId="c9931" srcId="9932" destId="9931"/>
    <dgm:cxn modelId="c9932" srcId="9933" destId="9932"/>
    <dgm:cxn modelId="c9933" srcId="9934" destId="9933"/>
    <dgm:cxn modelId="c9934" srcId="9935" destId="9934"/>
    <dgm:cxn modelId="c9935" srcId="9936" destId="9935"/>
    <dgm:cxn modelId="c9936" srcId="9937" destId="9936"/>
    <dgm:cxn modelId="c9937" srcId="9938" destId="9937"/>
    <dgm:cxn modelId="c9938" srcId="9939" destId="9938"/>
    <dgm:cxn modelId="c9939" srcId="9940" destId="9939"/>
    <dgm:cxn modelId="c9940" srcId="9941" destId="9940"/>
    <dgm:cxn modelId="c9941" srcId="9942" destId="9941"/>
    <dgm:cxn modelId="c9942" srcId="9943" destId="9942"/>
    <dgm:cxn modelId="c9943" srcId="9944" destId="9943"/>
    <dgm:cxn modelId="c9944" srcId="9945" destId="9944"/>
    <dgm:cxn modelId="c9945" srcId="9946" destId="9945"/>
    <dgm:cxn modelId="c9946" srcId="9947" destId="9946"/>
    <dgm:cxn modelId="c9947" srcId="9948" destId="9947"/>
    <dgm:cxn modelId="c9948" srcId="9949" destId="9948"/>
    <dgm:cxn modelId="c9949" srcId="9950" destId="9949"/>
    <dgm:cxn modelId="c9950" srcId="9951" destId="9950"/>
    <dgm:cxn modelId="c9951" srcId="9952" destId="9951"/>
    <dgm:cxn modelId="c9952" srcId="9953" destId="9952"/>
    <dgm:cxn modelId="c9953" srcId="9954" destId="9953"/>
    <dgm:cxn modelId="c9954" srcId="9955" destId="9954"/>
    <dgm:cxn modelId="c9955" srcId="9956" destId="9955"/>
    <dgm:cxn modelId="c9956" srcId="9957" destId="9956"/>
    <dgm:cxn modelId="c9957" srcId="9958" destId="9957"/>
    <dgm:cxn modelId="c9958" srcId="9959" destId="9958"/>
    <dgm:cxn modelId="c9959" srcId="9960" destId="9959"/>
    <dgm:cxn modelId="c9960" srcId="9961" destId="9960"/>
    <dgm:cxn modelId="c9961" srcId="9962" destId="9961"/>
    <dgm:cxn modelId="c9962" srcId="9963" destId="9962"/>
    <dgm:cxn modelId="c9963" srcId="9964" destId="9963"/>
    <dgm:cxn modelId="c9964" srcId="9965" destId="9964"/>
    <dgm:cxn modelId="c9965" srcId="9966" destId="9965"/>
    <dgm:cxn modelId="c9966" srcId="9967" destId="9966"/>
    <dgm:cxn modelId="c9967" srcId="9968" destId="9967"/>
    <dgm:cxn modelId="c9968" srcId="9969" destId="9968"/>
    <dgm:cxn modelId="c9969" srcId="9970" destId="9969"/>
    <dgm:cxn modelId="c9970" srcId="9971" destId="9970"/>
    <dgm:cxn modelId="c9971" srcId="9972" destId="9971"/>
    <dgm:cxn modelId="c9972" srcId="9973" destId="9972"/>
    <dgm:cxn modelId="c9973" srcId="9974" destId="9973"/>
    <dgm:cxn modelId="c9974" srcId="9975" destId="9974"/>
    <dgm:cxn modelId="c9975" srcId="9976" destId="9975"/>
    <dgm:cxn modelId="c9976" srcId="9977" destId="9976"/>
    <dgm:cxn modelId="c9977" srcId="9978" destId="9977"/>
    <dgm:cxn modelId="c9978" srcId="9979" destId="9978"/>
    <dgm:cxn modelId="c9979" srcId="9980" destId="9979"/>
    <dgm:cxn modelId="c9980" srcId="9981" destId="9980"/>
    <dgm:cxn modelId="c9981" srcId="9982" destId="9981"/>
    <dgm:cxn modelId="c9982" srcId="9983" destId="9982"/>
    <dgm:cxn modelId="c9983" srcId="9984" destId="9983"/>
    <dgm:cxn modelId="c9984" srcId="9985" destId="9984"/>
    <dgm:cxn modelId="c9985" srcId="9986" destId="9985"/>
    <dgm:cxn modelId="c9986" srcId="9987" destId="9986"/>
    <dgm:cxn modelId="c9987" srcId="9988" destId="9987"/>
    <dgm:cxn modelId="c9988" srcId="9989" destId="9988"/>
    <dgm:cxn modelId="c9989" srcId="9990" destId="9989"/>
    <dgm:cxn modelId="c9990" srcId="9991" destId="9990"/>
    <dgm:cxn modelId="c9991" srcId="9992" destId="9991"/>
    <dgm:cxn modelId="c9992" srcId="9993" destId="9992"/>
    <dgm:cxn modelId="c9993" srcId="9994" destId="9993"/>
    <dgm:cxn modelId="c9994" srcId="9995" destId="9994"/>
    <dgm:cxn modelId="c9995" srcId="9996" destId="9995"/>
    <dgm:cxn modelId="c9996" srcId="9997" destId="9996"/>
    <dgm:cxn modelId="c9997" srcId="9998" destId="9997"/>
    <dgm:cxn modelId="c9998" srcId="9999" destId="9998"/>
    <dgm:cxn modelId="c9999" srcId="0" destId="9999"/>
  </dgm:cxnLst>
</dgm:dataModel>
</file>

<file path=ppt/slides/_rels/slide1.xml.rels><Relationships xmlns="http://schemas.openxmlformats.org/package/2006/relationships"><Relationship Id="__proto__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graphicFrame>
        <p:nvGraphicFramePr>
          <p:cNvPr id="4" name="d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diagram">
            <dgm:relIds xmlns:dgm="http://schemas.openxmlformats.org/drawingml/2006/diagram" r:dm="__proto__"/>
          </a:graphicData>
        </a:graphic>
      </p:graphicFrame>
    </p:spTree>
  </p:cSld>
</p:sld>
</file>