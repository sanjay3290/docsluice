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1" r:id="rId99"/>
  </p:sldMasterIdLst>
  <p:sldIdLst>
    <p:sldId id="257" r:id="rId1"/>
  </p:sldIdLst>
  <p:sldSz cx="9144000" cy="5143500" type="wide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.xml"/><Relationship Id="rId99" Type="http://schemas.openxmlformats.org/officeDocument/2006/relationships/slideMaster" Target="slideMasters/slideMaster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  <p:sp>
        <p:nvSpPr>
          <p:cNvPr id="2" name="Inherited title"/>
          <p:cNvSpPr/>
          <p:nvPr>
            <p:ph type="title"/>
          </p:nvPr>
        </p:nvSpPr>
        <p:spPr>
          <a:xfrm>
            <a:off x="500000" y="250000"/>
            <a:ext cx="8000000" cy="600000"/>
          </a:xfrm>
        </p:spPr>
        <p:txBody>
          <a:bodyPr/>
          <a:lstStyle/>
          <a:p>
            <a:r>
              <a:t>Layout title placeholder</a:t>
            </a:r>
          </a:p>
        </p:txBody>
      </p:sp>
      <p:sp>
        <p:nvSpPr>
          <p:cNvPr id="3" name="Inherited body"/>
          <p:cNvSpPr/>
          <p:nvPr>
            <p:ph type="body" idx="1"/>
          </p:nvPr>
        </p:nvSpPr>
        <p:spPr>
          <a:xfrm>
            <a:off x="600000" y="1000000"/>
            <a:ext cx="7500000" cy="3000000"/>
          </a:xfrm>
        </p:spPr>
        <p:txBody>
          <a:bodyPr/>
          <a:lstStyle/>
          <a:p>
            <a:r>
              <a:t>Layout body placeholder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Master title</a:t>
            </a:r>
          </a:p>
        </p:txBody>
      </p:sp>
    </p:spTree>
  </p:cSld>
  <p:sldLayoutIdLst>
    <p:sldLayoutId id="1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