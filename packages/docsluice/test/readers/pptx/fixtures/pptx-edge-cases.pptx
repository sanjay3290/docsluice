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1" r:id="rId99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5143500" type="wide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0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99" Type="http://schemas.openxmlformats.org/officeDocument/2006/relationships/slideMaster" Target="slideMasters/slideMaster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Bar series</c:v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axPos val="b"/>
        <c:crossAx val="20"/>
      </c:catAx>
      <c:valAx>
        <c:axId val="20"/>
        <c:scaling>
          <c:orientation val="minMax"/>
        </c:scaling>
        <c:axPos val="l"/>
        <c:crossAx val="10"/>
      </c:valAx>
    </c:plotArea>
    <c:legend>
      <c:legendPos val="b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plotArea>
      <c:layout/>
      <c:lineChart>
        <c:ser>
          <c:idx val="0"/>
          <c:order val="0"/>
          <c:tx>
            <c:v>Line series</c:v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</c:ser>
        <c:axId val="10"/>
        <c:axId val="20"/>
      </c:lineChart>
      <c:catAx>
        <c:axId val="10"/>
        <c:scaling>
          <c:orientation val="minMax"/>
        </c:scaling>
        <c:axPos val="b"/>
        <c:crossAx val="20"/>
      </c:catAx>
      <c:valAx>
        <c:axId val="20"/>
        <c:scaling>
          <c:orientation val="minMax"/>
        </c:scaling>
        <c:axPos val="l"/>
        <c:crossAx val="10"/>
      </c:valAx>
    </c:plotArea>
    <c:legend>
      <c:legendPos val="b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plotArea>
      <c:layout/>
      <c:pieChart>
        <c:ser>
          <c:idx val="0"/>
          <c:order val="0"/>
          <c:tx>
            <c:v>Pie series</c:v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</c:ser>
      </c:pieChart>
    </c:plotArea>
    <c:legend>
      <c:legendPos val="b"/>
    </c:legend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 type="node">
      <dgm:t>
        <a:p>
          <a:r>
            <a:t>SmartArt node one</a:t>
          </a:r>
        </a:p>
      </dgm:t>
    </dgm:pt>
    <dgm:pt modelId="2" type="node">
      <dgm:t>
        <a:p>
          <a:r>
            <a:t>SmartArt node two</a:t>
          </a:r>
        </a:p>
      </dgm:t>
    </dgm:pt>
  </dgm:ptLst>
  <dgm:cxnLst/>
</dgm:dataModel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Speaker note body</a:t>
            </a:r>
          </a:p>
          <a:p>
            <a:r>
              <a:t>Second note paragraph</a:t>
            </a:r>
          </a:p>
        </p:txBody>
      </p:sp>
      <p:sp>
        <p:nvSpPr>
          <p:cNvPr id="3" name="Slide image"/>
          <p:cNvSpPr/>
          <p:nvPr>
            <p:ph type="sldImg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Must skip slide image</a:t>
            </a:r>
          </a:p>
        </p:txBody>
      </p:sp>
      <p:sp>
        <p:nvSpPr>
          <p:cNvPr id="4" name="Page number"/>
          <p:cNvSpPr/>
          <p:nvPr>
            <p:ph type="sldNum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Must skip slide number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Speaker note body</a:t>
            </a:r>
          </a:p>
          <a:p>
            <a:r>
              <a:t>Second note paragraph</a:t>
            </a:r>
          </a:p>
        </p:txBody>
      </p:sp>
      <p:sp>
        <p:nvSpPr>
          <p:cNvPr id="3" name="Slide image"/>
          <p:cNvSpPr/>
          <p:nvPr>
            <p:ph type="sldImg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Must skip slide image</a:t>
            </a:r>
          </a:p>
        </p:txBody>
      </p:sp>
      <p:sp>
        <p:nvSpPr>
          <p:cNvPr id="4" name="Page number"/>
          <p:cNvSpPr/>
          <p:nvPr>
            <p:ph type="sldNum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Must skip slide number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  <p:sp>
        <p:nvSpPr>
          <p:cNvPr id="2" name="Inherited title"/>
          <p:cNvSpPr/>
          <p:nvPr>
            <p:ph type="title"/>
          </p:nvPr>
        </p:nvSpPr>
        <p:spPr>
          <a:xfrm>
            <a:off x="500000" y="250000"/>
            <a:ext cx="8000000" cy="600000"/>
          </a:xfrm>
        </p:spPr>
        <p:txBody>
          <a:bodyPr/>
          <a:lstStyle/>
          <a:p>
            <a:r>
              <a:t>Layout title placeholder</a:t>
            </a:r>
          </a:p>
        </p:txBody>
      </p:sp>
      <p:sp>
        <p:nvSpPr>
          <p:cNvPr id="3" name="Inherited body"/>
          <p:cNvSpPr/>
          <p:nvPr>
            <p:ph type="body" idx="1"/>
          </p:nvPr>
        </p:nvSpPr>
        <p:spPr>
          <a:xfrm>
            <a:off x="600000" y="1000000"/>
            <a:ext cx="7500000" cy="3000000"/>
          </a:xfrm>
        </p:spPr>
        <p:txBody>
          <a:bodyPr/>
          <a:lstStyle/>
          <a:p>
            <a:r>
              <a:t>Layout body placeholder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Master title</a:t>
            </a:r>
          </a:p>
        </p:txBody>
      </p:sp>
    </p:spTree>
  </p:cSld>
  <p:sldLayoutIdLst>
    <p:sldLayoutId id="1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1 content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Order and layout fixture</a:t>
            </a:r>
          </a:p>
        </p:txBody>
      </p:sp>
      <p:sp>
        <p:nvSpPr>
          <p:cNvPr id="3" name="Inherited body"/>
          <p:cNvSpPr/>
          <p:nvPr>
            <p:ph type="body" idx="1"/>
          </p:nvPr>
        </p:nvSpPr>
        <p:spPr/>
        <p:txBody>
          <a:bodyPr/>
          <a:lstStyle/>
          <a:p>
            <a:r>
              <a:t>Inherited placeholder content</a:t>
            </a:r>
          </a:p>
        </p:txBody>
      </p:sp>
      <p:sp>
        <p:nvSpPr>
          <p:cNvPr id="4" name="Text"/>
          <p:cNvSpPr/>
          <p:nvPr/>
        </p:nvSpPr>
        <p:spPr>
          <a:xfrm>
            <a:off x="100000" y="300000"/>
            <a:ext cx="100000" cy="50000"/>
          </a:xfrm>
        </p:spPr>
        <p:txBody>
          <a:bodyPr/>
          <a:lstStyle/>
          <a:p>
            <a:r>
              <a:t>Left column</a:t>
            </a:r>
          </a:p>
        </p:txBody>
      </p:sp>
      <p:sp>
        <p:nvSpPr>
          <p:cNvPr id="5" name="Text"/>
          <p:cNvSpPr/>
          <p:nvPr/>
        </p:nvSpPr>
        <p:spPr>
          <a:xfrm>
            <a:off x="900000" y="300000"/>
            <a:ext cx="100000" cy="50000"/>
          </a:xfrm>
        </p:spPr>
        <p:txBody>
          <a:bodyPr/>
          <a:lstStyle/>
          <a:p>
            <a:r>
              <a:t>Right column</a:t>
            </a:r>
          </a:p>
        </p:txBody>
      </p:sp>
      <p:sp>
        <p:nvSpPr>
          <p:cNvPr id="6" name="Text"/>
          <p:cNvSpPr/>
          <p:nvPr/>
        </p:nvSpPr>
        <p:spPr>
          <a:xfrm>
            <a:off x="900000" y="250000"/>
            <a:ext cx="100000" cy="50000"/>
          </a:xfrm>
        </p:spPr>
        <p:txBody>
          <a:bodyPr/>
          <a:lstStyle/>
          <a:p>
            <a:r>
              <a:t>Top row right before lower row left</a:t>
            </a:r>
          </a:p>
        </p:txBody>
      </p:sp>
      <p:sp>
        <p:nvSpPr>
          <p:cNvPr id="7" name="Text"/>
          <p:cNvSpPr/>
          <p:nvPr/>
        </p:nvSpPr>
        <p:spPr>
          <a:xfrm>
            <a:off x="100000" y="275000"/>
            <a:ext cx="100000" cy="50000"/>
          </a:xfrm>
        </p:spPr>
        <p:txBody>
          <a:bodyPr/>
          <a:lstStyle/>
          <a:p>
            <a:r>
              <a:t>Lower row left after top row right</a:t>
            </a:r>
          </a:p>
        </p:txBody>
      </p:sp>
      <p:sp>
        <p:nvSpPr>
          <p:cNvPr id="8" name="Text"/>
          <p:cNvSpPr/>
          <p:nvPr/>
        </p:nvSpPr>
        <p:spPr>
          <a:xfrm>
            <a:off x="100000" y="600000"/>
            <a:ext cx="100000" cy="50000"/>
          </a:xfrm>
        </p:spPr>
        <p:txBody>
          <a:bodyPr/>
          <a:lstStyle/>
          <a:p>
            <a:r>
              <a:t>Tie document order first</a:t>
            </a:r>
          </a:p>
        </p:txBody>
      </p:sp>
      <p:sp>
        <p:nvSpPr>
          <p:cNvPr id="9" name="Text"/>
          <p:cNvSpPr/>
          <p:nvPr/>
        </p:nvSpPr>
        <p:spPr>
          <a:xfrm>
            <a:off x="100000" y="600000"/>
            <a:ext cx="100000" cy="50000"/>
          </a:xfrm>
        </p:spPr>
        <p:txBody>
          <a:bodyPr/>
          <a:lstStyle/>
          <a:p>
            <a:r>
              <a:t>Tie document order second</a:t>
            </a:r>
          </a:p>
        </p:txBody>
      </p:sp>
      <p:graphicFrame>
        <p:nvGraphicFramePr>
          <p:cNvPr id="10" name="Feature table"/>
          <p:cNvGraphicFramePr/>
          <p:nvPr/>
        </p:nvGraphicFramePr>
        <p:xfrm>
          <a:off x="0" y="600000"/>
          <a:ext cx="400000" cy="200000"/>
        </p:xfrm>
        <a:graphic>
          <a:graphicData uri="http://schemas.openxmlformats.org/drawingml/2006/table">
            <a:tbl>
              <a:tblPr firstRow="1"/>
              <a:tblGrid>
                <a:gridCol w="200000"/>
                <a:gridCol w="200000"/>
              </a:tblGrid>
              <a:tr h="1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1" name="Group"/>
          <p:cNvGrpSpPr/>
          <p:nvPr/>
        </p:nvGrpSpPr>
        <p:grpSpPr>
          <a:xfrm>
            <a:off x="1000000" y="1200000"/>
            <a:ext cx="400000" cy="300000"/>
            <a:chOff x="0" y="0"/>
            <a:chExt cx="100000" cy="100000"/>
          </a:xfrm>
        </p:grpSpPr>
        <p:sp>
          <p:nvSpPr>
            <p:cNvPr id="12" name="Text"/>
            <p:cNvSpPr/>
            <p:nvPr/>
          </p:nvSpPr>
          <p:spPr>
            <a:xfrm>
              <a:off x="25000" y="50000"/>
              <a:ext cx="100000" cy="50000"/>
            </a:xfrm>
          </p:spPr>
          <p:txBody>
            <a:bodyPr/>
            <a:lstStyle/>
            <a:p>
              <a:r>
                <a:t>Transformed group child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3 content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This slide is hidden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5 content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6 content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7 content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8 content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9 content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ed title"/>
          <p:cNvSpPr/>
          <p:nvPr>
            <p:ph type="ctrTitle"/>
          </p:nvPr>
        </p:nvSpPr>
        <p:spPr>
          <a:xfrm>
            <a:off x="0" y="0"/>
            <a:ext cx="100000" cy="50000"/>
          </a:xfrm>
        </p:spPr>
        <p:txBody>
          <a:bodyPr/>
          <a:lstStyle/>
          <a:p>
            <a:r>
              <a:t>SmartArt and chart slide</a:t>
            </a:r>
          </a:p>
        </p:txBody>
      </p:sp>
      <p:graphicFrame>
        <p:nvGraphicFramePr>
          <p:cNvPr id="3" name="SmartArt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diagram">
            <dgm:relIds xmlns:dgm="http://schemas.openxmlformats.org/drawingml/2006/diagram" r:dm="rId2"/>
          </a:graphicData>
        </a:graphic>
      </p:graphicFrame>
      <p:graphicFrame>
        <p:nvGraphicFramePr>
          <p:cNvPr id="4" name="bar chart"/>
          <p:cNvGraphicFramePr/>
          <p:nvPr/>
        </p:nvGraphicFramePr>
        <p:xfrm>
          <a:off x="100" y="200"/>
          <a:ext cx="100" cy="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line chart"/>
          <p:cNvGraphicFramePr/>
          <p:nvPr/>
        </p:nvGraphicFramePr>
        <p:xfrm>
          <a:off x="200" y="400"/>
          <a:ext cx="100" cy="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pie chart"/>
          <p:cNvGraphicFramePr/>
          <p:nvPr/>
        </p:nvGraphicFramePr>
        <p:xfrm>
          <a:off x="300" y="600"/>
          <a:ext cx="100" cy="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11 content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00000" y="100000"/>
            <a:ext cx="100000" cy="50000"/>
          </a:xfrm>
        </p:spPr>
        <p:txBody>
          <a:bodyPr/>
          <a:lstStyle/>
          <a:p>
            <a:r>
              <a:t>Slide 12 content</a:t>
            </a:r>
          </a:p>
        </p:txBody>
      </p:sp>
    </p:spTree>
  </p:cSld>
  <p:clrMapOvr>
    <a:masterClrMapping/>
  </p:clrMapOvr>
</p:sld>
</file>